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svg" ContentType="image/svg+xml"/>
  <Default Extension="gif" ContentType="image/gif"/>
  <Override PartName="/ppt/slideLayouts/t3_reference_methods_slideLayout1.xml" ContentType="application/vnd.openxmlformats-officedocument.presentationml.slideLayout+xml"/>
  <Override PartName="/ppt/slideMasters/t3_reference_methods_slideMaster1.xml" ContentType="application/vnd.openxmlformats-officedocument.presentationml.slideMaster+xml"/>
  <Override PartName="/ppt/slideMasters/theme/t3_reference_methods_theme2.xml" ContentType="application/vnd.openxmlformats-officedocument.theme+xml"/>
  <Override PartName="/ppt/slideLayouts/t3_reference_slideLayout1.xml" ContentType="application/vnd.openxmlformats-officedocument.presentationml.slideLayout+xml"/>
  <Override PartName="/ppt/slideMasters/t3_reference_slideMaster1.xml" ContentType="application/vnd.openxmlformats-officedocument.presentationml.slideMaster+xml"/>
  <Override PartName="/ppt/slideMasters/theme/t3_reference_theme2.xml" ContentType="application/vnd.openxmlformats-officedocument.theme+xml"/>
  <Override PartName="/ppt/notesSlides/t3_reference_for_slide2.xml" ContentType="application/vnd.openxmlformats-officedocument.presentationml.notesSlide+xml"/>
  <Override PartName="/ppt/notesMasters/theme/t3_reference_theme3.xml" ContentType="application/vnd.openxmlformats-officedocument.theme+xml"/>
  <Override PartName="/ppt/notesSlides/t3_reference_for_slide3.xml" ContentType="application/vnd.openxmlformats-officedocument.presentationml.notesSlide+xml"/>
  <Override PartName="/ppt/notesSlides/t3_reference_for_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d4456f11d0847f3" /><Relationship Type="http://schemas.openxmlformats.org/officeDocument/2006/relationships/extended-properties" Target="/docProps/app.xml" Id="R53749270eb524eac" /><Relationship Type="http://schemas.openxmlformats.org/officeDocument/2006/relationships/officeDocument" Target="/ppt/presentation.xml" Id="Rf381ae45541b4b5d" /></Relationships>
</file>

<file path=ppt/presentation.xml><?xml version="1.0" encoding="utf-8"?>
<p:presentation xmlns:p="http://schemas.openxmlformats.org/presentationml/2006/main">
  <p:sldMasterIdLst>
    <p:sldMasterId xmlns:r="http://schemas.openxmlformats.org/officeDocument/2006/relationships" id="2147483648" r:id="R9a67e3cf22eb42b0"/>
    <p:sldMasterId xmlns:ns0="http://schemas.openxmlformats.org/officeDocument/2006/relationships" id="2147490001" ns0:id="rIdT3Master29"/>
    <p:sldMasterId xmlns:ns1="http://schemas.openxmlformats.org/officeDocument/2006/relationships" id="2147490002" ns1:id="rIdT3Master30"/>
  </p:sldMasterIdLst>
  <p:notesMasterIdLst>
    <p:notesMasterId xmlns:r="http://schemas.openxmlformats.org/officeDocument/2006/relationships" r:id="R31bf91710edb4821"/>
  </p:notesMasterIdLst>
  <p:sldIdLst>
    <p:sldId xmlns:r="http://schemas.openxmlformats.org/officeDocument/2006/relationships" id="256" r:id="R866a7b767e5a4b0e"/>
    <p:sldId xmlns:r="http://schemas.openxmlformats.org/officeDocument/2006/relationships" id="257" r:id="Ree0f5daf25574e84"/>
    <p:sldId xmlns:r="http://schemas.openxmlformats.org/officeDocument/2006/relationships" id="258" r:id="R0cef41e882054a6d"/>
    <p:sldId xmlns:r="http://schemas.openxmlformats.org/officeDocument/2006/relationships" id="259" r:id="Red224b66d41343cd"/>
    <p:sldId xmlns:r="http://schemas.openxmlformats.org/officeDocument/2006/relationships" id="260" r:id="Rb40666bed348420c"/>
    <p:sldId xmlns:r="http://schemas.openxmlformats.org/officeDocument/2006/relationships" id="261" r:id="R0977c882aeb245ed"/>
    <p:sldId xmlns:r="http://schemas.openxmlformats.org/officeDocument/2006/relationships" id="262" r:id="R1fdb701199164fab"/>
    <p:sldId xmlns:r="http://schemas.openxmlformats.org/officeDocument/2006/relationships" id="263" r:id="Rbacb6e10791b4fdb"/>
    <p:sldId xmlns:r="http://schemas.openxmlformats.org/officeDocument/2006/relationships" id="264" r:id="Rd1c98ff9f4d54534"/>
    <p:sldId xmlns:r="http://schemas.openxmlformats.org/officeDocument/2006/relationships" id="265" r:id="Rcda0bf4d86584165"/>
    <p:sldId xmlns:r="http://schemas.openxmlformats.org/officeDocument/2006/relationships" id="266" r:id="R5b4da9224b7f4a3c"/>
    <p:sldId xmlns:r="http://schemas.openxmlformats.org/officeDocument/2006/relationships" id="267" r:id="R4c95c8c20ad84c72"/>
    <p:sldId xmlns:r="http://schemas.openxmlformats.org/officeDocument/2006/relationships" id="268" r:id="Rc5cb6a2be0b14b27"/>
    <p:sldId xmlns:r="http://schemas.openxmlformats.org/officeDocument/2006/relationships" id="269" r:id="R06bea32f79aa4381"/>
    <p:sldId xmlns:r="http://schemas.openxmlformats.org/officeDocument/2006/relationships" id="270" r:id="R80438c7cb96946e3"/>
    <p:sldId xmlns:r="http://schemas.openxmlformats.org/officeDocument/2006/relationships" id="271" r:id="R489cebc25c434c86"/>
    <p:sldId xmlns:r="http://schemas.openxmlformats.org/officeDocument/2006/relationships" id="272" r:id="R0d8723cc51c349f8"/>
    <p:sldId xmlns:r="http://schemas.openxmlformats.org/officeDocument/2006/relationships" id="273" r:id="R9237b098b6e64ffd"/>
    <p:sldId xmlns:r="http://schemas.openxmlformats.org/officeDocument/2006/relationships" id="274" r:id="Rcdb9e382cfd1441c"/>
    <p:sldId xmlns:r="http://schemas.openxmlformats.org/officeDocument/2006/relationships" id="275" r:id="Rdabf7d90cb544041"/>
    <p:sldId xmlns:r="http://schemas.openxmlformats.org/officeDocument/2006/relationships" id="276" r:id="R68e47bfdc01943f1"/>
    <p:sldId xmlns:r="http://schemas.openxmlformats.org/officeDocument/2006/relationships" id="277" r:id="Rc910863a55d84282"/>
    <p:sldId xmlns:r="http://schemas.openxmlformats.org/officeDocument/2006/relationships" id="278" r:id="Rb1984bf525204e2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ceea19e1eeb544fa"/><Relationship Type="http://schemas.openxmlformats.org/officeDocument/2006/relationships/slideMaster" Target="/ppt/slideMasters/slideMaster1.xml" Id="R9a67e3cf22eb42b0"/><Relationship Type="http://schemas.openxmlformats.org/officeDocument/2006/relationships/notesMaster" Target="/ppt/notesMasters/notesMaster1.xml" Id="R31bf91710edb4821"/><Relationship Type="http://schemas.openxmlformats.org/officeDocument/2006/relationships/presProps" Target="/ppt/presProps.xml" Id="R5a65ba8dbf124fa4"/><Relationship Type="http://schemas.openxmlformats.org/officeDocument/2006/relationships/tableStyles" Target="/ppt/tableStyles.xml" Id="Ra64f7867fc4949c8"/><Relationship Type="http://schemas.openxmlformats.org/officeDocument/2006/relationships/slide" Target="/ppt/slides/slide1.xml" Id="R866a7b767e5a4b0e"/><Relationship Type="http://schemas.openxmlformats.org/officeDocument/2006/relationships/slide" Target="/ppt/slides/slide2.xml" Id="Ree0f5daf25574e84"/><Relationship Type="http://schemas.openxmlformats.org/officeDocument/2006/relationships/slide" Target="/ppt/slides/slide3.xml" Id="R0cef41e882054a6d"/><Relationship Type="http://schemas.openxmlformats.org/officeDocument/2006/relationships/slide" Target="/ppt/slides/slide4.xml" Id="Red224b66d41343cd"/><Relationship Type="http://schemas.openxmlformats.org/officeDocument/2006/relationships/slide" Target="/ppt/slides/slide5.xml" Id="Rb40666bed348420c"/><Relationship Type="http://schemas.openxmlformats.org/officeDocument/2006/relationships/slide" Target="/ppt/slides/slide6.xml" Id="R0977c882aeb245ed"/><Relationship Type="http://schemas.openxmlformats.org/officeDocument/2006/relationships/slide" Target="/ppt/slides/slide7.xml" Id="R1fdb701199164fab"/><Relationship Type="http://schemas.openxmlformats.org/officeDocument/2006/relationships/slide" Target="/ppt/slides/slide8.xml" Id="Rbacb6e10791b4fdb"/><Relationship Type="http://schemas.openxmlformats.org/officeDocument/2006/relationships/slide" Target="/ppt/slides/slide9.xml" Id="Rd1c98ff9f4d54534"/><Relationship Type="http://schemas.openxmlformats.org/officeDocument/2006/relationships/slide" Target="/ppt/slides/slide10.xml" Id="Rcda0bf4d86584165"/><Relationship Type="http://schemas.openxmlformats.org/officeDocument/2006/relationships/slide" Target="/ppt/slides/slide11.xml" Id="R5b4da9224b7f4a3c"/><Relationship Type="http://schemas.openxmlformats.org/officeDocument/2006/relationships/slide" Target="/ppt/slides/slide12.xml" Id="R4c95c8c20ad84c72"/><Relationship Type="http://schemas.openxmlformats.org/officeDocument/2006/relationships/slide" Target="/ppt/slides/slide13.xml" Id="Rc5cb6a2be0b14b27"/><Relationship Type="http://schemas.openxmlformats.org/officeDocument/2006/relationships/slide" Target="/ppt/slides/slide14.xml" Id="R06bea32f79aa4381"/><Relationship Type="http://schemas.openxmlformats.org/officeDocument/2006/relationships/slide" Target="/ppt/slides/slide15.xml" Id="R80438c7cb96946e3"/><Relationship Type="http://schemas.openxmlformats.org/officeDocument/2006/relationships/slide" Target="/ppt/slides/slide16.xml" Id="R489cebc25c434c86"/><Relationship Type="http://schemas.openxmlformats.org/officeDocument/2006/relationships/slide" Target="/ppt/slides/slide17.xml" Id="R0d8723cc51c349f8"/><Relationship Type="http://schemas.openxmlformats.org/officeDocument/2006/relationships/slide" Target="/ppt/slides/slide18.xml" Id="R9237b098b6e64ffd"/><Relationship Type="http://schemas.openxmlformats.org/officeDocument/2006/relationships/slide" Target="/ppt/slides/slide19.xml" Id="Rcdb9e382cfd1441c"/><Relationship Type="http://schemas.openxmlformats.org/officeDocument/2006/relationships/slide" Target="/ppt/slides/slide20.xml" Id="Rdabf7d90cb544041"/><Relationship Type="http://schemas.openxmlformats.org/officeDocument/2006/relationships/slide" Target="/ppt/slides/slide21.xml" Id="R68e47bfdc01943f1"/><Relationship Type="http://schemas.openxmlformats.org/officeDocument/2006/relationships/slide" Target="/ppt/slides/slide22.xml" Id="Rc910863a55d84282"/><Relationship Type="http://schemas.openxmlformats.org/officeDocument/2006/relationships/slide" Target="/ppt/slides/slide23.xml" Id="Rb1984bf525204e28"/><Relationship Id="rIdT3Master29" Type="http://schemas.openxmlformats.org/officeDocument/2006/relationships/slideMaster" Target="slideMasters/t3_reference_methods_slideMaster1.xml"/><Relationship Id="rIdT3Master30" Type="http://schemas.openxmlformats.org/officeDocument/2006/relationships/slideMaster" Target="slideMasters/t3_reference_slideMaster1.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d923f49c3544a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3_referenc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101518693c40c2" /><Relationship Type="http://schemas.openxmlformats.org/officeDocument/2006/relationships/notesMaster" Target="/ppt/notesMasters/notesMaster1.xml" Id="R9a010fd6dea848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21043cc6c04a52" /><Relationship Type="http://schemas.openxmlformats.org/officeDocument/2006/relationships/notesMaster" Target="/ppt/notesMasters/notesMaster1.xml" Id="Rc951f3ef7b144d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e6fd3acb4424c8f" /><Relationship Type="http://schemas.openxmlformats.org/officeDocument/2006/relationships/notesMaster" Target="/ppt/notesMasters/notesMaster1.xml" Id="R50560f69bfaa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d680a7941044ff" /><Relationship Type="http://schemas.openxmlformats.org/officeDocument/2006/relationships/notesMaster" Target="/ppt/notesMasters/notesMaster1.xml" Id="R80cd2870b1f349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fe636bd6c947db" /><Relationship Type="http://schemas.openxmlformats.org/officeDocument/2006/relationships/notesMaster" Target="/ppt/notesMasters/notesMaster1.xml" Id="R5836a93d888947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0b8aa19bf4d84178" /><Relationship Type="http://schemas.openxmlformats.org/officeDocument/2006/relationships/notesMaster" Target="/ppt/notesMasters/notesMaster1.xml" Id="Rc74334e876e54029" /></Relationships>
</file>

<file path=ppt/notesSlides/_rels/notesSlide7.xml.rels>&#65279;<?xml version="1.0" encoding="utf-8"?><Relationships xmlns="http://schemas.openxmlformats.org/package/2006/relationships"><Relationship Type="http://schemas.openxmlformats.org/officeDocument/2006/relationships/slide" Target="/ppt/slides/slide7.xml" Id="Rc9eb701dc6474998" /><Relationship Type="http://schemas.openxmlformats.org/officeDocument/2006/relationships/notesMaster" Target="/ppt/notesMasters/notesMaster1.xml" Id="R439cd256cab5431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1db4806e62a49a1" /><Relationship Type="http://schemas.openxmlformats.org/officeDocument/2006/relationships/notesMaster" Target="/ppt/notesMasters/notesMaster1.xml" Id="R37ce0cfc847848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57b66c30584145" /><Relationship Type="http://schemas.openxmlformats.org/officeDocument/2006/relationships/notesMaster" Target="/ppt/notesMasters/notesMaster1.xml" Id="R1e7547591971401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5bf9ede48f4974" /><Relationship Type="http://schemas.openxmlformats.org/officeDocument/2006/relationships/notesMaster" Target="/ppt/notesMasters/notesMaster1.xml" Id="R1638ec96f4544b1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456004fe0de4e12" /><Relationship Type="http://schemas.openxmlformats.org/officeDocument/2006/relationships/notesMaster" Target="/ppt/notesMasters/notesMaster1.xml" Id="Rf5c93adb372948d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3b87541c7264186" /><Relationship Type="http://schemas.openxmlformats.org/officeDocument/2006/relationships/notesMaster" Target="/ppt/notesMasters/notesMaster1.xml" Id="Re20bc3fc68824d0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5b6c23acc842e0" /><Relationship Type="http://schemas.openxmlformats.org/officeDocument/2006/relationships/notesMaster" Target="/ppt/notesMasters/notesMaster1.xml" Id="Radada012b6ca4e0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b15e496ae564e91" /><Relationship Type="http://schemas.openxmlformats.org/officeDocument/2006/relationships/notesMaster" Target="/ppt/notesMasters/notesMaster1.xml" Id="Rd3699c1bbaad469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521bd5be8164f98" /><Relationship Type="http://schemas.openxmlformats.org/officeDocument/2006/relationships/notesMaster" Target="/ppt/notesMasters/notesMaster1.xml" Id="R6a026ed3f6c64ea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5e3c7566044e4a" /><Relationship Type="http://schemas.openxmlformats.org/officeDocument/2006/relationships/notesMaster" Target="/ppt/notesMasters/notesMaster1.xml" Id="R7cffbb38d6754da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033950af69457f" /><Relationship Type="http://schemas.openxmlformats.org/officeDocument/2006/relationships/notesMaster" Target="/ppt/notesMasters/notesMaster1.xml" Id="R5345dac6d94044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37ebfa8154740e8" /><Relationship Type="http://schemas.openxmlformats.org/officeDocument/2006/relationships/notesMaster" Target="/ppt/notesMasters/notesMaster1.xml" Id="Re73c42beed524b2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a90f028de24b7a" /><Relationship Type="http://schemas.openxmlformats.org/officeDocument/2006/relationships/notesMaster" Target="/ppt/notesMasters/notesMaster1.xml" Id="R8a598012971a49a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2f1b459f4db4338" /><Relationship Type="http://schemas.openxmlformats.org/officeDocument/2006/relationships/notesMaster" Target="/ppt/notesMasters/notesMaster1.xml" Id="R61e0c84c74ec43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ecf2fed4844f2c" /><Relationship Type="http://schemas.openxmlformats.org/officeDocument/2006/relationships/notesMaster" Target="/ppt/notesMasters/notesMaster1.xml" Id="Rac67343a1f40483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4bf4223535d4cce" /><Relationship Type="http://schemas.openxmlformats.org/officeDocument/2006/relationships/notesMaster" Target="/ppt/notesMasters/notesMaster1.xml" Id="R89a55ede46414d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1f6f21582bb4fe7" /><Relationship Type="http://schemas.openxmlformats.org/officeDocument/2006/relationships/notesMaster" Target="/ppt/notesMasters/notesMaster1.xml" Id="R7100b6ae83e74da8" /></Relationships>
</file>

<file path=ppt/notesSlides/_rels/t3_reference_for_slide2.xml.rels><?xml version='1.0' encoding='UTF-8' standalone='yes'?>
<Relationships xmlns="http://schemas.openxmlformats.org/package/2006/relationships"><Relationship Type="http://schemas.openxmlformats.org/officeDocument/2006/relationships/slide" Target="../slides/slide2.xml" Id="Rf2b1281bfa7b45ef"/><Relationship Type="http://schemas.openxmlformats.org/officeDocument/2006/relationships/notesMaster" Target="../notesMasters/notesMaster1.xml" Id="Rb2a691c2ba83488b"/></Relationships>
</file>

<file path=ppt/notesSlides/_rels/t3_reference_for_slide3.xml.rels><?xml version='1.0' encoding='UTF-8' standalone='yes'?>
<Relationships xmlns="http://schemas.openxmlformats.org/package/2006/relationships"><Relationship Type="http://schemas.openxmlformats.org/officeDocument/2006/relationships/slide" Target="../slides/slide3.xml" Id="R75a2e6d117e04f42"/><Relationship Type="http://schemas.openxmlformats.org/officeDocument/2006/relationships/notesMaster" Target="../notesMasters/notesMaster1.xml" Id="R8293baa5ddd041f3"/></Relationships>
</file>

<file path=ppt/notesSlides/_rels/t3_reference_for_slide4.xml.rels><?xml version='1.0' encoding='UTF-8' standalone='yes'?>
<Relationships xmlns="http://schemas.openxmlformats.org/package/2006/relationships"><Relationship Type="http://schemas.openxmlformats.org/officeDocument/2006/relationships/slide" Target="../slides/slide4.xml" Id="R97b652ac645144b5"/><Relationship Type="http://schemas.openxmlformats.org/officeDocument/2006/relationships/notesMaster" Target="../notesMasters/notesMaster1.xml" Id="Rc09e3da7f6e045dc"/></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Tutorial 5: Pulse Modulation. Teaching Assistants: WANG, Runbang; TIAN, Feng.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the same message, transmitted signal, received signal and recovered message from Tutorials 3 and 4.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established ideal channel r=s while generating and reconstructing the pulse signal.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Sinusoidal modulation and pulse modulation are branches of the same message-to-signal picture. The pulse-height branch uses h(t), following Note 7. AM, PM and FM provide the comparison with a sinusoidal carrier.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pulse replaces the sinusoid as the signal shape. Compare the response to one changing sample: height for PAM, width for PDM, and time position for PPM. Only PAM is developed here. Source: Fall2026/Note7_PAM.pdf, pp.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Take a value every Ts seconds. Represent the sample as a weighted ideal impulse, then replace each impulse by the unit-height pulse h(t). The signal s(t) remains continuous-time. All three plots use the same sample values, including their signs. T&lt;Ts makes the pulses distinct. Source: Fall2026/Note7_PAM.pdf, pp.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the same pulse signal from the convolution m_delta*h. Substitute the complete impulse sum into the convolution, exchange the sum and integral, and use the delta sifting property. Only the pulse at each sample time survives. This establishes the preceding visual construction without a new signal model. Source: Fall2026/Note7_PAM.pdf, pp.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periodic impulse train has a Fourier series. On the centered period only the impulse at zero contributes to the coefficient integral. Thus every Fourier-series coefficient is 1/Ts. The complex exponentials are used solely to locate frequency copies of the same sampled signal. Source: Fall2026/Note7_PAM.pdf, pp. 6-7.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Multiply the established impulse-train Fourier series by m(t), then take its Fourier transform term by term. Each modulation by exp(j2pi*k*fs*t) shifts M to k*fs. The animation copies the same spectrum to those centers. Spectral heights in the illustration are normalized by the common factor 1/Ts. Source: Fall2026/Note7_PAM.pdf, pp. 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same strictly bandlimited message while changing fs. Each copy has edges k*fs-W and k*fs+W. Adjacent supports do not overlap when W&lt;=fs-W, yielding fs&gt;=2W as in Note 7. Equality requires the usual treatment of spectral endpoints; the illustrated safely separated case uses fs&gt;2W. Arbitrary tones at the Nyquist boundary need additional qualifications. Source: Fall2026/Note7_PAM.pdf, pp.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Transform the same causal rectangular pulse used to form s. Integrate exp(-j2pi*f*t) over 0&lt;t&lt;T, factor out exp(-j*pi*f*T), and use the sine identity. sinc(x)=sin(pi*x)/(pi*x). Keep the phase factor; the plot displays magnitude only, normalized by T. H(0)=T by continuity. Source: Fall2026/Note7_PAM.pdf, pp.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s=m_delta*h, so S=M_delta H. The magnitude of each repeated spectrum is shaped by the magnitude of the same rectangular-pulse response. The figure uses fs=3W and T=1/(4W), and normalizes the common gains. The pulse spectrum has nonzero tails. Note 7 uses BT=1/T as the first-positive-null bandwidth convention; it is not strict spectral support, nor the full two-sided first-null span. With T&lt;Ts and fs&gt;=2W, this measure is at least 2W. Source: Fall2026/Note7_PAM.pdf, pp. 12-14.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the transmitted flat-top pulses s(t), not an already-known message. Read each isolated pulse inside its flat region, for example at nTs+T/2. Its height equals m(nTs). Use these values to form the ideal sampled signal m_delta, to which the lecture reconstruction filter applies. Directly lowpass-filtering s would retain the pulse response H and is not the reconstruction route taught here. Source: Fall2026/Note7_PAM.pdf, pp.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Under the same bandwidth and sampling assumptions, the ideal unity-gain lowpass with cutoff fs/2 passes only the central copy. Its output is m/Ts, so the separate gain Ts restores m. The complete filter response including that gain would be Ts*H_LP. This is the receiver route from the preceding sampled pulse heights. Source: Fall2026/Note7_PAM.pdf, pp.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same H_LP rectangle. Its inverse Fourier transform is h_LP(t). Evaluate the integral over -fs/2 to fs/2, combine the two exponentials using the sine identity, and identify fs*sinc(fs*t). The animation draws this impulse response and marks its zeros at integer nonzero multiples of Ts. Values at t=0 follow by continuity. Source: Fall2026/Note7_PAM.pdf, pp.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Derive interpolation from the already established reconstruction system. Substitute the ideal impulse sample sum, exchange sum and integral, sift the impulse, substitute h_LP=fs*sinc(fs*t), and cancel Ts*fs=1. Every operation is retained. The result is the same g=m from the preceding frequency-domain argument, not a new reconstruction method. Source: Fall2026/Note7_PAM.pdf, pp.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Animate the established interpolation sum: each sample scales and shifts one sinc, and their sum is the reconstructed message. For a finite, exact demonstration the example has five nonzero samples at n=-2,-1,0,1,2, with values 0.5,1,-0.5,0.8,-0.3; all other integer samples are zero. This defines a valid bandlimited example as the displayed finite sinc sum. The light curve is its full sum, the black curve the current partial sum. The general formula remains infinite. At each sample instant its own sinc equals one and every other sinc equals zero, so the value is preserved. Source: Fall2026/Note7_PAM.pdf, pp. 16-17.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pulse heights for multiple messages. The commutator takes one sample from each of three messages during each interval Ts, placing them in successive time slots. A message is still sampled every Ts; the common stream has three times as many pulses. In this sequential illustration the actual sampling times are t_(n,i)=nTs+(i-1)Ts/3, not simultaneous samples from all channels. Input messages are bandlimited with fs&gt;=2W. Source: Fall2026/Note7_PAM.pdf, pp. 18-19.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decommutator uses the same slot assignment and timing clock to direct each pulse to the right message stream. Each stream then uses the same reconstruction filter, with its own known sample-time offset. The formula is the previous interpolation formula translated to the sample times t_(n,i). Timing synchronization is required; otherwise pulse heights can be assigned to the wrong channel. These ideal demonstrations omit transmission distortion and noise. Source: Fall2026/Note7_PAM.pdf, pp.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to the four outcomes of the same pulse-message path. Pulse height stores a sample; sampling creates copies which must remain separated; a reconstruction filter combines shifted sinc pulses to recover the message; TDM interleaves and separates several sample streams using synchronized slots. Conditions: strictly bandlimited messages, the sampling-theorem endpoint assumptions, isolated pulses with 0&lt;T&lt;Ts, and an ideal channel. Source: Fall2026/Note7_PAM.pdf, pp. 5-19.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Briefly locate PAM alongside the sinusoidal methods already studied. AM changes amplitude, PM adds message-dependent phase, FM puts the message into instantaneous frequency, and PAM puts samples into pulse heights. FDM shares frequency bands; TDM shares time slots. These are multiplexing choices and are not extra alternatives in the carrier-parameter list. Source for earlier methods: Fall2026/Notes 3-6.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user-approved closing picture previews the later course: the transmitter may include PCM, digital PAM and bandpass modulation; the channel r=h*s+n can introduce distortion/ISI and noise; matching receiver operations decode, detect or demodulate and reconstruct. These are topic locations, not three obligatory consecutive transmitter stages. PCM and digital modulation are not derived in this tutorial. Source: Fall2026/Note7_PAM.pdf, pp.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animated slides, contact runbang@link.cuhk.edu.hk. Source: Fall2026/Note7_PAM.pdf, pp.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Recall the same message, transmitted signal, received signal and recovered message from Tutorials 3 and 4.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Use the established ideal channel r=s while generating and reconstructing the pulse signal.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t3_reference_for_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rPr>
                <ns0:latin typeface="Calibri"/>
                <ns0:ea typeface="Calibri"/>
                <ns0:cs typeface="Calibri"/>
              </ns0:rPr>
              <ns0:t>Sinusoidal modulation and pulse modulation are branches of the same message-to-signal picture. The pulse-height branch uses h(t), following Note 7. AM, PM and FM provide the comparison with a sinusoidal carrier. Source: Fall2026/Note7_PAM.pdf, pp. 2.</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f3e82dbcee446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e57ebc776434b7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c6351be014b433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b5240c53dd43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84e043b9724ff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cca3a2f0f04887" /></Relationships>
</file>

<file path=ppt/slideLayouts/_rels/t3_reference_methods_slideLayout1.xml.rels><?xml version='1.0' encoding='UTF-8' standalone='yes'?>
<Relationships xmlns="http://schemas.openxmlformats.org/package/2006/relationships"><Relationship Type="http://schemas.openxmlformats.org/officeDocument/2006/relationships/slideMaster" Target="../slideMasters/t3_reference_methods_slideMaster1.xml" Id="Rb871d85dee314de5"/></Relationships>
</file>

<file path=ppt/slideLayouts/_rels/t3_reference_slideLayout1.xml.rels><?xml version='1.0' encoding='UTF-8' standalone='yes'?>
<Relationships xmlns="http://schemas.openxmlformats.org/package/2006/relationships"><Relationship Type="http://schemas.openxmlformats.org/officeDocument/2006/relationships/slideMaster" Target="../slideMasters/t3_reference_slideMaster1.xml" Id="R4825e161fbcc4f68"/></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2D04D5-6D9F-4742-AA41-67E25B6D74C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76877C-0C20-43E1-9A59-D490B31FBD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B7A3CC5-8F87-4FB9-92C0-EE5FB4E17BA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D60BBE-D945-408D-AD8C-C65BFB07DD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339F0C8-D725-4BDC-A5D6-B880731E24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9FBA60B-90C8-4F05-95BC-F1912E2DA29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94DBBF8-2970-4B38-9C09-7A585CBA785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B56A0E3-5962-471B-A41A-A2529E53D32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B3248D-400C-4683-9E95-45C46401E5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CB9B07-0EB3-4D02-9FAB-023BC29EFC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t3_reference_methods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t3_referenc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2d039ca037417d" /><Relationship Type="http://schemas.openxmlformats.org/officeDocument/2006/relationships/slideLayout" Target="/ppt/slideLayouts/slideLayout1.xml" Id="R8e0262d8a60c4069" /><Relationship Type="http://schemas.openxmlformats.org/officeDocument/2006/relationships/slideLayout" Target="/ppt/slideLayouts/slideLayout2.xml" Id="Rfac5aa1972854a7c" /><Relationship Type="http://schemas.openxmlformats.org/officeDocument/2006/relationships/slideLayout" Target="/ppt/slideLayouts/slideLayout3.xml" Id="Rd9b8e45a76d942e5" /><Relationship Type="http://schemas.openxmlformats.org/officeDocument/2006/relationships/slideLayout" Target="/ppt/slideLayouts/slideLayout4.xml" Id="R352e8f778e9a4555" /><Relationship Type="http://schemas.openxmlformats.org/officeDocument/2006/relationships/slideLayout" Target="/ppt/slideLayouts/slideLayout5.xml" Id="R83692627988c4292" /><Relationship Type="http://schemas.openxmlformats.org/officeDocument/2006/relationships/slideLayout" Target="/ppt/slideLayouts/slideLayout6.xml" Id="R856c5a7e9edb4e69" /></Relationships>
</file>

<file path=ppt/slideMasters/_rels/t3_reference_methods_slideMaster1.xml.rels><?xml version='1.0' encoding='UTF-8' standalone='yes'?>
<Relationships xmlns="http://schemas.openxmlformats.org/package/2006/relationships"><Relationship Type="http://schemas.openxmlformats.org/officeDocument/2006/relationships/theme" Target="theme/t3_reference_methods_theme2.xml" Id="R1607b95a764944df"/><Relationship Type="http://schemas.openxmlformats.org/officeDocument/2006/relationships/slideLayout" Target="../slideLayouts/t3_reference_methods_slideLayout1.xml" Id="R6e2dbe7aaf214e86"/></Relationships>
</file>

<file path=ppt/slideMasters/_rels/t3_reference_slideMaster1.xml.rels><?xml version='1.0' encoding='UTF-8' standalone='yes'?>
<Relationships xmlns="http://schemas.openxmlformats.org/package/2006/relationships"><Relationship Type="http://schemas.openxmlformats.org/officeDocument/2006/relationships/theme" Target="theme/t3_reference_theme2.xml" Id="R28f210a4fae04f12"/><Relationship Type="http://schemas.openxmlformats.org/officeDocument/2006/relationships/slideLayout" Target="../slideLayouts/t3_reference_slideLayout1.xml" Id="R557c2c90296b48a6"/></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e0262d8a60c4069"/>
    <p:sldLayoutId xmlns:r="http://schemas.openxmlformats.org/officeDocument/2006/relationships" id="2147483650" r:id="Rfac5aa1972854a7c"/>
    <p:sldLayoutId xmlns:r="http://schemas.openxmlformats.org/officeDocument/2006/relationships" id="2147483651" r:id="Rd9b8e45a76d942e5"/>
    <p:sldLayoutId xmlns:r="http://schemas.openxmlformats.org/officeDocument/2006/relationships" id="2147483652" r:id="R352e8f778e9a4555"/>
    <p:sldLayoutId xmlns:r="http://schemas.openxmlformats.org/officeDocument/2006/relationships" id="2147483653" r:id="R83692627988c4292"/>
    <p:sldLayoutId xmlns:r="http://schemas.openxmlformats.org/officeDocument/2006/relationships" id="2147483654" r:id="R856c5a7e9edb4e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methods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3" r:id="R6e2dbe7aaf214e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3_referenc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90004" r:id="R557c2c90296b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3_reference_methods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3_referenc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slideLayouts/t3_reference_methods_slideLayout1.xml" Id="R894d6b03a80149df"/><Relationship Type="http://schemas.openxmlformats.org/officeDocument/2006/relationships/notesSlide" Target="/ppt/notesSlides/notesSlide1.xml" Id="R6ba92be88b0f42f6"/><Relationship Id="rIdNav0" Type="http://schemas.openxmlformats.org/officeDocument/2006/relationships/slide" Target="slide5.xml"/></Relationships>
</file>

<file path=ppt/slides/_rels/slide2.xml.rels><?xml version='1.0' encoding='UTF-8' standalone='yes'?>
<Relationships xmlns="http://schemas.openxmlformats.org/package/2006/relationships"><Relationship Type="http://schemas.openxmlformats.org/officeDocument/2006/relationships/slideLayout" Target="../slideLayouts/t3_reference_slideLayout1.xml" Id="Rc9cc3d9ae9b0472c"/><Relationship Type="http://schemas.openxmlformats.org/officeDocument/2006/relationships/image" Target="../media/t3_reference_031906d2cac28adde7f89947.png" Id="R4925c9d800124bea"/><Relationship Type="http://schemas.openxmlformats.org/officeDocument/2006/relationships/image" Target="../media/t3_reference_bef5e7d33655c75a3185167d.png" Id="R92919328109b4ee2"/><Relationship Type="http://schemas.openxmlformats.org/officeDocument/2006/relationships/image" Target="../media/t3_reference_7edf5427da0b4edbf70dbd03.png" Id="Rbb79f116db4448ec"/><Relationship Type="http://schemas.openxmlformats.org/officeDocument/2006/relationships/image" Target="../media/t3_reference_031906d2cac28adde7f89947.png" Id="R13a354839d804482"/><Relationship Type="http://schemas.openxmlformats.org/officeDocument/2006/relationships/image" Target="../media/t3_reference_0eba8e38aff55bbdf5b5b3e3.png" Id="Rc8fa9ac29cd84330"/><Relationship Type="http://schemas.openxmlformats.org/officeDocument/2006/relationships/notesSlide" Target="../notesSlides/t3_reference_for_slide2.xml" Id="R926b89b8196d4448"/><Relationship Id="rIdLatex21" Type="http://schemas.openxmlformats.org/officeDocument/2006/relationships/image" Target="../media/t3_reference_26d3f16e60b6958268157040.svg"/><Relationship Id="rIdLatex2" Type="http://schemas.openxmlformats.org/officeDocument/2006/relationships/image" Target="../media/t3_reference_761ca645dc84de71c8d43c74.svg"/><Relationship Id="rIdLatex3" Type="http://schemas.openxmlformats.org/officeDocument/2006/relationships/image" Target="../media/t3_reference_511826433d63e2834ed93e16.svg"/><Relationship Id="rIdLatex4" Type="http://schemas.openxmlformats.org/officeDocument/2006/relationships/image" Target="../media/t3_reference_26d3f16e60b6958268157040.svg"/><Relationship Id="rIdLatex15" Type="http://schemas.openxmlformats.org/officeDocument/2006/relationships/image" Target="../media/t3_reference_96d4b2b1112e43e4b078c0ef.svg"/></Relationships>
</file>

<file path=ppt/slides/_rels/slide3.xml.rels><?xml version='1.0' encoding='UTF-8' standalone='yes'?>
<Relationships xmlns="http://schemas.openxmlformats.org/package/2006/relationships"><Relationship Type="http://schemas.openxmlformats.org/officeDocument/2006/relationships/slideLayout" Target="../slideLayouts/t3_reference_slideLayout1.xml" Id="R259bec7b25e3421d"/><Relationship Type="http://schemas.openxmlformats.org/officeDocument/2006/relationships/image" Target="../media/t3_reference_031906d2cac28adde7f89947.png" Id="Rb951595dc83247cb"/><Relationship Type="http://schemas.openxmlformats.org/officeDocument/2006/relationships/image" Target="../media/t3_reference_bef5e7d33655c75a3185167d.png" Id="R6cc5d1d750464093"/><Relationship Type="http://schemas.openxmlformats.org/officeDocument/2006/relationships/image" Target="../media/t3_reference_7edf5427da0b4edbf70dbd03.png" Id="R8716de019fca4a98"/><Relationship Type="http://schemas.openxmlformats.org/officeDocument/2006/relationships/image" Target="../media/t3_reference_031906d2cac28adde7f89947.png" Id="R9494b625df204dcf"/><Relationship Type="http://schemas.openxmlformats.org/officeDocument/2006/relationships/notesSlide" Target="../notesSlides/t3_reference_for_slide3.xml" Id="Rd0f17640a5904cb9"/><Relationship Id="rIdLatex13" Type="http://schemas.openxmlformats.org/officeDocument/2006/relationships/image" Target="../media/t3_reference_26d3f16e60b6958268157040.svg"/><Relationship Id="rIdLatex2" Type="http://schemas.openxmlformats.org/officeDocument/2006/relationships/image" Target="../media/t3_reference_761ca645dc84de71c8d43c74.svg"/><Relationship Id="rIdLatex3" Type="http://schemas.openxmlformats.org/officeDocument/2006/relationships/image" Target="../media/t3_reference_511826433d63e2834ed93e16.svg"/><Relationship Id="rIdLatex4" Type="http://schemas.openxmlformats.org/officeDocument/2006/relationships/image" Target="../media/t3_reference_26d3f16e60b6958268157040.svg"/></Relationships>
</file>

<file path=ppt/slides/_rels/slide4.xml.rels><?xml version='1.0' encoding='UTF-8' standalone='yes'?>
<Relationships xmlns="http://schemas.openxmlformats.org/package/2006/relationships"><Relationship Type="http://schemas.openxmlformats.org/officeDocument/2006/relationships/slideLayout" Target="../slideLayouts/t3_reference_slideLayout1.xml" Id="Rb08d97b390f74323"/><Relationship Type="http://schemas.openxmlformats.org/officeDocument/2006/relationships/image" Target="../media/t3_reference_bef5e7d33655c75a3185167d.png" Id="R43c9675d9fb14bb2"/><Relationship Type="http://schemas.openxmlformats.org/officeDocument/2006/relationships/image" Target="../media/t3_reference_031906d2cac28adde7f89947.png" Id="R6c33fe8690204575"/><Relationship Type="http://schemas.openxmlformats.org/officeDocument/2006/relationships/image" Target="../media/t3_reference_031906d2cac28adde7f89947.png" Id="Re6a39991428447d5"/><Relationship Type="http://schemas.openxmlformats.org/officeDocument/2006/relationships/image" Target="../media/t3_reference_30ed8fc11e3f95126e254723.png" Id="R81eaae8cb5ff4a78"/><Relationship Type="http://schemas.openxmlformats.org/officeDocument/2006/relationships/image" Target="../media/t3_reference_21be9c9c55cf70474f848f12.png" Id="Rd1e86a2e8e854418"/><Relationship Type="http://schemas.openxmlformats.org/officeDocument/2006/relationships/notesSlide" Target="../notesSlides/t3_reference_for_slide4.xml" Id="R3bd7aa62f43f4867"/><Relationship Id="rIdLatex2" Type="http://schemas.openxmlformats.org/officeDocument/2006/relationships/image" Target="../media/t3_reference_761ca645dc84de71c8d43c74.svg"/><Relationship Id="rIdLatex10" Type="http://schemas.openxmlformats.org/officeDocument/2006/relationships/image" Target="../media/t3_reference_39c9fa2bd7a3f8ad9e35db0d.svg"/><Relationship Id="rIdLatex11" Type="http://schemas.openxmlformats.org/officeDocument/2006/relationships/image" Target="../media/t3_reference_3519d41b4a364dc37d943e8f.svg"/><Relationship Id="rIdLatex58" Type="http://schemas.openxmlformats.org/officeDocument/2006/relationships/image" Target="../media/t3_reference_26d3f16e60b6958268157040.svg"/><Relationship Id="rIdLatex59" Type="http://schemas.openxmlformats.org/officeDocument/2006/relationships/image" Target="../media/t3_reference_26d3f16e60b6958268157040.svg"/><Relationship Type="http://schemas.openxmlformats.org/officeDocument/2006/relationships/image" Target="/ppt/media/image.png" Id="rIdNote7Pulse13"/><Relationship Id="rIdNote7Pulse14" Type="http://schemas.openxmlformats.org/officeDocument/2006/relationships/image" Target="../media/t4_b68796db1ac3656bfebabb53.svg"/><Relationship Id="rIdNav0" Type="http://schemas.openxmlformats.org/officeDocument/2006/relationships/slide" Target="slide21.xml"/><Relationship Id="rIdNav1" Type="http://schemas.openxmlformats.org/officeDocument/2006/relationships/slide" Target="slide5.xml"/><Relationship Id="rIdNav2" Type="http://schemas.openxmlformats.org/officeDocument/2006/relationships/slide" Target="slide21.xml"/><Relationship Id="rIdNav3" Type="http://schemas.openxmlformats.org/officeDocument/2006/relationships/slide" Target="slide21.xml"/><Relationship Id="rIdNav4" Type="http://schemas.openxmlformats.org/officeDocument/2006/relationships/slide" Target="slide5.xml"/><Relationship Id="rIdNav5" Type="http://schemas.openxmlformats.org/officeDocument/2006/relationships/slide" Target="slide5.xml"/></Relationships>
</file>

<file path=ppt/slides/_rels/slide5.xml.rels><?xml version='1.0' encoding='UTF-8' standalone='yes'?>
<Relationships xmlns="http://schemas.openxmlformats.org/package/2006/relationships"><Relationship Type="http://schemas.openxmlformats.org/officeDocument/2006/relationships/slideLayout" Target="../slideLayouts/t3_reference_methods_slideLayout1.xml" Id="R706bfa546c9d46ef"/><Relationship Type="http://schemas.openxmlformats.org/officeDocument/2006/relationships/image" Target="/ppt/media/image2.png" Id="Rd2a3e41fa2c54d0c"/><Relationship Type="http://schemas.openxmlformats.org/officeDocument/2006/relationships/image" Target="/ppt/media/image3.png" Id="R4513d848b5cc4657"/><Relationship Type="http://schemas.openxmlformats.org/officeDocument/2006/relationships/image" Target="/ppt/media/image4.png" Id="R4ace19bdae154f93"/><Relationship Type="http://schemas.openxmlformats.org/officeDocument/2006/relationships/image" Target="/ppt/media/image5.png" Id="R64fd6c870f2342f3"/><Relationship Type="http://schemas.openxmlformats.org/officeDocument/2006/relationships/notesSlide" Target="/ppt/notesSlides/notesSlide5.xml" Id="Reef9d05ee88c4f75"/><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Nav0" Type="http://schemas.openxmlformats.org/officeDocument/2006/relationships/slide" Target="slide5.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2.png"/><Relationship Id="rIdT4ClickFrame2" Type="http://schemas.openxmlformats.org/officeDocument/2006/relationships/image" Target="../media/t4_click_90933bef116f790737104ee8eb8af44272d9d4f1fa6c78b65d77ce9e690ee7f7.png"/><Relationship Id="rIdT4ClickFrame3" Type="http://schemas.openxmlformats.org/officeDocument/2006/relationships/image" Target="../media/t4_click_d72245a883baa8172d60ee38ca0d1d8b5234a6786748785c0cb7b37749fff014.png"/><Relationship Id="rIdT4ClickFrame4" Type="http://schemas.openxmlformats.org/officeDocument/2006/relationships/image" Target="../media/t4_click_2bfd31a3cc2bd3bd7add5ccc2ab5c6cef1ce503fdbf65816f980580d65ccbdde.png"/><Relationship Id="rIdT4ClickFrame5" Type="http://schemas.openxmlformats.org/officeDocument/2006/relationships/image" Target="../media/t4_click_97d89702690c06279e55d99db913622768c760f1ac66e46a4a65cc0725356e81.png"/><Relationship Id="rIdT4ClickFrame6" Type="http://schemas.openxmlformats.org/officeDocument/2006/relationships/image" Target="../media/t4_click_0c52b95f5d875d43b507a82968b01a7f2f2c8fbebe6b7141d7581000b83ae561.png"/><Relationship Id="rIdT4ClickFrame7" Type="http://schemas.openxmlformats.org/officeDocument/2006/relationships/image" Target="../media/t4_click_8a64b4ab671cd30a031d325db6beb42748414a1586b83e2e1d993cd66637022e.png"/><Relationship Id="rIdT4ClickFrame8" Type="http://schemas.openxmlformats.org/officeDocument/2006/relationships/image" Target="../media/t4_click_21f7deec1f597bc001d8e29598680cfdb97c5356f5980179434d449b8a689946.png"/><Relationship Id="rIdT4ClickFrame9" Type="http://schemas.openxmlformats.org/officeDocument/2006/relationships/image" Target="../media/t4_click_6c04239125c89ddc455a8ff414e0a4fa3a595073979aa05418a42fdc72bdb81d.png"/><Relationship Id="rIdT4ClickFrame10" Type="http://schemas.openxmlformats.org/officeDocument/2006/relationships/image" Target="../media/t4_click_83f55f21ca0abad74b17550f8648fa664da1d0eda51ff0d23b7c5b43542f4e27.png"/><Relationship Id="rIdT4ClickFrame11" Type="http://schemas.openxmlformats.org/officeDocument/2006/relationships/image" Target="../media/t4_click_ab18b9a8efcb049f6ce319c1a033b84eb931217b69615c97a35efb0878e989de.png"/><Relationship Id="rIdT4ClickFrame12" Type="http://schemas.openxmlformats.org/officeDocument/2006/relationships/image" Target="../media/t4_click_17f4c9dc30904074982a5c89bec623c5113fc2ed1bfdcbdffd323ae2318ba5c2.png"/><Relationship Id="rIdT4ClickFrame13" Type="http://schemas.openxmlformats.org/officeDocument/2006/relationships/image" Target="../media/t4_click_96f50d8697d2244d3d52fa2a1828797088eaec11e223b27a9dbe7cf3a42df801.png"/><Relationship Id="rIdT4ClickFrame14" Type="http://schemas.openxmlformats.org/officeDocument/2006/relationships/image" Target="../media/t4_click_265fd8eed4115c2aa5d986f5002c616e3b8a0fc4cf102cfe6dc0d7e70c85590c.png"/><Relationship Id="rIdT4ClickFrame15" Type="http://schemas.openxmlformats.org/officeDocument/2006/relationships/image" Target="../media/t4_click_550e107c3aa332d24bac962c0fa3a74031c36cab7919642f6346b6fe5df2c123.png"/><Relationship Id="rIdT4ClickFrame16" Type="http://schemas.openxmlformats.org/officeDocument/2006/relationships/image" Target="../media/t4_click_87c8f3fc3395c8370d6aafd350a9ba37b383e20bda53bdec8f2bb4f50b440107.png"/><Relationship Id="rIdT4ClickFrame17" Type="http://schemas.openxmlformats.org/officeDocument/2006/relationships/image" Target="../media/t4_click_07eaf5036fea288236d03019fa098ec5c3cd63d574415e513e396c1c750e8380.png"/><Relationship Id="rIdT4ClickFrame18" Type="http://schemas.openxmlformats.org/officeDocument/2006/relationships/image" Target="../media/t4_click_0ec27e9173989f704548ec93e19950da7586fae52de9d44ef6a4902b291f3b55.png"/><Relationship Id="rIdT4ClickFrame19" Type="http://schemas.openxmlformats.org/officeDocument/2006/relationships/image" Target="../media/t4_click_042444b46e2ef9953dd96dc7763be5419fbe152dbc31ceb880590a81aec92dbc.png"/><Relationship Id="rIdT4ClickFrame20" Type="http://schemas.openxmlformats.org/officeDocument/2006/relationships/image" Target="../media/t4_click_9b4a8aa57717fb994927e4a31074a1331c5ef849b605e4dd0dd15b4668d7e955.png"/><Relationship Id="rIdT4ClickFrame21" Type="http://schemas.openxmlformats.org/officeDocument/2006/relationships/image" Target="../media/t4_click_40ea714c745461330504f2852d46ae19e892bd94e93fdb3664f97029238ce8c7.png"/><Relationship Id="rIdT4ClickFrame22" Type="http://schemas.openxmlformats.org/officeDocument/2006/relationships/image" Target="../media/t4_click_24ea5bdd0f808fbb71de2c59eefd699cf748c67e5c77f798d83415e8878ecf08.png"/><Relationship Id="rIdT4ClickFrame23" Type="http://schemas.openxmlformats.org/officeDocument/2006/relationships/image" Target="../media/t4_click_15d935d6aa2bde6bf509eefb6c44f34fcff41dab0f121bc12b40632c93abbf91.png"/><Relationship Id="rIdT4ClickFrame24" Type="http://schemas.openxmlformats.org/officeDocument/2006/relationships/image" Target="../media/t4_click_0c48818783f1b33c5c47f4a180931f21e3f0821685ce7b5d3e21afc32e1c33a7.png"/><Relationship Id="rIdT4ClickFrame25" Type="http://schemas.openxmlformats.org/officeDocument/2006/relationships/image" Target="../media/t4_click_d6b3ae6e22723cd361ab0ada656665b5c0935cf74edd02f7e607d04fd2e29085.png"/><Relationship Id="rIdT4ClickFrame26" Type="http://schemas.openxmlformats.org/officeDocument/2006/relationships/image" Target="../media/t4_click_9a796c86942520af3290cfbe3fd7c8d06b7e02e2797cd288253df7455b5b6b92.png"/><Relationship Id="rIdT4ClickFrame27" Type="http://schemas.openxmlformats.org/officeDocument/2006/relationships/image" Target="../media/t4_click_30ae082256aea4471d9bb2c8ca95610dab6359654b25c536fd8378cf199d3193.png"/><Relationship Id="rIdT4ClickFrame28" Type="http://schemas.openxmlformats.org/officeDocument/2006/relationships/image" Target="../media/t4_click_3d0f2349b1f9e714bfdd5ad4eb5e315a4e35ce49a91dfef0907137cea3c24a9a.png"/><Relationship Id="rIdT4ClickFrame29" Type="http://schemas.openxmlformats.org/officeDocument/2006/relationships/image" Target="../media/t4_click_b1e7b08b6946b645a020575e79a37368cc7e827b985a7583b8cd59a33a6dc555.png"/></Relationships>
</file>

<file path=ppt/slides/_rels/slide6.xml.rels><?xml version='1.0' encoding='UTF-8' standalone='yes'?>
<Relationships xmlns="http://schemas.openxmlformats.org/package/2006/relationships"><Relationship Type="http://schemas.openxmlformats.org/officeDocument/2006/relationships/slideLayout" Target="../slideLayouts/t3_reference_methods_slideLayout1.xml" Id="R10fbb757c75348c3"/><Relationship Type="http://schemas.openxmlformats.org/officeDocument/2006/relationships/image" Target="/ppt/media/image6.png" Id="R4f78358e1abf41db"/><Relationship Type="http://schemas.openxmlformats.org/officeDocument/2006/relationships/image" Target="/ppt/media/image7.png" Id="R8ba1b3664ff24a66"/><Relationship Type="http://schemas.openxmlformats.org/officeDocument/2006/relationships/image" Target="/ppt/media/image8.png" Id="Re9f6e80a7ca14f6d"/><Relationship Type="http://schemas.openxmlformats.org/officeDocument/2006/relationships/image" Target="/ppt/media/image9.png" Id="R8af24ebf903c401e"/><Relationship Type="http://schemas.openxmlformats.org/officeDocument/2006/relationships/image" Target="/ppt/media/image10.png" Id="R048a92c32d6c4f10"/><Relationship Type="http://schemas.openxmlformats.org/officeDocument/2006/relationships/image" Target="/ppt/media/image11.png" Id="Raab4e5dfa8a24a6e"/><Relationship Type="http://schemas.openxmlformats.org/officeDocument/2006/relationships/image" Target="/ppt/media/image12.png" Id="R4fe922a254ca4953"/><Relationship Type="http://schemas.openxmlformats.org/officeDocument/2006/relationships/notesSlide" Target="/ppt/notesSlides/notesSlide6.xml" Id="Rc29e96da7bb84663"/><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54ac20b5963654113876104.svg"/><Relationship Id="rIdMathSvg4" Type="http://schemas.openxmlformats.org/officeDocument/2006/relationships/image" Target="../media/t4_5a3e8e8d30a3d53d59ed94c2.svg"/><Relationship Id="rIdMathSvg5" Type="http://schemas.openxmlformats.org/officeDocument/2006/relationships/image" Target="../media/t4_13dc052cec8dd83c9ce4f300.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6.png"/><Relationship Id="rIdT4ClickFrame2" Type="http://schemas.openxmlformats.org/officeDocument/2006/relationships/image" Target="../media/t4_click_793470d2e7f963ac322603be7aae09de0311ba5f9df82a533f2a4d933d4c7bb7.png"/><Relationship Id="rIdT4ClickFrame3" Type="http://schemas.openxmlformats.org/officeDocument/2006/relationships/image" Target="../media/t4_click_793470d2e7f963ac322603be7aae09de0311ba5f9df82a533f2a4d933d4c7bb7.png"/><Relationship Id="rIdT4ClickFrame4" Type="http://schemas.openxmlformats.org/officeDocument/2006/relationships/image" Target="../media/t4_click_793470d2e7f963ac322603be7aae09de0311ba5f9df82a533f2a4d933d4c7bb7.png"/><Relationship Id="rIdT4ClickFrame5" Type="http://schemas.openxmlformats.org/officeDocument/2006/relationships/image" Target="../media/t4_click_793470d2e7f963ac322603be7aae09de0311ba5f9df82a533f2a4d933d4c7bb7.png"/><Relationship Id="rIdT4ClickFrame6" Type="http://schemas.openxmlformats.org/officeDocument/2006/relationships/image" Target="../media/t4_click_793470d2e7f963ac322603be7aae09de0311ba5f9df82a533f2a4d933d4c7bb7.png"/><Relationship Id="rIdT4ClickFrame7" Type="http://schemas.openxmlformats.org/officeDocument/2006/relationships/image" Target="../media/t4_click_2a29bd59f1d90cbc4509a3ac46becb4cac6fe3424d3e05785089da0334769762.png"/><Relationship Id="rIdT4ClickFrame8" Type="http://schemas.openxmlformats.org/officeDocument/2006/relationships/image" Target="../media/t4_click_2a29bd59f1d90cbc4509a3ac46becb4cac6fe3424d3e05785089da0334769762.png"/><Relationship Id="rIdT4ClickFrame9" Type="http://schemas.openxmlformats.org/officeDocument/2006/relationships/image" Target="../media/t4_click_2a29bd59f1d90cbc4509a3ac46becb4cac6fe3424d3e05785089da0334769762.png"/><Relationship Id="rIdT4ClickFrame10" Type="http://schemas.openxmlformats.org/officeDocument/2006/relationships/image" Target="../media/t4_click_2a29bd59f1d90cbc4509a3ac46becb4cac6fe3424d3e05785089da0334769762.png"/><Relationship Id="rIdT4ClickFrame11" Type="http://schemas.openxmlformats.org/officeDocument/2006/relationships/image" Target="../media/t4_click_2a29bd59f1d90cbc4509a3ac46becb4cac6fe3424d3e05785089da0334769762.png"/><Relationship Id="rIdT4ClickFrame12" Type="http://schemas.openxmlformats.org/officeDocument/2006/relationships/image" Target="../media/t4_click_2a29bd59f1d90cbc4509a3ac46becb4cac6fe3424d3e05785089da0334769762.png"/><Relationship Id="rIdT4ClickFrame13" Type="http://schemas.openxmlformats.org/officeDocument/2006/relationships/image" Target="../media/t4_click_4893165594dd44cf7fec9c9a7c1e0c840e71636e00c70a8e3930bc4dd9b5f3ce.png"/><Relationship Id="rIdT4ClickFrame14" Type="http://schemas.openxmlformats.org/officeDocument/2006/relationships/image" Target="../media/t4_click_4893165594dd44cf7fec9c9a7c1e0c840e71636e00c70a8e3930bc4dd9b5f3ce.png"/><Relationship Id="rIdT4ClickFrame15" Type="http://schemas.openxmlformats.org/officeDocument/2006/relationships/image" Target="../media/t4_click_4893165594dd44cf7fec9c9a7c1e0c840e71636e00c70a8e3930bc4dd9b5f3ce.png"/><Relationship Id="rIdT4ClickFrame16" Type="http://schemas.openxmlformats.org/officeDocument/2006/relationships/image" Target="../media/t4_click_4893165594dd44cf7fec9c9a7c1e0c840e71636e00c70a8e3930bc4dd9b5f3ce.png"/><Relationship Id="rIdT4ClickFrame17" Type="http://schemas.openxmlformats.org/officeDocument/2006/relationships/image" Target="../media/t4_click_4893165594dd44cf7fec9c9a7c1e0c840e71636e00c70a8e3930bc4dd9b5f3ce.png"/><Relationship Id="rIdT4ClickFrame18" Type="http://schemas.openxmlformats.org/officeDocument/2006/relationships/image" Target="../media/t4_click_d9c453799be1faeeef643f71a556079acd3971186a32771493c26512061e6b8d.png"/><Relationship Id="rIdT4ClickFrame19" Type="http://schemas.openxmlformats.org/officeDocument/2006/relationships/image" Target="../media/t4_click_d9c453799be1faeeef643f71a556079acd3971186a32771493c26512061e6b8d.png"/><Relationship Id="rIdT4ClickFrame20" Type="http://schemas.openxmlformats.org/officeDocument/2006/relationships/image" Target="../media/t4_click_d9c453799be1faeeef643f71a556079acd3971186a32771493c26512061e6b8d.png"/><Relationship Id="rIdT4ClickFrame21" Type="http://schemas.openxmlformats.org/officeDocument/2006/relationships/image" Target="../media/t4_click_d9c453799be1faeeef643f71a556079acd3971186a32771493c26512061e6b8d.png"/><Relationship Id="rIdT4ClickFrame22" Type="http://schemas.openxmlformats.org/officeDocument/2006/relationships/image" Target="../media/t4_click_d9c453799be1faeeef643f71a556079acd3971186a32771493c26512061e6b8d.png"/><Relationship Id="rIdT4ClickFrame23" Type="http://schemas.openxmlformats.org/officeDocument/2006/relationships/image" Target="../media/t4_click_d9c453799be1faeeef643f71a556079acd3971186a32771493c26512061e6b8d.png"/><Relationship Id="rIdT4ClickFrame24" Type="http://schemas.openxmlformats.org/officeDocument/2006/relationships/image" Target="../media/t4_click_98b2551907e5b23f90fb12263415e48c21ac910b530bb9ecf8d25f765ecf4a0f.png"/><Relationship Id="rIdT4ClickFrame25" Type="http://schemas.openxmlformats.org/officeDocument/2006/relationships/image" Target="../media/t4_click_98b2551907e5b23f90fb12263415e48c21ac910b530bb9ecf8d25f765ecf4a0f.png"/><Relationship Id="rIdT4ClickFrame26" Type="http://schemas.openxmlformats.org/officeDocument/2006/relationships/image" Target="../media/t4_click_98b2551907e5b23f90fb12263415e48c21ac910b530bb9ecf8d25f765ecf4a0f.png"/><Relationship Id="rIdT4ClickFrame27" Type="http://schemas.openxmlformats.org/officeDocument/2006/relationships/image" Target="../media/t4_click_98b2551907e5b23f90fb12263415e48c21ac910b530bb9ecf8d25f765ecf4a0f.png"/><Relationship Id="rIdT4ClickFrame28" Type="http://schemas.openxmlformats.org/officeDocument/2006/relationships/image" Target="../media/t4_click_98b2551907e5b23f90fb12263415e48c21ac910b530bb9ecf8d25f765ecf4a0f.png"/><Relationship Id="rIdT4ClickFrame29" Type="http://schemas.openxmlformats.org/officeDocument/2006/relationships/image" Target="../media/t4_click_98b2551907e5b23f90fb12263415e48c21ac910b530bb9ecf8d25f765ecf4a0f.png"/></Relationships>
</file>

<file path=ppt/slides/_rels/slide7.xml.rels><?xml version='1.0' encoding='UTF-8' standalone='yes'?>
<Relationships xmlns="http://schemas.openxmlformats.org/package/2006/relationships"><Relationship Type="http://schemas.openxmlformats.org/officeDocument/2006/relationships/slideLayout" Target="../slideLayouts/t3_reference_methods_slideLayout1.xml" Id="R86da0cbb60014483"/><Relationship Type="http://schemas.openxmlformats.org/officeDocument/2006/relationships/image" Target="/ppt/media/image13.png" Id="R511edc31ea8540d0"/><Relationship Type="http://schemas.openxmlformats.org/officeDocument/2006/relationships/image" Target="/ppt/media/image14.png" Id="Rdd3471304df943c2"/><Relationship Type="http://schemas.openxmlformats.org/officeDocument/2006/relationships/image" Target="/ppt/media/image15.png" Id="R1754df3266074ef1"/><Relationship Type="http://schemas.openxmlformats.org/officeDocument/2006/relationships/image" Target="/ppt/media/image16.png" Id="Ra962a0b8f44846d1"/><Relationship Type="http://schemas.openxmlformats.org/officeDocument/2006/relationships/image" Target="/ppt/media/image17.png" Id="Rb415edea749740a6"/><Relationship Type="http://schemas.openxmlformats.org/officeDocument/2006/relationships/image" Target="/ppt/media/image18.png" Id="Rf98e757ec1ee426f"/><Relationship Type="http://schemas.openxmlformats.org/officeDocument/2006/relationships/image" Target="/ppt/media/image19.png" Id="R621e2425d055410c"/><Relationship Type="http://schemas.openxmlformats.org/officeDocument/2006/relationships/image" Target="/ppt/media/image20.png" Id="R9dab370ad779480c"/><Relationship Type="http://schemas.openxmlformats.org/officeDocument/2006/relationships/image" Target="/ppt/media/image21.png" Id="R0986a00e97f5415c"/><Relationship Type="http://schemas.openxmlformats.org/officeDocument/2006/relationships/image" Target="/ppt/media/image22.png" Id="R5fb5a5a4f4504abd"/><Relationship Type="http://schemas.openxmlformats.org/officeDocument/2006/relationships/image" Target="/ppt/media/image23.png" Id="R365a650fe7914ed9"/><Relationship Type="http://schemas.openxmlformats.org/officeDocument/2006/relationships/image" Target="/ppt/media/image24.png" Id="R7fb27fd934994e51"/><Relationship Type="http://schemas.openxmlformats.org/officeDocument/2006/relationships/notesSlide" Target="/ppt/notesSlides/notesSlide7.xml" Id="R667fc08d44cb4eee"/><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54ac20b5963654113876104.svg"/><Relationship Id="rIdMathSvg4" Type="http://schemas.openxmlformats.org/officeDocument/2006/relationships/image" Target="../media/t4_dc1e8661140833ccffc79fb5.svg"/><Relationship Id="rIdMathSvg5" Type="http://schemas.openxmlformats.org/officeDocument/2006/relationships/image" Target="../media/t4_1acc7a199802548efe9d5626.svg"/><Relationship Id="rIdMathSvg6" Type="http://schemas.openxmlformats.org/officeDocument/2006/relationships/image" Target="../media/t4_0edcac1918780ba44e70a100.svg"/><Relationship Id="rIdMathSvg7" Type="http://schemas.openxmlformats.org/officeDocument/2006/relationships/image" Target="../media/t4_297a370dce73c7a4e46e120b.svg"/><Relationship Id="rIdMathSvg8" Type="http://schemas.openxmlformats.org/officeDocument/2006/relationships/image" Target="../media/t4_5a15a315ed6bb9ef8eb0c830.svg"/><Relationship Id="rIdMathSvg9" Type="http://schemas.openxmlformats.org/officeDocument/2006/relationships/image" Target="../media/t4_dd50a554c973996111714a40.svg"/><Relationship Id="rIdMathSvg10" Type="http://schemas.openxmlformats.org/officeDocument/2006/relationships/image" Target="../media/t4_9c8d6a1a4e8b0187c2859db4.svg"/><Relationship Id="rIdMathSvg11" Type="http://schemas.openxmlformats.org/officeDocument/2006/relationships/image" Target="../media/t4_72a6e3ad6d3a1f1751c8ace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8.xml.rels><?xml version='1.0' encoding='UTF-8' standalone='yes'?>
<Relationships xmlns="http://schemas.openxmlformats.org/package/2006/relationships"><Relationship Type="http://schemas.openxmlformats.org/officeDocument/2006/relationships/slideLayout" Target="../slideLayouts/t3_reference_methods_slideLayout1.xml" Id="R2007a8441b02483f"/><Relationship Type="http://schemas.openxmlformats.org/officeDocument/2006/relationships/image" Target="/ppt/media/image25.png" Id="Raef930ff6d4a4b3f"/><Relationship Type="http://schemas.openxmlformats.org/officeDocument/2006/relationships/image" Target="/ppt/media/image26.png" Id="R9d78d302c3be40f8"/><Relationship Type="http://schemas.openxmlformats.org/officeDocument/2006/relationships/image" Target="/ppt/media/image27.png" Id="Rcd5b8aff5db34718"/><Relationship Type="http://schemas.openxmlformats.org/officeDocument/2006/relationships/image" Target="/ppt/media/image28.png" Id="Rf12fd7ac2cbc4d1e"/><Relationship Type="http://schemas.openxmlformats.org/officeDocument/2006/relationships/image" Target="/ppt/media/image29.png" Id="Rd0550f5b7d4d4160"/><Relationship Type="http://schemas.openxmlformats.org/officeDocument/2006/relationships/image" Target="/ppt/media/image30.png" Id="R7b600332ac1849f4"/><Relationship Type="http://schemas.openxmlformats.org/officeDocument/2006/relationships/image" Target="/ppt/media/image31.png" Id="R49828d24548d488d"/><Relationship Type="http://schemas.openxmlformats.org/officeDocument/2006/relationships/image" Target="/ppt/media/image32.png" Id="R1de39fb15ec24385"/><Relationship Type="http://schemas.openxmlformats.org/officeDocument/2006/relationships/image" Target="/ppt/media/image33.png" Id="R24bdf6c4416342fb"/><Relationship Type="http://schemas.openxmlformats.org/officeDocument/2006/relationships/notesSlide" Target="/ppt/notesSlides/notesSlide8.xml" Id="R8c465963d72a4fe6"/><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982a7f61386c6b5ca587a11d.svg"/><Relationship Id="rIdMathSvg4" Type="http://schemas.openxmlformats.org/officeDocument/2006/relationships/image" Target="../media/t4_67b1eac6ea849c7a35171641.svg"/><Relationship Id="rIdMathSvg5" Type="http://schemas.openxmlformats.org/officeDocument/2006/relationships/image" Target="../media/t4_60d84d46810e6bf86fa19ad6.svg"/><Relationship Id="rIdMathSvg6" Type="http://schemas.openxmlformats.org/officeDocument/2006/relationships/image" Target="../media/t4_6869df0c437ea6792a98f20c.svg"/><Relationship Id="rIdMathSvg7" Type="http://schemas.openxmlformats.org/officeDocument/2006/relationships/image" Target="../media/t4_a3e495b8aac44f72af4d6224.svg"/><Relationship Id="rIdMathSvg8" Type="http://schemas.openxmlformats.org/officeDocument/2006/relationships/image" Target="../media/t4_465887ee9a801ec0b8dd8ab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9.xml.rels><?xml version='1.0' encoding='UTF-8' standalone='yes'?>
<Relationships xmlns="http://schemas.openxmlformats.org/package/2006/relationships"><Relationship Type="http://schemas.openxmlformats.org/officeDocument/2006/relationships/slideLayout" Target="../slideLayouts/t3_reference_methods_slideLayout1.xml" Id="R5560695c1c314e44"/><Relationship Type="http://schemas.openxmlformats.org/officeDocument/2006/relationships/image" Target="/ppt/media/image34.png" Id="R677c44ff1421424f"/><Relationship Type="http://schemas.openxmlformats.org/officeDocument/2006/relationships/image" Target="/ppt/media/image35.png" Id="Rdb115580bbfc4e5e"/><Relationship Type="http://schemas.openxmlformats.org/officeDocument/2006/relationships/image" Target="/ppt/media/image36.png" Id="R00f92bdf19f14474"/><Relationship Type="http://schemas.openxmlformats.org/officeDocument/2006/relationships/image" Target="/ppt/media/image37.png" Id="Rae1b391ab27946fd"/><Relationship Type="http://schemas.openxmlformats.org/officeDocument/2006/relationships/image" Target="/ppt/media/image38.png" Id="R4fab079f287043ab"/><Relationship Type="http://schemas.openxmlformats.org/officeDocument/2006/relationships/image" Target="/ppt/media/image39.png" Id="R0ba4e50271064c17"/><Relationship Type="http://schemas.openxmlformats.org/officeDocument/2006/relationships/image" Target="/ppt/media/image40.png" Id="R0a4e88a1f0d04b3b"/><Relationship Type="http://schemas.openxmlformats.org/officeDocument/2006/relationships/image" Target="/ppt/media/image41.png" Id="R7b7eca6d2fab4ffb"/><Relationship Type="http://schemas.openxmlformats.org/officeDocument/2006/relationships/notesSlide" Target="/ppt/notesSlides/notesSlide9.xml" Id="R93a83456e5d44140"/><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338367e2d786911ce396878a.svg"/><Relationship Id="rIdMathSvg4" Type="http://schemas.openxmlformats.org/officeDocument/2006/relationships/image" Target="../media/t4_ed8a0e15c1b54d0c62fbc8f8.svg"/><Relationship Id="rIdMathSvg5" Type="http://schemas.openxmlformats.org/officeDocument/2006/relationships/image" Target="../media/t4_d9a2bf0cfbde3eca890a933d.svg"/><Relationship Id="rIdMathSvg6" Type="http://schemas.openxmlformats.org/officeDocument/2006/relationships/image" Target="../media/t4_6436dc02c4a5bf5c089c241b.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34.png"/><Relationship Id="rIdT4ClickFrame2" Type="http://schemas.openxmlformats.org/officeDocument/2006/relationships/image" Target="../media/t4_click_4cab53b53aa7957ecb754c9f78e2a4ff7649b96336d75f4ab50c3a44cb1bbc7a.png"/><Relationship Id="rIdT4ClickFrame3" Type="http://schemas.openxmlformats.org/officeDocument/2006/relationships/image" Target="../media/t4_click_032d7fd194c68b1530e1aefee5e5277904e0deedefccb050d246760093d2fa29.png"/><Relationship Id="rIdT4ClickFrame4" Type="http://schemas.openxmlformats.org/officeDocument/2006/relationships/image" Target="../media/t4_click_45a498266837ac6bf9d5e2d52e22fb0cc62324f01139a251c91c2f92de438b8a.png"/><Relationship Id="rIdT4ClickFrame5" Type="http://schemas.openxmlformats.org/officeDocument/2006/relationships/image" Target="../media/t4_click_8a5764df9d7fd6a93d60784563ff72d84f8681ab31404ea791b50542e1836af4.png"/><Relationship Id="rIdT4ClickFrame6" Type="http://schemas.openxmlformats.org/officeDocument/2006/relationships/image" Target="../media/t4_click_7255f1dd9db6807578c02a9dcc872c45fd6e581751288fb0e5a052efdcd278ef.png"/><Relationship Id="rIdT4ClickFrame7" Type="http://schemas.openxmlformats.org/officeDocument/2006/relationships/image" Target="../media/t4_click_e880eeb09792620333484eac70f1e91cba1ed24c0b6d4915ca3847d377edbdb5.png"/><Relationship Id="rIdT4ClickFrame8" Type="http://schemas.openxmlformats.org/officeDocument/2006/relationships/image" Target="../media/t4_click_93eee21c94a637b2ab4f70e690b01910ad6ddfb099c077d3c9c5c65867ae6f09.png"/><Relationship Id="rIdT4ClickFrame9" Type="http://schemas.openxmlformats.org/officeDocument/2006/relationships/image" Target="../media/t4_click_969243cf9ef99e327f5927b5c267de6850606c15ac5ee002c687fbaaf0757727.png"/><Relationship Id="rIdT4ClickFrame10" Type="http://schemas.openxmlformats.org/officeDocument/2006/relationships/image" Target="../media/t4_click_97e940de692578aae16137e9ab74e65e816964784e87e37e8cd6837a5e8339fd.png"/><Relationship Id="rIdT4ClickFrame11" Type="http://schemas.openxmlformats.org/officeDocument/2006/relationships/image" Target="../media/t4_click_d007ba330c808e4765c3518ab9073337b95bcff45de2549cbc4b34b16ae94b64.png"/><Relationship Id="rIdT4ClickFrame12" Type="http://schemas.openxmlformats.org/officeDocument/2006/relationships/image" Target="../media/t4_click_455b11bd7a9c14055f9c5e409cb738fa12266605a0c2556466ee294ba2a82bdc.png"/><Relationship Id="rIdT4ClickFrame13" Type="http://schemas.openxmlformats.org/officeDocument/2006/relationships/image" Target="../media/t4_click_eeb7d249b607cba325eb2fc871f7780cc6b9be64a374c1cf87af378d3ed3b2fa.png"/><Relationship Id="rIdT4ClickFrame14" Type="http://schemas.openxmlformats.org/officeDocument/2006/relationships/image" Target="../media/t4_click_4a7e59cee5ce73adad026f0674063bb7a7162724dfb595d55d531d26bc97b036.png"/><Relationship Id="rIdT4ClickFrame15" Type="http://schemas.openxmlformats.org/officeDocument/2006/relationships/image" Target="../media/t4_click_ab8ce9262c83d1837e07e85beeaf13c03a16771acf300a78db1da1793e5cbf8c.png"/><Relationship Id="rIdT4ClickFrame16" Type="http://schemas.openxmlformats.org/officeDocument/2006/relationships/image" Target="../media/t4_click_259eddc159e0501389dc7e0108a5d95335cf61d3d06527b62bb4449ed4489295.png"/><Relationship Id="rIdT4ClickFrame17" Type="http://schemas.openxmlformats.org/officeDocument/2006/relationships/image" Target="../media/t4_click_bd91733bc6785603013ccf7996a4382c8dae240c57f285aab67609c0c4027975.png"/><Relationship Id="rIdT4ClickFrame18" Type="http://schemas.openxmlformats.org/officeDocument/2006/relationships/image" Target="../media/t4_click_d76d3618482c72ddd9f9485d2d61b5ef59e355e9015430f21678670051fc3786.png"/><Relationship Id="rIdT4ClickFrame19" Type="http://schemas.openxmlformats.org/officeDocument/2006/relationships/image" Target="../media/t4_click_a0e2ee06de22f9d2458dac60cdb3b5126a5ccfcb8636fd9d86bf9769def810c0.png"/><Relationship Id="rIdT4ClickFrame20" Type="http://schemas.openxmlformats.org/officeDocument/2006/relationships/image" Target="../media/t4_click_8c7db847d3a894ab60ead93bdfb48ee61f65ab9229744fbf834958f13aecdad2.png"/><Relationship Id="rIdT4ClickFrame21" Type="http://schemas.openxmlformats.org/officeDocument/2006/relationships/image" Target="../media/t4_click_b2752937d8de18f2ecd097885f0f304c2e8867843556f7d743c0ac48e8d5dd05.png"/><Relationship Id="rIdT4ClickFrame22" Type="http://schemas.openxmlformats.org/officeDocument/2006/relationships/image" Target="../media/t4_click_a6a373cc6d12a636e34c0fd0156010099b4192bcb6e8061a13c745728194e9a4.png"/><Relationship Id="rIdT4ClickFrame23" Type="http://schemas.openxmlformats.org/officeDocument/2006/relationships/image" Target="../media/t4_click_5683b75a6027f1b8611a922c7b4614e2f75e8954b3f81aec7ec7febfd287737d.png"/><Relationship Id="rIdT4ClickFrame24" Type="http://schemas.openxmlformats.org/officeDocument/2006/relationships/image" Target="../media/t4_click_704e7a2ae9021f430f18988badbf5e9d410db5c2a2cbf39438ae4829ff1cd801.png"/><Relationship Id="rIdT4ClickFrame25" Type="http://schemas.openxmlformats.org/officeDocument/2006/relationships/image" Target="../media/t4_click_b1b2513e9ede1c420eb3933ab758a7fb9de7d15beb7a1307cd28cbb8b61c8db2.png"/><Relationship Id="rIdT4ClickFrame26" Type="http://schemas.openxmlformats.org/officeDocument/2006/relationships/image" Target="../media/t4_click_7462f03587778bb71df4594e2c02abd980ccf4a53f1a4a58e225183d7fce9b1f.png"/><Relationship Id="rIdT4ClickFrame27" Type="http://schemas.openxmlformats.org/officeDocument/2006/relationships/image" Target="../media/t4_click_9078f01e2cbd9f1c78ae60e1cb81a4d1c67a3da171cf5ac7fd770dfcc15a61e4.png"/><Relationship Id="rIdT4ClickFrame28" Type="http://schemas.openxmlformats.org/officeDocument/2006/relationships/image" Target="../media/t4_click_858318a5919bebea2363f33108025e98e796e32e14f04017826ab46d29a5dde0.png"/><Relationship Id="rIdT4ClickFrame29" Type="http://schemas.openxmlformats.org/officeDocument/2006/relationships/image" Target="../media/t4_click_601349c4202be02c0f82df366b4d617729c220514982b44b93189bd669351616.png"/></Relationships>
</file>

<file path=ppt/slides/_rels/slide10.xml.rels><?xml version='1.0' encoding='UTF-8' standalone='yes'?>
<Relationships xmlns="http://schemas.openxmlformats.org/package/2006/relationships"><Relationship Type="http://schemas.openxmlformats.org/officeDocument/2006/relationships/slideLayout" Target="../slideLayouts/t3_reference_methods_slideLayout1.xml" Id="Rd41c5f493e4c4062"/><Relationship Type="http://schemas.openxmlformats.org/officeDocument/2006/relationships/image" Target="/ppt/media/image42.png" Id="R47566abd86d8418d"/><Relationship Type="http://schemas.openxmlformats.org/officeDocument/2006/relationships/image" Target="/ppt/media/image43.png" Id="R07c9f95ae1a2428a"/><Relationship Type="http://schemas.openxmlformats.org/officeDocument/2006/relationships/image" Target="/ppt/media/image44.png" Id="Ree5416d630474427"/><Relationship Type="http://schemas.openxmlformats.org/officeDocument/2006/relationships/image" Target="/ppt/media/image45.png" Id="R56d11ff8e0ad49f8"/><Relationship Type="http://schemas.openxmlformats.org/officeDocument/2006/relationships/image" Target="/ppt/media/image46.png" Id="R54c90976fcf04953"/><Relationship Type="http://schemas.openxmlformats.org/officeDocument/2006/relationships/image" Target="/ppt/media/image47.png" Id="R54d3938f76f54486"/><Relationship Type="http://schemas.openxmlformats.org/officeDocument/2006/relationships/image" Target="/ppt/media/image48.png" Id="Rfe915d685c164e0a"/><Relationship Type="http://schemas.openxmlformats.org/officeDocument/2006/relationships/image" Target="/ppt/media/image49.png" Id="R7ab194f90b5a4e93"/><Relationship Type="http://schemas.openxmlformats.org/officeDocument/2006/relationships/image" Target="/ppt/media/image50.png" Id="R155910658a664753"/><Relationship Type="http://schemas.openxmlformats.org/officeDocument/2006/relationships/notesSlide" Target="/ppt/notesSlides/notesSlide10.xml" Id="R90c4854480d34729"/><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21b2e3b029eb6a33673d9a42.svg"/><Relationship Id="rIdMathSvg4" Type="http://schemas.openxmlformats.org/officeDocument/2006/relationships/image" Target="../media/t4_ccd897f63752e06ee0133426.svg"/><Relationship Id="rIdMathSvg5" Type="http://schemas.openxmlformats.org/officeDocument/2006/relationships/image" Target="../media/t4_611193e14630fb80061d5b6a.svg"/><Relationship Id="rIdMathSvg6" Type="http://schemas.openxmlformats.org/officeDocument/2006/relationships/image" Target="../media/t4_2769650259e67d036e09310a.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42.png"/><Relationship Id="rIdT4ClickFrame2" Type="http://schemas.openxmlformats.org/officeDocument/2006/relationships/image" Target="../media/t4_click_48668cacc76ff4e98d8d8f47fb31ad023df51f507fcccb430356858e74d7a7a9.png"/><Relationship Id="rIdT4ClickFrame3" Type="http://schemas.openxmlformats.org/officeDocument/2006/relationships/image" Target="../media/t4_click_185cdd5475185fdfe63b9303f2cc534e4653d5de81e396989e73c2bdcf292e2d.png"/><Relationship Id="rIdT4ClickFrame4" Type="http://schemas.openxmlformats.org/officeDocument/2006/relationships/image" Target="../media/t4_click_22f4475fedd492189f4c877ab840eaec296ad1328fc3d1a4e29c031be96e04cc.png"/><Relationship Id="rIdT4ClickFrame5" Type="http://schemas.openxmlformats.org/officeDocument/2006/relationships/image" Target="../media/t4_click_6204a3ad0146a0b3b2c35894f2391411289859acfbe019a8e270f09b722c86d7.png"/><Relationship Id="rIdT4ClickFrame6" Type="http://schemas.openxmlformats.org/officeDocument/2006/relationships/image" Target="../media/t4_click_b204be9123ab637cc3ea9d3c15dcc627285504034f0a604c93fad17415ea680b.png"/><Relationship Id="rIdT4ClickFrame7" Type="http://schemas.openxmlformats.org/officeDocument/2006/relationships/image" Target="../media/t4_click_c4ce079fe8d66de3b8884da521962de71d1f815247ee678db1b2d40f66927f92.png"/><Relationship Id="rIdT4ClickFrame8" Type="http://schemas.openxmlformats.org/officeDocument/2006/relationships/image" Target="../media/t4_click_64a659fc7e4a18020895970da5c376d3f638db631e184529692c1595b066639c.png"/><Relationship Id="rIdT4ClickFrame9" Type="http://schemas.openxmlformats.org/officeDocument/2006/relationships/image" Target="../media/t4_click_8e9fdb93a276c234a5764b5c408c87b56eae26f98280b072ef16a81c3a15a337.png"/><Relationship Id="rIdT4ClickFrame10" Type="http://schemas.openxmlformats.org/officeDocument/2006/relationships/image" Target="../media/t4_click_b8c1e6be676156d20bb8b65f4a154906847a14e55bdd9482a9766e9abc89d0a1.png"/><Relationship Id="rIdT4ClickFrame11" Type="http://schemas.openxmlformats.org/officeDocument/2006/relationships/image" Target="../media/t4_click_0bb9cdd4487a1ece62a79a0be446b848321577a6cd34ef76585adade0f64a729.png"/><Relationship Id="rIdT4ClickFrame12" Type="http://schemas.openxmlformats.org/officeDocument/2006/relationships/image" Target="../media/t4_click_ba39d5ce77b19fb2e49a62ff497c2a0e2f05179a46cda480663733c1bbf8c136.png"/><Relationship Id="rIdT4ClickFrame13" Type="http://schemas.openxmlformats.org/officeDocument/2006/relationships/image" Target="../media/t4_click_a554c94f5f883a192b9a6303cb53ceb6b7e0843694196bc3260e42da2ce054f3.png"/><Relationship Id="rIdT4ClickFrame14" Type="http://schemas.openxmlformats.org/officeDocument/2006/relationships/image" Target="../media/t4_click_65ffe508a27dcf55615cdacf06339f73b05236817770cb6de1b528159d7b10ce.png"/><Relationship Id="rIdT4ClickFrame15" Type="http://schemas.openxmlformats.org/officeDocument/2006/relationships/image" Target="../media/t4_click_dff0e37077e0e6389726328dd48bb04fb6ed963510f90a624704e33b8726d219.png"/><Relationship Id="rIdT4ClickFrame16" Type="http://schemas.openxmlformats.org/officeDocument/2006/relationships/image" Target="../media/t4_click_babb1aab8d46a931eabb68eca089580d929f1467acaa61c87b8b2295bb3a476d.png"/><Relationship Id="rIdT4ClickFrame17" Type="http://schemas.openxmlformats.org/officeDocument/2006/relationships/image" Target="../media/t4_click_566532c65de176cc408e26c2e8560eb1e6ef7b2cd1b10e17f3ee2e3b417ba955.png"/><Relationship Id="rIdT4ClickFrame18" Type="http://schemas.openxmlformats.org/officeDocument/2006/relationships/image" Target="../media/t4_click_ea25652ff9418ca366cdad70f728aaeb714bce97493bc29e4bbea53f02056d51.png"/><Relationship Id="rIdT4ClickFrame19" Type="http://schemas.openxmlformats.org/officeDocument/2006/relationships/image" Target="../media/t4_click_a044847dd5d54ea8e1381c7bfdec8af7a3cdd92f11a9a3e6af316d6335957218.png"/><Relationship Id="rIdT4ClickFrame20" Type="http://schemas.openxmlformats.org/officeDocument/2006/relationships/image" Target="../media/t4_click_247086a43ed086245860006bb96502ef78602c8deb034b0b744207099ae58fa0.png"/><Relationship Id="rIdT4ClickFrame21" Type="http://schemas.openxmlformats.org/officeDocument/2006/relationships/image" Target="../media/t4_click_5513c1bedbef886a113f6b7395c474c99ae0f6342d01d8b6d25474f5bf796846.png"/><Relationship Id="rIdT4ClickFrame22" Type="http://schemas.openxmlformats.org/officeDocument/2006/relationships/image" Target="../media/t4_click_c3d0eb6b22a13127ea6391384d85ff8bc857ce0823f6fbdbf9b44eb0aeefde6d.png"/><Relationship Id="rIdT4ClickFrame23" Type="http://schemas.openxmlformats.org/officeDocument/2006/relationships/image" Target="../media/image43.png"/><Relationship Id="rIdT4ClickFrame24" Type="http://schemas.openxmlformats.org/officeDocument/2006/relationships/image" Target="../media/image43.png"/><Relationship Id="rIdT4ClickFrame25" Type="http://schemas.openxmlformats.org/officeDocument/2006/relationships/image" Target="../media/image43.png"/><Relationship Id="rIdT4ClickFrame26" Type="http://schemas.openxmlformats.org/officeDocument/2006/relationships/image" Target="../media/image43.png"/><Relationship Id="rIdT4ClickFrame27" Type="http://schemas.openxmlformats.org/officeDocument/2006/relationships/image" Target="../media/image43.png"/><Relationship Id="rIdT4ClickFrame28" Type="http://schemas.openxmlformats.org/officeDocument/2006/relationships/image" Target="../media/image43.png"/><Relationship Id="rIdT4ClickFrame29" Type="http://schemas.openxmlformats.org/officeDocument/2006/relationships/image" Target="../media/image43.png"/><Relationship Id="rIdT4ClickFrame30" Type="http://schemas.openxmlformats.org/officeDocument/2006/relationships/image" Target="../media/image43.png"/><Relationship Id="rIdT4ClickFrame31" Type="http://schemas.openxmlformats.org/officeDocument/2006/relationships/image" Target="../media/image43.png"/><Relationship Id="rIdT4ClickFrame32" Type="http://schemas.openxmlformats.org/officeDocument/2006/relationships/image" Target="../media/image43.png"/><Relationship Id="rIdT4ClickFrame33" Type="http://schemas.openxmlformats.org/officeDocument/2006/relationships/image" Target="../media/image43.png"/><Relationship Id="rIdT4ClickFrame34" Type="http://schemas.openxmlformats.org/officeDocument/2006/relationships/image" Target="../media/image43.png"/><Relationship Id="rIdT4ClickFrame35" Type="http://schemas.openxmlformats.org/officeDocument/2006/relationships/image" Target="../media/image43.png"/><Relationship Id="rIdT4ClickFrame36" Type="http://schemas.openxmlformats.org/officeDocument/2006/relationships/image" Target="../media/image43.png"/><Relationship Id="rIdT4ClickFrame37" Type="http://schemas.openxmlformats.org/officeDocument/2006/relationships/image" Target="../media/image43.png"/><Relationship Id="rIdT4ClickFrame38" Type="http://schemas.openxmlformats.org/officeDocument/2006/relationships/image" Target="../media/image43.png"/><Relationship Id="rIdT4ClickFrame39" Type="http://schemas.openxmlformats.org/officeDocument/2006/relationships/image" Target="../media/t4_click_b810c67b52bb6f8027196061894b500423f7d08edcdafebb02256c196017c79b.png"/><Relationship Id="rIdT4ClickFrame40" Type="http://schemas.openxmlformats.org/officeDocument/2006/relationships/image" Target="../media/t4_click_97471041815b78e7a824a8b456718a61736b477aee8580cb54b495f8496e9d76.png"/><Relationship Id="rIdT4ClickFrame41" Type="http://schemas.openxmlformats.org/officeDocument/2006/relationships/image" Target="../media/t4_click_00a4807e3abd89fd7b8452e5d139a5f86f176e2302876469d4ee7db7267d23a3.png"/><Relationship Id="rIdT4ClickFrame42" Type="http://schemas.openxmlformats.org/officeDocument/2006/relationships/image" Target="../media/t4_click_fd8b74c7471a49b5595455f6404887e588c60c5705c57b3c263591bc84dcbedb.png"/><Relationship Id="rIdT4ClickFrame43" Type="http://schemas.openxmlformats.org/officeDocument/2006/relationships/image" Target="../media/t4_click_fd5b4827d0b0355cdb024855c2dd893b1fceb7cdc7881a45e20346de8ee7f859.png"/><Relationship Id="rIdT4ClickFrame44" Type="http://schemas.openxmlformats.org/officeDocument/2006/relationships/image" Target="../media/t4_click_1f3f78b587277e30d9cbbeb2c0bb0a8d041970ac3a37456c8695c0167db40a1c.png"/><Relationship Id="rIdT4ClickFrame45" Type="http://schemas.openxmlformats.org/officeDocument/2006/relationships/image" Target="../media/t4_click_1a6badd295fe38266731d249d1ae264d355213ad3a278a6d970bacfef25cacd8.png"/><Relationship Id="rIdT4ClickFrame46" Type="http://schemas.openxmlformats.org/officeDocument/2006/relationships/image" Target="../media/t4_click_6dbb73f6a2b3500e7dc8737fb757bf41ae8197c87202f0aef9ee291d9728e0c2.png"/><Relationship Id="rIdT4ClickFrame47" Type="http://schemas.openxmlformats.org/officeDocument/2006/relationships/image" Target="../media/t4_click_070758ac552c3d0408778a92eb30061de55e0d1985da92ba8e713b89b541e01f.png"/><Relationship Id="rIdT4ClickFrame48" Type="http://schemas.openxmlformats.org/officeDocument/2006/relationships/image" Target="../media/t4_click_41b12ae85c84e0547f9d5b9359df1d2c9aa64232b20134a5eb6614ecbfdec04f.png"/><Relationship Id="rIdT4ClickFrame49" Type="http://schemas.openxmlformats.org/officeDocument/2006/relationships/image" Target="../media/t4_click_7c2da9955c5b034bfd7327c9349eb04ef469334b3ec583be3619fee90ca1793e.png"/><Relationship Id="rIdT4ClickFrame50" Type="http://schemas.openxmlformats.org/officeDocument/2006/relationships/image" Target="../media/t4_click_c7744e9eb3f1542b7f7056e3406f51f77a9a67e816f5e3264eda7a6d72ad074d.png"/><Relationship Id="rIdT4ClickFrame51" Type="http://schemas.openxmlformats.org/officeDocument/2006/relationships/image" Target="../media/t4_click_e627022f9da894e11ead5062e0ceedbfa1f45031b4a8dbac470811baf8a1ee92.png"/><Relationship Id="rIdT4ClickFrame52" Type="http://schemas.openxmlformats.org/officeDocument/2006/relationships/image" Target="../media/t4_click_f517857ae5a615f33e94e47f8d3737df13d50791b34ef7351842f1c193b9d78c.png"/><Relationship Id="rIdT4ClickFrame53" Type="http://schemas.openxmlformats.org/officeDocument/2006/relationships/image" Target="../media/t4_click_e8995a7bf114e11673179aa33cfd40598c261dab825eaf963d2bf14f54f4f65e.png"/><Relationship Id="rIdT4ClickFrame54" Type="http://schemas.openxmlformats.org/officeDocument/2006/relationships/image" Target="../media/t4_click_599c37e318db67d544e3ed9088feec08ec8c5de135d06efc73343a3d323a74a5.png"/><Relationship Id="rIdT4ClickFrame55" Type="http://schemas.openxmlformats.org/officeDocument/2006/relationships/image" Target="../media/t4_click_5950192189e8accd02983027f9682dceb3d4bcf13d97e7b2afee0d3c0c9c1ea5.png"/><Relationship Id="rIdT4ClickFrame56" Type="http://schemas.openxmlformats.org/officeDocument/2006/relationships/image" Target="../media/t4_click_89806f8286e35e35c2146c3dafd27984c77e3a8d969d8f0fda7295b9aea52ba1.png"/><Relationship Id="rIdT4ClickFrame57" Type="http://schemas.openxmlformats.org/officeDocument/2006/relationships/image" Target="../media/t4_click_deec230322a54cde3e3de28d184500e25ccfdf7dc8dabd967fb82c6596770028.png"/><Relationship Id="rIdT4ClickFrame58" Type="http://schemas.openxmlformats.org/officeDocument/2006/relationships/image" Target="../media/image42.png"/></Relationships>
</file>

<file path=ppt/slides/_rels/slide11.xml.rels><?xml version='1.0' encoding='UTF-8' standalone='yes'?>
<Relationships xmlns="http://schemas.openxmlformats.org/package/2006/relationships"><Relationship Type="http://schemas.openxmlformats.org/officeDocument/2006/relationships/slideLayout" Target="../slideLayouts/t3_reference_methods_slideLayout1.xml" Id="R11511f0e66d44050"/><Relationship Type="http://schemas.openxmlformats.org/officeDocument/2006/relationships/image" Target="/ppt/media/image51.png" Id="Rd93f501e843442ae"/><Relationship Type="http://schemas.openxmlformats.org/officeDocument/2006/relationships/image" Target="/ppt/media/image52.png" Id="Rc59d9a2c5a5b4d15"/><Relationship Type="http://schemas.openxmlformats.org/officeDocument/2006/relationships/image" Target="/ppt/media/image53.png" Id="R6e3da81d3a374a68"/><Relationship Type="http://schemas.openxmlformats.org/officeDocument/2006/relationships/image" Target="/ppt/media/image54.png" Id="R66480f14403848b1"/><Relationship Type="http://schemas.openxmlformats.org/officeDocument/2006/relationships/image" Target="/ppt/media/image55.png" Id="R64633ea9889e4348"/><Relationship Type="http://schemas.openxmlformats.org/officeDocument/2006/relationships/image" Target="/ppt/media/image56.png" Id="R001af6548c114491"/><Relationship Type="http://schemas.openxmlformats.org/officeDocument/2006/relationships/image" Target="/ppt/media/image57.png" Id="Re896090d59c54786"/><Relationship Type="http://schemas.openxmlformats.org/officeDocument/2006/relationships/image" Target="/ppt/media/image58.png" Id="R4fd5c721cacd4604"/><Relationship Type="http://schemas.openxmlformats.org/officeDocument/2006/relationships/notesSlide" Target="/ppt/notesSlides/notesSlide11.xml" Id="R9d8181a7a8f04e54"/><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dc1e8661140833ccffc79fb5.svg"/><Relationship Id="rIdMathSvg4" Type="http://schemas.openxmlformats.org/officeDocument/2006/relationships/image" Target="../media/t4_faa270382904143f4bc2b17a.svg"/><Relationship Id="rIdMathSvg5" Type="http://schemas.openxmlformats.org/officeDocument/2006/relationships/image" Target="../media/t4_16a9506694f41b8a6c7e3208.svg"/><Relationship Id="rIdMathSvg6" Type="http://schemas.openxmlformats.org/officeDocument/2006/relationships/image" Target="../media/t4_fe962e1dcb283aef5fa3efb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9.xml"/><Relationship Id="rIdT4ClickFrame1" Type="http://schemas.openxmlformats.org/officeDocument/2006/relationships/image" Target="../media/image51.png"/><Relationship Id="rIdT4ClickFrame2" Type="http://schemas.openxmlformats.org/officeDocument/2006/relationships/image" Target="../media/t4_click_585305716919e8492680f93af44bba0d5e12160e297ac0f90f74ab225417c779.png"/><Relationship Id="rIdT4ClickFrame3" Type="http://schemas.openxmlformats.org/officeDocument/2006/relationships/image" Target="../media/t4_click_61e151cd4ea6c5332252ee400e219a1ea3d839ba0b2c4ef0f4cba4eb36f5e7e3.png"/><Relationship Id="rIdT4ClickFrame4" Type="http://schemas.openxmlformats.org/officeDocument/2006/relationships/image" Target="../media/t4_click_f14444faf830d232f5a6d0718be0aeeded50f11592dcce7fcb5b5bbcf1aa1892.png"/><Relationship Id="rIdT4ClickFrame5" Type="http://schemas.openxmlformats.org/officeDocument/2006/relationships/image" Target="../media/t4_click_19797279f465699d007e5c85b9554b4f6d48f691f8508d73dfffa8c25d65c640.png"/><Relationship Id="rIdT4ClickFrame6" Type="http://schemas.openxmlformats.org/officeDocument/2006/relationships/image" Target="../media/t4_click_840df2a36213f432a492f564f4fce86b080f31135920e15dd4bb7d0d93bcec7f.png"/><Relationship Id="rIdT4ClickFrame7" Type="http://schemas.openxmlformats.org/officeDocument/2006/relationships/image" Target="../media/t4_click_db69644ba3bc316a0472bb7250c9d1735462b3a4d2c1655f5b72a7a87a313710.png"/><Relationship Id="rIdT4ClickFrame8" Type="http://schemas.openxmlformats.org/officeDocument/2006/relationships/image" Target="../media/t4_click_19ae78920607e222f575b7ca359ba1b4aec7b4f9a7a5bc86f95e5a73f2c93651.png"/><Relationship Id="rIdT4ClickFrame9" Type="http://schemas.openxmlformats.org/officeDocument/2006/relationships/image" Target="../media/t4_click_31a90e999774e67231088df07084509f226cb9c32a7ff6b36166670ebb856cfd.png"/><Relationship Id="rIdT4ClickFrame10" Type="http://schemas.openxmlformats.org/officeDocument/2006/relationships/image" Target="../media/t4_click_6dc40adf3f8c0710acff5f7879dc3cdd6ea97d92503ca5e7364ab81e50b9bcaa.png"/><Relationship Id="rIdT4ClickFrame11" Type="http://schemas.openxmlformats.org/officeDocument/2006/relationships/image" Target="../media/t4_click_7fd41a8ddb740db2c456ad3c8d551d66599d83454f3cc5e9d4d0d7341e54470c.png"/><Relationship Id="rIdT4ClickFrame12" Type="http://schemas.openxmlformats.org/officeDocument/2006/relationships/image" Target="../media/t4_click_e858f9d3181218ffac153c18a05cd135f2a16b61d6d42b57ea4219ed611b15c4.png"/><Relationship Id="rIdT4ClickFrame13" Type="http://schemas.openxmlformats.org/officeDocument/2006/relationships/image" Target="../media/t4_click_96b9f3033d951e366c5b07a6c639f53a13319aa22386140eba04277d359621eb.png"/><Relationship Id="rIdT4ClickFrame14" Type="http://schemas.openxmlformats.org/officeDocument/2006/relationships/image" Target="../media/t4_click_52aa2b1d4e2a4fba6caf55f1891cdb69b024da845189579159078fe546b5c426.png"/><Relationship Id="rIdT4ClickFrame15" Type="http://schemas.openxmlformats.org/officeDocument/2006/relationships/image" Target="../media/t4_click_bec830c1c817db052d7919a8b01906f14909f37c17e6c582dcacb0dbdeffd48d.png"/><Relationship Id="rIdT4ClickFrame16" Type="http://schemas.openxmlformats.org/officeDocument/2006/relationships/image" Target="../media/t4_click_81aec954c922e62b916bd3dbe199cea7d18b0a9e85b3c845b6bae2435d9aafe1.png"/><Relationship Id="rIdT4ClickFrame17" Type="http://schemas.openxmlformats.org/officeDocument/2006/relationships/image" Target="../media/t4_click_d49719da6c7a67b41b40a2011bf8357aa65886305f83b7e85e92edd94f7b1540.png"/><Relationship Id="rIdT4ClickFrame18" Type="http://schemas.openxmlformats.org/officeDocument/2006/relationships/image" Target="../media/t4_click_32ce26927f41833cf9f67de13f39a4429035b5865c2609ccb2aaa7515655c389.png"/><Relationship Id="rIdT4ClickFrame19" Type="http://schemas.openxmlformats.org/officeDocument/2006/relationships/image" Target="../media/t4_click_20d20ecc748e584cfc2632bedf65cfcd39c35167734aa9e9b0670f9091e8d3b7.png"/><Relationship Id="rIdT4ClickFrame20" Type="http://schemas.openxmlformats.org/officeDocument/2006/relationships/image" Target="../media/t4_click_bffbaf8450d7accfde0d3bbeb4a4b0271c5d7b58a697a6e6d6ebe5e2ec976dfc.png"/><Relationship Id="rIdT4ClickFrame21" Type="http://schemas.openxmlformats.org/officeDocument/2006/relationships/image" Target="../media/t4_click_6e54d14b02fe4ca0c18ea8c0ce9322299e9f365cc3506068b032185cb8e9284b.png"/><Relationship Id="rIdT4ClickFrame22" Type="http://schemas.openxmlformats.org/officeDocument/2006/relationships/image" Target="../media/t4_click_48a1039a0affb5016cca045ae89ca5f97ea151bbb034718d609f6c617eaee9ea.png"/><Relationship Id="rIdT4ClickFrame23" Type="http://schemas.openxmlformats.org/officeDocument/2006/relationships/image" Target="../media/t4_click_57720f8e697eebf8f43d7dc0a9dc623b2b1c5efae1ce92eeb09c30cde0fe2022.png"/><Relationship Id="rIdT4ClickFrame24" Type="http://schemas.openxmlformats.org/officeDocument/2006/relationships/image" Target="../media/t4_click_2456e809ba4c949571dad2dc26dbd99f100a28a4818666b8ab8d8e02980d1cde.png"/><Relationship Id="rIdT4ClickFrame25" Type="http://schemas.openxmlformats.org/officeDocument/2006/relationships/image" Target="../media/t4_click_a8135f6b2e56c9f7d1099ff3d79402c053200ecb4b2f1689070533c6bad70a93.png"/><Relationship Id="rIdT4ClickFrame26" Type="http://schemas.openxmlformats.org/officeDocument/2006/relationships/image" Target="../media/t4_click_9be9784c5f8ead8e2ad1281be0fda36dc05334c48b8f99bb1d6bc309d124898c.png"/><Relationship Id="rIdT4ClickFrame27" Type="http://schemas.openxmlformats.org/officeDocument/2006/relationships/image" Target="../media/t4_click_debf3671b91c30ac8ea6cb4b102f927729c766d0c60e225dff0e39d31a5a695f.png"/><Relationship Id="rIdT4ClickFrame28" Type="http://schemas.openxmlformats.org/officeDocument/2006/relationships/image" Target="../media/t4_click_9272ec35080e6edd63925962ff079d2297e307955541f791e3788951364e8e22.png"/><Relationship Id="rIdT4ClickFrame29" Type="http://schemas.openxmlformats.org/officeDocument/2006/relationships/image" Target="../media/t4_click_9ada0c8e1dbbe3293b25bd47eaf587e80b4be43daaf7a1b17825b6fa4145a22d.png"/></Relationships>
</file>

<file path=ppt/slides/_rels/slide12.xml.rels><?xml version='1.0' encoding='UTF-8' standalone='yes'?>
<Relationships xmlns="http://schemas.openxmlformats.org/package/2006/relationships"><Relationship Type="http://schemas.openxmlformats.org/officeDocument/2006/relationships/slideLayout" Target="../slideLayouts/t3_reference_methods_slideLayout1.xml" Id="R619000c883a14fab"/><Relationship Type="http://schemas.openxmlformats.org/officeDocument/2006/relationships/image" Target="/ppt/media/image59.png" Id="R4faadfbd91a7464f"/><Relationship Type="http://schemas.openxmlformats.org/officeDocument/2006/relationships/image" Target="/ppt/media/image60.png" Id="Rd82fa2f2e7164ad9"/><Relationship Type="http://schemas.openxmlformats.org/officeDocument/2006/relationships/image" Target="/ppt/media/image61.png" Id="R09c28c1722c04173"/><Relationship Type="http://schemas.openxmlformats.org/officeDocument/2006/relationships/image" Target="/ppt/media/image62.png" Id="R97cdb6f2f2c1422a"/><Relationship Type="http://schemas.openxmlformats.org/officeDocument/2006/relationships/image" Target="/ppt/media/image63.png" Id="R59ef2252d1f1475f"/><Relationship Type="http://schemas.openxmlformats.org/officeDocument/2006/relationships/image" Target="/ppt/media/image64.png" Id="Ra15aa1640f784722"/><Relationship Type="http://schemas.openxmlformats.org/officeDocument/2006/relationships/image" Target="/ppt/media/image65.png" Id="Ra8a1fcdd8a304e95"/><Relationship Type="http://schemas.openxmlformats.org/officeDocument/2006/relationships/notesSlide" Target="/ppt/notesSlides/notesSlide12.xml" Id="R0862751aa71443f5"/><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0b86908fb3fd6f878de6f4b6.svg"/><Relationship Id="rIdMathSvg4" Type="http://schemas.openxmlformats.org/officeDocument/2006/relationships/image" Target="../media/t4_ecf15116aa64cc73d417cef7.svg"/><Relationship Id="rIdMathSvg5" Type="http://schemas.openxmlformats.org/officeDocument/2006/relationships/image" Target="../media/t4_c3907a3387c91448324973cc.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9.xml"/><Relationship Id="rIdT4ClickFrame1" Type="http://schemas.openxmlformats.org/officeDocument/2006/relationships/image" Target="../media/image59.png"/><Relationship Id="rIdT4ClickFrame2" Type="http://schemas.openxmlformats.org/officeDocument/2006/relationships/image" Target="../media/t4_click_1d71cfe4f5542fd1e7e220a01a074179c1eac94aacbafb16b56174c083ab6be1.png"/><Relationship Id="rIdT4ClickFrame3" Type="http://schemas.openxmlformats.org/officeDocument/2006/relationships/image" Target="../media/t4_click_4a2af71c11ea381ab28b380663552f4f3c578726692003d0c55653e93ae43548.png"/><Relationship Id="rIdT4ClickFrame4" Type="http://schemas.openxmlformats.org/officeDocument/2006/relationships/image" Target="../media/t4_click_f52b224226dcc2666df374c4faa22e88a737caf7dd0f17c4f9887a4d01dc72a5.png"/><Relationship Id="rIdT4ClickFrame5" Type="http://schemas.openxmlformats.org/officeDocument/2006/relationships/image" Target="../media/t4_click_2e3dad3901f2aa374d543026237f98cfbbfb96960622d808530ca8be59cdaefe.png"/><Relationship Id="rIdT4ClickFrame6" Type="http://schemas.openxmlformats.org/officeDocument/2006/relationships/image" Target="../media/t4_click_92e6577d43046b27e3debfb4c256b21af19bd0943982d5d83dca4cbbc0341ef4.png"/><Relationship Id="rIdT4ClickFrame7" Type="http://schemas.openxmlformats.org/officeDocument/2006/relationships/image" Target="../media/t4_click_eec7c1af2ae5e2839cae9d8dcfad9c1a58167c12ccae2e414ad04d39dfad8c1b.png"/><Relationship Id="rIdT4ClickFrame8" Type="http://schemas.openxmlformats.org/officeDocument/2006/relationships/image" Target="../media/t4_click_6256bcd166f7e0976d1353ad2ab718bc7712327062b1c4e83169e83865029743.png"/><Relationship Id="rIdT4ClickFrame9" Type="http://schemas.openxmlformats.org/officeDocument/2006/relationships/image" Target="../media/t4_click_d81a6b7bbd40825bf45101e32440ae57b3001a76d9c3d3fcb105d4e34df5003c.png"/><Relationship Id="rIdT4ClickFrame10" Type="http://schemas.openxmlformats.org/officeDocument/2006/relationships/image" Target="../media/t4_click_a63fd7a461b0db549b6f78d34063449467906df4870638309f3e22b74a29a8a9.png"/><Relationship Id="rIdT4ClickFrame11" Type="http://schemas.openxmlformats.org/officeDocument/2006/relationships/image" Target="../media/t4_click_9105f2ee36c0a0374883e7ab3edcec1e3a0c7d13e99fdc32243dfa4c0188ad4e.png"/><Relationship Id="rIdT4ClickFrame12" Type="http://schemas.openxmlformats.org/officeDocument/2006/relationships/image" Target="../media/t4_click_040f4aea9c3cfca123a3dd1547182fbc410b02d7f637823b39cc81239d4b6669.png"/><Relationship Id="rIdT4ClickFrame13" Type="http://schemas.openxmlformats.org/officeDocument/2006/relationships/image" Target="../media/t4_click_d3bbd3ff1160c3aab988ac9a29123980c181d3bd7bc5e0c1405b00a0befdeda2.png"/><Relationship Id="rIdT4ClickFrame14" Type="http://schemas.openxmlformats.org/officeDocument/2006/relationships/image" Target="../media/t4_click_98bf20516e9bc07550fc0b7a9aa69549f4828dff87654908d191671314e01cc7.png"/><Relationship Id="rIdT4ClickFrame15" Type="http://schemas.openxmlformats.org/officeDocument/2006/relationships/image" Target="../media/t4_click_e3b3d0e2b5d1041865daf574ed42cf0202f6d5f83c268626e85fcc3321d5e2cd.png"/><Relationship Id="rIdT4ClickFrame16" Type="http://schemas.openxmlformats.org/officeDocument/2006/relationships/image" Target="../media/t4_click_5e64c528d7913a502a7a601acaffc5911cc1ba578b718a8e2372da3d1224e955.png"/><Relationship Id="rIdT4ClickFrame17" Type="http://schemas.openxmlformats.org/officeDocument/2006/relationships/image" Target="../media/t4_click_24e65a3bbd0576d2019fef0ef24973852d1313c254dc20cf8fd0aa5e8db5b316.png"/><Relationship Id="rIdT4ClickFrame18" Type="http://schemas.openxmlformats.org/officeDocument/2006/relationships/image" Target="../media/t4_click_f31719fefa83d453077a38f4763dec332017b035753505e2b75532db199e8e39.png"/><Relationship Id="rIdT4ClickFrame19" Type="http://schemas.openxmlformats.org/officeDocument/2006/relationships/image" Target="../media/t4_click_3a27263fe55125021d3400a63ed4c0c4c10e60ad6c3b66f093c8b461383ddb33.png"/><Relationship Id="rIdT4ClickFrame20" Type="http://schemas.openxmlformats.org/officeDocument/2006/relationships/image" Target="../media/t4_click_7cbc0c8e4fae497a41360e5e63e2d9fc485d6f95159f51154f383dfc84d71dd5.png"/><Relationship Id="rIdT4ClickFrame21" Type="http://schemas.openxmlformats.org/officeDocument/2006/relationships/image" Target="../media/t4_click_4993aa7147bd0cf416146b6af19b23e5eab5c59ba53f8375b83bafdd50b628e8.png"/><Relationship Id="rIdT4ClickFrame22" Type="http://schemas.openxmlformats.org/officeDocument/2006/relationships/image" Target="../media/t4_click_9c882e310c163a838733bb91c4757802868b64d160ea82972ae69b42ce40005f.png"/><Relationship Id="rIdT4ClickFrame23" Type="http://schemas.openxmlformats.org/officeDocument/2006/relationships/image" Target="../media/t4_click_34b99e81a9e46a10bc26371d6d45401bcc69a82134817c129c1d55265de72c95.png"/><Relationship Id="rIdT4ClickFrame24" Type="http://schemas.openxmlformats.org/officeDocument/2006/relationships/image" Target="../media/t4_click_87b0a45e2fc762fe011840ce7e88d4a4d6d1b71fc053f064239073575570b3a9.png"/><Relationship Id="rIdT4ClickFrame25" Type="http://schemas.openxmlformats.org/officeDocument/2006/relationships/image" Target="../media/t4_click_fb892b4ed6b92e2a5a15184221a7f02b57384de1a8a2234adf470f211abc78f6.png"/><Relationship Id="rIdT4ClickFrame26" Type="http://schemas.openxmlformats.org/officeDocument/2006/relationships/image" Target="../media/t4_click_8ee110029c917f7f56f39849ef9890da839cb45879d2fb2d77fa7a3370e8296d.png"/><Relationship Id="rIdT4ClickFrame27" Type="http://schemas.openxmlformats.org/officeDocument/2006/relationships/image" Target="../media/t4_click_8ad24fa52db78d2565ad0c4aeb69b3588ff071210eabaadbfba01cec85158240.png"/><Relationship Id="rIdT4ClickFrame28" Type="http://schemas.openxmlformats.org/officeDocument/2006/relationships/image" Target="../media/t4_click_4aebfb0a5695342e10848c8228e04584725eaca9bd90ce30bda8fb7bc97e6b2b.png"/><Relationship Id="rIdT4ClickFrame29" Type="http://schemas.openxmlformats.org/officeDocument/2006/relationships/image" Target="../media/t4_click_4394b21cf71f596415643d40af88b2d1c7bd00e05995ac7024bc80ea49bb1f61.png"/></Relationships>
</file>

<file path=ppt/slides/_rels/slide13.xml.rels><?xml version='1.0' encoding='UTF-8' standalone='yes'?>
<Relationships xmlns="http://schemas.openxmlformats.org/package/2006/relationships"><Relationship Type="http://schemas.openxmlformats.org/officeDocument/2006/relationships/slideLayout" Target="../slideLayouts/t3_reference_methods_slideLayout1.xml" Id="R4dcb26cbfbe647e2"/><Relationship Type="http://schemas.openxmlformats.org/officeDocument/2006/relationships/image" Target="/ppt/media/image66.png" Id="R6350222e130c47ae"/><Relationship Type="http://schemas.openxmlformats.org/officeDocument/2006/relationships/image" Target="/ppt/media/image67.png" Id="R1017cf7590f34ebd"/><Relationship Type="http://schemas.openxmlformats.org/officeDocument/2006/relationships/image" Target="/ppt/media/image68.png" Id="R4b0568245e8a4569"/><Relationship Type="http://schemas.openxmlformats.org/officeDocument/2006/relationships/image" Target="/ppt/media/image69.png" Id="Rc343eb0a9266434a"/><Relationship Type="http://schemas.openxmlformats.org/officeDocument/2006/relationships/image" Target="/ppt/media/image70.png" Id="R4ce8d46017274161"/><Relationship Type="http://schemas.openxmlformats.org/officeDocument/2006/relationships/image" Target="/ppt/media/image71.png" Id="Ra2c4b4a8766b4ac5"/><Relationship Type="http://schemas.openxmlformats.org/officeDocument/2006/relationships/image" Target="/ppt/media/image72.png" Id="Raffdf342f1014c76"/><Relationship Type="http://schemas.openxmlformats.org/officeDocument/2006/relationships/notesSlide" Target="/ppt/notesSlides/notesSlide13.xml" Id="R652e86e0964f4367"/><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ee5fc2a65ab0c6cca84444e8.svg"/><Relationship Id="rIdMathSvg4" Type="http://schemas.openxmlformats.org/officeDocument/2006/relationships/image" Target="../media/t4_fe59ee47b0f8b40ed29a0105.svg"/><Relationship Id="rIdMathSvg5" Type="http://schemas.openxmlformats.org/officeDocument/2006/relationships/image" Target="../media/t4_354ac20b596365411387610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66.png"/><Relationship Id="rIdT4ClickFrame2" Type="http://schemas.openxmlformats.org/officeDocument/2006/relationships/image" Target="../media/t4_click_3efb52e0df69c1a9286ba00d237f5a03efb65872aaad62309c83405245968396.png"/><Relationship Id="rIdT4ClickFrame3" Type="http://schemas.openxmlformats.org/officeDocument/2006/relationships/image" Target="../media/t4_click_3efb52e0df69c1a9286ba00d237f5a03efb65872aaad62309c83405245968396.png"/><Relationship Id="rIdT4ClickFrame4" Type="http://schemas.openxmlformats.org/officeDocument/2006/relationships/image" Target="../media/t4_click_3efb52e0df69c1a9286ba00d237f5a03efb65872aaad62309c83405245968396.png"/><Relationship Id="rIdT4ClickFrame5" Type="http://schemas.openxmlformats.org/officeDocument/2006/relationships/image" Target="../media/t4_click_3efb52e0df69c1a9286ba00d237f5a03efb65872aaad62309c83405245968396.png"/><Relationship Id="rIdT4ClickFrame6" Type="http://schemas.openxmlformats.org/officeDocument/2006/relationships/image" Target="../media/t4_click_3efb52e0df69c1a9286ba00d237f5a03efb65872aaad62309c83405245968396.png"/><Relationship Id="rIdT4ClickFrame7" Type="http://schemas.openxmlformats.org/officeDocument/2006/relationships/image" Target="../media/t4_click_254694dfe6d90553b13187426d7ac3f37bd8c167c12b85ec02bbf2ab1a119e79.png"/><Relationship Id="rIdT4ClickFrame8" Type="http://schemas.openxmlformats.org/officeDocument/2006/relationships/image" Target="../media/t4_click_254694dfe6d90553b13187426d7ac3f37bd8c167c12b85ec02bbf2ab1a119e79.png"/><Relationship Id="rIdT4ClickFrame9" Type="http://schemas.openxmlformats.org/officeDocument/2006/relationships/image" Target="../media/t4_click_254694dfe6d90553b13187426d7ac3f37bd8c167c12b85ec02bbf2ab1a119e79.png"/><Relationship Id="rIdT4ClickFrame10" Type="http://schemas.openxmlformats.org/officeDocument/2006/relationships/image" Target="../media/t4_click_254694dfe6d90553b13187426d7ac3f37bd8c167c12b85ec02bbf2ab1a119e79.png"/><Relationship Id="rIdT4ClickFrame11" Type="http://schemas.openxmlformats.org/officeDocument/2006/relationships/image" Target="../media/t4_click_254694dfe6d90553b13187426d7ac3f37bd8c167c12b85ec02bbf2ab1a119e79.png"/><Relationship Id="rIdT4ClickFrame12" Type="http://schemas.openxmlformats.org/officeDocument/2006/relationships/image" Target="../media/t4_click_254694dfe6d90553b13187426d7ac3f37bd8c167c12b85ec02bbf2ab1a119e79.png"/><Relationship Id="rIdT4ClickFrame13" Type="http://schemas.openxmlformats.org/officeDocument/2006/relationships/image" Target="../media/t4_click_f05bbac462b38d94861a256f318215d00e10f5a31048d9ad3e9bedfae38f4f93.png"/><Relationship Id="rIdT4ClickFrame14" Type="http://schemas.openxmlformats.org/officeDocument/2006/relationships/image" Target="../media/t4_click_f05bbac462b38d94861a256f318215d00e10f5a31048d9ad3e9bedfae38f4f93.png"/><Relationship Id="rIdT4ClickFrame15" Type="http://schemas.openxmlformats.org/officeDocument/2006/relationships/image" Target="../media/t4_click_f05bbac462b38d94861a256f318215d00e10f5a31048d9ad3e9bedfae38f4f93.png"/><Relationship Id="rIdT4ClickFrame16" Type="http://schemas.openxmlformats.org/officeDocument/2006/relationships/image" Target="../media/t4_click_f05bbac462b38d94861a256f318215d00e10f5a31048d9ad3e9bedfae38f4f93.png"/><Relationship Id="rIdT4ClickFrame17" Type="http://schemas.openxmlformats.org/officeDocument/2006/relationships/image" Target="../media/t4_click_f05bbac462b38d94861a256f318215d00e10f5a31048d9ad3e9bedfae38f4f93.png"/><Relationship Id="rIdT4ClickFrame18" Type="http://schemas.openxmlformats.org/officeDocument/2006/relationships/image" Target="../media/t4_click_edf6e484685450547391d9a6c362b52854ed351ff37c4ebfd82e88bae400571d.png"/><Relationship Id="rIdT4ClickFrame19" Type="http://schemas.openxmlformats.org/officeDocument/2006/relationships/image" Target="../media/t4_click_edf6e484685450547391d9a6c362b52854ed351ff37c4ebfd82e88bae400571d.png"/><Relationship Id="rIdT4ClickFrame20" Type="http://schemas.openxmlformats.org/officeDocument/2006/relationships/image" Target="../media/t4_click_edf6e484685450547391d9a6c362b52854ed351ff37c4ebfd82e88bae400571d.png"/><Relationship Id="rIdT4ClickFrame21" Type="http://schemas.openxmlformats.org/officeDocument/2006/relationships/image" Target="../media/t4_click_edf6e484685450547391d9a6c362b52854ed351ff37c4ebfd82e88bae400571d.png"/><Relationship Id="rIdT4ClickFrame22" Type="http://schemas.openxmlformats.org/officeDocument/2006/relationships/image" Target="../media/t4_click_edf6e484685450547391d9a6c362b52854ed351ff37c4ebfd82e88bae400571d.png"/><Relationship Id="rIdT4ClickFrame23" Type="http://schemas.openxmlformats.org/officeDocument/2006/relationships/image" Target="../media/t4_click_edf6e484685450547391d9a6c362b52854ed351ff37c4ebfd82e88bae400571d.png"/><Relationship Id="rIdT4ClickFrame24" Type="http://schemas.openxmlformats.org/officeDocument/2006/relationships/image" Target="../media/t4_click_08165f0f1de62b0ef00e04d99d051cd74372216c9468729ec3c155c0d8643acb.png"/><Relationship Id="rIdT4ClickFrame25" Type="http://schemas.openxmlformats.org/officeDocument/2006/relationships/image" Target="../media/t4_click_08165f0f1de62b0ef00e04d99d051cd74372216c9468729ec3c155c0d8643acb.png"/><Relationship Id="rIdT4ClickFrame26" Type="http://schemas.openxmlformats.org/officeDocument/2006/relationships/image" Target="../media/t4_click_08165f0f1de62b0ef00e04d99d051cd74372216c9468729ec3c155c0d8643acb.png"/><Relationship Id="rIdT4ClickFrame27" Type="http://schemas.openxmlformats.org/officeDocument/2006/relationships/image" Target="../media/t4_click_08165f0f1de62b0ef00e04d99d051cd74372216c9468729ec3c155c0d8643acb.png"/><Relationship Id="rIdT4ClickFrame28" Type="http://schemas.openxmlformats.org/officeDocument/2006/relationships/image" Target="../media/t4_click_08165f0f1de62b0ef00e04d99d051cd74372216c9468729ec3c155c0d8643acb.png"/><Relationship Id="rIdT4ClickFrame29" Type="http://schemas.openxmlformats.org/officeDocument/2006/relationships/image" Target="../media/t4_click_08165f0f1de62b0ef00e04d99d051cd74372216c9468729ec3c155c0d8643acb.png"/></Relationships>
</file>

<file path=ppt/slides/_rels/slide14.xml.rels><?xml version='1.0' encoding='UTF-8' standalone='yes'?>
<Relationships xmlns="http://schemas.openxmlformats.org/package/2006/relationships"><Relationship Type="http://schemas.openxmlformats.org/officeDocument/2006/relationships/slideLayout" Target="../slideLayouts/t3_reference_methods_slideLayout1.xml" Id="R2c38c9ed3df94cf1"/><Relationship Type="http://schemas.openxmlformats.org/officeDocument/2006/relationships/image" Target="/ppt/media/image73.png" Id="R3198f8e0bcc9434a"/><Relationship Type="http://schemas.openxmlformats.org/officeDocument/2006/relationships/image" Target="/ppt/media/image74.png" Id="R2d8c225029514a9b"/><Relationship Type="http://schemas.openxmlformats.org/officeDocument/2006/relationships/image" Target="/ppt/media/image75.png" Id="R55097ffb1f0f44e7"/><Relationship Type="http://schemas.openxmlformats.org/officeDocument/2006/relationships/image" Target="/ppt/media/image76.png" Id="R3717715453764db4"/><Relationship Type="http://schemas.openxmlformats.org/officeDocument/2006/relationships/image" Target="/ppt/media/image77.png" Id="R110b659a934744f3"/><Relationship Type="http://schemas.openxmlformats.org/officeDocument/2006/relationships/image" Target="/ppt/media/image78.png" Id="R75a9d5ba8bf74f69"/><Relationship Type="http://schemas.openxmlformats.org/officeDocument/2006/relationships/image" Target="/ppt/media/image79.png" Id="Rebd57478594e499f"/><Relationship Type="http://schemas.openxmlformats.org/officeDocument/2006/relationships/notesSlide" Target="/ppt/notesSlides/notesSlide14.xml" Id="Rb357846789324b2b"/><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e35a34089ea25771afcae9d3.svg"/><Relationship Id="rIdMathSvg4" Type="http://schemas.openxmlformats.org/officeDocument/2006/relationships/image" Target="../media/t4_56978a614a49352a4b081178.svg"/><Relationship Id="rIdMathSvg5" Type="http://schemas.openxmlformats.org/officeDocument/2006/relationships/image" Target="../media/t4_ab92023f421d7d4bb558e6c4.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73.png"/><Relationship Id="rIdT4ClickFrame2" Type="http://schemas.openxmlformats.org/officeDocument/2006/relationships/image" Target="../media/t4_click_d8147c26d8e7b8c9523cd6cb571748c28d1dcc636a328239f97e46e2abd76fd4.png"/><Relationship Id="rIdT4ClickFrame3" Type="http://schemas.openxmlformats.org/officeDocument/2006/relationships/image" Target="../media/t4_click_532d294c3d40b71d0d666a43f039c6c2f417f9d9d83ef722a74e2305d69e635c.png"/><Relationship Id="rIdT4ClickFrame4" Type="http://schemas.openxmlformats.org/officeDocument/2006/relationships/image" Target="../media/t4_click_32d2752c5b4e5c3e38e05e4e3d15d5ca3a85fe68bd3ab0c50a39539655bb5207.png"/><Relationship Id="rIdT4ClickFrame5" Type="http://schemas.openxmlformats.org/officeDocument/2006/relationships/image" Target="../media/t4_click_7be8950b7cecedc1838fad1c673fc8393f3df604d43f1ef54a0bf5c47d966b8e.png"/><Relationship Id="rIdT4ClickFrame6" Type="http://schemas.openxmlformats.org/officeDocument/2006/relationships/image" Target="../media/t4_click_0aa1c82c124986c09c66c09a72c1159fb8f51002ecc86df69411a2f557a7dc9e.png"/><Relationship Id="rIdT4ClickFrame7" Type="http://schemas.openxmlformats.org/officeDocument/2006/relationships/image" Target="../media/t4_click_552b283c8c39cd0d9da16be8352599610277b9befdfa1711ff5710286edfc654.png"/><Relationship Id="rIdT4ClickFrame8" Type="http://schemas.openxmlformats.org/officeDocument/2006/relationships/image" Target="../media/t4_click_510bd2ad8a29dd99977006c639c6fdbc1bd4e28fe6e3d3a5dacc14a98cb29255.png"/><Relationship Id="rIdT4ClickFrame9" Type="http://schemas.openxmlformats.org/officeDocument/2006/relationships/image" Target="../media/t4_click_4c503b19c8ee75c173656e41e3a807fd2af6674ab9917db987a135ded9419a93.png"/><Relationship Id="rIdT4ClickFrame10" Type="http://schemas.openxmlformats.org/officeDocument/2006/relationships/image" Target="../media/t4_click_d93eab2cc5289b760d6d6db52fbf9700e0908939ca54e77429ad3f7c4061d020.png"/><Relationship Id="rIdT4ClickFrame11" Type="http://schemas.openxmlformats.org/officeDocument/2006/relationships/image" Target="../media/t4_click_25f2ca58448058f5b4d545ac50fc5637d556231cd04347e3f7065b3d6df3655f.png"/><Relationship Id="rIdT4ClickFrame12" Type="http://schemas.openxmlformats.org/officeDocument/2006/relationships/image" Target="../media/t4_click_620d69c0f997ebcc7bb37d4c3458cbbb2f06847d1c10e731e136a3e626ac6c45.png"/><Relationship Id="rIdT4ClickFrame13" Type="http://schemas.openxmlformats.org/officeDocument/2006/relationships/image" Target="../media/t4_click_adf0064be1322642d9216bf87eda3095bce060c23e406a1ea0c3f790238d7650.png"/><Relationship Id="rIdT4ClickFrame14" Type="http://schemas.openxmlformats.org/officeDocument/2006/relationships/image" Target="../media/t4_click_b89cb7cf8a292883a9608cf417f95b73dd012ad8792ad857c36599f7a35581cc.png"/><Relationship Id="rIdT4ClickFrame15" Type="http://schemas.openxmlformats.org/officeDocument/2006/relationships/image" Target="../media/t4_click_bdb46710f134afdda91c138031a9df05a1f41e454404bdd6e283dfc6990db825.png"/><Relationship Id="rIdT4ClickFrame16" Type="http://schemas.openxmlformats.org/officeDocument/2006/relationships/image" Target="../media/t4_click_fd949e3e9b0f289b19c02fd0270dc73576cd98c47518288f897d9c63c0bc53c6.png"/><Relationship Id="rIdT4ClickFrame17" Type="http://schemas.openxmlformats.org/officeDocument/2006/relationships/image" Target="../media/t4_click_5bc8ddc2c1017c890e9d701a28a81124e398138642bc45653fb0032fb67a76e0.png"/><Relationship Id="rIdT4ClickFrame18" Type="http://schemas.openxmlformats.org/officeDocument/2006/relationships/image" Target="../media/t4_click_2dee9f1051c355d06e26e38681029ea75ed493d57826cb10dc01622881d0818b.png"/><Relationship Id="rIdT4ClickFrame19" Type="http://schemas.openxmlformats.org/officeDocument/2006/relationships/image" Target="../media/t4_click_fbad184a78dc920ee5f4e3e8c65d5dccea638a2e5d60680f4edae7a30cf60add.png"/><Relationship Id="rIdT4ClickFrame20" Type="http://schemas.openxmlformats.org/officeDocument/2006/relationships/image" Target="../media/t4_click_63593ac5479b0c034c146aeb3f0c17cb4edc5b197a0b38f8e0e82fb3c38c78eb.png"/><Relationship Id="rIdT4ClickFrame21" Type="http://schemas.openxmlformats.org/officeDocument/2006/relationships/image" Target="../media/t4_click_e9d4d9a4923402952dce80f46b4cf89c6dd6ad05eb9fc47e8bb3c529ff6ea0ab.png"/><Relationship Id="rIdT4ClickFrame22" Type="http://schemas.openxmlformats.org/officeDocument/2006/relationships/image" Target="../media/t4_click_581c5222cce7a26a152d2ba4127de59acf1007ef305d34469ed753535da550a1.png"/><Relationship Id="rIdT4ClickFrame23" Type="http://schemas.openxmlformats.org/officeDocument/2006/relationships/image" Target="../media/t4_click_72aefd07417119dac52d2ac4e68eb39a82fe5fa59ee46522c427efda27df298a.png"/><Relationship Id="rIdT4ClickFrame24" Type="http://schemas.openxmlformats.org/officeDocument/2006/relationships/image" Target="../media/t4_click_bf6c543294a38f028acc99de47e5a19231928b91591d91cecd96f7b9a0815b83.png"/><Relationship Id="rIdT4ClickFrame25" Type="http://schemas.openxmlformats.org/officeDocument/2006/relationships/image" Target="../media/t4_click_a260bc18386674a7ee6ba73390b384599275d685d6db5800d4a652d6d4298eae.png"/><Relationship Id="rIdT4ClickFrame26" Type="http://schemas.openxmlformats.org/officeDocument/2006/relationships/image" Target="../media/t4_click_3e5bd868b65fd5b0198be849f70abe56dfed44e1c83e0f056b7a2188d3f54606.png"/><Relationship Id="rIdT4ClickFrame27" Type="http://schemas.openxmlformats.org/officeDocument/2006/relationships/image" Target="../media/t4_click_ab11fe4caf891f66c9be65198cad322d92416c3e34b3b249a860bd3c210d2341.png"/><Relationship Id="rIdT4ClickFrame28" Type="http://schemas.openxmlformats.org/officeDocument/2006/relationships/image" Target="../media/t4_click_342693e4e2af96643e2f9848192501e67229d080192607c7617e20e37f500bbb.png"/><Relationship Id="rIdT4ClickFrame29" Type="http://schemas.openxmlformats.org/officeDocument/2006/relationships/image" Target="../media/t4_click_8210aa97dd7eb341d95b0ce723f7d3d61b28089988244b15b1fd2bfdf30ce21c.png"/></Relationships>
</file>

<file path=ppt/slides/_rels/slide15.xml.rels><?xml version='1.0' encoding='UTF-8' standalone='yes'?>
<Relationships xmlns="http://schemas.openxmlformats.org/package/2006/relationships"><Relationship Type="http://schemas.openxmlformats.org/officeDocument/2006/relationships/slideLayout" Target="../slideLayouts/t3_reference_methods_slideLayout1.xml" Id="R2670c5dfd9784c9c"/><Relationship Type="http://schemas.openxmlformats.org/officeDocument/2006/relationships/image" Target="/ppt/media/image80.png" Id="R48b7db8ed6694d8b"/><Relationship Type="http://schemas.openxmlformats.org/officeDocument/2006/relationships/image" Target="/ppt/media/image81.png" Id="R8628e8f75edf47af"/><Relationship Type="http://schemas.openxmlformats.org/officeDocument/2006/relationships/image" Target="/ppt/media/image82.png" Id="R0b58ce2db9b24a9e"/><Relationship Type="http://schemas.openxmlformats.org/officeDocument/2006/relationships/image" Target="/ppt/media/image83.png" Id="Rd4e9abc20c2a4456"/><Relationship Type="http://schemas.openxmlformats.org/officeDocument/2006/relationships/image" Target="/ppt/media/image84.png" Id="Rb80050e840e64987"/><Relationship Type="http://schemas.openxmlformats.org/officeDocument/2006/relationships/image" Target="/ppt/media/image85.png" Id="Rb214638db8fe4d51"/><Relationship Type="http://schemas.openxmlformats.org/officeDocument/2006/relationships/image" Target="/ppt/media/image86.png" Id="Rf7d58d26d187456b"/><Relationship Type="http://schemas.openxmlformats.org/officeDocument/2006/relationships/image" Target="/ppt/media/image87.png" Id="Rc748b0e076694b6b"/><Relationship Type="http://schemas.openxmlformats.org/officeDocument/2006/relationships/notesSlide" Target="/ppt/notesSlides/notesSlide15.xml" Id="Re9d6968e65d84f93"/><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b0cef3aa9b32979974aa93f6.svg"/><Relationship Id="rIdMathSvg4" Type="http://schemas.openxmlformats.org/officeDocument/2006/relationships/image" Target="../media/t4_66a6bee436273cb8a30010b8.svg"/><Relationship Id="rIdMathSvg5" Type="http://schemas.openxmlformats.org/officeDocument/2006/relationships/image" Target="../media/t4_7d1af60b131649d25652f60b.svg"/><Relationship Id="rIdMathSvg6" Type="http://schemas.openxmlformats.org/officeDocument/2006/relationships/image" Target="../media/t4_173b4e5259f4edebf733164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80.png"/><Relationship Id="rIdT4ClickFrame2" Type="http://schemas.openxmlformats.org/officeDocument/2006/relationships/image" Target="../media/t4_click_5bce74c01856d62ae743aac3bba955a95879466a27c8683a8a72e526895e17c3.png"/><Relationship Id="rIdT4ClickFrame3" Type="http://schemas.openxmlformats.org/officeDocument/2006/relationships/image" Target="../media/t4_click_dd636d284323530f034695e34071f60587364e3373b9283b317d0fcff842a5d5.png"/><Relationship Id="rIdT4ClickFrame4" Type="http://schemas.openxmlformats.org/officeDocument/2006/relationships/image" Target="../media/t4_click_0ddfca7e71d7293d1fcd3af885ea26a66aff7ab2b00a4a19639cfd8ff187fd72.png"/><Relationship Id="rIdT4ClickFrame5" Type="http://schemas.openxmlformats.org/officeDocument/2006/relationships/image" Target="../media/t4_click_367b558708cc4af31ced110f34bb97b40324f3e1556216e7f7874a451a816804.png"/><Relationship Id="rIdT4ClickFrame6" Type="http://schemas.openxmlformats.org/officeDocument/2006/relationships/image" Target="../media/t4_click_f8105c47824819c6304f4c9638f95fbfb2e2a62b749af9adfa3e86255e87ee9c.png"/><Relationship Id="rIdT4ClickFrame7" Type="http://schemas.openxmlformats.org/officeDocument/2006/relationships/image" Target="../media/t4_click_2b6bf8465921f43363df3856311ca60a855fa5e665e2f7792753acbfaff1692c.png"/><Relationship Id="rIdT4ClickFrame8" Type="http://schemas.openxmlformats.org/officeDocument/2006/relationships/image" Target="../media/t4_click_610748df64483e935dfe2d92f8908d508368480ccf3021242cfc232cbd4fc6ac.png"/><Relationship Id="rIdT4ClickFrame9" Type="http://schemas.openxmlformats.org/officeDocument/2006/relationships/image" Target="../media/t4_click_5c1698db7b9c418857457a78d2bf2242d47644cc10e8172303a08b0b645005c0.png"/><Relationship Id="rIdT4ClickFrame10" Type="http://schemas.openxmlformats.org/officeDocument/2006/relationships/image" Target="../media/t4_click_54e96b5ab2ef97152bb72c918b45822d7586e3a0c322312900bc8f3b9cd417c4.png"/><Relationship Id="rIdT4ClickFrame11" Type="http://schemas.openxmlformats.org/officeDocument/2006/relationships/image" Target="../media/t4_click_a1772af92a0ba9c65d35bd952ad6594faefb6c2bb9e425399238bcfbc8b908b8.png"/><Relationship Id="rIdT4ClickFrame12" Type="http://schemas.openxmlformats.org/officeDocument/2006/relationships/image" Target="../media/t4_click_b200f454533ea5ade40b828822d900f088fe324909cc02af49be84bc4e0ae22a.png"/><Relationship Id="rIdT4ClickFrame13" Type="http://schemas.openxmlformats.org/officeDocument/2006/relationships/image" Target="../media/t4_click_b92a43ac8f7ae7ebcc5adeb1abf2585ff33938651bdd7e8a702f1e79ecec558f.png"/><Relationship Id="rIdT4ClickFrame14" Type="http://schemas.openxmlformats.org/officeDocument/2006/relationships/image" Target="../media/t4_click_f7d309d4171b019114fef635119fd0c34b6f91b1e624be66031b99b532d04ced.png"/><Relationship Id="rIdT4ClickFrame15" Type="http://schemas.openxmlformats.org/officeDocument/2006/relationships/image" Target="../media/t4_click_457d0fbcf65c61d6eadbda861d7bfcda15ced34084a85c851b3ba44347ee804e.png"/><Relationship Id="rIdT4ClickFrame16" Type="http://schemas.openxmlformats.org/officeDocument/2006/relationships/image" Target="../media/t4_click_e13008ca13807ee7323578fb412bb7997fce0c641c9ae12c3fb70696dec8bd82.png"/><Relationship Id="rIdT4ClickFrame17" Type="http://schemas.openxmlformats.org/officeDocument/2006/relationships/image" Target="../media/t4_click_dfa4986d0d58a1e4c5169cbd9736c5f5b5a504d87bf8469177897ebe760889e8.png"/><Relationship Id="rIdT4ClickFrame18" Type="http://schemas.openxmlformats.org/officeDocument/2006/relationships/image" Target="../media/t4_click_7f686f64e26aa18b3ceab199151d4d7c4d294482ce1db8be1f8ea0c5e518adf1.png"/><Relationship Id="rIdT4ClickFrame19" Type="http://schemas.openxmlformats.org/officeDocument/2006/relationships/image" Target="../media/t4_click_5d8e3e9bad62c5255fd325458c1c4a3dddcf3423a98f94cf3538d26f0297626b.png"/><Relationship Id="rIdT4ClickFrame20" Type="http://schemas.openxmlformats.org/officeDocument/2006/relationships/image" Target="../media/t4_click_cf4ea44d4313d9538f21a723c9bed2150c78ef14bba67f53bbb857839e9285e8.png"/><Relationship Id="rIdT4ClickFrame21" Type="http://schemas.openxmlformats.org/officeDocument/2006/relationships/image" Target="../media/t4_click_3668d9b5dfde46cf1857266c31f300ae99a3765588556011b175a97f81fe7a94.png"/><Relationship Id="rIdT4ClickFrame22" Type="http://schemas.openxmlformats.org/officeDocument/2006/relationships/image" Target="../media/t4_click_874606d286e0148a292e8d7c43b35ef270890a8eb5eddf66d3e8cb1134309fb5.png"/><Relationship Id="rIdT4ClickFrame23" Type="http://schemas.openxmlformats.org/officeDocument/2006/relationships/image" Target="../media/t4_click_b2719e5b871881423015467e087baa6135fa3ef82e164db8d5b67b9d2a7f594c.png"/><Relationship Id="rIdT4ClickFrame24" Type="http://schemas.openxmlformats.org/officeDocument/2006/relationships/image" Target="../media/t4_click_d5e11158fbd4f935bcb59bdee0b50659e8834a4b33d7577b542c28b56a7d18e2.png"/><Relationship Id="rIdT4ClickFrame25" Type="http://schemas.openxmlformats.org/officeDocument/2006/relationships/image" Target="../media/t4_click_0f79a4859d6afaa7e370150e5c2ab03b2699235b8066f7e3841ac20698e8b8c9.png"/><Relationship Id="rIdT4ClickFrame26" Type="http://schemas.openxmlformats.org/officeDocument/2006/relationships/image" Target="../media/t4_click_630157e63578926cbb4f15586c3f326fb318a68b4211fe90d9a7f47b0c3d7fca.png"/><Relationship Id="rIdT4ClickFrame27" Type="http://schemas.openxmlformats.org/officeDocument/2006/relationships/image" Target="../media/t4_click_57c88be00f977fdc5b9d8e2347965d4af2673bd4bc895f749c19a7c255de7413.png"/><Relationship Id="rIdT4ClickFrame28" Type="http://schemas.openxmlformats.org/officeDocument/2006/relationships/image" Target="../media/t4_click_8140fadd132da50d7a632d9417616e42c2fe2cd9895731c958becc5c49932d3a.png"/><Relationship Id="rIdT4ClickFrame29" Type="http://schemas.openxmlformats.org/officeDocument/2006/relationships/image" Target="../media/t4_click_52d8a8cc6c3a239c3f4112e72c78c46cbacbd7d9dabee018ed5760500ce420bf.png"/></Relationships>
</file>

<file path=ppt/slides/_rels/slide16.xml.rels><?xml version='1.0' encoding='UTF-8' standalone='yes'?>
<Relationships xmlns="http://schemas.openxmlformats.org/package/2006/relationships"><Relationship Type="http://schemas.openxmlformats.org/officeDocument/2006/relationships/slideLayout" Target="../slideLayouts/t3_reference_methods_slideLayout1.xml" Id="R6596e6fc3be04661"/><Relationship Type="http://schemas.openxmlformats.org/officeDocument/2006/relationships/image" Target="/ppt/media/image88.png" Id="Rc7c86805b8684544"/><Relationship Type="http://schemas.openxmlformats.org/officeDocument/2006/relationships/image" Target="/ppt/media/image89.png" Id="Rfce21e0b5c144ecc"/><Relationship Type="http://schemas.openxmlformats.org/officeDocument/2006/relationships/image" Target="/ppt/media/image90.png" Id="R9cd69c57b1f346f6"/><Relationship Type="http://schemas.openxmlformats.org/officeDocument/2006/relationships/image" Target="/ppt/media/image91.png" Id="R7956768faf2143e8"/><Relationship Type="http://schemas.openxmlformats.org/officeDocument/2006/relationships/image" Target="/ppt/media/image92.png" Id="Ra4892be2b6c94ae2"/><Relationship Type="http://schemas.openxmlformats.org/officeDocument/2006/relationships/image" Target="/ppt/media/image93.png" Id="Re85ed1bc0be94255"/><Relationship Type="http://schemas.openxmlformats.org/officeDocument/2006/relationships/image" Target="/ppt/media/image94.png" Id="R8272fe3fc75f4575"/><Relationship Type="http://schemas.openxmlformats.org/officeDocument/2006/relationships/image" Target="/ppt/media/image95.png" Id="R014bc0537edf4460"/><Relationship Type="http://schemas.openxmlformats.org/officeDocument/2006/relationships/image" Target="/ppt/media/image96.png" Id="Rdc180c9499ef45ec"/><Relationship Type="http://schemas.openxmlformats.org/officeDocument/2006/relationships/image" Target="/ppt/media/image97.png" Id="Rc2cb51efd6e54917"/><Relationship Type="http://schemas.openxmlformats.org/officeDocument/2006/relationships/image" Target="/ppt/media/image98.png" Id="Rc9b91a62c9484042"/><Relationship Type="http://schemas.openxmlformats.org/officeDocument/2006/relationships/image" Target="/ppt/media/image99.png" Id="Rd6c46d200dd4470f"/><Relationship Type="http://schemas.openxmlformats.org/officeDocument/2006/relationships/image" Target="/ppt/media/image100.png" Id="Rb0c2c6d9d4904d97"/><Relationship Type="http://schemas.openxmlformats.org/officeDocument/2006/relationships/notesSlide" Target="/ppt/notesSlides/notesSlide16.xml" Id="Ra0b9b8df98ea4822"/><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1acc7a199802548efe9d5626.svg"/><Relationship Id="rIdMathSvg4" Type="http://schemas.openxmlformats.org/officeDocument/2006/relationships/image" Target="../media/t4_f5e3c423152905e25bc21486.svg"/><Relationship Id="rIdMathSvg5" Type="http://schemas.openxmlformats.org/officeDocument/2006/relationships/image" Target="../media/t4_0d8c7fda4259656c17751d81.svg"/><Relationship Id="rIdMathSvg6" Type="http://schemas.openxmlformats.org/officeDocument/2006/relationships/image" Target="../media/t4_855655ba3d91e27415038a08.svg"/><Relationship Id="rIdMathSvg7" Type="http://schemas.openxmlformats.org/officeDocument/2006/relationships/image" Target="../media/t4_56e22a23eff9e300e7016e3f.svg"/><Relationship Id="rIdMathSvg8" Type="http://schemas.openxmlformats.org/officeDocument/2006/relationships/image" Target="../media/t4_56f58127f955f829ddb58f51.svg"/><Relationship Id="rIdMathSvg9" Type="http://schemas.openxmlformats.org/officeDocument/2006/relationships/image" Target="../media/t4_f1404ded0938781ac0612b25.svg"/><Relationship Id="rIdMathSvg10" Type="http://schemas.openxmlformats.org/officeDocument/2006/relationships/image" Target="../media/t4_a38531450f8e3ccbfdeb74a2.svg"/><Relationship Id="rIdMathSvg11" Type="http://schemas.openxmlformats.org/officeDocument/2006/relationships/image" Target="../media/t4_1965e28e6900a5c1280e8169.svg"/><Relationship Id="rIdMathSvg12" Type="http://schemas.openxmlformats.org/officeDocument/2006/relationships/image" Target="../media/t4_529d9c38ea0eeb5816ae6ce6.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s>
</file>

<file path=ppt/slides/_rels/slide17.xml.rels><?xml version='1.0' encoding='UTF-8' standalone='yes'?>
<Relationships xmlns="http://schemas.openxmlformats.org/package/2006/relationships"><Relationship Type="http://schemas.openxmlformats.org/officeDocument/2006/relationships/slideLayout" Target="../slideLayouts/t3_reference_methods_slideLayout1.xml" Id="R072ac9afc5764835"/><Relationship Type="http://schemas.openxmlformats.org/officeDocument/2006/relationships/image" Target="/ppt/media/image101.png" Id="Rd6881403fe74431a"/><Relationship Type="http://schemas.openxmlformats.org/officeDocument/2006/relationships/image" Target="/ppt/media/image102.png" Id="R25e4cc3031eb48ba"/><Relationship Type="http://schemas.openxmlformats.org/officeDocument/2006/relationships/image" Target="/ppt/media/image103.png" Id="R990da1340ca84d46"/><Relationship Type="http://schemas.openxmlformats.org/officeDocument/2006/relationships/image" Target="/ppt/media/image104.png" Id="R4d3afe1d7d5642a4"/><Relationship Type="http://schemas.openxmlformats.org/officeDocument/2006/relationships/image" Target="/ppt/media/image105.png" Id="R981b7a765c234143"/><Relationship Type="http://schemas.openxmlformats.org/officeDocument/2006/relationships/image" Target="/ppt/media/image106.png" Id="R8b24428b471449c7"/><Relationship Type="http://schemas.openxmlformats.org/officeDocument/2006/relationships/notesSlide" Target="/ppt/notesSlides/notesSlide17.xml" Id="R3098b99c64104613"/><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b14b26659434170d7d533906.svg"/><Relationship Id="rIdMathSvg4" Type="http://schemas.openxmlformats.org/officeDocument/2006/relationships/image" Target="../media/t4_5b1576f1dba982be2e821e48.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01.png"/><Relationship Id="rIdT4ClickFrame2" Type="http://schemas.openxmlformats.org/officeDocument/2006/relationships/image" Target="../media/t4_click_3ba603a9a3e7b705b2c8b4756984c42895ef7964e1523b395fb843ac298966b7.png"/><Relationship Id="rIdT4ClickFrame3" Type="http://schemas.openxmlformats.org/officeDocument/2006/relationships/image" Target="../media/t4_click_8882ad302a8deab50369e35b39d850b92f5e604c99ba2675c9df5bc26954f570.png"/><Relationship Id="rIdT4ClickFrame4" Type="http://schemas.openxmlformats.org/officeDocument/2006/relationships/image" Target="../media/t4_click_4e8f43eb9d54b951e9624616a10c59273f41d8e7d0036574c191079cdd9e56ba.png"/><Relationship Id="rIdT4ClickFrame5" Type="http://schemas.openxmlformats.org/officeDocument/2006/relationships/image" Target="../media/t4_click_89e4fc087e2a1cddb51708e4548f62634e774d2dd2b4b3a89f1537d86629672d.png"/><Relationship Id="rIdT4ClickFrame6" Type="http://schemas.openxmlformats.org/officeDocument/2006/relationships/image" Target="../media/t4_click_eb4d59f069661d7569754b9e6fc4f425a4fd35d0ecbc49b88d179c1f9e040f50.png"/><Relationship Id="rIdT4ClickFrame7" Type="http://schemas.openxmlformats.org/officeDocument/2006/relationships/image" Target="../media/t4_click_cb757c43b9bbad9637d2d05aa13f4b38f1b82e87cd23d28edb38ec8739e03ae5.png"/><Relationship Id="rIdT4ClickFrame8" Type="http://schemas.openxmlformats.org/officeDocument/2006/relationships/image" Target="../media/t4_click_4c3f7a6608426937daad2df2f317c839812ca65d2f59a885bb72da5bc7ae4fd7.png"/><Relationship Id="rIdT4ClickFrame9" Type="http://schemas.openxmlformats.org/officeDocument/2006/relationships/image" Target="../media/t4_click_7d4a27d86f4b1cfdbc2e3db5b54783b20a1bd1823270f8f479fe8c1256a4caa9.png"/><Relationship Id="rIdT4ClickFrame10" Type="http://schemas.openxmlformats.org/officeDocument/2006/relationships/image" Target="../media/t4_click_8f3bb91e064854c26b3bfbae2935ffe572a951c7bf9726a91c3083238cb0f675.png"/><Relationship Id="rIdT4ClickFrame11" Type="http://schemas.openxmlformats.org/officeDocument/2006/relationships/image" Target="../media/t4_click_3c676f2b8fd486b67c90f331bb2990dfaf82623076256de6145bb2ae8593c3d3.png"/><Relationship Id="rIdT4ClickFrame12" Type="http://schemas.openxmlformats.org/officeDocument/2006/relationships/image" Target="../media/t4_click_0fcfb63edac9e68811107e8129fdb50b9d942b240f2798254c8bebbe274e4052.png"/><Relationship Id="rIdT4ClickFrame13" Type="http://schemas.openxmlformats.org/officeDocument/2006/relationships/image" Target="../media/t4_click_d856f337a8e3016308afd9be00fc38687b8e943099931d5ae566fd7b5bf1dc79.png"/><Relationship Id="rIdT4ClickFrame14" Type="http://schemas.openxmlformats.org/officeDocument/2006/relationships/image" Target="../media/t4_click_1822187cb5fc399f923659a41eb397ab320c1c7b4fa3ee4b0128ff73035ae740.png"/><Relationship Id="rIdT4ClickFrame15" Type="http://schemas.openxmlformats.org/officeDocument/2006/relationships/image" Target="../media/t4_click_63fafaf700d6362285918e306789f8e671f3ce2351b91e342763fee2ce9484c6.png"/><Relationship Id="rIdT4ClickFrame16" Type="http://schemas.openxmlformats.org/officeDocument/2006/relationships/image" Target="../media/t4_click_32f4644dd2fea8da307596b4108c1ff008a793e513f059a8a00447d4f65c3ef9.png"/><Relationship Id="rIdT4ClickFrame17" Type="http://schemas.openxmlformats.org/officeDocument/2006/relationships/image" Target="../media/t4_click_9fd4daa9b5e1afe166069f07ce32c054157f7c14794a66e56ca378b3f5b3e8d2.png"/><Relationship Id="rIdT4ClickFrame18" Type="http://schemas.openxmlformats.org/officeDocument/2006/relationships/image" Target="../media/t4_click_b7de3cb85832d88de7b16297ca8768e004466c09ad20fcbd01788e3fea7111ef.png"/><Relationship Id="rIdT4ClickFrame19" Type="http://schemas.openxmlformats.org/officeDocument/2006/relationships/image" Target="../media/t4_click_053b47b1ad5569cc4c76c8015873c7fa94aa283bf5baf7824551419713db8d12.png"/><Relationship Id="rIdT4ClickFrame20" Type="http://schemas.openxmlformats.org/officeDocument/2006/relationships/image" Target="../media/t4_click_d83f4f7a0356eb8eeff18cbaa13ba0454fab002e5ee75dd8749d2a9eabbf5671.png"/><Relationship Id="rIdT4ClickFrame21" Type="http://schemas.openxmlformats.org/officeDocument/2006/relationships/image" Target="../media/t4_click_5e322ca3b5616ea0e4f02194510627ce03a1d2bb66aedcc8419c55ed4c35bf9d.png"/><Relationship Id="rIdT4ClickFrame22" Type="http://schemas.openxmlformats.org/officeDocument/2006/relationships/image" Target="../media/t4_click_b5ca9f8b35fa69f582e15c4d8d0d30bb56cb30f7995b87e3d733ac61be8d7b8c.png"/><Relationship Id="rIdT4ClickFrame23" Type="http://schemas.openxmlformats.org/officeDocument/2006/relationships/image" Target="../media/t4_click_31155abf72b5110f42ff5ec1e4dce5f94d20d1335f8cd0a0e11e444e7711891e.png"/><Relationship Id="rIdT4ClickFrame24" Type="http://schemas.openxmlformats.org/officeDocument/2006/relationships/image" Target="../media/t4_click_f427eb3d92ed9fc45af6690b2f36183ee86f0d8fbe7a7f5e3795c01b41c9d666.png"/><Relationship Id="rIdT4ClickFrame25" Type="http://schemas.openxmlformats.org/officeDocument/2006/relationships/image" Target="../media/t4_click_56ea3f27520ac875666630d44b5245ff0aa83c26ec0f9790cf2cb2daba2dd413.png"/><Relationship Id="rIdT4ClickFrame26" Type="http://schemas.openxmlformats.org/officeDocument/2006/relationships/image" Target="../media/t4_click_5221d5c7ab15a24284d9d3e87e4e335843e595e3484d205de2a86707780e83e8.png"/><Relationship Id="rIdT4ClickFrame27" Type="http://schemas.openxmlformats.org/officeDocument/2006/relationships/image" Target="../media/t4_click_8c61fd8cfbf6d2ef1a108a2016e90028f285c3f726a37f3e219d16834f18b5c9.png"/><Relationship Id="rIdT4ClickFrame28" Type="http://schemas.openxmlformats.org/officeDocument/2006/relationships/image" Target="../media/t4_click_134f417e56a0897530338123c76190de48f630ebd98d18c94547334d2ce80c12.png"/><Relationship Id="rIdT4ClickFrame29" Type="http://schemas.openxmlformats.org/officeDocument/2006/relationships/image" Target="../media/t4_click_a98f8141b75659e7bb4f290cf8218aa7a7551a37c99010702a94f1296154bae5.png"/><Relationship Id="rIdT4ClickFrame30" Type="http://schemas.openxmlformats.org/officeDocument/2006/relationships/image" Target="../media/t4_click_9ad2096ae8758452fba33bd66aad7aaa6f4fb56f851f3a637be8f31c22274f4c.png"/><Relationship Id="rIdT4ClickFrame31" Type="http://schemas.openxmlformats.org/officeDocument/2006/relationships/image" Target="../media/t4_click_c385b5e2d59a418d237bb18e239f95b443d70237f52f85ec3be600e71f7ef192.png"/><Relationship Id="rIdT4ClickFrame32" Type="http://schemas.openxmlformats.org/officeDocument/2006/relationships/image" Target="../media/t4_click_604dabc1b75e4b9adb4b8bb77d6c4c39213a1242c1075e270fa678bab3dd3425.png"/><Relationship Id="rIdT4ClickFrame33" Type="http://schemas.openxmlformats.org/officeDocument/2006/relationships/image" Target="../media/t4_click_ea87fe194cc1cecfcf271605010edd4dbd5c957a1fff97f22d8351fe9f20f1f1.png"/><Relationship Id="rIdT4ClickFrame34" Type="http://schemas.openxmlformats.org/officeDocument/2006/relationships/image" Target="../media/t4_click_b13273d8b8fb3d344adcb8bcbb30e11cda59ec78ab7397527d380e69ec63d711.png"/><Relationship Id="rIdT4ClickFrame35" Type="http://schemas.openxmlformats.org/officeDocument/2006/relationships/image" Target="../media/t4_click_9cf48d9e1068c271bd0219ddc5e2db236d6f93aac038871d5a50b2c810de7d09.png"/><Relationship Id="rIdT4ClickFrame36" Type="http://schemas.openxmlformats.org/officeDocument/2006/relationships/image" Target="../media/t4_click_d4e4773c51de4e70b801150264c23f264531160642680028c8fb742ba22fc2e5.png"/></Relationships>
</file>

<file path=ppt/slides/_rels/slide18.xml.rels><?xml version='1.0' encoding='UTF-8' standalone='yes'?>
<Relationships xmlns="http://schemas.openxmlformats.org/package/2006/relationships"><Relationship Type="http://schemas.openxmlformats.org/officeDocument/2006/relationships/slideLayout" Target="../slideLayouts/t3_reference_methods_slideLayout1.xml" Id="R75eb150d203a40f5"/><Relationship Type="http://schemas.openxmlformats.org/officeDocument/2006/relationships/image" Target="/ppt/media/image107.png" Id="R58442ba3608b4060"/><Relationship Type="http://schemas.openxmlformats.org/officeDocument/2006/relationships/image" Target="/ppt/media/image108.png" Id="R7af8d3f32dd2417d"/><Relationship Type="http://schemas.openxmlformats.org/officeDocument/2006/relationships/image" Target="/ppt/media/image109.png" Id="R9e07b82e598e47ef"/><Relationship Type="http://schemas.openxmlformats.org/officeDocument/2006/relationships/image" Target="/ppt/media/image110.png" Id="Rdb9150871d70468e"/><Relationship Type="http://schemas.openxmlformats.org/officeDocument/2006/relationships/image" Target="/ppt/media/image111.png" Id="Rd0928cf5165445cb"/><Relationship Type="http://schemas.openxmlformats.org/officeDocument/2006/relationships/image" Target="/ppt/media/image112.png" Id="R0984d4c8f7f14b4e"/><Relationship Type="http://schemas.openxmlformats.org/officeDocument/2006/relationships/image" Target="/ppt/media/image113.png" Id="R7a4bb873193443b4"/><Relationship Type="http://schemas.openxmlformats.org/officeDocument/2006/relationships/notesSlide" Target="/ppt/notesSlides/notesSlide18.xml" Id="Rafc022ca9e1a4d32"/><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7d03e02e61500f86eb080b0d.svg"/><Relationship Id="rIdMathSvg3" Type="http://schemas.openxmlformats.org/officeDocument/2006/relationships/image" Target="../media/t4_9e81dba12d0c3b48854b3ac4.svg"/><Relationship Id="rIdMathSvg4" Type="http://schemas.openxmlformats.org/officeDocument/2006/relationships/image" Target="../media/t4_9d0d115da3bf7255b9424f0b.svg"/><Relationship Id="rIdMathSvg5" Type="http://schemas.openxmlformats.org/officeDocument/2006/relationships/image" Target="../media/t4_d6c3cdd5b40feb927462b2db.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07.png"/><Relationship Id="rIdT4ClickFrame2" Type="http://schemas.openxmlformats.org/officeDocument/2006/relationships/image" Target="../media/t4_click_4039822b3c9b234ec24188335c229ddd53cdfc93a025a3e25b70a568f5057269.png"/><Relationship Id="rIdT4ClickFrame3" Type="http://schemas.openxmlformats.org/officeDocument/2006/relationships/image" Target="../media/t4_click_4039822b3c9b234ec24188335c229ddd53cdfc93a025a3e25b70a568f5057269.png"/><Relationship Id="rIdT4ClickFrame4" Type="http://schemas.openxmlformats.org/officeDocument/2006/relationships/image" Target="../media/t4_click_4039822b3c9b234ec24188335c229ddd53cdfc93a025a3e25b70a568f5057269.png"/><Relationship Id="rIdT4ClickFrame5" Type="http://schemas.openxmlformats.org/officeDocument/2006/relationships/image" Target="../media/t4_click_4039822b3c9b234ec24188335c229ddd53cdfc93a025a3e25b70a568f5057269.png"/><Relationship Id="rIdT4ClickFrame6" Type="http://schemas.openxmlformats.org/officeDocument/2006/relationships/image" Target="../media/t4_click_aee5c18240f52cd27513dd577beccab2fca052d1c548447554fee40eaf5e637f.png"/><Relationship Id="rIdT4ClickFrame7" Type="http://schemas.openxmlformats.org/officeDocument/2006/relationships/image" Target="../media/t4_click_aee5c18240f52cd27513dd577beccab2fca052d1c548447554fee40eaf5e637f.png"/><Relationship Id="rIdT4ClickFrame8" Type="http://schemas.openxmlformats.org/officeDocument/2006/relationships/image" Target="../media/t4_click_aee5c18240f52cd27513dd577beccab2fca052d1c548447554fee40eaf5e637f.png"/><Relationship Id="rIdT4ClickFrame9" Type="http://schemas.openxmlformats.org/officeDocument/2006/relationships/image" Target="../media/t4_click_aee5c18240f52cd27513dd577beccab2fca052d1c548447554fee40eaf5e637f.png"/><Relationship Id="rIdT4ClickFrame10" Type="http://schemas.openxmlformats.org/officeDocument/2006/relationships/image" Target="../media/t4_click_7f1266c6a107933cd8d9fc97f476191fddbb6f228c6096db99b021ac1bc32381.png"/><Relationship Id="rIdT4ClickFrame11" Type="http://schemas.openxmlformats.org/officeDocument/2006/relationships/image" Target="../media/t4_click_7f1266c6a107933cd8d9fc97f476191fddbb6f228c6096db99b021ac1bc32381.png"/><Relationship Id="rIdT4ClickFrame12" Type="http://schemas.openxmlformats.org/officeDocument/2006/relationships/image" Target="../media/t4_click_7f1266c6a107933cd8d9fc97f476191fddbb6f228c6096db99b021ac1bc32381.png"/><Relationship Id="rIdT4ClickFrame13" Type="http://schemas.openxmlformats.org/officeDocument/2006/relationships/image" Target="../media/t4_click_7f1266c6a107933cd8d9fc97f476191fddbb6f228c6096db99b021ac1bc32381.png"/><Relationship Id="rIdT4ClickFrame14" Type="http://schemas.openxmlformats.org/officeDocument/2006/relationships/image" Target="../media/t4_click_bbe6c7a6ad9637223ca884c0110dfe35fc0e6d745edc4f198fe5034eeb66e06a.png"/><Relationship Id="rIdT4ClickFrame15" Type="http://schemas.openxmlformats.org/officeDocument/2006/relationships/image" Target="../media/t4_click_bbe6c7a6ad9637223ca884c0110dfe35fc0e6d745edc4f198fe5034eeb66e06a.png"/><Relationship Id="rIdT4ClickFrame16" Type="http://schemas.openxmlformats.org/officeDocument/2006/relationships/image" Target="../media/t4_click_bbe6c7a6ad9637223ca884c0110dfe35fc0e6d745edc4f198fe5034eeb66e06a.png"/><Relationship Id="rIdT4ClickFrame17" Type="http://schemas.openxmlformats.org/officeDocument/2006/relationships/image" Target="../media/t4_click_bbe6c7a6ad9637223ca884c0110dfe35fc0e6d745edc4f198fe5034eeb66e06a.png"/><Relationship Id="rIdT4ClickFrame18" Type="http://schemas.openxmlformats.org/officeDocument/2006/relationships/image" Target="../media/t4_click_cc79a0a231ca5132a0b41392796224491084a1f3799c0aa367713c5603882c8a.png"/><Relationship Id="rIdT4ClickFrame19" Type="http://schemas.openxmlformats.org/officeDocument/2006/relationships/image" Target="../media/t4_click_cc79a0a231ca5132a0b41392796224491084a1f3799c0aa367713c5603882c8a.png"/><Relationship Id="rIdT4ClickFrame20" Type="http://schemas.openxmlformats.org/officeDocument/2006/relationships/image" Target="../media/t4_click_cc79a0a231ca5132a0b41392796224491084a1f3799c0aa367713c5603882c8a.png"/><Relationship Id="rIdT4ClickFrame21" Type="http://schemas.openxmlformats.org/officeDocument/2006/relationships/image" Target="../media/t4_click_cc79a0a231ca5132a0b41392796224491084a1f3799c0aa367713c5603882c8a.png"/><Relationship Id="rIdT4ClickFrame22" Type="http://schemas.openxmlformats.org/officeDocument/2006/relationships/image" Target="../media/t4_click_88dd65a68c7850014724b87afc9552b499445a4f84cf1d5a597d357092984055.png"/><Relationship Id="rIdT4ClickFrame23" Type="http://schemas.openxmlformats.org/officeDocument/2006/relationships/image" Target="../media/t4_click_88dd65a68c7850014724b87afc9552b499445a4f84cf1d5a597d357092984055.png"/><Relationship Id="rIdT4ClickFrame24" Type="http://schemas.openxmlformats.org/officeDocument/2006/relationships/image" Target="../media/t4_click_88dd65a68c7850014724b87afc9552b499445a4f84cf1d5a597d357092984055.png"/><Relationship Id="rIdT4ClickFrame25" Type="http://schemas.openxmlformats.org/officeDocument/2006/relationships/image" Target="../media/t4_click_88dd65a68c7850014724b87afc9552b499445a4f84cf1d5a597d357092984055.png"/><Relationship Id="rIdT4ClickFrame26" Type="http://schemas.openxmlformats.org/officeDocument/2006/relationships/image" Target="../media/t4_click_37974c848c270e0e466ec065523e5b97e99c6d457d15244ac3bfd309de3b83dc.png"/><Relationship Id="rIdT4ClickFrame27" Type="http://schemas.openxmlformats.org/officeDocument/2006/relationships/image" Target="../media/t4_click_37974c848c270e0e466ec065523e5b97e99c6d457d15244ac3bfd309de3b83dc.png"/><Relationship Id="rIdT4ClickFrame28" Type="http://schemas.openxmlformats.org/officeDocument/2006/relationships/image" Target="../media/t4_click_37974c848c270e0e466ec065523e5b97e99c6d457d15244ac3bfd309de3b83dc.png"/><Relationship Id="rIdT4ClickFrame29" Type="http://schemas.openxmlformats.org/officeDocument/2006/relationships/image" Target="../media/t4_click_37974c848c270e0e466ec065523e5b97e99c6d457d15244ac3bfd309de3b83dc.png"/><Relationship Id="rIdT4ClickFrame30" Type="http://schemas.openxmlformats.org/officeDocument/2006/relationships/image" Target="../media/t4_click_d7b9cc38b5e41d828f44673929fa1b9122ee662a6fb565a4924f862770d42b03.png"/><Relationship Id="rIdT4ClickFrame31" Type="http://schemas.openxmlformats.org/officeDocument/2006/relationships/image" Target="../media/t4_click_d7b9cc38b5e41d828f44673929fa1b9122ee662a6fb565a4924f862770d42b03.png"/><Relationship Id="rIdT4ClickFrame32" Type="http://schemas.openxmlformats.org/officeDocument/2006/relationships/image" Target="../media/t4_click_d7b9cc38b5e41d828f44673929fa1b9122ee662a6fb565a4924f862770d42b03.png"/><Relationship Id="rIdT4ClickFrame33" Type="http://schemas.openxmlformats.org/officeDocument/2006/relationships/image" Target="../media/t4_click_d7b9cc38b5e41d828f44673929fa1b9122ee662a6fb565a4924f862770d42b03.png"/><Relationship Id="rIdT4ClickFrame34" Type="http://schemas.openxmlformats.org/officeDocument/2006/relationships/image" Target="../media/t4_click_dfa4f67b379f342a9ab70b718a0df2d19ff4c94a20310893ff7097196867a997.png"/><Relationship Id="rIdT4ClickFrame35" Type="http://schemas.openxmlformats.org/officeDocument/2006/relationships/image" Target="../media/t4_click_dfa4f67b379f342a9ab70b718a0df2d19ff4c94a20310893ff7097196867a997.png"/><Relationship Id="rIdT4ClickFrame36" Type="http://schemas.openxmlformats.org/officeDocument/2006/relationships/image" Target="../media/t4_click_dfa4f67b379f342a9ab70b718a0df2d19ff4c94a20310893ff7097196867a997.png"/><Relationship Id="rIdT4ClickFrame37" Type="http://schemas.openxmlformats.org/officeDocument/2006/relationships/image" Target="../media/t4_click_dfa4f67b379f342a9ab70b718a0df2d19ff4c94a20310893ff7097196867a997.png"/></Relationships>
</file>

<file path=ppt/slides/_rels/slide19.xml.rels><?xml version='1.0' encoding='UTF-8' standalone='yes'?>
<Relationships xmlns="http://schemas.openxmlformats.org/package/2006/relationships"><Relationship Type="http://schemas.openxmlformats.org/officeDocument/2006/relationships/slideLayout" Target="../slideLayouts/t3_reference_methods_slideLayout1.xml" Id="R5f23cbff6c234abb"/><Relationship Type="http://schemas.openxmlformats.org/officeDocument/2006/relationships/image" Target="/ppt/media/image114.png" Id="R3a234779ac2f4131"/><Relationship Type="http://schemas.openxmlformats.org/officeDocument/2006/relationships/image" Target="/ppt/media/image115.png" Id="R990c435bde2b4794"/><Relationship Type="http://schemas.openxmlformats.org/officeDocument/2006/relationships/image" Target="/ppt/media/image116.png" Id="Re2b3e857e10245fa"/><Relationship Type="http://schemas.openxmlformats.org/officeDocument/2006/relationships/image" Target="/ppt/media/image117.png" Id="R920816b5a6164c93"/><Relationship Type="http://schemas.openxmlformats.org/officeDocument/2006/relationships/image" Target="/ppt/media/image118.png" Id="Rd256c21befcc43d9"/><Relationship Type="http://schemas.openxmlformats.org/officeDocument/2006/relationships/image" Target="/ppt/media/image119.png" Id="R38389f9d3d924490"/><Relationship Type="http://schemas.openxmlformats.org/officeDocument/2006/relationships/notesSlide" Target="/ppt/notesSlides/notesSlide19.xml" Id="R7cbd6fd4099743bb"/><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9d0d115da3bf7255b9424f0b.svg"/><Relationship Id="rIdMathSvg4" Type="http://schemas.openxmlformats.org/officeDocument/2006/relationships/image" Target="../media/t4_d05f5bace222664c6397cd25.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T4ClickFrame1" Type="http://schemas.openxmlformats.org/officeDocument/2006/relationships/image" Target="../media/image114.png"/><Relationship Id="rIdT4ClickFrame2" Type="http://schemas.openxmlformats.org/officeDocument/2006/relationships/image" Target="../media/t4_click_318c1cb00f507ff5331bd1a7992b77328a4ffd5696c8c42e17ab6094f75e75ca.png"/><Relationship Id="rIdT4ClickFrame3" Type="http://schemas.openxmlformats.org/officeDocument/2006/relationships/image" Target="../media/t4_click_318c1cb00f507ff5331bd1a7992b77328a4ffd5696c8c42e17ab6094f75e75ca.png"/><Relationship Id="rIdT4ClickFrame4" Type="http://schemas.openxmlformats.org/officeDocument/2006/relationships/image" Target="../media/t4_click_318c1cb00f507ff5331bd1a7992b77328a4ffd5696c8c42e17ab6094f75e75ca.png"/><Relationship Id="rIdT4ClickFrame5" Type="http://schemas.openxmlformats.org/officeDocument/2006/relationships/image" Target="../media/t4_click_318c1cb00f507ff5331bd1a7992b77328a4ffd5696c8c42e17ab6094f75e75ca.png"/><Relationship Id="rIdT4ClickFrame6" Type="http://schemas.openxmlformats.org/officeDocument/2006/relationships/image" Target="../media/t4_click_46631b1c5235808932380065678b8dcb3e2abae64eaba6ec22b14cdb6d1e5f32.png"/><Relationship Id="rIdT4ClickFrame7" Type="http://schemas.openxmlformats.org/officeDocument/2006/relationships/image" Target="../media/t4_click_46631b1c5235808932380065678b8dcb3e2abae64eaba6ec22b14cdb6d1e5f32.png"/><Relationship Id="rIdT4ClickFrame8" Type="http://schemas.openxmlformats.org/officeDocument/2006/relationships/image" Target="../media/t4_click_46631b1c5235808932380065678b8dcb3e2abae64eaba6ec22b14cdb6d1e5f32.png"/><Relationship Id="rIdT4ClickFrame9" Type="http://schemas.openxmlformats.org/officeDocument/2006/relationships/image" Target="../media/t4_click_46631b1c5235808932380065678b8dcb3e2abae64eaba6ec22b14cdb6d1e5f32.png"/><Relationship Id="rIdT4ClickFrame10" Type="http://schemas.openxmlformats.org/officeDocument/2006/relationships/image" Target="../media/t4_click_443551487877fe422b10a9fa62bf3433536bb6878ddafce5f24a521fe54e3a29.png"/><Relationship Id="rIdT4ClickFrame11" Type="http://schemas.openxmlformats.org/officeDocument/2006/relationships/image" Target="../media/t4_click_443551487877fe422b10a9fa62bf3433536bb6878ddafce5f24a521fe54e3a29.png"/><Relationship Id="rIdT4ClickFrame12" Type="http://schemas.openxmlformats.org/officeDocument/2006/relationships/image" Target="../media/t4_click_443551487877fe422b10a9fa62bf3433536bb6878ddafce5f24a521fe54e3a29.png"/><Relationship Id="rIdT4ClickFrame13" Type="http://schemas.openxmlformats.org/officeDocument/2006/relationships/image" Target="../media/t4_click_443551487877fe422b10a9fa62bf3433536bb6878ddafce5f24a521fe54e3a29.png"/><Relationship Id="rIdT4ClickFrame14" Type="http://schemas.openxmlformats.org/officeDocument/2006/relationships/image" Target="../media/t4_click_7ed7e72b18667dde6e6f8eb965f021cc7e4d658dbc2891c584edcbfa2ae1759e.png"/><Relationship Id="rIdT4ClickFrame15" Type="http://schemas.openxmlformats.org/officeDocument/2006/relationships/image" Target="../media/t4_click_7ed7e72b18667dde6e6f8eb965f021cc7e4d658dbc2891c584edcbfa2ae1759e.png"/><Relationship Id="rIdT4ClickFrame16" Type="http://schemas.openxmlformats.org/officeDocument/2006/relationships/image" Target="../media/t4_click_7ed7e72b18667dde6e6f8eb965f021cc7e4d658dbc2891c584edcbfa2ae1759e.png"/><Relationship Id="rIdT4ClickFrame17" Type="http://schemas.openxmlformats.org/officeDocument/2006/relationships/image" Target="../media/t4_click_7ed7e72b18667dde6e6f8eb965f021cc7e4d658dbc2891c584edcbfa2ae1759e.png"/><Relationship Id="rIdT4ClickFrame18" Type="http://schemas.openxmlformats.org/officeDocument/2006/relationships/image" Target="../media/t4_click_4c8c7f82c4461bd4fe11ffc874a1ba669d37070f288593010dd5bcb5a260e59b.png"/><Relationship Id="rIdT4ClickFrame19" Type="http://schemas.openxmlformats.org/officeDocument/2006/relationships/image" Target="../media/t4_click_4c8c7f82c4461bd4fe11ffc874a1ba669d37070f288593010dd5bcb5a260e59b.png"/><Relationship Id="rIdT4ClickFrame20" Type="http://schemas.openxmlformats.org/officeDocument/2006/relationships/image" Target="../media/t4_click_4c8c7f82c4461bd4fe11ffc874a1ba669d37070f288593010dd5bcb5a260e59b.png"/><Relationship Id="rIdT4ClickFrame21" Type="http://schemas.openxmlformats.org/officeDocument/2006/relationships/image" Target="../media/t4_click_4c8c7f82c4461bd4fe11ffc874a1ba669d37070f288593010dd5bcb5a260e59b.png"/><Relationship Id="rIdT4ClickFrame22" Type="http://schemas.openxmlformats.org/officeDocument/2006/relationships/image" Target="../media/t4_click_bd9339063e459ec02d4bf0356cc711ada2afafece040cd3607afa7945597e67b.png"/><Relationship Id="rIdT4ClickFrame23" Type="http://schemas.openxmlformats.org/officeDocument/2006/relationships/image" Target="../media/t4_click_bd9339063e459ec02d4bf0356cc711ada2afafece040cd3607afa7945597e67b.png"/><Relationship Id="rIdT4ClickFrame24" Type="http://schemas.openxmlformats.org/officeDocument/2006/relationships/image" Target="../media/t4_click_bd9339063e459ec02d4bf0356cc711ada2afafece040cd3607afa7945597e67b.png"/><Relationship Id="rIdT4ClickFrame25" Type="http://schemas.openxmlformats.org/officeDocument/2006/relationships/image" Target="../media/t4_click_bd9339063e459ec02d4bf0356cc711ada2afafece040cd3607afa7945597e67b.png"/><Relationship Id="rIdT4ClickFrame26" Type="http://schemas.openxmlformats.org/officeDocument/2006/relationships/image" Target="../media/t4_click_667e7ae66485784010c01b1185847059f98c311b3d7ac05450258cb36ba1868f.png"/><Relationship Id="rIdT4ClickFrame27" Type="http://schemas.openxmlformats.org/officeDocument/2006/relationships/image" Target="../media/t4_click_667e7ae66485784010c01b1185847059f98c311b3d7ac05450258cb36ba1868f.png"/><Relationship Id="rIdT4ClickFrame28" Type="http://schemas.openxmlformats.org/officeDocument/2006/relationships/image" Target="../media/t4_click_667e7ae66485784010c01b1185847059f98c311b3d7ac05450258cb36ba1868f.png"/><Relationship Id="rIdT4ClickFrame29" Type="http://schemas.openxmlformats.org/officeDocument/2006/relationships/image" Target="../media/t4_click_667e7ae66485784010c01b1185847059f98c311b3d7ac05450258cb36ba1868f.png"/><Relationship Id="rIdT4ClickFrame30" Type="http://schemas.openxmlformats.org/officeDocument/2006/relationships/image" Target="../media/t4_click_cce6c05ad24e4df0636fabb89c6095478623a3ed012592b5607fefe2f52902c4.png"/><Relationship Id="rIdT4ClickFrame31" Type="http://schemas.openxmlformats.org/officeDocument/2006/relationships/image" Target="../media/t4_click_cce6c05ad24e4df0636fabb89c6095478623a3ed012592b5607fefe2f52902c4.png"/><Relationship Id="rIdT4ClickFrame32" Type="http://schemas.openxmlformats.org/officeDocument/2006/relationships/image" Target="../media/t4_click_cce6c05ad24e4df0636fabb89c6095478623a3ed012592b5607fefe2f52902c4.png"/><Relationship Id="rIdT4ClickFrame33" Type="http://schemas.openxmlformats.org/officeDocument/2006/relationships/image" Target="../media/t4_click_cce6c05ad24e4df0636fabb89c6095478623a3ed012592b5607fefe2f52902c4.png"/><Relationship Id="rIdT4ClickFrame34" Type="http://schemas.openxmlformats.org/officeDocument/2006/relationships/image" Target="../media/t4_click_9271e312332f1c7e98c90436d83f603be976ab7903131853b428ce01cc6ca0b9.png"/><Relationship Id="rIdT4ClickFrame35" Type="http://schemas.openxmlformats.org/officeDocument/2006/relationships/image" Target="../media/t4_click_9271e312332f1c7e98c90436d83f603be976ab7903131853b428ce01cc6ca0b9.png"/><Relationship Id="rIdT4ClickFrame36" Type="http://schemas.openxmlformats.org/officeDocument/2006/relationships/image" Target="../media/t4_click_9271e312332f1c7e98c90436d83f603be976ab7903131853b428ce01cc6ca0b9.png"/><Relationship Id="rIdT4ClickFrame37" Type="http://schemas.openxmlformats.org/officeDocument/2006/relationships/image" Target="../media/t4_click_9271e312332f1c7e98c90436d83f603be976ab7903131853b428ce01cc6ca0b9.png"/></Relationships>
</file>

<file path=ppt/slides/_rels/slide20.xml.rels><?xml version='1.0' encoding='UTF-8' standalone='yes'?>
<Relationships xmlns="http://schemas.openxmlformats.org/package/2006/relationships"><Relationship Type="http://schemas.openxmlformats.org/officeDocument/2006/relationships/slideLayout" Target="../slideLayouts/t3_reference_methods_slideLayout1.xml" Id="R73c28b14da344990"/><Relationship Type="http://schemas.openxmlformats.org/officeDocument/2006/relationships/image" Target="/ppt/media/image120.png" Id="R2363501f1ba74feb"/><Relationship Type="http://schemas.openxmlformats.org/officeDocument/2006/relationships/image" Target="/ppt/media/image121.png" Id="R37f9eb21bc944864"/><Relationship Type="http://schemas.openxmlformats.org/officeDocument/2006/relationships/image" Target="/ppt/media/image122.png" Id="Rf455a8dccc824da8"/><Relationship Type="http://schemas.openxmlformats.org/officeDocument/2006/relationships/image" Target="/ppt/media/image123.png" Id="Rb9a5e654668e473e"/><Relationship Type="http://schemas.openxmlformats.org/officeDocument/2006/relationships/notesSlide" Target="/ppt/notesSlides/notesSlide20.xml" Id="R9b73d997c3534640"/><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MathSvg3" Type="http://schemas.openxmlformats.org/officeDocument/2006/relationships/image" Target="../media/t4_7879cd61041524e37dab97d5.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6.xml"/><Relationship Id="rIdNav5" Type="http://schemas.openxmlformats.org/officeDocument/2006/relationships/slide" Target="slide10.xml"/><Relationship Id="rIdNav6" Type="http://schemas.openxmlformats.org/officeDocument/2006/relationships/slide" Target="slide17.xml"/><Relationship Id="rIdNav7" Type="http://schemas.openxmlformats.org/officeDocument/2006/relationships/slide" Target="slide18.xml"/></Relationships>
</file>

<file path=ppt/slides/_rels/slide21.xml.rels><?xml version='1.0' encoding='UTF-8' standalone='yes'?>
<Relationships xmlns="http://schemas.openxmlformats.org/package/2006/relationships"><Relationship Type="http://schemas.openxmlformats.org/officeDocument/2006/relationships/slideLayout" Target="../slideLayouts/t3_reference_methods_slideLayout1.xml" Id="R7a8b77f6a2b94c00"/><Relationship Type="http://schemas.openxmlformats.org/officeDocument/2006/relationships/image" Target="/ppt/media/image124.png" Id="Rd76cd021c31f48fe"/><Relationship Type="http://schemas.openxmlformats.org/officeDocument/2006/relationships/image" Target="/ppt/media/image125.png" Id="Ra0b361f99e344023"/><Relationship Type="http://schemas.openxmlformats.org/officeDocument/2006/relationships/image" Target="/ppt/media/image126.png" Id="R4315645f41224964"/><Relationship Type="http://schemas.openxmlformats.org/officeDocument/2006/relationships/notesSlide" Target="/ppt/notesSlides/notesSlide21.xml" Id="R63c16721452b4b57"/><Relationship Id="rIdMathSvg0" Type="http://schemas.openxmlformats.org/officeDocument/2006/relationships/image" Target="../media/t4_66d2076dffc94f6f1ddf7957.svg"/><Relationship Id="rIdMathSvg1" Type="http://schemas.openxmlformats.org/officeDocument/2006/relationships/image" Target="../media/t4_0edcac1918780ba44e70a100.svg"/><Relationship Id="rIdMathSvg2" Type="http://schemas.openxmlformats.org/officeDocument/2006/relationships/image" Target="../media/t4_bb51755be4702c06a87f9550.svg"/><Relationship Id="rIdNav0" Type="http://schemas.openxmlformats.org/officeDocument/2006/relationships/slide" Target="slide20.xml"/><Relationship Id="rIdNav1" Type="http://schemas.openxmlformats.org/officeDocument/2006/relationships/slide" Target="slide5.xml"/><Relationship Id="rIdNav2" Type="http://schemas.openxmlformats.org/officeDocument/2006/relationships/slide" Target="slide9.xml"/><Relationship Id="rIdNav3" Type="http://schemas.openxmlformats.org/officeDocument/2006/relationships/slide" Target="slide13.xml"/><Relationship Id="rIdNav4" Type="http://schemas.openxmlformats.org/officeDocument/2006/relationships/slide" Target="slide4.xml"/></Relationships>
</file>

<file path=ppt/slides/_rels/slide22.xml.rels><?xml version='1.0' encoding='UTF-8' standalone='yes'?>
<Relationships xmlns="http://schemas.openxmlformats.org/package/2006/relationships"><Relationship Type="http://schemas.openxmlformats.org/officeDocument/2006/relationships/slideLayout" Target="../slideLayouts/t3_reference_methods_slideLayout1.xml" Id="R625a972803cc4964"/><Relationship Type="http://schemas.openxmlformats.org/officeDocument/2006/relationships/image" Target="/ppt/media/image127.png" Id="Rf735ab7f47d849bf"/><Relationship Type="http://schemas.openxmlformats.org/officeDocument/2006/relationships/image" Target="/ppt/media/image128.png" Id="R6a8975d227f9459d"/><Relationship Type="http://schemas.openxmlformats.org/officeDocument/2006/relationships/image" Target="/ppt/media/image129.png" Id="Rc938fea139f24fe1"/><Relationship Type="http://schemas.openxmlformats.org/officeDocument/2006/relationships/image" Target="/ppt/media/image130.png" Id="R8c9dba2b257747f4"/><Relationship Type="http://schemas.openxmlformats.org/officeDocument/2006/relationships/image" Target="/ppt/media/image131.png" Id="Rf614477df8484ef4"/><Relationship Type="http://schemas.openxmlformats.org/officeDocument/2006/relationships/notesSlide" Target="/ppt/notesSlides/notesSlide22.xml" Id="Re5c4056cdfdc4002"/><Relationship Id="rIdMathSvg0" Type="http://schemas.openxmlformats.org/officeDocument/2006/relationships/image" Target="../media/t4_a01eb22b5ecdfd9a2f074396.svg"/><Relationship Id="rIdMathSvg1" Type="http://schemas.openxmlformats.org/officeDocument/2006/relationships/image" Target="../media/t4_0edcac1918780ba44e70a100.svg"/><Relationship Id="rIdMathSvg2" Type="http://schemas.openxmlformats.org/officeDocument/2006/relationships/image" Target="../media/t4_ff90c92e0b9226fbde254757.svg"/><Relationship Id="rIdMathSvg3" Type="http://schemas.openxmlformats.org/officeDocument/2006/relationships/image" Target="../media/t4_bb51755be4702c06a87f9550.svg"/><Relationship Id="rIdMathSvg4" Type="http://schemas.openxmlformats.org/officeDocument/2006/relationships/image" Target="../media/t4_a551269fb89241b120066cde.svg"/><Relationship Id="rIdNav0" Type="http://schemas.openxmlformats.org/officeDocument/2006/relationships/slide" Target="slide20.xml"/></Relationships>
</file>

<file path=ppt/slides/_rels/slide23.xml.rels><?xml version='1.0' encoding='UTF-8' standalone='yes'?>
<Relationships xmlns="http://schemas.openxmlformats.org/package/2006/relationships"><Relationship Type="http://schemas.openxmlformats.org/officeDocument/2006/relationships/slideLayout" Target="../slideLayouts/t3_reference_methods_slideLayout1.xml" Id="Rd2470673bf7542bc"/><Relationship Type="http://schemas.openxmlformats.org/officeDocument/2006/relationships/notesSlide" Target="/ppt/notesSlides/notesSlide23.xml" Id="Rc8a1dcb617e04189"/><Relationship Id="rIdNav0" Type="http://schemas.openxmlformats.org/officeDocument/2006/relationships/slide" Target="slide4.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course">
            <a:extLst xmlns:a="http://schemas.openxmlformats.org/drawingml/2006/main">
              <a:ext uri="{FF2B5EF4-FFF2-40B4-BE49-F238E27FC236}">
                <a16:creationId xmlns:a16="http://schemas.microsoft.com/office/drawing/2014/main" id="{36F4319B-77BE-428C-9461-DD855B8FDA84}"/>
              </a:ext>
            </a:extLst>
          </p:cNvPr>
          <p:cNvSpPr>
            <a:spLocks xmlns:a="http://schemas.openxmlformats.org/drawingml/2006/main" noGrp="1"/>
          </p:cNvSpPr>
          <p:nvPr/>
        </p:nvSpPr>
        <p:spPr>
          <a:xfrm xmlns:a="http://schemas.openxmlformats.org/drawingml/2006/main">
            <a:off x="952500" y="2000250"/>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250" b="0" i="0">
                <a:solidFill>
                  <a:srgbClr val="202020"/>
                </a:solidFill>
                <a:latin typeface="Times New Roman"/>
                <a:ea typeface="Times New Roman"/>
                <a:cs typeface="Times New Roman"/>
              </a:defRPr>
            </a:pPr>
            <a:r>
              <a:rPr sz="2250" b="0" i="0">
                <a:solidFill>
                  <a:srgbClr val="202020"/>
                </a:solidFill>
                <a:latin typeface="Times New Roman"/>
                <a:ea typeface="Times New Roman"/>
                <a:cs typeface="Times New Roman"/>
              </a:rPr>
              <a:t>ELEG2310B</a:t>
            </a:r>
          </a:p>
        </p:txBody>
      </p:sp>
      <p:sp>
        <p:nvSpPr>
          <p:cNvPr id="3"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28D3C849-FCDB-4A5C-AC30-6B5F6579C048}"/>
              </a:ext>
            </a:extLst>
          </p:cNvPr>
          <p:cNvSpPr>
            <a:spLocks xmlns:a="http://schemas.openxmlformats.org/drawingml/2006/main" noGrp="1"/>
          </p:cNvSpPr>
          <p:nvPr/>
        </p:nvSpPr>
        <p:spPr>
          <a:xfrm xmlns:a="http://schemas.openxmlformats.org/drawingml/2006/main">
            <a:off x="952500" y="2714625"/>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4200" b="1" i="0">
                <a:solidFill>
                  <a:srgbClr val="202020"/>
                </a:solidFill>
                <a:latin typeface="Times New Roman"/>
                <a:ea typeface="Times New Roman"/>
                <a:cs typeface="Times New Roman"/>
              </a:defRPr>
            </a:pPr>
            <a:r>
              <a:rPr sz="4200" b="1" i="0">
                <a:solidFill>
                  <a:srgbClr val="202020"/>
                </a:solidFill>
                <a:latin typeface="Times New Roman"/>
                <a:ea typeface="Times New Roman"/>
                <a:cs typeface="Times New Roman"/>
              </a:rPr>
              <a:t>Tutorial 5</a:t>
            </a:r>
          </a:p>
        </p:txBody>
      </p:sp>
      <p:sp>
        <p:nvSpPr>
          <p:cNvPr id="4" name="topic">
            <a:extLst xmlns:a="http://schemas.openxmlformats.org/drawingml/2006/main">
              <a:ext uri="{FF2B5EF4-FFF2-40B4-BE49-F238E27FC236}">
                <a16:creationId xmlns:a16="http://schemas.microsoft.com/office/drawing/2014/main" id="{ED522314-16FE-43F8-A857-27433F8972CD}"/>
              </a:ext>
            </a:extLst>
          </p:cNvPr>
          <p:cNvSpPr>
            <a:spLocks xmlns:a="http://schemas.openxmlformats.org/drawingml/2006/main" noGrp="1"/>
          </p:cNvSpPr>
          <p:nvPr/>
        </p:nvSpPr>
        <p:spPr>
          <a:xfrm xmlns:a="http://schemas.openxmlformats.org/drawingml/2006/main">
            <a:off x="952500" y="3619500"/>
            <a:ext cx="10287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550" b="0" i="0">
                <a:solidFill>
                  <a:srgbClr val="202020"/>
                </a:solidFill>
                <a:latin typeface="Times New Roman"/>
                <a:ea typeface="Times New Roman"/>
                <a:cs typeface="Times New Roman"/>
              </a:defRPr>
            </a:pPr>
            <a:r>
              <a:rPr sz="2550" b="0" i="0">
                <a:solidFill>
                  <a:srgbClr val="202020"/>
                </a:solidFill>
                <a:latin typeface="Times New Roman"/>
                <a:ea typeface="Times New Roman"/>
                <a:cs typeface="Times New Roman"/>
              </a:rPr>
              <a:t>Pulse Modulation</a:t>
            </a:r>
          </a:p>
        </p:txBody>
      </p:sp>
      <p:sp>
        <p:nvSpPr>
          <p:cNvPr id="5" name="assistants">
            <a:extLst xmlns:a="http://schemas.openxmlformats.org/drawingml/2006/main">
              <a:ext uri="{FF2B5EF4-FFF2-40B4-BE49-F238E27FC236}">
                <a16:creationId xmlns:a16="http://schemas.microsoft.com/office/drawing/2014/main" id="{4A45DBF1-C355-4601-B41A-C731E05988CD}"/>
              </a:ext>
            </a:extLst>
          </p:cNvPr>
          <p:cNvSpPr>
            <a:spLocks xmlns:a="http://schemas.openxmlformats.org/drawingml/2006/main" noGrp="1"/>
          </p:cNvSpPr>
          <p:nvPr/>
        </p:nvSpPr>
        <p:spPr>
          <a:xfrm xmlns:a="http://schemas.openxmlformats.org/drawingml/2006/main">
            <a:off x="952500" y="466725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Teaching Assistants: WANG, Runbang; TIAN, Feng</a:t>
            </a:r>
          </a:p>
        </p:txBody>
      </p:sp>
      <p:sp>
        <p:nvSpPr>
          <p:cNvPr id="6" name="email">
            <a:extLst xmlns:a="http://schemas.openxmlformats.org/drawingml/2006/main">
              <a:ext uri="{FF2B5EF4-FFF2-40B4-BE49-F238E27FC236}">
                <a16:creationId xmlns:a16="http://schemas.microsoft.com/office/drawing/2014/main" id="{D1888DB4-5417-4A8A-A2BA-5C01069F68B2}"/>
              </a:ext>
            </a:extLst>
          </p:cNvPr>
          <p:cNvSpPr>
            <a:spLocks xmlns:a="http://schemas.openxmlformats.org/drawingml/2006/main" noGrp="1"/>
          </p:cNvSpPr>
          <p:nvPr/>
        </p:nvSpPr>
        <p:spPr>
          <a:xfrm xmlns:a="http://schemas.openxmlformats.org/drawingml/2006/main">
            <a:off x="952500" y="514350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818014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4925c9d800124bea">
            <a:extLst>
              <a:ext uri="{96DAC541-7B7A-43D3-8B79-37D633B846F1}">
                <asvg:svgBlip xmlns:asvg="http://schemas.microsoft.com/office/drawing/2016/SVG/main" r:embed="rIdLatex21"/>
              </a:ext>
            </a:extLst>
          </a:blip>
          <a:stretch xmlns:a="http://schemas.openxmlformats.org/drawingml/2006/main"/>
        </p:blipFill>
        <p:spPr>
          <a:xfrm xmlns:a="http://schemas.openxmlformats.org/drawingml/2006/main">
            <a:off x="83724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92919328109b4ee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43005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bb79f116db4448ec">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69665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13a354839d804482">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1017174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07A2A795-5D68-4292-A836-0BAB9A9ADAA1}"/>
              </a:ext>
            </a:extLst>
          </p:cNvPr>
          <p:cNvSpPr>
            <a:spLocks xmlns:a="http://schemas.openxmlformats.org/drawingml/2006/main" noGrp="1"/>
          </p:cNvSpPr>
          <p:nvPr/>
        </p:nvSpPr>
        <p:spPr>
          <a:xfrm xmlns:a="http://schemas.openxmlformats.org/drawingml/2006/main">
            <a:off x="22383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0755AA5A-86FC-4B1E-B249-69F49048F7DB}"/>
              </a:ext>
            </a:extLst>
          </p:cNvPr>
          <p:cNvSpPr>
            <a:spLocks xmlns:a="http://schemas.openxmlformats.org/drawingml/2006/main" noGrp="1"/>
          </p:cNvSpPr>
          <p:nvPr/>
        </p:nvSpPr>
        <p:spPr>
          <a:xfrm xmlns:a="http://schemas.openxmlformats.org/drawingml/2006/main" rot="5400000">
            <a:off x="3924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channel_shaft">
            <a:extLst xmlns:a="http://schemas.openxmlformats.org/drawingml/2006/main">
              <a:ext uri="{FF2B5EF4-FFF2-40B4-BE49-F238E27FC236}">
                <a16:creationId xmlns:a16="http://schemas.microsoft.com/office/drawing/2014/main" id="{F11663F5-0720-4FBC-BDB7-D4C8B9945B00}"/>
              </a:ext>
            </a:extLst>
          </p:cNvPr>
          <p:cNvSpPr>
            <a:spLocks xmlns:a="http://schemas.openxmlformats.org/drawingml/2006/main" noGrp="1"/>
          </p:cNvSpPr>
          <p:nvPr/>
        </p:nvSpPr>
        <p:spPr>
          <a:xfrm xmlns:a="http://schemas.openxmlformats.org/drawingml/2006/main">
            <a:off x="5505450" y="3429000"/>
            <a:ext cx="111442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channel_head">
            <a:extLst xmlns:a="http://schemas.openxmlformats.org/drawingml/2006/main">
              <a:ext uri="{FF2B5EF4-FFF2-40B4-BE49-F238E27FC236}">
                <a16:creationId xmlns:a16="http://schemas.microsoft.com/office/drawing/2014/main" id="{4AD32299-6BF7-4F88-8D9D-93ADE87DA39A}"/>
              </a:ext>
            </a:extLst>
          </p:cNvPr>
          <p:cNvSpPr>
            <a:spLocks xmlns:a="http://schemas.openxmlformats.org/drawingml/2006/main" noGrp="1"/>
          </p:cNvSpPr>
          <p:nvPr/>
        </p:nvSpPr>
        <p:spPr>
          <a:xfrm xmlns:a="http://schemas.openxmlformats.org/drawingml/2006/main" rot="5400000">
            <a:off x="65913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9" name="!!rx_shaft">
            <a:extLst xmlns:a="http://schemas.openxmlformats.org/drawingml/2006/main">
              <a:ext uri="{FF2B5EF4-FFF2-40B4-BE49-F238E27FC236}">
                <a16:creationId xmlns:a16="http://schemas.microsoft.com/office/drawing/2014/main" id="{BF99EAC6-D117-405F-8E1A-1B346F2FD8E5}"/>
              </a:ext>
            </a:extLst>
          </p:cNvPr>
          <p:cNvSpPr>
            <a:spLocks xmlns:a="http://schemas.openxmlformats.org/drawingml/2006/main" noGrp="1"/>
          </p:cNvSpPr>
          <p:nvPr/>
        </p:nvSpPr>
        <p:spPr>
          <a:xfrm xmlns:a="http://schemas.openxmlformats.org/drawingml/2006/main">
            <a:off x="8143875" y="3429000"/>
            <a:ext cx="1714500"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10" name="!!rx_head">
            <a:extLst xmlns:a="http://schemas.openxmlformats.org/drawingml/2006/main">
              <a:ext uri="{FF2B5EF4-FFF2-40B4-BE49-F238E27FC236}">
                <a16:creationId xmlns:a16="http://schemas.microsoft.com/office/drawing/2014/main" id="{8A4AE472-FB5C-4206-A34C-797EE16DCC26}"/>
              </a:ext>
            </a:extLst>
          </p:cNvPr>
          <p:cNvSpPr>
            <a:spLocks xmlns:a="http://schemas.openxmlformats.org/drawingml/2006/main" noGrp="1"/>
          </p:cNvSpPr>
          <p:nvPr/>
        </p:nvSpPr>
        <p:spPr>
          <a:xfrm xmlns:a="http://schemas.openxmlformats.org/drawingml/2006/main" rot="5400000">
            <a:off x="9829800"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11" name="!!tx_label">
            <a:extLst xmlns:a="http://schemas.openxmlformats.org/drawingml/2006/main">
              <a:ext uri="{FF2B5EF4-FFF2-40B4-BE49-F238E27FC236}">
                <a16:creationId xmlns:a16="http://schemas.microsoft.com/office/drawing/2014/main" id="{21C29262-F7AE-48E7-8C56-E72BE80A75A2}"/>
              </a:ext>
            </a:extLst>
          </p:cNvPr>
          <p:cNvSpPr>
            <a:spLocks xmlns:a="http://schemas.openxmlformats.org/drawingml/2006/main" noGrp="1"/>
          </p:cNvSpPr>
          <p:nvPr/>
        </p:nvSpPr>
        <p:spPr>
          <a:xfrm xmlns:a="http://schemas.openxmlformats.org/drawingml/2006/main">
            <a:off x="21526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Modulation</a:t>
            </a:r>
          </a:p>
        </p:txBody>
      </p:sp>
      <p:sp>
        <p:nvSpPr>
          <p:cNvPr id="12" name="!!channel_label">
            <a:extLst xmlns:a="http://schemas.openxmlformats.org/drawingml/2006/main">
              <a:ext uri="{FF2B5EF4-FFF2-40B4-BE49-F238E27FC236}">
                <a16:creationId xmlns:a16="http://schemas.microsoft.com/office/drawing/2014/main" id="{5C8C049F-B5EE-474F-A508-1D6310D7F25A}"/>
              </a:ext>
            </a:extLst>
          </p:cNvPr>
          <p:cNvSpPr>
            <a:spLocks xmlns:a="http://schemas.openxmlformats.org/drawingml/2006/main" noGrp="1"/>
          </p:cNvSpPr>
          <p:nvPr/>
        </p:nvSpPr>
        <p:spPr>
          <a:xfrm xmlns:a="http://schemas.openxmlformats.org/drawingml/2006/main">
            <a:off x="5219700" y="2600325"/>
            <a:ext cx="17621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Transmission</a:t>
            </a:r>
          </a:p>
        </p:txBody>
      </p:sp>
      <p:sp>
        <p:nvSpPr>
          <p:cNvPr id="13" name="!!rx_label">
            <a:extLst xmlns:a="http://schemas.openxmlformats.org/drawingml/2006/main">
              <a:ext uri="{FF2B5EF4-FFF2-40B4-BE49-F238E27FC236}">
                <a16:creationId xmlns:a16="http://schemas.microsoft.com/office/drawing/2014/main" id="{7674CE2B-C67A-428B-86B2-0DE07245DF50}"/>
              </a:ext>
            </a:extLst>
          </p:cNvPr>
          <p:cNvSpPr>
            <a:spLocks xmlns:a="http://schemas.openxmlformats.org/drawingml/2006/main" noGrp="1"/>
          </p:cNvSpPr>
          <p:nvPr/>
        </p:nvSpPr>
        <p:spPr>
          <a:xfrm xmlns:a="http://schemas.openxmlformats.org/drawingml/2006/main">
            <a:off x="8058150" y="2600325"/>
            <a:ext cx="1952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i="0">
                <a:solidFill>
                  <a:srgbClr val="000000"/>
                </a:solidFill>
                <a:latin typeface="Times New Roman"/>
                <a:ea typeface="Times New Roman"/>
                <a:cs typeface="Times New Roman"/>
              </a:defRPr>
            </a:pPr>
            <a:r>
              <a:rPr sz="1800" b="0" i="0">
                <a:solidFill>
                  <a:srgbClr val="000000"/>
                </a:solidFill>
                <a:latin typeface="Times New Roman"/>
                <a:ea typeface="Times New Roman"/>
                <a:cs typeface="Times New Roman"/>
              </a:rPr>
              <a:t>Demodulation</a:t>
            </a:r>
          </a:p>
        </p:txBody>
      </p:sp>
      <p:sp>
        <p:nvSpPr>
          <p:cNvPr id="14" name="!!ideal_label">
            <a:extLst xmlns:a="http://schemas.openxmlformats.org/drawingml/2006/main">
              <a:ext uri="{FF2B5EF4-FFF2-40B4-BE49-F238E27FC236}">
                <a16:creationId xmlns:a16="http://schemas.microsoft.com/office/drawing/2014/main" id="{79178F8B-48AA-443D-AD59-E9CF61B4241C}"/>
              </a:ext>
            </a:extLst>
          </p:cNvPr>
          <p:cNvSpPr>
            <a:spLocks xmlns:a="http://schemas.openxmlformats.org/drawingml/2006/main" noGrp="1"/>
          </p:cNvSpPr>
          <p:nvPr/>
        </p:nvSpPr>
        <p:spPr>
          <a:xfrm xmlns:a="http://schemas.openxmlformats.org/drawingml/2006/main">
            <a:off x="4667250" y="421957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75" b="0" i="0">
                <a:solidFill>
                  <a:srgbClr val="000000"/>
                </a:solidFill>
                <a:latin typeface="Times New Roman"/>
                <a:ea typeface="Times New Roman"/>
                <a:cs typeface="Times New Roman"/>
              </a:defRPr>
            </a:pPr>
            <a:r>
              <a:rPr sz="1875" b="0" i="0">
                <a:solidFill>
                  <a:srgbClr val="000000"/>
                </a:solidFill>
                <a:latin typeface="Times New Roman"/>
                <a:ea typeface="Times New Roman"/>
                <a:cs typeface="Times New Roman"/>
              </a:rPr>
              <a:t>Ideal channel</a:t>
            </a:r>
          </a:p>
        </p:txBody>
      </p:sp>
      <p:pic>
        <p:nvPicPr>
          <p:cNvPr id="15" name="!!ideal_equation" descr="LaTeX formula: !!ideal_equation"/>
          <p:cNvPicPr>
            <a:picLocks xmlns:a="http://schemas.openxmlformats.org/drawingml/2006/main" noChangeAspect="1"/>
          </p:cNvPicPr>
          <p:nvPr/>
        </p:nvPicPr>
        <p:blipFill>
          <a:blip xmlns:r="http://schemas.openxmlformats.org/officeDocument/2006/relationships" xmlns:a="http://schemas.openxmlformats.org/drawingml/2006/main" r:embed="Rc8fa9ac29cd84330">
            <a:extLst>
              <a:ext uri="{96DAC541-7B7A-43D3-8B79-37D633B846F1}">
                <asvg:svgBlip xmlns:asvg="http://schemas.microsoft.com/office/drawing/2016/SVG/main" r:embed="rIdLatex15"/>
              </a:ext>
            </a:extLst>
          </a:blip>
          <a:stretch xmlns:a="http://schemas.openxmlformats.org/drawingml/2006/main"/>
        </p:blipFill>
        <p:spPr>
          <a:xfrm xmlns:a="http://schemas.openxmlformats.org/drawingml/2006/main">
            <a:off x="5075873" y="4745222"/>
            <a:ext cx="2040255" cy="396506"/>
          </a:xfrm>
          <a:prstGeom xmlns:a="http://schemas.openxmlformats.org/drawingml/2006/main" prst="rect">
            <a:avLst/>
          </a:prstGeom>
        </p:spPr>
      </p:pic>
    </p:spTree>
    <p:extLst>
      <p:ext uri="{BB962C8B-B14F-4D97-AF65-F5344CB8AC3E}">
        <p14:creationId xmlns:p14="http://schemas.microsoft.com/office/powerpoint/2010/main" val="89040546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b951595dc83247cb">
            <a:extLst>
              <a:ext uri="{96DAC541-7B7A-43D3-8B79-37D633B846F1}">
                <asvg:svgBlip xmlns:asvg="http://schemas.microsoft.com/office/drawing/2016/SVG/main" r:embed="rIdLatex13"/>
              </a:ext>
            </a:extLst>
          </a:blip>
          <a:stretch xmlns:a="http://schemas.openxmlformats.org/drawingml/2006/main"/>
        </p:blipFill>
        <p:spPr>
          <a:xfrm xmlns:a="http://schemas.openxmlformats.org/drawingml/2006/main">
            <a:off x="1694498" y="3171847"/>
            <a:ext cx="1183005" cy="514305"/>
          </a:xfrm>
          <a:prstGeom xmlns:a="http://schemas.openxmlformats.org/drawingml/2006/main" prst="rect">
            <a:avLst/>
          </a:prstGeom>
        </p:spPr>
      </p:pic>
      <p:pic>
        <p:nvPicPr>
          <p:cNvPr id="2" name="!!signal" descr="LaTeX formula: !!signal"/>
          <p:cNvPicPr>
            <a:picLocks xmlns:a="http://schemas.openxmlformats.org/drawingml/2006/main" noChangeAspect="1"/>
          </p:cNvPicPr>
          <p:nvPr/>
        </p:nvPicPr>
        <p:blipFill>
          <a:blip xmlns:r="http://schemas.openxmlformats.org/officeDocument/2006/relationships" xmlns:a="http://schemas.openxmlformats.org/drawingml/2006/main" r:embed="R6cc5d1d750464093">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634066" y="3171825"/>
            <a:ext cx="923868" cy="514350"/>
          </a:xfrm>
          <a:prstGeom xmlns:a="http://schemas.openxmlformats.org/drawingml/2006/main" prst="rect">
            <a:avLst/>
          </a:prstGeom>
        </p:spPr>
      </p:pic>
      <p:pic>
        <p:nvPicPr>
          <p:cNvPr id="3" name="!!received" descr="LaTeX formula: !!received"/>
          <p:cNvPicPr>
            <a:picLocks xmlns:a="http://schemas.openxmlformats.org/drawingml/2006/main" noChangeAspect="1"/>
          </p:cNvPicPr>
          <p:nvPr/>
        </p:nvPicPr>
        <p:blipFill>
          <a:blip xmlns:r="http://schemas.openxmlformats.org/officeDocument/2006/relationships" xmlns:a="http://schemas.openxmlformats.org/drawingml/2006/main" r:embed="R8716de019fca4a98">
            <a:alphaModFix amt="0"/>
            <a:extLst>
              <a:ext uri="{96DAC541-7B7A-43D3-8B79-37D633B846F1}">
                <asvg:svgBlip xmlns:asvg="http://schemas.microsoft.com/office/drawing/2016/SVG/main" r:embed="rIdLatex3"/>
              </a:ext>
            </a:extLst>
          </a:blip>
          <a:stretch xmlns:a="http://schemas.openxmlformats.org/drawingml/2006/main"/>
        </p:blipFill>
        <p:spPr>
          <a:xfrm xmlns:a="http://schemas.openxmlformats.org/drawingml/2006/main">
            <a:off x="5633085" y="3173987"/>
            <a:ext cx="925830" cy="510026"/>
          </a:xfrm>
          <a:prstGeom xmlns:a="http://schemas.openxmlformats.org/drawingml/2006/main" prst="rect">
            <a:avLst/>
          </a:prstGeom>
        </p:spPr>
      </p:pic>
      <p:pic>
        <p:nvPicPr>
          <p:cNvPr id="4"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9494b625df204dcf">
            <a:extLst>
              <a:ext uri="{96DAC541-7B7A-43D3-8B79-37D633B846F1}">
                <asvg:svgBlip xmlns:asvg="http://schemas.microsoft.com/office/drawing/2016/SVG/main" r:embed="rIdLatex4"/>
              </a:ext>
            </a:extLst>
          </a:blip>
          <a:stretch xmlns:a="http://schemas.openxmlformats.org/drawingml/2006/main"/>
        </p:blipFill>
        <p:spPr>
          <a:xfrm xmlns:a="http://schemas.openxmlformats.org/drawingml/2006/main">
            <a:off x="9314498" y="3171847"/>
            <a:ext cx="1183005" cy="514305"/>
          </a:xfrm>
          <a:prstGeom xmlns:a="http://schemas.openxmlformats.org/drawingml/2006/main" prst="rect">
            <a:avLst/>
          </a:prstGeom>
        </p:spPr>
      </p:pic>
      <p:sp>
        <p:nvSpPr>
          <p:cNvPr id="5" name="!!tx_shaft">
            <a:extLst xmlns:a="http://schemas.openxmlformats.org/drawingml/2006/main">
              <a:ext uri="{FF2B5EF4-FFF2-40B4-BE49-F238E27FC236}">
                <a16:creationId xmlns:a16="http://schemas.microsoft.com/office/drawing/2014/main" id="{D6D6CE0B-934C-4A3C-9CA9-CDC2400B2F24}"/>
              </a:ext>
            </a:extLst>
          </p:cNvPr>
          <p:cNvSpPr>
            <a:spLocks xmlns:a="http://schemas.openxmlformats.org/drawingml/2006/main" noGrp="1"/>
          </p:cNvSpPr>
          <p:nvPr/>
        </p:nvSpPr>
        <p:spPr>
          <a:xfrm xmlns:a="http://schemas.openxmlformats.org/drawingml/2006/main">
            <a:off x="309562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 name="!!tx_head">
            <a:extLst xmlns:a="http://schemas.openxmlformats.org/drawingml/2006/main">
              <a:ext uri="{FF2B5EF4-FFF2-40B4-BE49-F238E27FC236}">
                <a16:creationId xmlns:a16="http://schemas.microsoft.com/office/drawing/2014/main" id="{D592AABA-8118-454C-BF87-5C140D2362D2}"/>
              </a:ext>
            </a:extLst>
          </p:cNvPr>
          <p:cNvSpPr>
            <a:spLocks xmlns:a="http://schemas.openxmlformats.org/drawingml/2006/main" noGrp="1"/>
          </p:cNvSpPr>
          <p:nvPr/>
        </p:nvSpPr>
        <p:spPr>
          <a:xfrm xmlns:a="http://schemas.openxmlformats.org/drawingml/2006/main" rot="5400000">
            <a:off x="526732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7" name="!!rx_shaft">
            <a:extLst xmlns:a="http://schemas.openxmlformats.org/drawingml/2006/main">
              <a:ext uri="{FF2B5EF4-FFF2-40B4-BE49-F238E27FC236}">
                <a16:creationId xmlns:a16="http://schemas.microsoft.com/office/drawing/2014/main" id="{60EA3A3E-A2F5-4E04-BD05-FD6380B6F14F}"/>
              </a:ext>
            </a:extLst>
          </p:cNvPr>
          <p:cNvSpPr>
            <a:spLocks xmlns:a="http://schemas.openxmlformats.org/drawingml/2006/main" noGrp="1"/>
          </p:cNvSpPr>
          <p:nvPr/>
        </p:nvSpPr>
        <p:spPr>
          <a:xfrm xmlns:a="http://schemas.openxmlformats.org/drawingml/2006/main">
            <a:off x="6810375" y="3429000"/>
            <a:ext cx="2200275" cy="16193"/>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8" name="!!rx_head">
            <a:extLst xmlns:a="http://schemas.openxmlformats.org/drawingml/2006/main">
              <a:ext uri="{FF2B5EF4-FFF2-40B4-BE49-F238E27FC236}">
                <a16:creationId xmlns:a16="http://schemas.microsoft.com/office/drawing/2014/main" id="{14A9C521-E2AB-4017-959F-779B72D9D31F}"/>
              </a:ext>
            </a:extLst>
          </p:cNvPr>
          <p:cNvSpPr>
            <a:spLocks xmlns:a="http://schemas.openxmlformats.org/drawingml/2006/main" noGrp="1"/>
          </p:cNvSpPr>
          <p:nvPr/>
        </p:nvSpPr>
        <p:spPr>
          <a:xfrm xmlns:a="http://schemas.openxmlformats.org/drawingml/2006/main" rot="5400000">
            <a:off x="8982075" y="3381375"/>
            <a:ext cx="95250" cy="104775"/>
          </a:xfrm>
          <a:prstGeom xmlns:a="http://schemas.openxmlformats.org/drawingml/2006/main" prst="triangle">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7058111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detail_"/>
        <p:cNvGrpSpPr/>
        <p:nvPr/>
      </p:nvGrpSpPr>
      <p:grpSpPr>
        <a:xfrm xmlns:a="http://schemas.openxmlformats.org/drawingml/2006/main"/>
      </p:grpSpPr>
      <p:sp>
        <p:nvSpPr>
          <p:cNvPr id="71" name="!!detail_tx_AM">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7D0A69BF-2474-41FF-860A-EBA0F7533C41}"/>
              </a:ext>
            </a:extLst>
          </p:cNvPr>
          <p:cNvSpPr>
            <a:spLocks xmlns:a="http://schemas.openxmlformats.org/drawingml/2006/main" noGrp="1"/>
          </p:cNvSpPr>
          <p:nvPr/>
        </p:nvSpPr>
        <p:spPr>
          <a:xfrm xmlns:a="http://schemas.openxmlformats.org/drawingml/2006/main">
            <a:off x="4352925" y="3514725"/>
            <a:ext cx="1619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AM schemes</a:t>
            </a:r>
          </a:p>
        </p:txBody>
      </p:sp>
      <p:pic>
        <p:nvPicPr>
          <p:cNvPr id="2" name="!!signal" descr="LaTeX formula: !!signal">
            <ns0:hlinkClick xmlns:ns0="http://schemas.openxmlformats.org/drawingml/2006/main" xmlns:ns1="http://schemas.openxmlformats.org/officeDocument/2006/relationships" ns1:id="rIdNav1" action="ppaction://hlinksldjump"/>
          </p:cNvPr>
          <p:cNvPicPr>
            <a:picLocks xmlns:a="http://schemas.openxmlformats.org/drawingml/2006/main" noChangeAspect="1"/>
          </p:cNvPicPr>
          <p:nvPr/>
        </p:nvPicPr>
        <p:blipFill>
          <a:blip xmlns:r="http://schemas.openxmlformats.org/officeDocument/2006/relationships" xmlns:a="http://schemas.openxmlformats.org/drawingml/2006/main" r:embed="R43c9675d9fb14bb2">
            <a:extLst>
              <a:ext uri="{96DAC541-7B7A-43D3-8B79-37D633B846F1}">
                <asvg:svgBlip xmlns:asvg="http://schemas.microsoft.com/office/drawing/2016/SVG/main" r:embed="rIdLatex2"/>
              </a:ext>
            </a:extLst>
          </a:blip>
          <a:stretch xmlns:a="http://schemas.openxmlformats.org/drawingml/2006/main"/>
        </p:blipFill>
        <p:spPr>
          <a:xfrm xmlns:a="http://schemas.openxmlformats.org/drawingml/2006/main">
            <a:off x="5514306" y="452438"/>
            <a:ext cx="1163389" cy="647700"/>
          </a:xfrm>
          <a:prstGeom xmlns:a="http://schemas.openxmlformats.org/drawingml/2006/main" prst="rect">
            <a:avLst/>
          </a:prstGeom>
        </p:spPr>
      </p:pic>
      <p:sp>
        <p:nvSpPr>
          <p:cNvPr id="7" name="!!detail_tx_PM">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61E7A5FB-E391-4C24-8DAB-8D18D3792A4C}"/>
              </a:ext>
            </a:extLst>
          </p:cNvPr>
          <p:cNvSpPr>
            <a:spLocks xmlns:a="http://schemas.openxmlformats.org/drawingml/2006/main" noGrp="1"/>
          </p:cNvSpPr>
          <p:nvPr/>
        </p:nvSpPr>
        <p:spPr>
          <a:xfrm xmlns:a="http://schemas.openxmlformats.org/drawingml/2006/main">
            <a:off x="6886575"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PM</a:t>
            </a:r>
          </a:p>
        </p:txBody>
      </p:sp>
      <p:sp>
        <p:nvSpPr>
          <p:cNvPr id="8" name="!!detail_tx_FM">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2A5B3CF0-B4FF-4E77-9CE9-83727EE3A364}"/>
              </a:ext>
            </a:extLst>
          </p:cNvPr>
          <p:cNvSpPr>
            <a:spLocks xmlns:a="http://schemas.openxmlformats.org/drawingml/2006/main" noGrp="1"/>
          </p:cNvSpPr>
          <p:nvPr/>
        </p:nvSpPr>
        <p:spPr>
          <a:xfrm xmlns:a="http://schemas.openxmlformats.org/drawingml/2006/main">
            <a:off x="9296400" y="351472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FM</a:t>
            </a:r>
          </a:p>
        </p:txBody>
      </p:sp>
      <p:sp>
        <p:nvSpPr>
          <p:cNvPr id="9" name="!!detail_tx_PA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5CCF5FA2-2D7B-4DEC-B02B-5F0F46372B79}"/>
              </a:ext>
            </a:extLst>
          </p:cNvPr>
          <p:cNvSpPr>
            <a:spLocks xmlns:a="http://schemas.openxmlformats.org/drawingml/2006/main" noGrp="1"/>
          </p:cNvSpPr>
          <p:nvPr/>
        </p:nvSpPr>
        <p:spPr>
          <a:xfrm xmlns:a="http://schemas.openxmlformats.org/drawingml/2006/main">
            <a:off x="5613437" y="5972175"/>
            <a:ext cx="95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725" b="0" i="0">
                <a:solidFill>
                  <a:srgbClr val="000000"/>
                </a:solidFill>
                <a:latin typeface="Times New Roman"/>
                <a:ea typeface="Times New Roman"/>
                <a:cs typeface="Times New Roman"/>
              </a:defRPr>
            </a:pPr>
            <a:r>
              <a:rPr sz="1725" b="0" i="0" u="none">
                <a:solidFill>
                  <a:srgbClr val="000000"/>
                </a:solidFill>
                <a:latin typeface="Times New Roman"/>
                <a:ea typeface="Times New Roman"/>
                <a:cs typeface="Times New Roman"/>
              </a:rPr>
              <a:t>PAM</a:t>
            </a:r>
          </a:p>
        </p:txBody>
      </p:sp>
      <p:pic>
        <p:nvPicPr>
          <p:cNvPr id="10" name="!!detail_sinusoid_formula" descr="LaTeX formula: sinusoid_formula"/>
          <p:cNvPicPr>
            <a:picLocks xmlns:a="http://schemas.openxmlformats.org/drawingml/2006/main" noChangeAspect="1"/>
          </p:cNvPicPr>
          <p:nvPr/>
        </p:nvPicPr>
        <p:blipFill>
          <a:blip xmlns:r="http://schemas.openxmlformats.org/officeDocument/2006/relationships" xmlns:a="http://schemas.openxmlformats.org/drawingml/2006/main" r:embed="R81eaae8cb5ff4a78">
            <a:extLst>
              <a:ext uri="{96DAC541-7B7A-43D3-8B79-37D633B846F1}">
                <asvg:svgBlip xmlns:asvg="http://schemas.microsoft.com/office/drawing/2016/SVG/main" r:embed="rIdLatex10"/>
              </a:ext>
            </a:extLst>
          </a:blip>
          <a:stretch xmlns:a="http://schemas.openxmlformats.org/drawingml/2006/main"/>
        </p:blipFill>
        <p:spPr>
          <a:xfrm xmlns:a="http://schemas.openxmlformats.org/drawingml/2006/main">
            <a:off x="3257550" y="1992075"/>
            <a:ext cx="4435959" cy="454501"/>
          </a:xfrm>
          <a:prstGeom xmlns:a="http://schemas.openxmlformats.org/drawingml/2006/main" prst="rect">
            <a:avLst/>
          </a:prstGeom>
        </p:spPr>
      </p:pic>
      <p:pic>
        <p:nvPicPr>
          <p:cNvPr id="11" name="!!detail_pulse_formula" descr="s(t)=\sum_n m(nT_s)h(t-nT_s)">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54FA831B-8CD3-4CB7-9992-D4663507CA8D}"/>
              </a:ext>
            </a:extLst>
          </p:cNvPr>
          <p:cNvPicPr>
            <a:picLocks xmlns:a="http://schemas.openxmlformats.org/drawingml/2006/main" noChangeAspect="1"/>
          </p:cNvPicPr>
          <p:nvPr/>
        </p:nvPicPr>
        <p:blipFill>
          <a:blip xmlns:r="http://schemas.openxmlformats.org/officeDocument/2006/relationships" xmlns:a="http://schemas.openxmlformats.org/drawingml/2006/main" r:embed="rIdNote7Pulse13">
            <a:extLst>
              <a:ext uri="{96DAC541-7B7A-43D3-8B79-37D633B846F1}">
                <ns0:svgBlip xmlns:ns0="http://schemas.microsoft.com/office/drawing/2016/SVG/main" r:embed="rIdNote7Pulse14"/>
              </a:ext>
            </a:extLst>
          </a:blip>
          <a:stretch xmlns:a="http://schemas.openxmlformats.org/drawingml/2006/main"/>
        </p:blipFill>
        <p:spPr>
          <a:xfrm xmlns:a="http://schemas.openxmlformats.org/drawingml/2006/main">
            <a:off x="3257550" y="4627810"/>
            <a:ext cx="5734050" cy="427494"/>
          </a:xfrm>
          <a:prstGeom xmlns:a="http://schemas.openxmlformats.org/drawingml/2006/main" prst="rect">
            <a:avLst/>
          </a:prstGeom>
        </p:spPr>
      </p:pic>
      <p:sp>
        <p:nvSpPr>
          <p:cNvPr id="22" name="!!detail_choice_spine">
            <a:extLst xmlns:a="http://schemas.openxmlformats.org/drawingml/2006/main">
              <a:ext uri="{FF2B5EF4-FFF2-40B4-BE49-F238E27FC236}">
                <a16:creationId xmlns:a16="http://schemas.microsoft.com/office/drawing/2014/main" id="{7F92CC80-F529-43B1-A520-E79066FFFF05}"/>
              </a:ext>
            </a:extLst>
          </p:cNvPr>
          <p:cNvSpPr>
            <a:spLocks xmlns:a="http://schemas.openxmlformats.org/drawingml/2006/main" noGrp="1"/>
          </p:cNvSpPr>
          <p:nvPr/>
        </p:nvSpPr>
        <p:spPr>
          <a:xfrm xmlns:a="http://schemas.openxmlformats.org/drawingml/2006/main">
            <a:off x="2390775" y="1352550"/>
            <a:ext cx="13335" cy="34671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3" name="!!detail_sinusoid_choice_shaft">
            <a:extLst xmlns:a="http://schemas.openxmlformats.org/drawingml/2006/main">
              <a:ext uri="{FF2B5EF4-FFF2-40B4-BE49-F238E27FC236}">
                <a16:creationId xmlns:a16="http://schemas.microsoft.com/office/drawing/2014/main" id="{1A5AFF7A-4617-401A-A295-23B13CB9169F}"/>
              </a:ext>
            </a:extLst>
          </p:cNvPr>
          <p:cNvSpPr>
            <a:spLocks xmlns:a="http://schemas.openxmlformats.org/drawingml/2006/main" noGrp="1"/>
          </p:cNvSpPr>
          <p:nvPr/>
        </p:nvSpPr>
        <p:spPr>
          <a:xfrm xmlns:a="http://schemas.openxmlformats.org/drawingml/2006/main">
            <a:off x="2390775" y="2238375"/>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4" name="!!detail_sinusoid_choice_head">
            <a:extLst xmlns:a="http://schemas.openxmlformats.org/drawingml/2006/main">
              <a:ext uri="{FF2B5EF4-FFF2-40B4-BE49-F238E27FC236}">
                <a16:creationId xmlns:a16="http://schemas.microsoft.com/office/drawing/2014/main" id="{2DAD7307-0893-4989-9F3C-A6DCE0B4F43D}"/>
              </a:ext>
            </a:extLst>
          </p:cNvPr>
          <p:cNvSpPr>
            <a:spLocks xmlns:a="http://schemas.openxmlformats.org/drawingml/2006/main" noGrp="1"/>
          </p:cNvSpPr>
          <p:nvPr/>
        </p:nvSpPr>
        <p:spPr>
          <a:xfrm xmlns:a="http://schemas.openxmlformats.org/drawingml/2006/main" rot="5400000">
            <a:off x="3009900" y="2200275"/>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5" name="!!detail_pulse_choice_shaft">
            <a:extLst xmlns:a="http://schemas.openxmlformats.org/drawingml/2006/main">
              <a:ext uri="{FF2B5EF4-FFF2-40B4-BE49-F238E27FC236}">
                <a16:creationId xmlns:a16="http://schemas.microsoft.com/office/drawing/2014/main" id="{CCAE4AED-EBE1-43B7-BBF3-96AE959E3084}"/>
              </a:ext>
            </a:extLst>
          </p:cNvPr>
          <p:cNvSpPr>
            <a:spLocks xmlns:a="http://schemas.openxmlformats.org/drawingml/2006/main" noGrp="1"/>
          </p:cNvSpPr>
          <p:nvPr/>
        </p:nvSpPr>
        <p:spPr>
          <a:xfrm xmlns:a="http://schemas.openxmlformats.org/drawingml/2006/main">
            <a:off x="2390775" y="4819650"/>
            <a:ext cx="64770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26" name="!!detail_pulse_choice_head">
            <a:extLst xmlns:a="http://schemas.openxmlformats.org/drawingml/2006/main">
              <a:ext uri="{FF2B5EF4-FFF2-40B4-BE49-F238E27FC236}">
                <a16:creationId xmlns:a16="http://schemas.microsoft.com/office/drawing/2014/main" id="{E02B1C5F-B445-4D8A-B112-76C0B6980D62}"/>
              </a:ext>
            </a:extLst>
          </p:cNvPr>
          <p:cNvSpPr>
            <a:spLocks xmlns:a="http://schemas.openxmlformats.org/drawingml/2006/main" noGrp="1"/>
          </p:cNvSpPr>
          <p:nvPr/>
        </p:nvSpPr>
        <p:spPr>
          <a:xfrm xmlns:a="http://schemas.openxmlformats.org/drawingml/2006/main" rot="5400000">
            <a:off x="3009900" y="4781550"/>
            <a:ext cx="76200" cy="8572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27" name="!!detail_sinusoid_label">
            <a:extLst xmlns:a="http://schemas.openxmlformats.org/drawingml/2006/main">
              <a:ext uri="{FF2B5EF4-FFF2-40B4-BE49-F238E27FC236}">
                <a16:creationId xmlns:a16="http://schemas.microsoft.com/office/drawing/2014/main" id="{0A2F6D01-EDDC-47E7-9F20-58FE33FCD567}"/>
              </a:ext>
            </a:extLst>
          </p:cNvPr>
          <p:cNvSpPr>
            <a:spLocks xmlns:a="http://schemas.openxmlformats.org/drawingml/2006/main" noGrp="1"/>
          </p:cNvSpPr>
          <p:nvPr/>
        </p:nvSpPr>
        <p:spPr>
          <a:xfrm xmlns:a="http://schemas.openxmlformats.org/drawingml/2006/main">
            <a:off x="3257550" y="1552575"/>
            <a:ext cx="266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Sinusoidal carrier</a:t>
            </a:r>
          </a:p>
        </p:txBody>
      </p:sp>
      <p:sp>
        <p:nvSpPr>
          <p:cNvPr id="31" name="!!detail_amplitude_bracket_l">
            <a:extLst xmlns:a="http://schemas.openxmlformats.org/drawingml/2006/main">
              <a:ext uri="{FF2B5EF4-FFF2-40B4-BE49-F238E27FC236}">
                <a16:creationId xmlns:a16="http://schemas.microsoft.com/office/drawing/2014/main" id="{DC27978C-5957-4E66-93BA-A0933C5BB337}"/>
              </a:ext>
            </a:extLst>
          </p:cNvPr>
          <p:cNvSpPr>
            <a:spLocks xmlns:a="http://schemas.openxmlformats.org/drawingml/2006/main" noGrp="1"/>
          </p:cNvSpPr>
          <p:nvPr/>
        </p:nvSpPr>
        <p:spPr>
          <a:xfrm xmlns:a="http://schemas.openxmlformats.org/drawingml/2006/main">
            <a:off x="482510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2" name="!!detail_amplitude_bracket_b">
            <a:extLst xmlns:a="http://schemas.openxmlformats.org/drawingml/2006/main">
              <a:ext uri="{FF2B5EF4-FFF2-40B4-BE49-F238E27FC236}">
                <a16:creationId xmlns:a16="http://schemas.microsoft.com/office/drawing/2014/main" id="{2C73468E-34D8-43FE-A03B-A705BC8D31AA}"/>
              </a:ext>
            </a:extLst>
          </p:cNvPr>
          <p:cNvSpPr>
            <a:spLocks xmlns:a="http://schemas.openxmlformats.org/drawingml/2006/main" noGrp="1"/>
          </p:cNvSpPr>
          <p:nvPr/>
        </p:nvSpPr>
        <p:spPr>
          <a:xfrm xmlns:a="http://schemas.openxmlformats.org/drawingml/2006/main">
            <a:off x="4825102" y="2619375"/>
            <a:ext cx="1010915"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3" name="!!detail_amplitude_bracket_r">
            <a:extLst xmlns:a="http://schemas.openxmlformats.org/drawingml/2006/main">
              <a:ext uri="{FF2B5EF4-FFF2-40B4-BE49-F238E27FC236}">
                <a16:creationId xmlns:a16="http://schemas.microsoft.com/office/drawing/2014/main" id="{4D9E8214-856D-42A0-8BC0-F2FBC944886B}"/>
              </a:ext>
            </a:extLst>
          </p:cNvPr>
          <p:cNvSpPr>
            <a:spLocks xmlns:a="http://schemas.openxmlformats.org/drawingml/2006/main" noGrp="1"/>
          </p:cNvSpPr>
          <p:nvPr/>
        </p:nvSpPr>
        <p:spPr>
          <a:xfrm xmlns:a="http://schemas.openxmlformats.org/drawingml/2006/main">
            <a:off x="5836017"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4" name="!!detail_amplitude_branch_shaft">
            <a:extLst xmlns:a="http://schemas.openxmlformats.org/drawingml/2006/main">
              <a:ext uri="{FF2B5EF4-FFF2-40B4-BE49-F238E27FC236}">
                <a16:creationId xmlns:a16="http://schemas.microsoft.com/office/drawing/2014/main" id="{39BC7B6E-5362-4820-A697-73E5A4DE12F1}"/>
              </a:ext>
            </a:extLst>
          </p:cNvPr>
          <p:cNvSpPr>
            <a:spLocks xmlns:a="http://schemas.openxmlformats.org/drawingml/2006/main" noGrp="1"/>
          </p:cNvSpPr>
          <p:nvPr/>
        </p:nvSpPr>
        <p:spPr>
          <a:xfrm xmlns:a="http://schemas.openxmlformats.org/drawingml/2006/main">
            <a:off x="5330560" y="2619375"/>
            <a:ext cx="13335" cy="3619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5" name="!!detail_amplitude_branch_head">
            <a:extLst xmlns:a="http://schemas.openxmlformats.org/drawingml/2006/main">
              <a:ext uri="{FF2B5EF4-FFF2-40B4-BE49-F238E27FC236}">
                <a16:creationId xmlns:a16="http://schemas.microsoft.com/office/drawing/2014/main" id="{5C8FCF61-D7E7-4225-BB71-7F98DFDC6C78}"/>
              </a:ext>
            </a:extLst>
          </p:cNvPr>
          <p:cNvSpPr>
            <a:spLocks xmlns:a="http://schemas.openxmlformats.org/drawingml/2006/main" noGrp="1"/>
          </p:cNvSpPr>
          <p:nvPr/>
        </p:nvSpPr>
        <p:spPr>
          <a:xfrm xmlns:a="http://schemas.openxmlformats.org/drawingml/2006/main" rot="10800000">
            <a:off x="5297222"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36" name="!!detail_phase_bracket_l">
            <a:extLst xmlns:a="http://schemas.openxmlformats.org/drawingml/2006/main">
              <a:ext uri="{FF2B5EF4-FFF2-40B4-BE49-F238E27FC236}">
                <a16:creationId xmlns:a16="http://schemas.microsoft.com/office/drawing/2014/main" id="{697B075C-3AEE-42CA-89CD-2F090725308D}"/>
              </a:ext>
            </a:extLst>
          </p:cNvPr>
          <p:cNvSpPr>
            <a:spLocks xmlns:a="http://schemas.openxmlformats.org/drawingml/2006/main" noGrp="1"/>
          </p:cNvSpPr>
          <p:nvPr/>
        </p:nvSpPr>
        <p:spPr>
          <a:xfrm xmlns:a="http://schemas.openxmlformats.org/drawingml/2006/main">
            <a:off x="6715232"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7" name="!!detail_phase_bracket_b">
            <a:extLst xmlns:a="http://schemas.openxmlformats.org/drawingml/2006/main">
              <a:ext uri="{FF2B5EF4-FFF2-40B4-BE49-F238E27FC236}">
                <a16:creationId xmlns:a16="http://schemas.microsoft.com/office/drawing/2014/main" id="{7FD58E20-7B17-437F-B628-17296FB20B27}"/>
              </a:ext>
            </a:extLst>
          </p:cNvPr>
          <p:cNvSpPr>
            <a:spLocks xmlns:a="http://schemas.openxmlformats.org/drawingml/2006/main" noGrp="1"/>
          </p:cNvSpPr>
          <p:nvPr/>
        </p:nvSpPr>
        <p:spPr>
          <a:xfrm xmlns:a="http://schemas.openxmlformats.org/drawingml/2006/main">
            <a:off x="6715232" y="2619375"/>
            <a:ext cx="910106"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8" name="!!detail_phase_bracket_r">
            <a:extLst xmlns:a="http://schemas.openxmlformats.org/drawingml/2006/main">
              <a:ext uri="{FF2B5EF4-FFF2-40B4-BE49-F238E27FC236}">
                <a16:creationId xmlns:a16="http://schemas.microsoft.com/office/drawing/2014/main" id="{C075D25A-F507-44DA-B4FF-6AC91DAE8B79}"/>
              </a:ext>
            </a:extLst>
          </p:cNvPr>
          <p:cNvSpPr>
            <a:spLocks xmlns:a="http://schemas.openxmlformats.org/drawingml/2006/main" noGrp="1"/>
          </p:cNvSpPr>
          <p:nvPr/>
        </p:nvSpPr>
        <p:spPr>
          <a:xfrm xmlns:a="http://schemas.openxmlformats.org/drawingml/2006/main">
            <a:off x="7625338" y="2571750"/>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39" name="!!detail_phase_stem">
            <a:extLst xmlns:a="http://schemas.openxmlformats.org/drawingml/2006/main">
              <a:ext uri="{FF2B5EF4-FFF2-40B4-BE49-F238E27FC236}">
                <a16:creationId xmlns:a16="http://schemas.microsoft.com/office/drawing/2014/main" id="{2BE84FCB-6862-49FF-AAE3-C39F22226AF9}"/>
              </a:ext>
            </a:extLst>
          </p:cNvPr>
          <p:cNvSpPr>
            <a:spLocks xmlns:a="http://schemas.openxmlformats.org/drawingml/2006/main" noGrp="1"/>
          </p:cNvSpPr>
          <p:nvPr/>
        </p:nvSpPr>
        <p:spPr>
          <a:xfrm xmlns:a="http://schemas.openxmlformats.org/drawingml/2006/main">
            <a:off x="7170285" y="2619375"/>
            <a:ext cx="13335" cy="20955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0" name="!!detail_phase_fork">
            <a:extLst xmlns:a="http://schemas.openxmlformats.org/drawingml/2006/main">
              <a:ext uri="{FF2B5EF4-FFF2-40B4-BE49-F238E27FC236}">
                <a16:creationId xmlns:a16="http://schemas.microsoft.com/office/drawing/2014/main" id="{E969F3D8-1646-4397-BD84-C8D183A32675}"/>
              </a:ext>
            </a:extLst>
          </p:cNvPr>
          <p:cNvSpPr>
            <a:spLocks xmlns:a="http://schemas.openxmlformats.org/drawingml/2006/main" noGrp="1"/>
          </p:cNvSpPr>
          <p:nvPr/>
        </p:nvSpPr>
        <p:spPr>
          <a:xfrm xmlns:a="http://schemas.openxmlformats.org/drawingml/2006/main">
            <a:off x="7170285" y="2828925"/>
            <a:ext cx="259284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1" name="!!detail_pm_branch_shaft">
            <a:extLst xmlns:a="http://schemas.openxmlformats.org/drawingml/2006/main">
              <a:ext uri="{FF2B5EF4-FFF2-40B4-BE49-F238E27FC236}">
                <a16:creationId xmlns:a16="http://schemas.microsoft.com/office/drawing/2014/main" id="{DA9BBF5A-9A6E-46D5-BF43-C66CF5AC05E3}"/>
              </a:ext>
            </a:extLst>
          </p:cNvPr>
          <p:cNvSpPr>
            <a:spLocks xmlns:a="http://schemas.openxmlformats.org/drawingml/2006/main" noGrp="1"/>
          </p:cNvSpPr>
          <p:nvPr/>
        </p:nvSpPr>
        <p:spPr>
          <a:xfrm xmlns:a="http://schemas.openxmlformats.org/drawingml/2006/main">
            <a:off x="7353300"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2" name="!!detail_pm_branch_head">
            <a:extLst xmlns:a="http://schemas.openxmlformats.org/drawingml/2006/main">
              <a:ext uri="{FF2B5EF4-FFF2-40B4-BE49-F238E27FC236}">
                <a16:creationId xmlns:a16="http://schemas.microsoft.com/office/drawing/2014/main" id="{D16E8E93-1F43-4C1B-A92C-CF604DC49268}"/>
              </a:ext>
            </a:extLst>
          </p:cNvPr>
          <p:cNvSpPr>
            <a:spLocks xmlns:a="http://schemas.openxmlformats.org/drawingml/2006/main" noGrp="1"/>
          </p:cNvSpPr>
          <p:nvPr/>
        </p:nvSpPr>
        <p:spPr>
          <a:xfrm xmlns:a="http://schemas.openxmlformats.org/drawingml/2006/main" rot="10800000">
            <a:off x="7319963"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3" name="!!detail_fm_branch_shaft">
            <a:extLst xmlns:a="http://schemas.openxmlformats.org/drawingml/2006/main">
              <a:ext uri="{FF2B5EF4-FFF2-40B4-BE49-F238E27FC236}">
                <a16:creationId xmlns:a16="http://schemas.microsoft.com/office/drawing/2014/main" id="{7E6992DC-24C0-4B2D-A29A-E18AA01E9A95}"/>
              </a:ext>
            </a:extLst>
          </p:cNvPr>
          <p:cNvSpPr>
            <a:spLocks xmlns:a="http://schemas.openxmlformats.org/drawingml/2006/main" noGrp="1"/>
          </p:cNvSpPr>
          <p:nvPr/>
        </p:nvSpPr>
        <p:spPr>
          <a:xfrm xmlns:a="http://schemas.openxmlformats.org/drawingml/2006/main">
            <a:off x="9763125" y="2828925"/>
            <a:ext cx="13335" cy="152400"/>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44" name="!!detail_fm_branch_head">
            <a:extLst xmlns:a="http://schemas.openxmlformats.org/drawingml/2006/main">
              <a:ext uri="{FF2B5EF4-FFF2-40B4-BE49-F238E27FC236}">
                <a16:creationId xmlns:a16="http://schemas.microsoft.com/office/drawing/2014/main" id="{2A42B708-6D65-4625-8E55-D4AE49AEE1DF}"/>
              </a:ext>
            </a:extLst>
          </p:cNvPr>
          <p:cNvSpPr>
            <a:spLocks xmlns:a="http://schemas.openxmlformats.org/drawingml/2006/main" noGrp="1"/>
          </p:cNvSpPr>
          <p:nvPr/>
        </p:nvSpPr>
        <p:spPr>
          <a:xfrm xmlns:a="http://schemas.openxmlformats.org/drawingml/2006/main" rot="10800000">
            <a:off x="9729788" y="296227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45" name="!!detail_amplitude_operation">
            <a:extLst xmlns:a="http://schemas.openxmlformats.org/drawingml/2006/main">
              <a:ext uri="{FF2B5EF4-FFF2-40B4-BE49-F238E27FC236}">
                <a16:creationId xmlns:a16="http://schemas.microsoft.com/office/drawing/2014/main" id="{018F10CA-D063-4AD8-B169-06EC470B17C2}"/>
              </a:ext>
            </a:extLst>
          </p:cNvPr>
          <p:cNvSpPr>
            <a:spLocks xmlns:a="http://schemas.openxmlformats.org/drawingml/2006/main" noGrp="1"/>
          </p:cNvSpPr>
          <p:nvPr/>
        </p:nvSpPr>
        <p:spPr>
          <a:xfrm xmlns:a="http://schemas.openxmlformats.org/drawingml/2006/main">
            <a:off x="3981450" y="3076575"/>
            <a:ext cx="23526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amplitude</a:t>
            </a:r>
          </a:p>
        </p:txBody>
      </p:sp>
      <p:sp>
        <p:nvSpPr>
          <p:cNvPr id="46" name="!!detail_phase_operation">
            <a:extLst xmlns:a="http://schemas.openxmlformats.org/drawingml/2006/main">
              <a:ext uri="{FF2B5EF4-FFF2-40B4-BE49-F238E27FC236}">
                <a16:creationId xmlns:a16="http://schemas.microsoft.com/office/drawing/2014/main" id="{98278DB6-EAAE-4C18-AEB0-2D61526D2B78}"/>
              </a:ext>
            </a:extLst>
          </p:cNvPr>
          <p:cNvSpPr>
            <a:spLocks xmlns:a="http://schemas.openxmlformats.org/drawingml/2006/main" noGrp="1"/>
          </p:cNvSpPr>
          <p:nvPr/>
        </p:nvSpPr>
        <p:spPr>
          <a:xfrm xmlns:a="http://schemas.openxmlformats.org/drawingml/2006/main">
            <a:off x="6419850" y="3076575"/>
            <a:ext cx="1885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phase</a:t>
            </a:r>
          </a:p>
        </p:txBody>
      </p:sp>
      <p:sp>
        <p:nvSpPr>
          <p:cNvPr id="47" name="!!detail_frequency_operation">
            <a:extLst xmlns:a="http://schemas.openxmlformats.org/drawingml/2006/main">
              <a:ext uri="{FF2B5EF4-FFF2-40B4-BE49-F238E27FC236}">
                <a16:creationId xmlns:a16="http://schemas.microsoft.com/office/drawing/2014/main" id="{334E0337-EB6F-4A08-950F-4454F4489244}"/>
              </a:ext>
            </a:extLst>
          </p:cNvPr>
          <p:cNvSpPr>
            <a:spLocks xmlns:a="http://schemas.openxmlformats.org/drawingml/2006/main" noGrp="1"/>
          </p:cNvSpPr>
          <p:nvPr/>
        </p:nvSpPr>
        <p:spPr>
          <a:xfrm xmlns:a="http://schemas.openxmlformats.org/drawingml/2006/main">
            <a:off x="8524875" y="307657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frequency</a:t>
            </a:r>
          </a:p>
        </p:txBody>
      </p:sp>
      <p:sp>
        <p:nvSpPr>
          <p:cNvPr id="48" name="!!detail_pulse_label">
            <a:extLst xmlns:a="http://schemas.openxmlformats.org/drawingml/2006/main">
              <a:ext uri="{FF2B5EF4-FFF2-40B4-BE49-F238E27FC236}">
                <a16:creationId xmlns:a16="http://schemas.microsoft.com/office/drawing/2014/main" id="{3C0AD1B9-73D9-4DAB-B5F5-6AD48C94B925}"/>
              </a:ext>
            </a:extLst>
          </p:cNvPr>
          <p:cNvSpPr>
            <a:spLocks xmlns:a="http://schemas.openxmlformats.org/drawingml/2006/main" noGrp="1"/>
          </p:cNvSpPr>
          <p:nvPr/>
        </p:nvSpPr>
        <p:spPr>
          <a:xfrm xmlns:a="http://schemas.openxmlformats.org/drawingml/2006/main">
            <a:off x="3257550" y="4152900"/>
            <a:ext cx="1905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875" b="1" i="0">
                <a:solidFill>
                  <a:srgbClr val="000000"/>
                </a:solidFill>
                <a:latin typeface="Times New Roman"/>
                <a:ea typeface="Times New Roman"/>
                <a:cs typeface="Times New Roman"/>
              </a:defRPr>
            </a:pPr>
            <a:r>
              <a:rPr sz="1875" b="1" i="0">
                <a:solidFill>
                  <a:srgbClr val="000000"/>
                </a:solidFill>
                <a:latin typeface="Times New Roman"/>
                <a:ea typeface="Times New Roman"/>
                <a:cs typeface="Times New Roman"/>
              </a:rPr>
              <a:t>Pulses</a:t>
            </a:r>
          </a:p>
        </p:txBody>
      </p:sp>
      <p:sp>
        <p:nvSpPr>
          <p:cNvPr id="52" name="!!detail_sample_bracket_l">
            <a:extLst xmlns:a="http://schemas.openxmlformats.org/drawingml/2006/main">
              <a:ext uri="{FF2B5EF4-FFF2-40B4-BE49-F238E27FC236}">
                <a16:creationId xmlns:a16="http://schemas.microsoft.com/office/drawing/2014/main" id="{A81E0BB7-EA35-443E-9A9A-DFE0D7156D28}"/>
              </a:ext>
            </a:extLst>
          </p:cNvPr>
          <p:cNvSpPr>
            <a:spLocks xmlns:a="http://schemas.openxmlformats.org/drawingml/2006/main" noGrp="1"/>
          </p:cNvSpPr>
          <p:nvPr/>
        </p:nvSpPr>
        <p:spPr>
          <a:xfrm xmlns:a="http://schemas.openxmlformats.org/drawingml/2006/main">
            <a:off x="5331927"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3" name="!!detail_sample_bracket_b">
            <a:extLst xmlns:a="http://schemas.openxmlformats.org/drawingml/2006/main">
              <a:ext uri="{FF2B5EF4-FFF2-40B4-BE49-F238E27FC236}">
                <a16:creationId xmlns:a16="http://schemas.microsoft.com/office/drawing/2014/main" id="{8C3FDFD7-B55E-4D35-867F-C18CF30CAD25}"/>
              </a:ext>
            </a:extLst>
          </p:cNvPr>
          <p:cNvSpPr>
            <a:spLocks xmlns:a="http://schemas.openxmlformats.org/drawingml/2006/main" noGrp="1"/>
          </p:cNvSpPr>
          <p:nvPr/>
        </p:nvSpPr>
        <p:spPr>
          <a:xfrm xmlns:a="http://schemas.openxmlformats.org/drawingml/2006/main">
            <a:off x="5331927" y="5181600"/>
            <a:ext cx="1515522"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4" name="!!detail_sample_bracket_r">
            <a:extLst xmlns:a="http://schemas.openxmlformats.org/drawingml/2006/main">
              <a:ext uri="{FF2B5EF4-FFF2-40B4-BE49-F238E27FC236}">
                <a16:creationId xmlns:a16="http://schemas.microsoft.com/office/drawing/2014/main" id="{D606A1BB-29C9-4E49-9001-00324A0D4427}"/>
              </a:ext>
            </a:extLst>
          </p:cNvPr>
          <p:cNvSpPr>
            <a:spLocks xmlns:a="http://schemas.openxmlformats.org/drawingml/2006/main" noGrp="1"/>
          </p:cNvSpPr>
          <p:nvPr/>
        </p:nvSpPr>
        <p:spPr>
          <a:xfrm xmlns:a="http://schemas.openxmlformats.org/drawingml/2006/main">
            <a:off x="6847448" y="5133975"/>
            <a:ext cx="13335" cy="4762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5" name="!!detail_pulse_control_shaft">
            <a:extLst xmlns:a="http://schemas.openxmlformats.org/drawingml/2006/main">
              <a:ext uri="{FF2B5EF4-FFF2-40B4-BE49-F238E27FC236}">
                <a16:creationId xmlns:a16="http://schemas.microsoft.com/office/drawing/2014/main" id="{D973FD33-8853-4F09-B677-108AE2E2FF2B}"/>
              </a:ext>
            </a:extLst>
          </p:cNvPr>
          <p:cNvSpPr>
            <a:spLocks xmlns:a="http://schemas.openxmlformats.org/drawingml/2006/main" noGrp="1"/>
          </p:cNvSpPr>
          <p:nvPr/>
        </p:nvSpPr>
        <p:spPr>
          <a:xfrm xmlns:a="http://schemas.openxmlformats.org/drawingml/2006/main">
            <a:off x="6089687" y="5181600"/>
            <a:ext cx="13335" cy="2571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56" name="!!detail_pulse_control_head">
            <a:extLst xmlns:a="http://schemas.openxmlformats.org/drawingml/2006/main">
              <a:ext uri="{FF2B5EF4-FFF2-40B4-BE49-F238E27FC236}">
                <a16:creationId xmlns:a16="http://schemas.microsoft.com/office/drawing/2014/main" id="{5AC0C46B-5CE2-4E57-88F9-A19750E5B211}"/>
              </a:ext>
            </a:extLst>
          </p:cNvPr>
          <p:cNvSpPr>
            <a:spLocks xmlns:a="http://schemas.openxmlformats.org/drawingml/2006/main" noGrp="1"/>
          </p:cNvSpPr>
          <p:nvPr/>
        </p:nvSpPr>
        <p:spPr>
          <a:xfrm xmlns:a="http://schemas.openxmlformats.org/drawingml/2006/main" rot="10800000">
            <a:off x="6056350" y="5419725"/>
            <a:ext cx="76200" cy="66675"/>
          </a:xfrm>
          <a:prstGeom xmlns:a="http://schemas.openxmlformats.org/drawingml/2006/main" prst="triangle">
            <a:avLst/>
          </a:prstGeom>
          <a:solidFill xmlns:a="http://schemas.openxmlformats.org/drawingml/2006/main">
            <a:srgbClr val="000000"/>
          </a:solidFill>
          <a:ln xmlns:a="http://schemas.openxmlformats.org/drawingml/2006/main" w="0">
            <a:noFill/>
          </a:ln>
        </p:spPr>
      </p:sp>
      <p:sp>
        <p:nvSpPr>
          <p:cNvPr id="57" name="!!detail_pulse_operation">
            <a:extLst xmlns:a="http://schemas.openxmlformats.org/drawingml/2006/main">
              <a:ext uri="{FF2B5EF4-FFF2-40B4-BE49-F238E27FC236}">
                <a16:creationId xmlns:a16="http://schemas.microsoft.com/office/drawing/2014/main" id="{CF939668-3D26-47C9-BBF1-0E1ABE593230}"/>
              </a:ext>
            </a:extLst>
          </p:cNvPr>
          <p:cNvSpPr>
            <a:spLocks xmlns:a="http://schemas.openxmlformats.org/drawingml/2006/main" noGrp="1"/>
          </p:cNvSpPr>
          <p:nvPr/>
        </p:nvSpPr>
        <p:spPr>
          <a:xfrm xmlns:a="http://schemas.openxmlformats.org/drawingml/2006/main">
            <a:off x="4756187" y="55435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000000"/>
                </a:solidFill>
                <a:latin typeface="Times New Roman"/>
                <a:ea typeface="Times New Roman"/>
                <a:cs typeface="Times New Roman"/>
              </a:defRPr>
            </a:pPr>
            <a:r>
              <a:rPr sz="2100" b="0" i="0">
                <a:solidFill>
                  <a:srgbClr val="000000"/>
                </a:solidFill>
                <a:latin typeface="Times New Roman"/>
                <a:ea typeface="Times New Roman"/>
                <a:cs typeface="Times New Roman"/>
              </a:rPr>
              <a:t>Change pulse height</a:t>
            </a:r>
          </a:p>
        </p:txBody>
      </p:sp>
      <p:pic>
        <p:nvPicPr>
          <p:cNvPr id="58" name="!!message" descr="LaTeX formula: !!message"/>
          <p:cNvPicPr>
            <a:picLocks xmlns:a="http://schemas.openxmlformats.org/drawingml/2006/main" noChangeAspect="1"/>
          </p:cNvPicPr>
          <p:nvPr/>
        </p:nvPicPr>
        <p:blipFill>
          <a:blip xmlns:r="http://schemas.openxmlformats.org/officeDocument/2006/relationships" xmlns:a="http://schemas.openxmlformats.org/drawingml/2006/main" r:embed="R6c33fe8690204575">
            <a:alphaModFix amt="35000"/>
            <a:extLst>
              <a:ext uri="{96DAC541-7B7A-43D3-8B79-37D633B846F1}">
                <asvg:svgBlip xmlns:asvg="http://schemas.microsoft.com/office/drawing/2016/SVG/main" r:embed="rIdLatex58"/>
              </a:ext>
            </a:extLst>
          </a:blip>
          <a:stretch xmlns:a="http://schemas.openxmlformats.org/drawingml/2006/main"/>
        </p:blipFill>
        <p:spPr>
          <a:xfrm xmlns:a="http://schemas.openxmlformats.org/drawingml/2006/main">
            <a:off x="1862138" y="666762"/>
            <a:ext cx="657225" cy="285725"/>
          </a:xfrm>
          <a:prstGeom xmlns:a="http://schemas.openxmlformats.org/drawingml/2006/main" prst="rect">
            <a:avLst/>
          </a:prstGeom>
        </p:spPr>
      </p:pic>
      <p:pic>
        <p:nvPicPr>
          <p:cNvPr id="59" name="!!recovered" descr="LaTeX formula: !!recovered"/>
          <p:cNvPicPr>
            <a:picLocks xmlns:a="http://schemas.openxmlformats.org/drawingml/2006/main" noChangeAspect="1"/>
          </p:cNvPicPr>
          <p:nvPr/>
        </p:nvPicPr>
        <p:blipFill>
          <a:blip xmlns:r="http://schemas.openxmlformats.org/officeDocument/2006/relationships" xmlns:a="http://schemas.openxmlformats.org/drawingml/2006/main" r:embed="Re6a39991428447d5">
            <a:alphaModFix amt="35000"/>
            <a:extLst>
              <a:ext uri="{96DAC541-7B7A-43D3-8B79-37D633B846F1}">
                <asvg:svgBlip xmlns:asvg="http://schemas.microsoft.com/office/drawing/2016/SVG/main" r:embed="rIdLatex59"/>
              </a:ext>
            </a:extLst>
          </a:blip>
          <a:stretch xmlns:a="http://schemas.openxmlformats.org/drawingml/2006/main"/>
        </p:blipFill>
        <p:spPr>
          <a:xfrm xmlns:a="http://schemas.openxmlformats.org/drawingml/2006/main">
            <a:off x="9672638" y="666762"/>
            <a:ext cx="657225" cy="285725"/>
          </a:xfrm>
          <a:prstGeom xmlns:a="http://schemas.openxmlformats.org/drawingml/2006/main" prst="rect">
            <a:avLst/>
          </a:prstGeom>
        </p:spPr>
      </p:pic>
      <p:sp>
        <p:nvSpPr>
          <p:cNvPr id="60" name="!!tx_shaft">
            <a:extLst xmlns:a="http://schemas.openxmlformats.org/drawingml/2006/main">
              <a:ext uri="{FF2B5EF4-FFF2-40B4-BE49-F238E27FC236}">
                <a16:creationId xmlns:a16="http://schemas.microsoft.com/office/drawing/2014/main" id="{DA5D3AC2-F845-442D-BFBF-2932A196DE8C}"/>
              </a:ext>
            </a:extLst>
          </p:cNvPr>
          <p:cNvSpPr>
            <a:spLocks xmlns:a="http://schemas.openxmlformats.org/drawingml/2006/main" noGrp="1"/>
          </p:cNvSpPr>
          <p:nvPr/>
        </p:nvSpPr>
        <p:spPr>
          <a:xfrm xmlns:a="http://schemas.openxmlformats.org/drawingml/2006/main">
            <a:off x="29051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1" name="!!tx_head">
            <a:extLst xmlns:a="http://schemas.openxmlformats.org/drawingml/2006/main">
              <a:ext uri="{FF2B5EF4-FFF2-40B4-BE49-F238E27FC236}">
                <a16:creationId xmlns:a16="http://schemas.microsoft.com/office/drawing/2014/main" id="{2F0FD6C9-7ADC-4400-9620-B71568B42746}"/>
              </a:ext>
            </a:extLst>
          </p:cNvPr>
          <p:cNvSpPr>
            <a:spLocks xmlns:a="http://schemas.openxmlformats.org/drawingml/2006/main" noGrp="1"/>
          </p:cNvSpPr>
          <p:nvPr/>
        </p:nvSpPr>
        <p:spPr>
          <a:xfrm xmlns:a="http://schemas.openxmlformats.org/drawingml/2006/main" rot="5400000">
            <a:off x="50387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2" name="!!rx_shaft">
            <a:extLst xmlns:a="http://schemas.openxmlformats.org/drawingml/2006/main">
              <a:ext uri="{FF2B5EF4-FFF2-40B4-BE49-F238E27FC236}">
                <a16:creationId xmlns:a16="http://schemas.microsoft.com/office/drawing/2014/main" id="{14E7D56D-AF07-4F65-9FA7-27C71C366D5E}"/>
              </a:ext>
            </a:extLst>
          </p:cNvPr>
          <p:cNvSpPr>
            <a:spLocks xmlns:a="http://schemas.openxmlformats.org/drawingml/2006/main" noGrp="1"/>
          </p:cNvSpPr>
          <p:nvPr/>
        </p:nvSpPr>
        <p:spPr>
          <a:xfrm xmlns:a="http://schemas.openxmlformats.org/drawingml/2006/main">
            <a:off x="7058025" y="809625"/>
            <a:ext cx="2162175" cy="16193"/>
          </a:xfrm>
          <a:prstGeom xmlns:a="http://schemas.openxmlformats.org/drawingml/2006/main" prst="rect">
            <a:avLst/>
          </a:prstGeom>
          <a:solidFill xmlns:a="http://schemas.openxmlformats.org/drawingml/2006/main">
            <a:srgbClr val="000000">
              <a:alpha val="35000"/>
            </a:srgbClr>
          </a:solidFill>
          <a:ln xmlns:a="http://schemas.openxmlformats.org/drawingml/2006/main" w="0">
            <a:noFill/>
          </a:ln>
        </p:spPr>
      </p:sp>
      <p:sp>
        <p:nvSpPr>
          <p:cNvPr id="63" name="!!rx_head">
            <a:extLst xmlns:a="http://schemas.openxmlformats.org/drawingml/2006/main">
              <a:ext uri="{FF2B5EF4-FFF2-40B4-BE49-F238E27FC236}">
                <a16:creationId xmlns:a16="http://schemas.microsoft.com/office/drawing/2014/main" id="{ED4F3CEF-0986-4097-9C7A-B8ABC14FA105}"/>
              </a:ext>
            </a:extLst>
          </p:cNvPr>
          <p:cNvSpPr>
            <a:spLocks xmlns:a="http://schemas.openxmlformats.org/drawingml/2006/main" noGrp="1"/>
          </p:cNvSpPr>
          <p:nvPr/>
        </p:nvSpPr>
        <p:spPr>
          <a:xfrm xmlns:a="http://schemas.openxmlformats.org/drawingml/2006/main" rot="5400000">
            <a:off x="9191625" y="762000"/>
            <a:ext cx="95250" cy="104775"/>
          </a:xfrm>
          <a:prstGeom xmlns:a="http://schemas.openxmlformats.org/drawingml/2006/main" prst="triangle">
            <a:avLst/>
          </a:prstGeom>
          <a:solidFill xmlns:a="http://schemas.openxmlformats.org/drawingml/2006/main">
            <a:srgbClr val="000000">
              <a:alpha val="35000"/>
            </a:srgbClr>
          </a:solidFill>
          <a:ln xmlns:a="http://schemas.openxmlformats.org/drawingml/2006/main" w="0">
            <a:noFill/>
          </a:ln>
        </p:spPr>
      </p:sp>
      <p:sp>
        <p:nvSpPr>
          <p:cNvPr id="64" name="!!detail_focus_stem">
            <a:extLst xmlns:a="http://schemas.openxmlformats.org/drawingml/2006/main">
              <a:ext uri="{FF2B5EF4-FFF2-40B4-BE49-F238E27FC236}">
                <a16:creationId xmlns:a16="http://schemas.microsoft.com/office/drawing/2014/main" id="{845FC1F8-8527-49FA-9B69-05011554E2DB}"/>
              </a:ext>
            </a:extLst>
          </p:cNvPr>
          <p:cNvSpPr>
            <a:spLocks xmlns:a="http://schemas.openxmlformats.org/drawingml/2006/main" noGrp="1"/>
          </p:cNvSpPr>
          <p:nvPr/>
        </p:nvSpPr>
        <p:spPr>
          <a:xfrm xmlns:a="http://schemas.openxmlformats.org/drawingml/2006/main">
            <a:off x="6096000" y="1209675"/>
            <a:ext cx="13335" cy="142875"/>
          </a:xfrm>
          <a:prstGeom xmlns:a="http://schemas.openxmlformats.org/drawingml/2006/main" prst="rect">
            <a:avLst/>
          </a:prstGeom>
          <a:solidFill xmlns:a="http://schemas.openxmlformats.org/drawingml/2006/main">
            <a:srgbClr val="000000"/>
          </a:solidFill>
          <a:ln xmlns:a="http://schemas.openxmlformats.org/drawingml/2006/main" w="0">
            <a:noFill/>
          </a:ln>
        </p:spPr>
      </p:sp>
      <p:sp>
        <p:nvSpPr>
          <p:cNvPr id="65" name="!!detail_focus_cross">
            <a:extLst xmlns:a="http://schemas.openxmlformats.org/drawingml/2006/main">
              <a:ext uri="{FF2B5EF4-FFF2-40B4-BE49-F238E27FC236}">
                <a16:creationId xmlns:a16="http://schemas.microsoft.com/office/drawing/2014/main" id="{6FA5E81D-8D14-47BD-9849-9877B447DAAB}"/>
              </a:ext>
            </a:extLst>
          </p:cNvPr>
          <p:cNvSpPr>
            <a:spLocks xmlns:a="http://schemas.openxmlformats.org/drawingml/2006/main" noGrp="1"/>
          </p:cNvSpPr>
          <p:nvPr/>
        </p:nvSpPr>
        <p:spPr>
          <a:xfrm xmlns:a="http://schemas.openxmlformats.org/drawingml/2006/main">
            <a:off x="2390775" y="1352550"/>
            <a:ext cx="3718560" cy="13335"/>
          </a:xfrm>
          <a:prstGeom xmlns:a="http://schemas.openxmlformats.org/drawingml/2006/main" prst="rect">
            <a:avLst/>
          </a:prstGeom>
          <a:solidFill xmlns:a="http://schemas.openxmlformats.org/drawingml/2006/main">
            <a:srgbClr val="000000"/>
          </a:solidFill>
          <a:ln xmlns:a="http://schemas.openxmlformats.org/drawingml/2006/main" w="0">
            <a:noFill/>
          </a:ln>
        </p:spPr>
      </p:sp>
    </p:spTree>
    <p:extLst>
      <p:ext uri="{BB962C8B-B14F-4D97-AF65-F5344CB8AC3E}">
        <p14:creationId xmlns:p14="http://schemas.microsoft.com/office/powerpoint/2010/main" val="156076249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Pulse 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PAM</a:t>
            </a:r>
          </a:p>
        </p:txBody>
      </p:sp>
      <p:sp>
        <p:nvSpPr>
          <p:cNvPr id="3" name="route-arrow-0-shaft">
            <a:extLst xmlns:a="http://schemas.openxmlformats.org/drawingml/2006/main">
              <a:ext uri="{FF2B5EF4-FFF2-40B4-BE49-F238E27FC236}">
                <a16:creationId xmlns:a16="http://schemas.microsoft.com/office/drawing/2014/main" id="{63F8E018-EEBC-4777-890F-D05A3FF16AB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9BD8F4A-E712-4A6E-B80F-32E8721F4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A0C7AAA-2FF1-4347-A27A-5C8352435B8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9DB87AD-6B35-4778-97D8-331CC58CB77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C5CFA631-71CC-41BE-88E5-A24A8FADD8E4}"/>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B51BDB3D-5E85-4E00-AE92-86033A20BED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operation">
            <a:extLst xmlns:a="http://schemas.openxmlformats.org/drawingml/2006/main">
              <a:ext uri="{FF2B5EF4-FFF2-40B4-BE49-F238E27FC236}">
                <a16:creationId xmlns:a16="http://schemas.microsoft.com/office/drawing/2014/main" id="{18A69B96-3AA1-4AFC-947D-72056DAF5E1D}"/>
              </a:ext>
            </a:extLst>
          </p:cNvPr>
          <p:cNvSpPr>
            <a:spLocks xmlns:a="http://schemas.openxmlformats.org/drawingml/2006/main" noGrp="1"/>
          </p:cNvSpPr>
          <p:nvPr/>
        </p:nvSpPr>
        <p:spPr>
          <a:xfrm xmlns:a="http://schemas.openxmlformats.org/drawingml/2006/main">
            <a:off x="609600" y="2076450"/>
            <a:ext cx="10858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One sample: change height, width, or position</a:t>
            </a:r>
          </a:p>
        </p:txBody>
      </p:sp>
      <p:pic>
        <p:nvPicPr>
          <p:cNvPr id="10" name="pulse-types" descr="Note 7: pulse types. Static entry; click once; final state retained.">
            <a:extLst xmlns:a="http://schemas.openxmlformats.org/drawingml/2006/main">
              <a:ext uri="{FF2B5EF4-FFF2-40B4-BE49-F238E27FC236}">
                <a16:creationId xmlns:a16="http://schemas.microsoft.com/office/drawing/2014/main" id="{71290E67-8D60-420E-81E8-1658E53A5821}"/>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676525"/>
            <a:ext cx="10668000" cy="2381250"/>
          </a:xfrm>
          <a:prstGeom xmlns:a="http://schemas.openxmlformats.org/drawingml/2006/main" prst="rect">
            <a:avLst/>
          </a:prstGeom>
        </p:spPr>
      </p:pic>
      <p:sp>
        <p:nvSpPr>
          <p:cNvPr id="11" name="choose-pam">
            <a:extLst xmlns:a="http://schemas.openxmlformats.org/drawingml/2006/main">
              <a:ext uri="{FF2B5EF4-FFF2-40B4-BE49-F238E27FC236}">
                <a16:creationId xmlns:a16="http://schemas.microsoft.com/office/drawing/2014/main" id="{55D52495-C39B-427D-B9A2-5C4B3E5116AF}"/>
              </a:ext>
            </a:extLst>
          </p:cNvPr>
          <p:cNvSpPr>
            <a:spLocks xmlns:a="http://schemas.openxmlformats.org/drawingml/2006/main" noGrp="1"/>
          </p:cNvSpPr>
          <p:nvPr/>
        </p:nvSpPr>
        <p:spPr>
          <a:xfrm xmlns:a="http://schemas.openxmlformats.org/drawingml/2006/main">
            <a:off x="609600" y="55626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PAM: the sample value sets the pulse height.</a:t>
            </a:r>
          </a:p>
        </p:txBody>
      </p:sp>
      <p:sp>
        <p:nvSpPr>
          <p:cNvPr id="12" name="choose-pam-underline">
            <a:extLst xmlns:a="http://schemas.openxmlformats.org/drawingml/2006/main">
              <a:ext uri="{FF2B5EF4-FFF2-40B4-BE49-F238E27FC236}">
                <a16:creationId xmlns:a16="http://schemas.microsoft.com/office/drawing/2014/main" id="{54CAE444-E4BE-487C-B9D0-D32955FF587C}"/>
              </a:ext>
            </a:extLst>
          </p:cNvPr>
          <p:cNvSpPr>
            <a:spLocks xmlns:a="http://schemas.openxmlformats.org/drawingml/2006/main" noGrp="1"/>
          </p:cNvSpPr>
          <p:nvPr/>
        </p:nvSpPr>
        <p:spPr>
          <a:xfrm xmlns:a="http://schemas.openxmlformats.org/drawingml/2006/main">
            <a:off x="609600" y="6048375"/>
            <a:ext cx="108585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EBBA681-14E3-4CBF-ACF9-A1615CA8F4F4}"/>
              </a:ext>
            </a:extLst>
          </p:cNvPr>
          <p:cNvPicPr>
            <a:picLocks xmlns:a="http://schemas.openxmlformats.org/drawingml/2006/main" noChangeAspect="1"/>
          </p:cNvPicPr>
          <p:nvPr/>
        </p:nvPicPr>
        <p:blipFill>
          <a:blip xmlns:r="http://schemas.openxmlformats.org/officeDocument/2006/relationships" xmlns:a="http://schemas.openxmlformats.org/drawingml/2006/main" r:embed="R4513d848b5cc465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D33319B-C6AC-40C1-A3B6-8EA0F4863CEE}"/>
              </a:ext>
            </a:extLst>
          </p:cNvPr>
          <p:cNvPicPr>
            <a:picLocks xmlns:a="http://schemas.openxmlformats.org/drawingml/2006/main" noChangeAspect="1"/>
          </p:cNvPicPr>
          <p:nvPr/>
        </p:nvPicPr>
        <p:blipFill>
          <a:blip xmlns:r="http://schemas.openxmlformats.org/officeDocument/2006/relationships" xmlns:a="http://schemas.openxmlformats.org/drawingml/2006/main" r:embed="R4ace19bdae154f9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EFC464A-D4F4-4EBC-98B8-1954116DC952}"/>
              </a:ext>
            </a:extLst>
          </p:cNvPr>
          <p:cNvPicPr>
            <a:picLocks xmlns:a="http://schemas.openxmlformats.org/drawingml/2006/main" noChangeAspect="1"/>
          </p:cNvPicPr>
          <p:nvPr/>
        </p:nvPicPr>
        <p:blipFill>
          <a:blip xmlns:r="http://schemas.openxmlformats.org/officeDocument/2006/relationships" xmlns:a="http://schemas.openxmlformats.org/drawingml/2006/main" r:embed="R64fd6c870f2342f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6874394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0FF9EE45-FE61-4B32-AB3A-8632B16B6B46}"/>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0B287D4-0D09-4148-BDB3-F66EED3F7D2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745468C9-3AFC-40E1-85B8-C7BFC1A3ABA0}"/>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6CED05EB-9699-41C2-9D74-E6ACE1301EE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0B7B3AA-99E2-48AF-A445-E9961724A67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20181C10-685E-4B18-AA62-AB7ECB15B23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9" name="pam-formation" descr="Note 7: pam formation. Static entry; click once; final state retained.">
            <a:extLst xmlns:a="http://schemas.openxmlformats.org/drawingml/2006/main">
              <a:ext uri="{FF2B5EF4-FFF2-40B4-BE49-F238E27FC236}">
                <a16:creationId xmlns:a16="http://schemas.microsoft.com/office/drawing/2014/main" id="{C9FB676A-98DF-466E-A2F0-592C897DE868}"/>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57500"/>
            <a:ext cx="10668000" cy="2381250"/>
          </a:xfrm>
          <a:prstGeom xmlns:a="http://schemas.openxmlformats.org/drawingml/2006/main" prst="rect">
            <a:avLst/>
          </a:prstGeom>
        </p:spPr>
      </p:pic>
      <p:sp>
        <p:nvSpPr>
          <p:cNvPr id="10" name="pam-generation-emphasis">
            <a:extLst xmlns:a="http://schemas.openxmlformats.org/drawingml/2006/main">
              <a:ext uri="{FF2B5EF4-FFF2-40B4-BE49-F238E27FC236}">
                <a16:creationId xmlns:a16="http://schemas.microsoft.com/office/drawing/2014/main" id="{04B31E34-BBFA-432F-ABF7-1321A861543B}"/>
              </a:ext>
            </a:extLst>
          </p:cNvPr>
          <p:cNvSpPr>
            <a:spLocks xmlns:a="http://schemas.openxmlformats.org/drawingml/2006/main" noGrp="1"/>
          </p:cNvSpPr>
          <p:nvPr/>
        </p:nvSpPr>
        <p:spPr>
          <a:xfrm xmlns:a="http://schemas.openxmlformats.org/drawingml/2006/main">
            <a:off x="609600" y="658177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95A9FB9-3807-422F-8DD9-E98314C5666C}"/>
              </a:ext>
            </a:extLst>
          </p:cNvPr>
          <p:cNvPicPr>
            <a:picLocks xmlns:a="http://schemas.openxmlformats.org/drawingml/2006/main" noChangeAspect="1"/>
          </p:cNvPicPr>
          <p:nvPr/>
        </p:nvPicPr>
        <p:blipFill>
          <a:blip xmlns:r="http://schemas.openxmlformats.org/officeDocument/2006/relationships" xmlns:a="http://schemas.openxmlformats.org/drawingml/2006/main" r:embed="R8ba1b3664ff24a66">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F809717-60B5-4BE1-B182-9A4FB330FB78}"/>
              </a:ext>
            </a:extLst>
          </p:cNvPr>
          <p:cNvPicPr>
            <a:picLocks xmlns:a="http://schemas.openxmlformats.org/drawingml/2006/main" noChangeAspect="1"/>
          </p:cNvPicPr>
          <p:nvPr/>
        </p:nvPicPr>
        <p:blipFill>
          <a:blip xmlns:r="http://schemas.openxmlformats.org/officeDocument/2006/relationships" xmlns:a="http://schemas.openxmlformats.org/drawingml/2006/main" r:embed="Re9f6e80a7ca14f6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2944037-D8A1-4928-9619-25EDB7C94B6A}"/>
              </a:ext>
            </a:extLst>
          </p:cNvPr>
          <p:cNvPicPr>
            <a:picLocks xmlns:a="http://schemas.openxmlformats.org/drawingml/2006/main" noChangeAspect="1"/>
          </p:cNvPicPr>
          <p:nvPr/>
        </p:nvPicPr>
        <p:blipFill>
          <a:blip xmlns:r="http://schemas.openxmlformats.org/officeDocument/2006/relationships" xmlns:a="http://schemas.openxmlformats.org/drawingml/2006/main" r:embed="R8af24ebf903c401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sampled-message" descr="m_\delta(t)=\sum_{n=-\infty}^{\infty}m(nT_s)\delta(t-nT_s)">
            <a:extLst xmlns:a="http://schemas.openxmlformats.org/drawingml/2006/main">
              <a:ext uri="{FF2B5EF4-FFF2-40B4-BE49-F238E27FC236}">
                <a16:creationId xmlns:a16="http://schemas.microsoft.com/office/drawing/2014/main" id="{5ADCF915-9D81-423D-86F6-5EF06FF8B023}"/>
              </a:ext>
            </a:extLst>
          </p:cNvPr>
          <p:cNvPicPr>
            <a:picLocks xmlns:a="http://schemas.openxmlformats.org/drawingml/2006/main" noChangeAspect="1"/>
          </p:cNvPicPr>
          <p:nvPr/>
        </p:nvPicPr>
        <p:blipFill>
          <a:blip xmlns:r="http://schemas.openxmlformats.org/officeDocument/2006/relationships" xmlns:a="http://schemas.openxmlformats.org/drawingml/2006/main" r:embed="R048a92c32d6c4f10">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66623"/>
            <a:ext cx="4778693" cy="343555"/>
          </a:xfrm>
          <a:prstGeom xmlns:a="http://schemas.openxmlformats.org/drawingml/2006/main" prst="rect">
            <a:avLst/>
          </a:prstGeom>
        </p:spPr>
      </p:pic>
      <p:pic>
        <p:nvPicPr>
          <p:cNvPr id="15" name="pulse-definition" descr="h(t)=1\ (0&lt;t&lt;T),\quad0\ \text{otherwise};\qquad T&lt;T_s">
            <a:extLst xmlns:a="http://schemas.openxmlformats.org/drawingml/2006/main">
              <a:ext uri="{FF2B5EF4-FFF2-40B4-BE49-F238E27FC236}">
                <a16:creationId xmlns:a16="http://schemas.microsoft.com/office/drawing/2014/main" id="{2DE72BC0-269E-473E-9380-8914E8A57F98}"/>
              </a:ext>
            </a:extLst>
          </p:cNvPr>
          <p:cNvPicPr>
            <a:picLocks xmlns:a="http://schemas.openxmlformats.org/drawingml/2006/main" noChangeAspect="1"/>
          </p:cNvPicPr>
          <p:nvPr/>
        </p:nvPicPr>
        <p:blipFill>
          <a:blip xmlns:r="http://schemas.openxmlformats.org/officeDocument/2006/relationships" xmlns:a="http://schemas.openxmlformats.org/drawingml/2006/main" r:embed="Raab4e5dfa8a24a6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534025"/>
            <a:ext cx="6374130" cy="266700"/>
          </a:xfrm>
          <a:prstGeom xmlns:a="http://schemas.openxmlformats.org/drawingml/2006/main" prst="rect">
            <a:avLst/>
          </a:prstGeom>
        </p:spPr>
      </p:pic>
      <p:pic>
        <p:nvPicPr>
          <p:cNvPr id="16" name="pam-generation" descr="s(t)=\sum_{n=-\infty}^{\infty}m(nT_s)h(t-nT_s)">
            <a:extLst xmlns:a="http://schemas.openxmlformats.org/drawingml/2006/main">
              <a:ext uri="{FF2B5EF4-FFF2-40B4-BE49-F238E27FC236}">
                <a16:creationId xmlns:a16="http://schemas.microsoft.com/office/drawing/2014/main" id="{2FBC5F8A-DEAF-4E4C-B098-133833121AD1}"/>
              </a:ext>
            </a:extLst>
          </p:cNvPr>
          <p:cNvPicPr>
            <a:picLocks xmlns:a="http://schemas.openxmlformats.org/drawingml/2006/main" noChangeAspect="1"/>
          </p:cNvPicPr>
          <p:nvPr/>
        </p:nvPicPr>
        <p:blipFill>
          <a:blip xmlns:r="http://schemas.openxmlformats.org/officeDocument/2006/relationships" xmlns:a="http://schemas.openxmlformats.org/drawingml/2006/main" r:embed="R4fe922a254ca495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50293"/>
            <a:ext cx="4968240" cy="377190"/>
          </a:xfrm>
          <a:prstGeom xmlns:a="http://schemas.openxmlformats.org/drawingml/2006/main" prst="rect">
            <a:avLst/>
          </a:prstGeom>
        </p:spPr>
      </p:pic>
    </p:spTree>
    <p:extLst>
      <p:ext uri="{BB962C8B-B14F-4D97-AF65-F5344CB8AC3E}">
        <p14:creationId xmlns:p14="http://schemas.microsoft.com/office/powerpoint/2010/main" val="212374501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Modulation</a:t>
            </a:r>
          </a:p>
        </p:txBody>
      </p:sp>
      <p:sp>
        <p:nvSpPr>
          <p:cNvPr id="3" name="route-arrow-0-shaft">
            <a:extLst xmlns:a="http://schemas.openxmlformats.org/drawingml/2006/main">
              <a:ext uri="{FF2B5EF4-FFF2-40B4-BE49-F238E27FC236}">
                <a16:creationId xmlns:a16="http://schemas.microsoft.com/office/drawing/2014/main" id="{8BD388E1-3C19-44C2-8476-16B4C2A5818F}"/>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F832FC09-DB34-4268-909E-7D8CB966417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AD922B67-9E7A-447B-BA05-8CBA2500FFD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69CD6402-E7A8-40FE-9FBA-6FE30D9BDF2F}"/>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9778C03-9D4E-42EA-BC06-DE0893AB6D8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6175E4A-302B-4A37-A4DB-BCF05B50683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convolution-box">
            <a:extLst xmlns:a="http://schemas.openxmlformats.org/drawingml/2006/main">
              <a:ext uri="{FF2B5EF4-FFF2-40B4-BE49-F238E27FC236}">
                <a16:creationId xmlns:a16="http://schemas.microsoft.com/office/drawing/2014/main" id="{8EBD1FFC-1F2E-48AE-A3FC-0DEB7D638959}"/>
              </a:ext>
            </a:extLst>
          </p:cNvPr>
          <p:cNvSpPr>
            <a:spLocks xmlns:a="http://schemas.openxmlformats.org/drawingml/2006/main" noGrp="1"/>
          </p:cNvSpPr>
          <p:nvPr/>
        </p:nvSpPr>
        <p:spPr>
          <a:xfrm xmlns:a="http://schemas.openxmlformats.org/drawingml/2006/main">
            <a:off x="4610100" y="3362325"/>
            <a:ext cx="2952750" cy="5810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0" name="convolution-text">
            <a:extLst xmlns:a="http://schemas.openxmlformats.org/drawingml/2006/main">
              <a:ext uri="{FF2B5EF4-FFF2-40B4-BE49-F238E27FC236}">
                <a16:creationId xmlns:a16="http://schemas.microsoft.com/office/drawing/2014/main" id="{BCDE62A4-87EE-4C9C-A220-EFB1DA3E285A}"/>
              </a:ext>
            </a:extLst>
          </p:cNvPr>
          <p:cNvSpPr>
            <a:spLocks xmlns:a="http://schemas.openxmlformats.org/drawingml/2006/main" noGrp="1"/>
          </p:cNvSpPr>
          <p:nvPr/>
        </p:nvSpPr>
        <p:spPr>
          <a:xfrm xmlns:a="http://schemas.openxmlformats.org/drawingml/2006/main">
            <a:off x="4686300" y="3438525"/>
            <a:ext cx="2800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pPr algn="ctr">
              <a:defRPr sz="1875" b="1" i="0">
                <a:solidFill>
                  <a:srgbClr val="202020"/>
                </a:solidFill>
                <a:latin typeface="Times New Roman"/>
                <a:ea typeface="Times New Roman"/>
                <a:cs typeface="Times New Roman"/>
              </a:defRPr>
            </a:pPr>
            <a:r>
              <a:rPr sz="1875" b="1" i="0">
                <a:solidFill>
                  <a:srgbClr val="202020"/>
                </a:solidFill>
                <a:latin typeface="Times New Roman"/>
                <a:ea typeface="Times New Roman"/>
                <a:cs typeface="Times New Roman"/>
              </a:rPr>
              <a:t>Convolve with h(t)</a:t>
            </a:r>
          </a:p>
        </p:txBody>
      </p:sp>
      <p:sp>
        <p:nvSpPr>
          <p:cNvPr id="11" name="input-to-h-shaft">
            <a:extLst xmlns:a="http://schemas.openxmlformats.org/drawingml/2006/main">
              <a:ext uri="{FF2B5EF4-FFF2-40B4-BE49-F238E27FC236}">
                <a16:creationId xmlns:a16="http://schemas.microsoft.com/office/drawing/2014/main" id="{F61D5BC1-FFB2-4DC8-ADD4-671774B86B91}"/>
              </a:ext>
            </a:extLst>
          </p:cNvPr>
          <p:cNvSpPr>
            <a:spLocks xmlns:a="http://schemas.openxmlformats.org/drawingml/2006/main" noGrp="1"/>
          </p:cNvSpPr>
          <p:nvPr/>
        </p:nvSpPr>
        <p:spPr>
          <a:xfrm xmlns:a="http://schemas.openxmlformats.org/drawingml/2006/main">
            <a:off x="3829050" y="3648075"/>
            <a:ext cx="581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2" name="input-to-h-head">
            <a:extLst xmlns:a="http://schemas.openxmlformats.org/drawingml/2006/main">
              <a:ext uri="{FF2B5EF4-FFF2-40B4-BE49-F238E27FC236}">
                <a16:creationId xmlns:a16="http://schemas.microsoft.com/office/drawing/2014/main" id="{E778DFC6-AF5E-4B60-9965-89265479077D}"/>
              </a:ext>
            </a:extLst>
          </p:cNvPr>
          <p:cNvSpPr>
            <a:spLocks xmlns:a="http://schemas.openxmlformats.org/drawingml/2006/main" noGrp="1"/>
          </p:cNvSpPr>
          <p:nvPr/>
        </p:nvSpPr>
        <p:spPr>
          <a:xfrm xmlns:a="http://schemas.openxmlformats.org/drawingml/2006/main" rot="5400000">
            <a:off x="4391025" y="36052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3" name="h-to-output-shaft">
            <a:extLst xmlns:a="http://schemas.openxmlformats.org/drawingml/2006/main">
              <a:ext uri="{FF2B5EF4-FFF2-40B4-BE49-F238E27FC236}">
                <a16:creationId xmlns:a16="http://schemas.microsoft.com/office/drawing/2014/main" id="{F854491A-ECB9-4FA4-8977-35B4A5CEDEF1}"/>
              </a:ext>
            </a:extLst>
          </p:cNvPr>
          <p:cNvSpPr>
            <a:spLocks xmlns:a="http://schemas.openxmlformats.org/drawingml/2006/main" noGrp="1"/>
          </p:cNvSpPr>
          <p:nvPr/>
        </p:nvSpPr>
        <p:spPr>
          <a:xfrm xmlns:a="http://schemas.openxmlformats.org/drawingml/2006/main">
            <a:off x="7658100" y="3648075"/>
            <a:ext cx="5810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h-to-output-head">
            <a:extLst xmlns:a="http://schemas.openxmlformats.org/drawingml/2006/main">
              <a:ext uri="{FF2B5EF4-FFF2-40B4-BE49-F238E27FC236}">
                <a16:creationId xmlns:a16="http://schemas.microsoft.com/office/drawing/2014/main" id="{6038A4C1-7754-494C-9C59-6FEADD7BE3CB}"/>
              </a:ext>
            </a:extLst>
          </p:cNvPr>
          <p:cNvSpPr>
            <a:spLocks xmlns:a="http://schemas.openxmlformats.org/drawingml/2006/main" noGrp="1"/>
          </p:cNvSpPr>
          <p:nvPr/>
        </p:nvSpPr>
        <p:spPr>
          <a:xfrm xmlns:a="http://schemas.openxmlformats.org/drawingml/2006/main" rot="5400000">
            <a:off x="8220075" y="360521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result-emphasis">
            <a:extLst xmlns:a="http://schemas.openxmlformats.org/drawingml/2006/main">
              <a:ext uri="{FF2B5EF4-FFF2-40B4-BE49-F238E27FC236}">
                <a16:creationId xmlns:a16="http://schemas.microsoft.com/office/drawing/2014/main" id="{A0DF4BA3-3174-4DC4-A763-4B26FF4CCF14}"/>
              </a:ext>
            </a:extLst>
          </p:cNvPr>
          <p:cNvSpPr>
            <a:spLocks xmlns:a="http://schemas.openxmlformats.org/drawingml/2006/main" noGrp="1"/>
          </p:cNvSpPr>
          <p:nvPr/>
        </p:nvSpPr>
        <p:spPr>
          <a:xfrm xmlns:a="http://schemas.openxmlformats.org/drawingml/2006/main">
            <a:off x="942975" y="6391275"/>
            <a:ext cx="10563225"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227E28B-3C08-4B01-9903-D9191326C68B}"/>
              </a:ext>
            </a:extLst>
          </p:cNvPr>
          <p:cNvPicPr>
            <a:picLocks xmlns:a="http://schemas.openxmlformats.org/drawingml/2006/main" noChangeAspect="1"/>
          </p:cNvPicPr>
          <p:nvPr/>
        </p:nvPicPr>
        <p:blipFill>
          <a:blip xmlns:r="http://schemas.openxmlformats.org/officeDocument/2006/relationships" xmlns:a="http://schemas.openxmlformats.org/drawingml/2006/main" r:embed="R511edc31ea8540d0">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AE440D0D-A6BD-4D32-8346-BE201CC8A130}"/>
              </a:ext>
            </a:extLst>
          </p:cNvPr>
          <p:cNvPicPr>
            <a:picLocks xmlns:a="http://schemas.openxmlformats.org/drawingml/2006/main" noChangeAspect="1"/>
          </p:cNvPicPr>
          <p:nvPr/>
        </p:nvPicPr>
        <p:blipFill>
          <a:blip xmlns:r="http://schemas.openxmlformats.org/officeDocument/2006/relationships" xmlns:a="http://schemas.openxmlformats.org/drawingml/2006/main" r:embed="Rdd3471304df943c2">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7098FBA-D515-48C0-8CD0-88F8DA070EB8}"/>
              </a:ext>
            </a:extLst>
          </p:cNvPr>
          <p:cNvPicPr>
            <a:picLocks xmlns:a="http://schemas.openxmlformats.org/drawingml/2006/main" noChangeAspect="1"/>
          </p:cNvPicPr>
          <p:nvPr/>
        </p:nvPicPr>
        <p:blipFill>
          <a:blip xmlns:r="http://schemas.openxmlformats.org/officeDocument/2006/relationships" xmlns:a="http://schemas.openxmlformats.org/drawingml/2006/main" r:embed="R1754df3266074ef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known-samples" descr="m_\delta(t)=\sum_{n=-\infty}^{\infty}m(nT_s)\delta(t-nT_s)">
            <a:extLst xmlns:a="http://schemas.openxmlformats.org/drawingml/2006/main">
              <a:ext uri="{FF2B5EF4-FFF2-40B4-BE49-F238E27FC236}">
                <a16:creationId xmlns:a16="http://schemas.microsoft.com/office/drawing/2014/main" id="{45C3530B-C775-4676-AE00-8930B382ACC7}"/>
              </a:ext>
            </a:extLst>
          </p:cNvPr>
          <p:cNvPicPr>
            <a:picLocks xmlns:a="http://schemas.openxmlformats.org/drawingml/2006/main" noChangeAspect="1"/>
          </p:cNvPicPr>
          <p:nvPr/>
        </p:nvPicPr>
        <p:blipFill>
          <a:blip xmlns:r="http://schemas.openxmlformats.org/officeDocument/2006/relationships" xmlns:a="http://schemas.openxmlformats.org/drawingml/2006/main" r:embed="Ra962a0b8f44846d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24921"/>
            <a:ext cx="4613910" cy="331708"/>
          </a:xfrm>
          <a:prstGeom xmlns:a="http://schemas.openxmlformats.org/drawingml/2006/main" prst="rect">
            <a:avLst/>
          </a:prstGeom>
        </p:spPr>
      </p:pic>
      <p:pic>
        <p:nvPicPr>
          <p:cNvPr id="20" name="known-pulse" descr="h(t)=1\ (0&lt;t&lt;T),\quad 0\ \text{otherwise}">
            <a:extLst xmlns:a="http://schemas.openxmlformats.org/drawingml/2006/main">
              <a:ext uri="{FF2B5EF4-FFF2-40B4-BE49-F238E27FC236}">
                <a16:creationId xmlns:a16="http://schemas.microsoft.com/office/drawing/2014/main" id="{94951176-74B9-47C5-B3CE-E899C733CB3C}"/>
              </a:ext>
            </a:extLst>
          </p:cNvPr>
          <p:cNvPicPr>
            <a:picLocks xmlns:a="http://schemas.openxmlformats.org/drawingml/2006/main" noChangeAspect="1"/>
          </p:cNvPicPr>
          <p:nvPr/>
        </p:nvPicPr>
        <p:blipFill>
          <a:blip xmlns:r="http://schemas.openxmlformats.org/officeDocument/2006/relationships" xmlns:a="http://schemas.openxmlformats.org/drawingml/2006/main" r:embed="Rb415edea749740a6">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2753529"/>
            <a:ext cx="4526280" cy="255568"/>
          </a:xfrm>
          <a:prstGeom xmlns:a="http://schemas.openxmlformats.org/drawingml/2006/main" prst="rect">
            <a:avLst/>
          </a:prstGeom>
        </p:spPr>
      </p:pic>
      <p:pic>
        <p:nvPicPr>
          <p:cNvPr id="21" name="input-samples" descr="m_\delta(t)">
            <a:extLst xmlns:a="http://schemas.openxmlformats.org/drawingml/2006/main">
              <a:ext uri="{FF2B5EF4-FFF2-40B4-BE49-F238E27FC236}">
                <a16:creationId xmlns:a16="http://schemas.microsoft.com/office/drawing/2014/main" id="{2A6A4454-6F65-4B52-91FA-4C0C951A0B1A}"/>
              </a:ext>
            </a:extLst>
          </p:cNvPr>
          <p:cNvPicPr>
            <a:picLocks xmlns:a="http://schemas.openxmlformats.org/drawingml/2006/main" noChangeAspect="1"/>
          </p:cNvPicPr>
          <p:nvPr/>
        </p:nvPicPr>
        <p:blipFill>
          <a:blip xmlns:r="http://schemas.openxmlformats.org/officeDocument/2006/relationships" xmlns:a="http://schemas.openxmlformats.org/drawingml/2006/main" r:embed="Rf98e757ec1ee426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2430780" y="3507105"/>
            <a:ext cx="853440" cy="300990"/>
          </a:xfrm>
          <a:prstGeom xmlns:a="http://schemas.openxmlformats.org/drawingml/2006/main" prst="rect">
            <a:avLst/>
          </a:prstGeom>
        </p:spPr>
      </p:pic>
      <p:pic>
        <p:nvPicPr>
          <p:cNvPr id="22" name="output-pam" descr="s(t)">
            <a:extLst xmlns:a="http://schemas.openxmlformats.org/drawingml/2006/main">
              <a:ext uri="{FF2B5EF4-FFF2-40B4-BE49-F238E27FC236}">
                <a16:creationId xmlns:a16="http://schemas.microsoft.com/office/drawing/2014/main" id="{E77BF99B-1D1E-490E-B3AB-F167580F0BF9}"/>
              </a:ext>
            </a:extLst>
          </p:cNvPr>
          <p:cNvPicPr>
            <a:picLocks xmlns:a="http://schemas.openxmlformats.org/drawingml/2006/main" noChangeAspect="1"/>
          </p:cNvPicPr>
          <p:nvPr/>
        </p:nvPicPr>
        <p:blipFill>
          <a:blip xmlns:r="http://schemas.openxmlformats.org/officeDocument/2006/relationships" xmlns:a="http://schemas.openxmlformats.org/drawingml/2006/main" r:embed="R621e2425d055410c">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8974455" y="3505010"/>
            <a:ext cx="548640" cy="305181"/>
          </a:xfrm>
          <a:prstGeom xmlns:a="http://schemas.openxmlformats.org/drawingml/2006/main" prst="rect">
            <a:avLst/>
          </a:prstGeom>
        </p:spPr>
      </p:pic>
      <p:pic>
        <p:nvPicPr>
          <p:cNvPr id="23" name="derivation-0" descr="s(t)=(m_\delta*h)(t)=\int_{-\infty}^{\infty}m_\delta(\tau)h(t-\tau)\,d\tau">
            <a:extLst xmlns:a="http://schemas.openxmlformats.org/drawingml/2006/main">
              <a:ext uri="{FF2B5EF4-FFF2-40B4-BE49-F238E27FC236}">
                <a16:creationId xmlns:a16="http://schemas.microsoft.com/office/drawing/2014/main" id="{D178C0EA-2B58-45F1-91C3-22BF34996D09}"/>
              </a:ext>
            </a:extLst>
          </p:cNvPr>
          <p:cNvPicPr>
            <a:picLocks xmlns:a="http://schemas.openxmlformats.org/drawingml/2006/main" noChangeAspect="1"/>
          </p:cNvPicPr>
          <p:nvPr/>
        </p:nvPicPr>
        <p:blipFill>
          <a:blip xmlns:r="http://schemas.openxmlformats.org/officeDocument/2006/relationships" xmlns:a="http://schemas.openxmlformats.org/drawingml/2006/main" r:embed="R9dab370ad779480c">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609600" y="4437311"/>
            <a:ext cx="5374958" cy="345579"/>
          </a:xfrm>
          <a:prstGeom xmlns:a="http://schemas.openxmlformats.org/drawingml/2006/main" prst="rect">
            <a:avLst/>
          </a:prstGeom>
        </p:spPr>
      </p:pic>
      <p:pic>
        <p:nvPicPr>
          <p:cNvPr id="24" name="derivation-1" descr="=\int_{-\infty}^{\infty}\left[\sum_n m(nT_s)\delta(\tau-nT_s)\right]h(t-\tau)\,d\tau">
            <a:extLst xmlns:a="http://schemas.openxmlformats.org/drawingml/2006/main">
              <a:ext uri="{FF2B5EF4-FFF2-40B4-BE49-F238E27FC236}">
                <a16:creationId xmlns:a16="http://schemas.microsoft.com/office/drawing/2014/main" id="{E14EDF10-9192-4D2F-AEDC-CCA69729CF8C}"/>
              </a:ext>
            </a:extLst>
          </p:cNvPr>
          <p:cNvPicPr>
            <a:picLocks xmlns:a="http://schemas.openxmlformats.org/drawingml/2006/main" noChangeAspect="1"/>
          </p:cNvPicPr>
          <p:nvPr/>
        </p:nvPicPr>
        <p:blipFill>
          <a:blip xmlns:r="http://schemas.openxmlformats.org/officeDocument/2006/relationships" xmlns:a="http://schemas.openxmlformats.org/drawingml/2006/main" r:embed="R0986a00e97f5415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42975" y="4923086"/>
            <a:ext cx="5272088" cy="345579"/>
          </a:xfrm>
          <a:prstGeom xmlns:a="http://schemas.openxmlformats.org/drawingml/2006/main" prst="rect">
            <a:avLst/>
          </a:prstGeom>
        </p:spPr>
      </p:pic>
      <p:pic>
        <p:nvPicPr>
          <p:cNvPr id="25" name="derivation-2" descr="=\sum_n m(nT_s)\int_{-\infty}^{\infty}\delta(\tau-nT_s)h(t-\tau)\,d\tau">
            <a:extLst xmlns:a="http://schemas.openxmlformats.org/drawingml/2006/main">
              <a:ext uri="{FF2B5EF4-FFF2-40B4-BE49-F238E27FC236}">
                <a16:creationId xmlns:a16="http://schemas.microsoft.com/office/drawing/2014/main" id="{8B164205-6DA7-4EDC-912D-063FF8506898}"/>
              </a:ext>
            </a:extLst>
          </p:cNvPr>
          <p:cNvPicPr>
            <a:picLocks xmlns:a="http://schemas.openxmlformats.org/drawingml/2006/main" noChangeAspect="1"/>
          </p:cNvPicPr>
          <p:nvPr/>
        </p:nvPicPr>
        <p:blipFill>
          <a:blip xmlns:r="http://schemas.openxmlformats.org/officeDocument/2006/relationships" xmlns:a="http://schemas.openxmlformats.org/drawingml/2006/main" r:embed="R5fb5a5a4f4504abd">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42975" y="5457289"/>
            <a:ext cx="5092065" cy="343972"/>
          </a:xfrm>
          <a:prstGeom xmlns:a="http://schemas.openxmlformats.org/drawingml/2006/main" prst="rect">
            <a:avLst/>
          </a:prstGeom>
        </p:spPr>
      </p:pic>
      <p:pic>
        <p:nvPicPr>
          <p:cNvPr id="26" name="derivation-3" descr="=\sum_n m(nT_s)h(t-nT_s)">
            <a:extLst xmlns:a="http://schemas.openxmlformats.org/drawingml/2006/main">
              <a:ext uri="{FF2B5EF4-FFF2-40B4-BE49-F238E27FC236}">
                <a16:creationId xmlns:a16="http://schemas.microsoft.com/office/drawing/2014/main" id="{2B98B71A-843F-4BD5-8C1C-C03201B9CD98}"/>
              </a:ext>
            </a:extLst>
          </p:cNvPr>
          <p:cNvPicPr>
            <a:picLocks xmlns:a="http://schemas.openxmlformats.org/drawingml/2006/main" noChangeAspect="1"/>
          </p:cNvPicPr>
          <p:nvPr/>
        </p:nvPicPr>
        <p:blipFill>
          <a:blip xmlns:r="http://schemas.openxmlformats.org/officeDocument/2006/relationships" xmlns:a="http://schemas.openxmlformats.org/drawingml/2006/main" r:embed="R365a650fe7914ed9">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42975" y="6008578"/>
            <a:ext cx="3513773" cy="308193"/>
          </a:xfrm>
          <a:prstGeom xmlns:a="http://schemas.openxmlformats.org/drawingml/2006/main" prst="rect">
            <a:avLst/>
          </a:prstGeom>
        </p:spPr>
      </p:pic>
      <p:sp>
        <p:nvSpPr>
          <p:cNvPr id="27" name="math-flight-0-origin">
            <a:extLst xmlns:a="http://schemas.openxmlformats.org/drawingml/2006/main">
              <a:ext uri="{FF2B5EF4-FFF2-40B4-BE49-F238E27FC236}">
                <a16:creationId xmlns:a16="http://schemas.microsoft.com/office/drawing/2014/main" id="{9DC3EEBE-3BEA-48A3-8AB8-4BC89BA9BD5E}"/>
              </a:ext>
            </a:extLst>
          </p:cNvPr>
          <p:cNvSpPr>
            <a:spLocks xmlns:a="http://schemas.openxmlformats.org/drawingml/2006/main" noGrp="1"/>
          </p:cNvSpPr>
          <p:nvPr/>
        </p:nvSpPr>
        <p:spPr>
          <a:xfrm xmlns:a="http://schemas.openxmlformats.org/drawingml/2006/main">
            <a:off x="2404942" y="4953625"/>
            <a:ext cx="910312" cy="257175"/>
          </a:xfrm>
          <a:prstGeom xmlns:a="http://schemas.openxmlformats.org/drawingml/2006/main" prst="rect">
            <a:avLst/>
          </a:prstGeom>
          <a:noFill xmlns:a="http://schemas.openxmlformats.org/drawingml/2006/main"/>
          <a:ln xmlns:a="http://schemas.openxmlformats.org/drawingml/2006/main" w="0">
            <a:noFill/>
          </a:ln>
        </p:spPr>
      </p:sp>
    </p:spTree>
    <p:extLst>
      <p:ext uri="{BB962C8B-B14F-4D97-AF65-F5344CB8AC3E}">
        <p14:creationId xmlns:p14="http://schemas.microsoft.com/office/powerpoint/2010/main" val="10354021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5D455BB2-264C-497F-9C97-884F2A359CE4}"/>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40A0D9B-E8FF-4ED4-A45C-CE53C14ED523}"/>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B94CEED-A53D-416A-A96B-36EB48B5F9E4}"/>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A36D4C0B-D0D9-4952-9F52-3EB6B43D589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F7081D20-2A18-43F0-8B64-D68AB58AAFB3}"/>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E4EB6BD8-683D-4986-8254-16D6E8C3143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series-purpose">
            <a:extLst xmlns:a="http://schemas.openxmlformats.org/drawingml/2006/main">
              <a:ext uri="{FF2B5EF4-FFF2-40B4-BE49-F238E27FC236}">
                <a16:creationId xmlns:a16="http://schemas.microsoft.com/office/drawing/2014/main" id="{689AEA7B-8228-4B15-AF91-77A8CD630155}"/>
              </a:ext>
            </a:extLst>
          </p:cNvPr>
          <p:cNvSpPr>
            <a:spLocks xmlns:a="http://schemas.openxmlformats.org/drawingml/2006/main" noGrp="1"/>
          </p:cNvSpPr>
          <p:nvPr/>
        </p:nvSpPr>
        <p:spPr>
          <a:xfrm xmlns:a="http://schemas.openxmlformats.org/drawingml/2006/main">
            <a:off x="609600" y="2028825"/>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Locate the frequency copies of the samples.</a:t>
            </a:r>
          </a:p>
        </p:txBody>
      </p:sp>
      <p:sp>
        <p:nvSpPr>
          <p:cNvPr id="10" name="train-series-emphasis">
            <a:extLst xmlns:a="http://schemas.openxmlformats.org/drawingml/2006/main">
              <a:ext uri="{FF2B5EF4-FFF2-40B4-BE49-F238E27FC236}">
                <a16:creationId xmlns:a16="http://schemas.microsoft.com/office/drawing/2014/main" id="{99D6E993-8657-4D8C-809B-DB02298A221A}"/>
              </a:ext>
            </a:extLst>
          </p:cNvPr>
          <p:cNvSpPr>
            <a:spLocks xmlns:a="http://schemas.openxmlformats.org/drawingml/2006/main" noGrp="1"/>
          </p:cNvSpPr>
          <p:nvPr/>
        </p:nvSpPr>
        <p:spPr>
          <a:xfrm xmlns:a="http://schemas.openxmlformats.org/drawingml/2006/main">
            <a:off x="609600" y="63722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987AE41-E8D0-4863-83B8-A9347C6BD152}"/>
              </a:ext>
            </a:extLst>
          </p:cNvPr>
          <p:cNvPicPr>
            <a:picLocks xmlns:a="http://schemas.openxmlformats.org/drawingml/2006/main" noChangeAspect="1"/>
          </p:cNvPicPr>
          <p:nvPr/>
        </p:nvPicPr>
        <p:blipFill>
          <a:blip xmlns:r="http://schemas.openxmlformats.org/officeDocument/2006/relationships" xmlns:a="http://schemas.openxmlformats.org/drawingml/2006/main" r:embed="Raef930ff6d4a4b3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469E7A3-159D-4521-949A-F0ADB9D12A3F}"/>
              </a:ext>
            </a:extLst>
          </p:cNvPr>
          <p:cNvPicPr>
            <a:picLocks xmlns:a="http://schemas.openxmlformats.org/drawingml/2006/main" noChangeAspect="1"/>
          </p:cNvPicPr>
          <p:nvPr/>
        </p:nvPicPr>
        <p:blipFill>
          <a:blip xmlns:r="http://schemas.openxmlformats.org/officeDocument/2006/relationships" xmlns:a="http://schemas.openxmlformats.org/drawingml/2006/main" r:embed="R9d78d302c3be40f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B8EB7FAD-D3A1-4BB1-B060-EC7C07BBB084}"/>
              </a:ext>
            </a:extLst>
          </p:cNvPr>
          <p:cNvPicPr>
            <a:picLocks xmlns:a="http://schemas.openxmlformats.org/drawingml/2006/main" noChangeAspect="1"/>
          </p:cNvPicPr>
          <p:nvPr/>
        </p:nvPicPr>
        <p:blipFill>
          <a:blip xmlns:r="http://schemas.openxmlformats.org/officeDocument/2006/relationships" xmlns:a="http://schemas.openxmlformats.org/drawingml/2006/main" r:embed="Rcd5b8aff5db3471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impulse-train" descr="\delta_{T_s}(t)=\sum_n\delta(t-nT_s),\qquad m_\delta(t)=m(t)\delta_{T_s}(t)">
            <a:extLst xmlns:a="http://schemas.openxmlformats.org/drawingml/2006/main">
              <a:ext uri="{FF2B5EF4-FFF2-40B4-BE49-F238E27FC236}">
                <a16:creationId xmlns:a16="http://schemas.microsoft.com/office/drawing/2014/main" id="{98FBC83A-CA60-445B-931C-FCCB633F6A81}"/>
              </a:ext>
            </a:extLst>
          </p:cNvPr>
          <p:cNvPicPr>
            <a:picLocks xmlns:a="http://schemas.openxmlformats.org/drawingml/2006/main" noChangeAspect="1"/>
          </p:cNvPicPr>
          <p:nvPr/>
        </p:nvPicPr>
        <p:blipFill>
          <a:blip xmlns:r="http://schemas.openxmlformats.org/officeDocument/2006/relationships" xmlns:a="http://schemas.openxmlformats.org/drawingml/2006/main" r:embed="Rf12fd7ac2cbc4d1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604016"/>
            <a:ext cx="6347460" cy="278368"/>
          </a:xfrm>
          <a:prstGeom xmlns:a="http://schemas.openxmlformats.org/drawingml/2006/main" prst="rect">
            <a:avLst/>
          </a:prstGeom>
        </p:spPr>
      </p:pic>
      <p:pic>
        <p:nvPicPr>
          <p:cNvPr id="15" name="periodic-series" descr="\delta_{T_s}(t)=\sum_k a_ke^{j2\pi kt/T_s}">
            <a:extLst xmlns:a="http://schemas.openxmlformats.org/drawingml/2006/main">
              <a:ext uri="{FF2B5EF4-FFF2-40B4-BE49-F238E27FC236}">
                <a16:creationId xmlns:a16="http://schemas.microsoft.com/office/drawing/2014/main" id="{28855FC7-8011-4191-8ED0-D453108779B5}"/>
              </a:ext>
            </a:extLst>
          </p:cNvPr>
          <p:cNvPicPr>
            <a:picLocks xmlns:a="http://schemas.openxmlformats.org/drawingml/2006/main" noChangeAspect="1"/>
          </p:cNvPicPr>
          <p:nvPr/>
        </p:nvPicPr>
        <p:blipFill>
          <a:blip xmlns:r="http://schemas.openxmlformats.org/officeDocument/2006/relationships" xmlns:a="http://schemas.openxmlformats.org/drawingml/2006/main" r:embed="Rd0550f5b7d4d416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3093541"/>
            <a:ext cx="3228975" cy="337542"/>
          </a:xfrm>
          <a:prstGeom xmlns:a="http://schemas.openxmlformats.org/drawingml/2006/main" prst="rect">
            <a:avLst/>
          </a:prstGeom>
        </p:spPr>
      </p:pic>
      <p:pic>
        <p:nvPicPr>
          <p:cNvPr id="16" name="coefficient-definition" descr="a_k=\frac1{T_s}\int_{-T_s/2}^{T_s/2}\delta_{T_s}(t)e^{-j2\pi kt/T_s}\,dt">
            <a:extLst xmlns:a="http://schemas.openxmlformats.org/drawingml/2006/main">
              <a:ext uri="{FF2B5EF4-FFF2-40B4-BE49-F238E27FC236}">
                <a16:creationId xmlns:a16="http://schemas.microsoft.com/office/drawing/2014/main" id="{7FE01175-4D91-4922-983E-8005EFD2943C}"/>
              </a:ext>
            </a:extLst>
          </p:cNvPr>
          <p:cNvPicPr>
            <a:picLocks xmlns:a="http://schemas.openxmlformats.org/drawingml/2006/main" noChangeAspect="1"/>
          </p:cNvPicPr>
          <p:nvPr/>
        </p:nvPicPr>
        <p:blipFill>
          <a:blip xmlns:r="http://schemas.openxmlformats.org/officeDocument/2006/relationships" xmlns:a="http://schemas.openxmlformats.org/drawingml/2006/main" r:embed="R7b600332ac1849f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3699748"/>
            <a:ext cx="4373880" cy="430054"/>
          </a:xfrm>
          <a:prstGeom xmlns:a="http://schemas.openxmlformats.org/drawingml/2006/main" prst="rect">
            <a:avLst/>
          </a:prstGeom>
        </p:spPr>
      </p:pic>
      <p:pic>
        <p:nvPicPr>
          <p:cNvPr id="17" name="coefficient-one-impulse" descr="=\frac1{T_s}\int_{-T_s/2}^{T_s/2}\delta(t)e^{-j2\pi kt/T_s}\,dt">
            <a:extLst xmlns:a="http://schemas.openxmlformats.org/drawingml/2006/main">
              <a:ext uri="{FF2B5EF4-FFF2-40B4-BE49-F238E27FC236}">
                <a16:creationId xmlns:a16="http://schemas.microsoft.com/office/drawing/2014/main" id="{AF6D6A01-F8E8-4A68-AF49-9E0130725D76}"/>
              </a:ext>
            </a:extLst>
          </p:cNvPr>
          <p:cNvPicPr>
            <a:picLocks xmlns:a="http://schemas.openxmlformats.org/drawingml/2006/main" noChangeAspect="1"/>
          </p:cNvPicPr>
          <p:nvPr/>
        </p:nvPicPr>
        <p:blipFill>
          <a:blip xmlns:r="http://schemas.openxmlformats.org/officeDocument/2006/relationships" xmlns:a="http://schemas.openxmlformats.org/drawingml/2006/main" r:embed="R49828d24548d488d">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4348282"/>
            <a:ext cx="3707130" cy="428387"/>
          </a:xfrm>
          <a:prstGeom xmlns:a="http://schemas.openxmlformats.org/drawingml/2006/main" prst="rect">
            <a:avLst/>
          </a:prstGeom>
        </p:spPr>
      </p:pic>
      <p:pic>
        <p:nvPicPr>
          <p:cNvPr id="18" name="sifting-coefficient" descr="=\frac1{T_s}e^{-j2\pi k\cdot0/T_s}=\frac1{T_s}\qquad(\text{every integer }k)">
            <a:extLst xmlns:a="http://schemas.openxmlformats.org/drawingml/2006/main">
              <a:ext uri="{FF2B5EF4-FFF2-40B4-BE49-F238E27FC236}">
                <a16:creationId xmlns:a16="http://schemas.microsoft.com/office/drawing/2014/main" id="{5DF90793-7C11-49FE-A0A1-5BD0CBFB54F5}"/>
              </a:ext>
            </a:extLst>
          </p:cNvPr>
          <p:cNvPicPr>
            <a:picLocks xmlns:a="http://schemas.openxmlformats.org/drawingml/2006/main" noChangeAspect="1"/>
          </p:cNvPicPr>
          <p:nvPr/>
        </p:nvPicPr>
        <p:blipFill>
          <a:blip xmlns:r="http://schemas.openxmlformats.org/officeDocument/2006/relationships" xmlns:a="http://schemas.openxmlformats.org/drawingml/2006/main" r:embed="R1de39fb15ec24385">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42975" y="4988659"/>
            <a:ext cx="5828347" cy="376357"/>
          </a:xfrm>
          <a:prstGeom xmlns:a="http://schemas.openxmlformats.org/drawingml/2006/main" prst="rect">
            <a:avLst/>
          </a:prstGeom>
        </p:spPr>
      </p:pic>
      <p:pic>
        <p:nvPicPr>
          <p:cNvPr id="19" name="train-series" descr="\delta_{T_s}(t)=\frac1{T_s}\sum_k e^{j2\pi kf_st},\qquad f_s=\frac1{T_s}">
            <a:extLst xmlns:a="http://schemas.openxmlformats.org/drawingml/2006/main">
              <a:ext uri="{FF2B5EF4-FFF2-40B4-BE49-F238E27FC236}">
                <a16:creationId xmlns:a16="http://schemas.microsoft.com/office/drawing/2014/main" id="{8BCA4C4D-F637-4F62-9606-58052079ED96}"/>
              </a:ext>
            </a:extLst>
          </p:cNvPr>
          <p:cNvPicPr>
            <a:picLocks xmlns:a="http://schemas.openxmlformats.org/drawingml/2006/main" noChangeAspect="1"/>
          </p:cNvPicPr>
          <p:nvPr/>
        </p:nvPicPr>
        <p:blipFill>
          <a:blip xmlns:r="http://schemas.openxmlformats.org/officeDocument/2006/relationships" xmlns:a="http://schemas.openxmlformats.org/drawingml/2006/main" r:embed="R24bdf6c4416342fb">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609600" y="5924550"/>
            <a:ext cx="5212080" cy="409575"/>
          </a:xfrm>
          <a:prstGeom xmlns:a="http://schemas.openxmlformats.org/drawingml/2006/main" prst="rect">
            <a:avLst/>
          </a:prstGeom>
        </p:spPr>
      </p:pic>
    </p:spTree>
    <p:extLst>
      <p:ext uri="{BB962C8B-B14F-4D97-AF65-F5344CB8AC3E}">
        <p14:creationId xmlns:p14="http://schemas.microsoft.com/office/powerpoint/2010/main" val="71413653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71E9EAA8-E839-4EE3-8146-84EF4825954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9F89930-D05F-4881-96C9-DEADA76AF281}"/>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66A206A-4B84-41B4-B781-F3B2A4C6D45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C70D9D5-DA73-4F82-8252-83BABDAFFF5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1A3FF28-969A-4E01-9956-1B0760F1D8B6}"/>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F769EFFA-4E27-49AB-B7DD-3AA78BD98D3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spectrum-example">
            <a:extLst xmlns:a="http://schemas.openxmlformats.org/drawingml/2006/main">
              <a:ext uri="{FF2B5EF4-FFF2-40B4-BE49-F238E27FC236}">
                <a16:creationId xmlns:a16="http://schemas.microsoft.com/office/drawing/2014/main" id="{F16C9CE5-4F87-4184-9414-45434819B4F5}"/>
              </a:ext>
            </a:extLst>
          </p:cNvPr>
          <p:cNvSpPr>
            <a:spLocks xmlns:a="http://schemas.openxmlformats.org/drawingml/2006/main" noGrp="1"/>
          </p:cNvSpPr>
          <p:nvPr/>
        </p:nvSpPr>
        <p:spPr>
          <a:xfrm xmlns:a="http://schemas.openxmlformats.org/drawingml/2006/main">
            <a:off x="609600" y="3676650"/>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75" b="0" i="0">
                <a:solidFill>
                  <a:srgbClr val="202020"/>
                </a:solidFill>
                <a:latin typeface="Times New Roman"/>
                <a:ea typeface="Times New Roman"/>
                <a:cs typeface="Times New Roman"/>
              </a:defRPr>
            </a:defPPr>
          </a:lstStyle>
          <a:p xmlns:a="http://schemas.openxmlformats.org/drawingml/2006/main">
            <a:pPr algn="l">
              <a:defRPr sz="1875" b="0" i="0">
                <a:solidFill>
                  <a:srgbClr val="202020"/>
                </a:solidFill>
                <a:latin typeface="Times New Roman"/>
                <a:ea typeface="Times New Roman"/>
                <a:cs typeface="Times New Roman"/>
              </a:defRPr>
            </a:pPr>
            <a:r>
              <a:rPr sz="1875" b="0" i="0">
                <a:solidFill>
                  <a:srgbClr val="202020"/>
                </a:solidFill>
                <a:latin typeface="Times New Roman"/>
                <a:ea typeface="Times New Roman"/>
                <a:cs typeface="Times New Roman"/>
              </a:rPr>
              <a:t>One shifted copy per k; triangular M(f) illustration.</a:t>
            </a:r>
          </a:p>
        </p:txBody>
      </p:sp>
      <p:pic>
        <p:nvPicPr>
          <p:cNvPr id="10" name="sampling-replicas" descr="Note 7: sampling replicas. Static entry; click once; final state retained.">
            <a:extLst xmlns:a="http://schemas.openxmlformats.org/drawingml/2006/main">
              <a:ext uri="{FF2B5EF4-FFF2-40B4-BE49-F238E27FC236}">
                <a16:creationId xmlns:a16="http://schemas.microsoft.com/office/drawing/2014/main" id="{53C9F90F-64B4-4389-BD9C-FF40750E5B4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4048125"/>
            <a:ext cx="10027920" cy="2238375"/>
          </a:xfrm>
          <a:prstGeom xmlns:a="http://schemas.openxmlformats.org/drawingml/2006/main" prst="rect">
            <a:avLst/>
          </a:prstGeom>
        </p:spPr>
      </p:pic>
      <p:sp>
        <p:nvSpPr>
          <p:cNvPr id="11" name="spectral-takeaway">
            <a:extLst xmlns:a="http://schemas.openxmlformats.org/drawingml/2006/main">
              <a:ext uri="{FF2B5EF4-FFF2-40B4-BE49-F238E27FC236}">
                <a16:creationId xmlns:a16="http://schemas.microsoft.com/office/drawing/2014/main" id="{94A90FB7-4B0A-4F05-AD61-DE6A08D31BE5}"/>
              </a:ext>
            </a:extLst>
          </p:cNvPr>
          <p:cNvSpPr>
            <a:spLocks xmlns:a="http://schemas.openxmlformats.org/drawingml/2006/main" noGrp="1"/>
          </p:cNvSpPr>
          <p:nvPr/>
        </p:nvSpPr>
        <p:spPr>
          <a:xfrm xmlns:a="http://schemas.openxmlformats.org/drawingml/2006/main">
            <a:off x="609600" y="6343650"/>
            <a:ext cx="10896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Sampling creates copies spaced by fs.</a:t>
            </a:r>
          </a:p>
        </p:txBody>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9FEB88DC-C3FB-4E4E-997D-398588DD729B}"/>
              </a:ext>
            </a:extLst>
          </p:cNvPr>
          <p:cNvPicPr>
            <a:picLocks xmlns:a="http://schemas.openxmlformats.org/drawingml/2006/main" noChangeAspect="1"/>
          </p:cNvPicPr>
          <p:nvPr/>
        </p:nvPicPr>
        <p:blipFill>
          <a:blip xmlns:r="http://schemas.openxmlformats.org/officeDocument/2006/relationships" xmlns:a="http://schemas.openxmlformats.org/drawingml/2006/main" r:embed="Rdb115580bbfc4e5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EB135D5-A1B4-4662-B34B-7DDBBB69D6B3}"/>
              </a:ext>
            </a:extLst>
          </p:cNvPr>
          <p:cNvPicPr>
            <a:picLocks xmlns:a="http://schemas.openxmlformats.org/drawingml/2006/main" noChangeAspect="1"/>
          </p:cNvPicPr>
          <p:nvPr/>
        </p:nvPicPr>
        <p:blipFill>
          <a:blip xmlns:r="http://schemas.openxmlformats.org/officeDocument/2006/relationships" xmlns:a="http://schemas.openxmlformats.org/drawingml/2006/main" r:embed="R00f92bdf19f1447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CDF27BC6-6811-4519-9069-802CBB18BAFC}"/>
              </a:ext>
            </a:extLst>
          </p:cNvPr>
          <p:cNvPicPr>
            <a:picLocks xmlns:a="http://schemas.openxmlformats.org/drawingml/2006/main" noChangeAspect="1"/>
          </p:cNvPicPr>
          <p:nvPr/>
        </p:nvPicPr>
        <p:blipFill>
          <a:blip xmlns:r="http://schemas.openxmlformats.org/officeDocument/2006/relationships" xmlns:a="http://schemas.openxmlformats.org/drawingml/2006/main" r:embed="Rae1b391ab27946fd">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sample-product" descr="m_\delta(t)=m(t)\delta_{T_s}(t)=\frac1{T_s}\sum_k m(t)e^{j2\pi kf_st}">
            <a:extLst xmlns:a="http://schemas.openxmlformats.org/drawingml/2006/main">
              <a:ext uri="{FF2B5EF4-FFF2-40B4-BE49-F238E27FC236}">
                <a16:creationId xmlns:a16="http://schemas.microsoft.com/office/drawing/2014/main" id="{2BBBDAE7-4772-4FDD-ACDD-09423ED4E38F}"/>
              </a:ext>
            </a:extLst>
          </p:cNvPr>
          <p:cNvPicPr>
            <a:picLocks xmlns:a="http://schemas.openxmlformats.org/drawingml/2006/main" noChangeAspect="1"/>
          </p:cNvPicPr>
          <p:nvPr/>
        </p:nvPicPr>
        <p:blipFill>
          <a:blip xmlns:r="http://schemas.openxmlformats.org/officeDocument/2006/relationships" xmlns:a="http://schemas.openxmlformats.org/drawingml/2006/main" r:embed="R4fab079f287043a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01228"/>
            <a:ext cx="5307330" cy="360045"/>
          </a:xfrm>
          <a:prstGeom xmlns:a="http://schemas.openxmlformats.org/drawingml/2006/main" prst="rect">
            <a:avLst/>
          </a:prstGeom>
        </p:spPr>
      </p:pic>
      <p:pic>
        <p:nvPicPr>
          <p:cNvPr id="16" name="transform-definition" descr="M_\delta(f)=\frac1{T_s}\sum_k\mathcal F\!\left\{m(t)e^{j2\pi kf_st}\right\}">
            <a:extLst xmlns:a="http://schemas.openxmlformats.org/drawingml/2006/main">
              <a:ext uri="{FF2B5EF4-FFF2-40B4-BE49-F238E27FC236}">
                <a16:creationId xmlns:a16="http://schemas.microsoft.com/office/drawing/2014/main" id="{F1CB38F3-9A88-481B-9791-3069A05438FA}"/>
              </a:ext>
            </a:extLst>
          </p:cNvPr>
          <p:cNvPicPr>
            <a:picLocks xmlns:a="http://schemas.openxmlformats.org/drawingml/2006/main" noChangeAspect="1"/>
          </p:cNvPicPr>
          <p:nvPr/>
        </p:nvPicPr>
        <p:blipFill>
          <a:blip xmlns:r="http://schemas.openxmlformats.org/officeDocument/2006/relationships" xmlns:a="http://schemas.openxmlformats.org/drawingml/2006/main" r:embed="R0ba4e50271064c1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942975" y="2739390"/>
            <a:ext cx="4107180" cy="360045"/>
          </a:xfrm>
          <a:prstGeom xmlns:a="http://schemas.openxmlformats.org/drawingml/2006/main" prst="rect">
            <a:avLst/>
          </a:prstGeom>
        </p:spPr>
      </p:pic>
      <p:pic>
        <p:nvPicPr>
          <p:cNvPr id="17" name="replicas-result" descr="=\frac1{T_s}\sum_k M(f-kf_s)">
            <a:extLst xmlns:a="http://schemas.openxmlformats.org/drawingml/2006/main">
              <a:ext uri="{FF2B5EF4-FFF2-40B4-BE49-F238E27FC236}">
                <a16:creationId xmlns:a16="http://schemas.microsoft.com/office/drawing/2014/main" id="{BB8958CC-76CD-4389-8DCA-3D3410B6E987}"/>
              </a:ext>
            </a:extLst>
          </p:cNvPr>
          <p:cNvPicPr>
            <a:picLocks xmlns:a="http://schemas.openxmlformats.org/drawingml/2006/main" noChangeAspect="1"/>
          </p:cNvPicPr>
          <p:nvPr/>
        </p:nvPicPr>
        <p:blipFill>
          <a:blip xmlns:r="http://schemas.openxmlformats.org/officeDocument/2006/relationships" xmlns:a="http://schemas.openxmlformats.org/drawingml/2006/main" r:embed="R0a4e88a1f0d04b3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3273475"/>
            <a:ext cx="2834640" cy="396776"/>
          </a:xfrm>
          <a:prstGeom xmlns:a="http://schemas.openxmlformats.org/drawingml/2006/main" prst="rect">
            <a:avLst/>
          </a:prstGeom>
        </p:spPr>
      </p:pic>
      <p:sp>
        <p:nvSpPr>
          <p:cNvPr id="18" name="math-flight-1-origin">
            <a:extLst xmlns:a="http://schemas.openxmlformats.org/drawingml/2006/main">
              <a:ext uri="{FF2B5EF4-FFF2-40B4-BE49-F238E27FC236}">
                <a16:creationId xmlns:a16="http://schemas.microsoft.com/office/drawing/2014/main" id="{1CB76890-BE46-4EE4-8F5B-A08FF4F5593C}"/>
              </a:ext>
            </a:extLst>
          </p:cNvPr>
          <p:cNvSpPr>
            <a:spLocks xmlns:a="http://schemas.openxmlformats.org/drawingml/2006/main" noGrp="1"/>
          </p:cNvSpPr>
          <p:nvPr/>
        </p:nvSpPr>
        <p:spPr>
          <a:xfrm xmlns:a="http://schemas.openxmlformats.org/drawingml/2006/main">
            <a:off x="3407617" y="2744414"/>
            <a:ext cx="1458734" cy="294735"/>
          </a:xfrm>
          <a:prstGeom xmlns:a="http://schemas.openxmlformats.org/drawingml/2006/main" prst="rect">
            <a:avLst/>
          </a:prstGeom>
          <a:noFill xmlns:a="http://schemas.openxmlformats.org/drawingml/2006/main"/>
          <a:ln xmlns:a="http://schemas.openxmlformats.org/drawingml/2006/main" w="0">
            <a:noFill/>
          </a:ln>
        </p:spPr>
      </p:sp>
    </p:spTree>
    <p:extLst>
      <p:ext uri="{BB962C8B-B14F-4D97-AF65-F5344CB8AC3E}">
        <p14:creationId xmlns:p14="http://schemas.microsoft.com/office/powerpoint/2010/main" val="15995762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Sampling</a:t>
            </a:r>
          </a:p>
        </p:txBody>
      </p:sp>
      <p:sp>
        <p:nvSpPr>
          <p:cNvPr id="3" name="route-arrow-0-shaft">
            <a:extLst xmlns:a="http://schemas.openxmlformats.org/drawingml/2006/main">
              <a:ext uri="{FF2B5EF4-FFF2-40B4-BE49-F238E27FC236}">
                <a16:creationId xmlns:a16="http://schemas.microsoft.com/office/drawing/2014/main" id="{6B93FF8C-67FE-4BB5-9D60-1C6E4B35D607}"/>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C2034F9B-273C-4A63-A747-829FCBD38FB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7AF3A13-F361-4114-9F02-ED04B86B0E6A}"/>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2B48909-E005-4409-82D8-62B5C9A66409}"/>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95162189-7B50-45D7-8EB0-0F5514F9B62F}"/>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8645DCFA-4B26-4AD9-91DC-D0142DBD93D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9" name="sampling-rate" descr="Note 7: sampling rate. Static entry; click once; final state retained.">
            <a:extLst xmlns:a="http://schemas.openxmlformats.org/drawingml/2006/main">
              <a:ext uri="{FF2B5EF4-FFF2-40B4-BE49-F238E27FC236}">
                <a16:creationId xmlns:a16="http://schemas.microsoft.com/office/drawing/2014/main" id="{58275032-97AA-4483-80F1-4808AC442D9F}"/>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pic>
        <p:nvPicPr>
          <p:cNvPr id="10" name="sampling-rate-up" descr="Note 7: sampling rate up. Static entry; click once; final state retained.">
            <a:extLst xmlns:a="http://schemas.openxmlformats.org/drawingml/2006/main">
              <a:ext uri="{FF2B5EF4-FFF2-40B4-BE49-F238E27FC236}">
                <a16:creationId xmlns:a16="http://schemas.microsoft.com/office/drawing/2014/main" id="{857CD683-52B8-47F8-B91D-4FB8D2E2361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58"/>
          <a:stretch xmlns:a="http://schemas.openxmlformats.org/drawingml/2006/main"/>
        </p:blipFill>
        <p:spPr>
          <a:xfrm xmlns:a="http://schemas.openxmlformats.org/drawingml/2006/main">
            <a:off x="666750" y="2724150"/>
            <a:ext cx="10668000" cy="2381250"/>
          </a:xfrm>
          <a:prstGeom xmlns:a="http://schemas.openxmlformats.org/drawingml/2006/main" prst="rect">
            <a:avLst/>
          </a:prstGeom>
        </p:spPr>
      </p:pic>
      <p:sp>
        <p:nvSpPr>
          <p:cNvPr id="11" name="nyquist-result-emphasis">
            <a:extLst xmlns:a="http://schemas.openxmlformats.org/drawingml/2006/main">
              <a:ext uri="{FF2B5EF4-FFF2-40B4-BE49-F238E27FC236}">
                <a16:creationId xmlns:a16="http://schemas.microsoft.com/office/drawing/2014/main" id="{45E84441-21C8-4D0E-9E03-6A2070A09FC5}"/>
              </a:ext>
            </a:extLst>
          </p:cNvPr>
          <p:cNvSpPr>
            <a:spLocks xmlns:a="http://schemas.openxmlformats.org/drawingml/2006/main" noGrp="1"/>
          </p:cNvSpPr>
          <p:nvPr/>
        </p:nvSpPr>
        <p:spPr>
          <a:xfrm xmlns:a="http://schemas.openxmlformats.org/drawingml/2006/main">
            <a:off x="609600" y="65246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1AE75600-2176-4239-B6A9-68C8FFD373BA}"/>
              </a:ext>
            </a:extLst>
          </p:cNvPr>
          <p:cNvPicPr>
            <a:picLocks xmlns:a="http://schemas.openxmlformats.org/drawingml/2006/main" noChangeAspect="1"/>
          </p:cNvPicPr>
          <p:nvPr/>
        </p:nvPicPr>
        <p:blipFill>
          <a:blip xmlns:r="http://schemas.openxmlformats.org/officeDocument/2006/relationships" xmlns:a="http://schemas.openxmlformats.org/drawingml/2006/main" r:embed="Ree5416d630474427">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44C72606-295B-4204-AD19-8E2753E36745}"/>
              </a:ext>
            </a:extLst>
          </p:cNvPr>
          <p:cNvPicPr>
            <a:picLocks xmlns:a="http://schemas.openxmlformats.org/drawingml/2006/main" noChangeAspect="1"/>
          </p:cNvPicPr>
          <p:nvPr/>
        </p:nvPicPr>
        <p:blipFill>
          <a:blip xmlns:r="http://schemas.openxmlformats.org/officeDocument/2006/relationships" xmlns:a="http://schemas.openxmlformats.org/drawingml/2006/main" r:embed="R56d11ff8e0ad49f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D2C6098E-B708-4CBE-91D7-5832212CEE76}"/>
              </a:ext>
            </a:extLst>
          </p:cNvPr>
          <p:cNvPicPr>
            <a:picLocks xmlns:a="http://schemas.openxmlformats.org/drawingml/2006/main" noChangeAspect="1"/>
          </p:cNvPicPr>
          <p:nvPr/>
        </p:nvPicPr>
        <p:blipFill>
          <a:blip xmlns:r="http://schemas.openxmlformats.org/officeDocument/2006/relationships" xmlns:a="http://schemas.openxmlformats.org/drawingml/2006/main" r:embed="R54c90976fcf0495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bandlimited-assumption" descr="\text{Assume: } M(f)=0\quad(|f|&gt;W)">
            <a:extLst xmlns:a="http://schemas.openxmlformats.org/drawingml/2006/main">
              <a:ext uri="{FF2B5EF4-FFF2-40B4-BE49-F238E27FC236}">
                <a16:creationId xmlns:a16="http://schemas.microsoft.com/office/drawing/2014/main" id="{A8D5A1D3-96EA-4AE2-ACC7-E8476E7C324C}"/>
              </a:ext>
            </a:extLst>
          </p:cNvPr>
          <p:cNvPicPr>
            <a:picLocks xmlns:a="http://schemas.openxmlformats.org/drawingml/2006/main" noChangeAspect="1"/>
          </p:cNvPicPr>
          <p:nvPr/>
        </p:nvPicPr>
        <p:blipFill>
          <a:blip xmlns:r="http://schemas.openxmlformats.org/officeDocument/2006/relationships" xmlns:a="http://schemas.openxmlformats.org/drawingml/2006/main" r:embed="R54d3938f76f54486">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48793"/>
            <a:ext cx="4314825" cy="283964"/>
          </a:xfrm>
          <a:prstGeom xmlns:a="http://schemas.openxmlformats.org/drawingml/2006/main" prst="rect">
            <a:avLst/>
          </a:prstGeom>
        </p:spPr>
      </p:pic>
      <p:pic>
        <p:nvPicPr>
          <p:cNvPr id="16" name="neighbor-edges" descr="\text{One copy ends at }W;\quad\text{the next starts at }f_s-W">
            <a:extLst xmlns:a="http://schemas.openxmlformats.org/drawingml/2006/main">
              <a:ext uri="{FF2B5EF4-FFF2-40B4-BE49-F238E27FC236}">
                <a16:creationId xmlns:a16="http://schemas.microsoft.com/office/drawing/2014/main" id="{18F8CA72-DD73-443F-AAD5-31D04CC5F4B7}"/>
              </a:ext>
            </a:extLst>
          </p:cNvPr>
          <p:cNvPicPr>
            <a:picLocks xmlns:a="http://schemas.openxmlformats.org/drawingml/2006/main" noChangeAspect="1"/>
          </p:cNvPicPr>
          <p:nvPr/>
        </p:nvPicPr>
        <p:blipFill>
          <a:blip xmlns:r="http://schemas.openxmlformats.org/officeDocument/2006/relationships" xmlns:a="http://schemas.openxmlformats.org/drawingml/2006/main" r:embed="Rfe915d685c164e0a">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53216"/>
            <a:ext cx="6300788" cy="228243"/>
          </a:xfrm>
          <a:prstGeom xmlns:a="http://schemas.openxmlformats.org/drawingml/2006/main" prst="rect">
            <a:avLst/>
          </a:prstGeom>
        </p:spPr>
      </p:pic>
      <p:pic>
        <p:nvPicPr>
          <p:cNvPr id="17" name="nyquist-endpoint" descr="\text{At }f_s=2W:\quad\text{no tones at the boundary }\pm W">
            <a:extLst xmlns:a="http://schemas.openxmlformats.org/drawingml/2006/main">
              <a:ext uri="{FF2B5EF4-FFF2-40B4-BE49-F238E27FC236}">
                <a16:creationId xmlns:a16="http://schemas.microsoft.com/office/drawing/2014/main" id="{92F5E716-3EB3-4590-A4DE-606DC91A513D}"/>
              </a:ext>
            </a:extLst>
          </p:cNvPr>
          <p:cNvPicPr>
            <a:picLocks xmlns:a="http://schemas.openxmlformats.org/drawingml/2006/main" noChangeAspect="1"/>
          </p:cNvPicPr>
          <p:nvPr/>
        </p:nvPicPr>
        <p:blipFill>
          <a:blip xmlns:r="http://schemas.openxmlformats.org/officeDocument/2006/relationships" xmlns:a="http://schemas.openxmlformats.org/drawingml/2006/main" r:embed="R7ab194f90b5a4e93">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5656957"/>
            <a:ext cx="5619750" cy="211336"/>
          </a:xfrm>
          <a:prstGeom xmlns:a="http://schemas.openxmlformats.org/drawingml/2006/main" prst="rect">
            <a:avLst/>
          </a:prstGeom>
        </p:spPr>
      </p:pic>
      <p:pic>
        <p:nvPicPr>
          <p:cNvPr id="18" name="nyquist-result" descr="W\le f_s-W\quad\Longrightarrow\quad f_s\ge2W">
            <a:extLst xmlns:a="http://schemas.openxmlformats.org/drawingml/2006/main">
              <a:ext uri="{FF2B5EF4-FFF2-40B4-BE49-F238E27FC236}">
                <a16:creationId xmlns:a16="http://schemas.microsoft.com/office/drawing/2014/main" id="{E7AEB8EC-303E-4FE2-82D4-C0086734A07B}"/>
              </a:ext>
            </a:extLst>
          </p:cNvPr>
          <p:cNvPicPr>
            <a:picLocks xmlns:a="http://schemas.openxmlformats.org/drawingml/2006/main" noChangeAspect="1"/>
          </p:cNvPicPr>
          <p:nvPr/>
        </p:nvPicPr>
        <p:blipFill>
          <a:blip xmlns:r="http://schemas.openxmlformats.org/officeDocument/2006/relationships" xmlns:a="http://schemas.openxmlformats.org/drawingml/2006/main" r:embed="R155910658a664753">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6142256"/>
            <a:ext cx="4683442" cy="278963"/>
          </a:xfrm>
          <a:prstGeom xmlns:a="http://schemas.openxmlformats.org/drawingml/2006/main" prst="rect">
            <a:avLst/>
          </a:prstGeom>
        </p:spPr>
      </p:pic>
    </p:spTree>
    <p:extLst>
      <p:ext uri="{BB962C8B-B14F-4D97-AF65-F5344CB8AC3E}">
        <p14:creationId xmlns:p14="http://schemas.microsoft.com/office/powerpoint/2010/main" val="179312722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Pulse shape</a:t>
            </a:r>
          </a:p>
        </p:txBody>
      </p:sp>
      <p:sp>
        <p:nvSpPr>
          <p:cNvPr id="3" name="route-arrow-0-shaft">
            <a:extLst xmlns:a="http://schemas.openxmlformats.org/drawingml/2006/main">
              <a:ext uri="{FF2B5EF4-FFF2-40B4-BE49-F238E27FC236}">
                <a16:creationId xmlns:a16="http://schemas.microsoft.com/office/drawing/2014/main" id="{E2CA30DC-4DB9-4B3C-8518-854EF5B7FD9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1ADB8AB-5663-4F5F-BDDA-A941FC1D0DC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F0F89770-7BD7-478D-B163-FB3504B4735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4119AEF7-F503-459B-9E15-080D915C6D2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DFCE320B-6365-48B7-B1E4-EDAE39C2EC3C}"/>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4684CDF6-3594-4CA1-9074-643CB0D4F791}"/>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96F7E831-8A30-41B9-919A-C35F6C2797D7}"/>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8F392886-60E0-4FFD-9A23-672922DEA390}"/>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0E0E2425-CEDC-4575-9AC7-15F2D3E1321B}"/>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E495E23D-E087-4330-913C-7144143AA2D0}"/>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DDC272E0-4912-41D1-B7F8-4B9C30159A0C}"/>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37CC1453-69C6-43C1-8E44-4FE9C0CAC691}"/>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0231C95A-47FF-47B5-9B37-5F8AC8423375}"/>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98CFA1B5-7E8B-41D3-A345-1E0B5335920B}"/>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66D24E8A-4FA1-4181-88DD-34161DC608DD}"/>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EA64F4DC-A9DE-4770-BE0B-307BD1164040}"/>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563CA8EB-7869-49D1-8E9C-C9C960D1CAD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B1194BF0-DF6F-4F0C-B009-BB1D36A69B84}"/>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21" name="pulse-response" descr="Note 7: pulse response. Static entry; click once; final state retained.">
            <a:extLst xmlns:a="http://schemas.openxmlformats.org/drawingml/2006/main">
              <a:ext uri="{FF2B5EF4-FFF2-40B4-BE49-F238E27FC236}">
                <a16:creationId xmlns:a16="http://schemas.microsoft.com/office/drawing/2014/main" id="{F681841D-BB94-4A30-9457-2012450D9C3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686050"/>
            <a:ext cx="10027920" cy="2238375"/>
          </a:xfrm>
          <a:prstGeom xmlns:a="http://schemas.openxmlformats.org/drawingml/2006/main" prst="rect">
            <a:avLst/>
          </a:prstGeom>
        </p:spPr>
      </p:pic>
      <p:sp>
        <p:nvSpPr>
          <p:cNvPr id="22" name="pulse-result-emphasis">
            <a:extLst xmlns:a="http://schemas.openxmlformats.org/drawingml/2006/main">
              <a:ext uri="{FF2B5EF4-FFF2-40B4-BE49-F238E27FC236}">
                <a16:creationId xmlns:a16="http://schemas.microsoft.com/office/drawing/2014/main" id="{1FD61FAF-B7EF-4402-B4D9-47A96A367625}"/>
              </a:ext>
            </a:extLst>
          </p:cNvPr>
          <p:cNvSpPr>
            <a:spLocks xmlns:a="http://schemas.openxmlformats.org/drawingml/2006/main" noGrp="1"/>
          </p:cNvSpPr>
          <p:nvPr/>
        </p:nvSpPr>
        <p:spPr>
          <a:xfrm xmlns:a="http://schemas.openxmlformats.org/drawingml/2006/main">
            <a:off x="942975" y="6543675"/>
            <a:ext cx="10563225"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FB1D19F-DC5B-4D15-9697-5F451D796DC3}"/>
              </a:ext>
            </a:extLst>
          </p:cNvPr>
          <p:cNvPicPr>
            <a:picLocks xmlns:a="http://schemas.openxmlformats.org/drawingml/2006/main" noChangeAspect="1"/>
          </p:cNvPicPr>
          <p:nvPr/>
        </p:nvPicPr>
        <p:blipFill>
          <a:blip xmlns:r="http://schemas.openxmlformats.org/officeDocument/2006/relationships" xmlns:a="http://schemas.openxmlformats.org/drawingml/2006/main" r:embed="Rc59d9a2c5a5b4d15">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899F6BE-06ED-44DE-BABD-A8443D2BDBD9}"/>
              </a:ext>
            </a:extLst>
          </p:cNvPr>
          <p:cNvPicPr>
            <a:picLocks xmlns:a="http://schemas.openxmlformats.org/drawingml/2006/main" noChangeAspect="1"/>
          </p:cNvPicPr>
          <p:nvPr/>
        </p:nvPicPr>
        <p:blipFill>
          <a:blip xmlns:r="http://schemas.openxmlformats.org/officeDocument/2006/relationships" xmlns:a="http://schemas.openxmlformats.org/drawingml/2006/main" r:embed="R6e3da81d3a374a68">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544219B2-6C3E-4506-B407-42947039E4AB}"/>
              </a:ext>
            </a:extLst>
          </p:cNvPr>
          <p:cNvPicPr>
            <a:picLocks xmlns:a="http://schemas.openxmlformats.org/drawingml/2006/main" noChangeAspect="1"/>
          </p:cNvPicPr>
          <p:nvPr/>
        </p:nvPicPr>
        <p:blipFill>
          <a:blip xmlns:r="http://schemas.openxmlformats.org/officeDocument/2006/relationships" xmlns:a="http://schemas.openxmlformats.org/drawingml/2006/main" r:embed="R66480f14403848b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known-unit-pulse" descr="h(t)=1\ (0&lt;t&lt;T),\quad 0\ \text{otherwise}">
            <a:extLst xmlns:a="http://schemas.openxmlformats.org/drawingml/2006/main">
              <a:ext uri="{FF2B5EF4-FFF2-40B4-BE49-F238E27FC236}">
                <a16:creationId xmlns:a16="http://schemas.microsoft.com/office/drawing/2014/main" id="{0F4DF56C-A2BE-45F4-8A5D-022BADF8447B}"/>
              </a:ext>
            </a:extLst>
          </p:cNvPr>
          <p:cNvPicPr>
            <a:picLocks xmlns:a="http://schemas.openxmlformats.org/drawingml/2006/main" noChangeAspect="1"/>
          </p:cNvPicPr>
          <p:nvPr/>
        </p:nvPicPr>
        <p:blipFill>
          <a:blip xmlns:r="http://schemas.openxmlformats.org/officeDocument/2006/relationships" xmlns:a="http://schemas.openxmlformats.org/drawingml/2006/main" r:embed="R64633ea9889e434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05871"/>
            <a:ext cx="4693920" cy="265033"/>
          </a:xfrm>
          <a:prstGeom xmlns:a="http://schemas.openxmlformats.org/drawingml/2006/main" prst="rect">
            <a:avLst/>
          </a:prstGeom>
        </p:spPr>
      </p:pic>
      <p:pic>
        <p:nvPicPr>
          <p:cNvPr id="27" name="derivation-0" descr="H(f)=\int_0^T e^{-j2\pi ft}\,dt=\left[\frac{e^{-j2\pi ft}}{-j2\pi f}\right]_0^T=\frac{1-e^{-j2\pi fT}}{j2\pi f}">
            <a:extLst xmlns:a="http://schemas.openxmlformats.org/drawingml/2006/main">
              <a:ext uri="{FF2B5EF4-FFF2-40B4-BE49-F238E27FC236}">
                <a16:creationId xmlns:a16="http://schemas.microsoft.com/office/drawing/2014/main" id="{B167C3A1-81EB-426B-9F09-4246EAC2A5F3}"/>
              </a:ext>
            </a:extLst>
          </p:cNvPr>
          <p:cNvPicPr>
            <a:picLocks xmlns:a="http://schemas.openxmlformats.org/drawingml/2006/main" noChangeAspect="1"/>
          </p:cNvPicPr>
          <p:nvPr/>
        </p:nvPicPr>
        <p:blipFill>
          <a:blip xmlns:r="http://schemas.openxmlformats.org/officeDocument/2006/relationships" xmlns:a="http://schemas.openxmlformats.org/drawingml/2006/main" r:embed="R001af6548c11449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00089"/>
            <a:ext cx="5349240" cy="515422"/>
          </a:xfrm>
          <a:prstGeom xmlns:a="http://schemas.openxmlformats.org/drawingml/2006/main" prst="rect">
            <a:avLst/>
          </a:prstGeom>
        </p:spPr>
      </p:pic>
      <p:pic>
        <p:nvPicPr>
          <p:cNvPr id="28" name="derivation-1" descr="=e^{-j\pi fT}\frac{e^{j\pi fT}-e^{-j\pi fT}}{j2\pi f}=e^{-j\pi fT}\frac{\sin(\pi fT)}{\pi f}">
            <a:extLst xmlns:a="http://schemas.openxmlformats.org/drawingml/2006/main">
              <a:ext uri="{FF2B5EF4-FFF2-40B4-BE49-F238E27FC236}">
                <a16:creationId xmlns:a16="http://schemas.microsoft.com/office/drawing/2014/main" id="{CDBBB914-7720-4DA5-AE5A-008B0966659F}"/>
              </a:ext>
            </a:extLst>
          </p:cNvPr>
          <p:cNvPicPr>
            <a:picLocks xmlns:a="http://schemas.openxmlformats.org/drawingml/2006/main" noChangeAspect="1"/>
          </p:cNvPicPr>
          <p:nvPr/>
        </p:nvPicPr>
        <p:blipFill>
          <a:blip xmlns:r="http://schemas.openxmlformats.org/officeDocument/2006/relationships" xmlns:a="http://schemas.openxmlformats.org/drawingml/2006/main" r:embed="Re896090d59c5478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592306"/>
            <a:ext cx="4358640" cy="397788"/>
          </a:xfrm>
          <a:prstGeom xmlns:a="http://schemas.openxmlformats.org/drawingml/2006/main" prst="rect">
            <a:avLst/>
          </a:prstGeom>
        </p:spPr>
      </p:pic>
      <p:pic>
        <p:nvPicPr>
          <p:cNvPr id="29" name="derivation-2" descr="=T e^{-j\pi fT}\operatorname{sinc}(fT)">
            <a:extLst xmlns:a="http://schemas.openxmlformats.org/drawingml/2006/main">
              <a:ext uri="{FF2B5EF4-FFF2-40B4-BE49-F238E27FC236}">
                <a16:creationId xmlns:a16="http://schemas.microsoft.com/office/drawing/2014/main" id="{E124DD3F-2B3A-477C-89FF-FAC3B035A347}"/>
              </a:ext>
            </a:extLst>
          </p:cNvPr>
          <p:cNvPicPr>
            <a:picLocks xmlns:a="http://schemas.openxmlformats.org/drawingml/2006/main" noChangeAspect="1"/>
          </p:cNvPicPr>
          <p:nvPr/>
        </p:nvPicPr>
        <p:blipFill>
          <a:blip xmlns:r="http://schemas.openxmlformats.org/officeDocument/2006/relationships" xmlns:a="http://schemas.openxmlformats.org/drawingml/2006/main" r:embed="R4fd5c721cacd4604">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6215063"/>
            <a:ext cx="2600325" cy="314325"/>
          </a:xfrm>
          <a:prstGeom xmlns:a="http://schemas.openxmlformats.org/drawingml/2006/main" prst="rect">
            <a:avLst/>
          </a:prstGeom>
        </p:spPr>
      </p:pic>
    </p:spTree>
    <p:extLst>
      <p:ext uri="{BB962C8B-B14F-4D97-AF65-F5344CB8AC3E}">
        <p14:creationId xmlns:p14="http://schemas.microsoft.com/office/powerpoint/2010/main" val="10141219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Bandwidth</a:t>
            </a:r>
          </a:p>
        </p:txBody>
      </p:sp>
      <p:sp>
        <p:nvSpPr>
          <p:cNvPr id="3" name="route-arrow-0-shaft">
            <a:extLst xmlns:a="http://schemas.openxmlformats.org/drawingml/2006/main">
              <a:ext uri="{FF2B5EF4-FFF2-40B4-BE49-F238E27FC236}">
                <a16:creationId xmlns:a16="http://schemas.microsoft.com/office/drawing/2014/main" id="{DDF794E7-8BDA-4CCC-9326-23BF8A79D72A}"/>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E467A070-7061-4431-9FD5-EFE4BFABC220}"/>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97DEE6B9-BC42-45D9-9D67-77D05AEC0388}"/>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41F5720-0021-4E12-BAB1-922A7D676587}"/>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analysis-dash-636">
            <a:extLst xmlns:a="http://schemas.openxmlformats.org/drawingml/2006/main">
              <a:ext uri="{FF2B5EF4-FFF2-40B4-BE49-F238E27FC236}">
                <a16:creationId xmlns:a16="http://schemas.microsoft.com/office/drawing/2014/main" id="{BED9F742-BC12-421E-B5E5-7D49F9BBDA3B}"/>
              </a:ext>
            </a:extLst>
          </p:cNvPr>
          <p:cNvSpPr>
            <a:spLocks xmlns:a="http://schemas.openxmlformats.org/drawingml/2006/main" noGrp="1"/>
          </p:cNvSpPr>
          <p:nvPr/>
        </p:nvSpPr>
        <p:spPr>
          <a:xfrm xmlns:a="http://schemas.openxmlformats.org/drawingml/2006/main">
            <a:off x="60579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8" name="analysis-dash-650">
            <a:extLst xmlns:a="http://schemas.openxmlformats.org/drawingml/2006/main">
              <a:ext uri="{FF2B5EF4-FFF2-40B4-BE49-F238E27FC236}">
                <a16:creationId xmlns:a16="http://schemas.microsoft.com/office/drawing/2014/main" id="{598ACDDD-A2E1-44FB-AEFA-C84021C0F714}"/>
              </a:ext>
            </a:extLst>
          </p:cNvPr>
          <p:cNvSpPr>
            <a:spLocks xmlns:a="http://schemas.openxmlformats.org/drawingml/2006/main" noGrp="1"/>
          </p:cNvSpPr>
          <p:nvPr/>
        </p:nvSpPr>
        <p:spPr>
          <a:xfrm xmlns:a="http://schemas.openxmlformats.org/drawingml/2006/main">
            <a:off x="61912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9" name="analysis-dash-664">
            <a:extLst xmlns:a="http://schemas.openxmlformats.org/drawingml/2006/main">
              <a:ext uri="{FF2B5EF4-FFF2-40B4-BE49-F238E27FC236}">
                <a16:creationId xmlns:a16="http://schemas.microsoft.com/office/drawing/2014/main" id="{7232E999-8472-4D48-A09E-3E6B138A80EC}"/>
              </a:ext>
            </a:extLst>
          </p:cNvPr>
          <p:cNvSpPr>
            <a:spLocks xmlns:a="http://schemas.openxmlformats.org/drawingml/2006/main" noGrp="1"/>
          </p:cNvSpPr>
          <p:nvPr/>
        </p:nvSpPr>
        <p:spPr>
          <a:xfrm xmlns:a="http://schemas.openxmlformats.org/drawingml/2006/main">
            <a:off x="63246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0" name="analysis-dash-678">
            <a:extLst xmlns:a="http://schemas.openxmlformats.org/drawingml/2006/main">
              <a:ext uri="{FF2B5EF4-FFF2-40B4-BE49-F238E27FC236}">
                <a16:creationId xmlns:a16="http://schemas.microsoft.com/office/drawing/2014/main" id="{C1142E96-5EC6-4E69-8900-7313BE0749EC}"/>
              </a:ext>
            </a:extLst>
          </p:cNvPr>
          <p:cNvSpPr>
            <a:spLocks xmlns:a="http://schemas.openxmlformats.org/drawingml/2006/main" noGrp="1"/>
          </p:cNvSpPr>
          <p:nvPr/>
        </p:nvSpPr>
        <p:spPr>
          <a:xfrm xmlns:a="http://schemas.openxmlformats.org/drawingml/2006/main">
            <a:off x="64579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1" name="analysis-dash-692">
            <a:extLst xmlns:a="http://schemas.openxmlformats.org/drawingml/2006/main">
              <a:ext uri="{FF2B5EF4-FFF2-40B4-BE49-F238E27FC236}">
                <a16:creationId xmlns:a16="http://schemas.microsoft.com/office/drawing/2014/main" id="{BFED98C1-4A46-472B-B9A6-070CB72A2FAF}"/>
              </a:ext>
            </a:extLst>
          </p:cNvPr>
          <p:cNvSpPr>
            <a:spLocks xmlns:a="http://schemas.openxmlformats.org/drawingml/2006/main" noGrp="1"/>
          </p:cNvSpPr>
          <p:nvPr/>
        </p:nvSpPr>
        <p:spPr>
          <a:xfrm xmlns:a="http://schemas.openxmlformats.org/drawingml/2006/main">
            <a:off x="65913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2" name="analysis-dash-706">
            <a:extLst xmlns:a="http://schemas.openxmlformats.org/drawingml/2006/main">
              <a:ext uri="{FF2B5EF4-FFF2-40B4-BE49-F238E27FC236}">
                <a16:creationId xmlns:a16="http://schemas.microsoft.com/office/drawing/2014/main" id="{66DBE485-7DF3-4DD4-A837-00D865AFB2E9}"/>
              </a:ext>
            </a:extLst>
          </p:cNvPr>
          <p:cNvSpPr>
            <a:spLocks xmlns:a="http://schemas.openxmlformats.org/drawingml/2006/main" noGrp="1"/>
          </p:cNvSpPr>
          <p:nvPr/>
        </p:nvSpPr>
        <p:spPr>
          <a:xfrm xmlns:a="http://schemas.openxmlformats.org/drawingml/2006/main">
            <a:off x="67246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3" name="analysis-dash-720">
            <a:extLst xmlns:a="http://schemas.openxmlformats.org/drawingml/2006/main">
              <a:ext uri="{FF2B5EF4-FFF2-40B4-BE49-F238E27FC236}">
                <a16:creationId xmlns:a16="http://schemas.microsoft.com/office/drawing/2014/main" id="{1A39C27A-4804-42A5-B7FC-AF4D588BD5B3}"/>
              </a:ext>
            </a:extLst>
          </p:cNvPr>
          <p:cNvSpPr>
            <a:spLocks xmlns:a="http://schemas.openxmlformats.org/drawingml/2006/main" noGrp="1"/>
          </p:cNvSpPr>
          <p:nvPr/>
        </p:nvSpPr>
        <p:spPr>
          <a:xfrm xmlns:a="http://schemas.openxmlformats.org/drawingml/2006/main">
            <a:off x="68580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4" name="analysis-dash-734">
            <a:extLst xmlns:a="http://schemas.openxmlformats.org/drawingml/2006/main">
              <a:ext uri="{FF2B5EF4-FFF2-40B4-BE49-F238E27FC236}">
                <a16:creationId xmlns:a16="http://schemas.microsoft.com/office/drawing/2014/main" id="{3780764E-D828-45CB-9368-CE97480134C0}"/>
              </a:ext>
            </a:extLst>
          </p:cNvPr>
          <p:cNvSpPr>
            <a:spLocks xmlns:a="http://schemas.openxmlformats.org/drawingml/2006/main" noGrp="1"/>
          </p:cNvSpPr>
          <p:nvPr/>
        </p:nvSpPr>
        <p:spPr>
          <a:xfrm xmlns:a="http://schemas.openxmlformats.org/drawingml/2006/main">
            <a:off x="699135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5" name="analysis-dash-748">
            <a:extLst xmlns:a="http://schemas.openxmlformats.org/drawingml/2006/main">
              <a:ext uri="{FF2B5EF4-FFF2-40B4-BE49-F238E27FC236}">
                <a16:creationId xmlns:a16="http://schemas.microsoft.com/office/drawing/2014/main" id="{78F35FBA-235B-4321-B1B3-D2ABB1813E3E}"/>
              </a:ext>
            </a:extLst>
          </p:cNvPr>
          <p:cNvSpPr>
            <a:spLocks xmlns:a="http://schemas.openxmlformats.org/drawingml/2006/main" noGrp="1"/>
          </p:cNvSpPr>
          <p:nvPr/>
        </p:nvSpPr>
        <p:spPr>
          <a:xfrm xmlns:a="http://schemas.openxmlformats.org/drawingml/2006/main">
            <a:off x="7124700" y="1733550"/>
            <a:ext cx="66675" cy="13335"/>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6" name="analysis-down-169">
            <a:extLst xmlns:a="http://schemas.openxmlformats.org/drawingml/2006/main">
              <a:ext uri="{FF2B5EF4-FFF2-40B4-BE49-F238E27FC236}">
                <a16:creationId xmlns:a16="http://schemas.microsoft.com/office/drawing/2014/main" id="{3D797E35-A77F-4CDA-8692-709D2A6FAA2A}"/>
              </a:ext>
            </a:extLst>
          </p:cNvPr>
          <p:cNvSpPr>
            <a:spLocks xmlns:a="http://schemas.openxmlformats.org/drawingml/2006/main" noGrp="1"/>
          </p:cNvSpPr>
          <p:nvPr/>
        </p:nvSpPr>
        <p:spPr>
          <a:xfrm xmlns:a="http://schemas.openxmlformats.org/drawingml/2006/main">
            <a:off x="6048375" y="16097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7" name="analysis-down-177">
            <a:extLst xmlns:a="http://schemas.openxmlformats.org/drawingml/2006/main">
              <a:ext uri="{FF2B5EF4-FFF2-40B4-BE49-F238E27FC236}">
                <a16:creationId xmlns:a16="http://schemas.microsoft.com/office/drawing/2014/main" id="{943DE8B9-C25E-496E-8D0E-8B0872B9696F}"/>
              </a:ext>
            </a:extLst>
          </p:cNvPr>
          <p:cNvSpPr>
            <a:spLocks xmlns:a="http://schemas.openxmlformats.org/drawingml/2006/main" noGrp="1"/>
          </p:cNvSpPr>
          <p:nvPr/>
        </p:nvSpPr>
        <p:spPr>
          <a:xfrm xmlns:a="http://schemas.openxmlformats.org/drawingml/2006/main">
            <a:off x="6048375" y="1685925"/>
            <a:ext cx="13335" cy="38100"/>
          </a:xfrm>
          <a:prstGeom xmlns:a="http://schemas.openxmlformats.org/drawingml/2006/main" prst="rect">
            <a:avLst/>
          </a:prstGeom>
          <a:solidFill xmlns:a="http://schemas.openxmlformats.org/drawingml/2006/main">
            <a:srgbClr val="777777"/>
          </a:solidFill>
          <a:ln xmlns:a="http://schemas.openxmlformats.org/drawingml/2006/main" w="0">
            <a:noFill/>
          </a:ln>
        </p:spPr>
      </p:sp>
      <p:sp>
        <p:nvSpPr>
          <p:cNvPr id="18" name="analysis-spectrum">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0BE49541-1F55-4531-B5EC-6868A5BC9DFD}"/>
              </a:ext>
            </a:extLst>
          </p:cNvPr>
          <p:cNvSpPr>
            <a:spLocks xmlns:a="http://schemas.openxmlformats.org/drawingml/2006/main" noGrp="1"/>
          </p:cNvSpPr>
          <p:nvPr/>
        </p:nvSpPr>
        <p:spPr>
          <a:xfrm xmlns:a="http://schemas.openxmlformats.org/drawingml/2006/main">
            <a:off x="7286625" y="1581150"/>
            <a:ext cx="2952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800" b="1" i="0">
                <a:solidFill>
                  <a:srgbClr val="202020"/>
                </a:solidFill>
                <a:latin typeface="Times New Roman"/>
                <a:ea typeface="Times New Roman"/>
                <a:cs typeface="Times New Roman"/>
              </a:defRPr>
            </a:defPPr>
          </a:lstStyle>
          <a:p xmlns:a="http://schemas.openxmlformats.org/drawingml/2006/main">
            <a:pPr algn="l">
              <a:defRPr sz="1800" b="1" i="0">
                <a:solidFill>
                  <a:srgbClr val="202020"/>
                </a:solidFill>
                <a:latin typeface="Times New Roman"/>
                <a:ea typeface="Times New Roman"/>
                <a:cs typeface="Times New Roman"/>
              </a:defRPr>
            </a:pPr>
            <a:r>
              <a:rPr sz="1800" b="1" i="0">
                <a:solidFill>
                  <a:srgbClr val="202020"/>
                </a:solidFill>
                <a:latin typeface="Times New Roman"/>
                <a:ea typeface="Times New Roman"/>
                <a:cs typeface="Times New Roman"/>
              </a:rPr>
              <a:t>Bandwidth of s(t)</a:t>
            </a:r>
          </a:p>
        </p:txBody>
      </p:sp>
      <p:sp>
        <p:nvSpPr>
          <p:cNvPr id="19" name="route-tx-label">
            <a:extLst xmlns:a="http://schemas.openxmlformats.org/drawingml/2006/main">
              <a:ext uri="{FF2B5EF4-FFF2-40B4-BE49-F238E27FC236}">
                <a16:creationId xmlns:a16="http://schemas.microsoft.com/office/drawing/2014/main" id="{903EB1A9-6F28-412E-938F-A5F6F9E7A3C5}"/>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20" name="route-rx-label">
            <a:extLst xmlns:a="http://schemas.openxmlformats.org/drawingml/2006/main">
              <a:ext uri="{FF2B5EF4-FFF2-40B4-BE49-F238E27FC236}">
                <a16:creationId xmlns:a16="http://schemas.microsoft.com/office/drawing/2014/main" id="{2B836924-595D-4F93-9374-106ED4C6C973}"/>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pic>
        <p:nvPicPr>
          <p:cNvPr id="21" name="pam-spectrum" descr="Note 7: pam spectrum. Static entry; click once; final state retained.">
            <a:extLst xmlns:a="http://schemas.openxmlformats.org/drawingml/2006/main">
              <a:ext uri="{FF2B5EF4-FFF2-40B4-BE49-F238E27FC236}">
                <a16:creationId xmlns:a16="http://schemas.microsoft.com/office/drawing/2014/main" id="{D1C019F3-8856-454F-9901-6F276545E994}"/>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22" name="bandwidth-convention">
            <a:extLst xmlns:a="http://schemas.openxmlformats.org/drawingml/2006/main">
              <a:ext uri="{FF2B5EF4-FFF2-40B4-BE49-F238E27FC236}">
                <a16:creationId xmlns:a16="http://schemas.microsoft.com/office/drawing/2014/main" id="{BE4DA8D5-2182-4F54-9110-D99D26E20D89}"/>
              </a:ext>
            </a:extLst>
          </p:cNvPr>
          <p:cNvSpPr>
            <a:spLocks xmlns:a="http://schemas.openxmlformats.org/drawingml/2006/main" noGrp="1"/>
          </p:cNvSpPr>
          <p:nvPr/>
        </p:nvSpPr>
        <p:spPr>
          <a:xfrm xmlns:a="http://schemas.openxmlformats.org/drawingml/2006/main">
            <a:off x="609600" y="5791200"/>
            <a:ext cx="10896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Pulse response H: first positive zero at 1/T.</a:t>
            </a:r>
          </a:p>
        </p:txBody>
      </p:sp>
      <p:pic>
        <p:nvPicPr>
          <p:cNvPr id="2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025F39C-A3FB-44CE-AE43-80CC6E4C06BC}"/>
              </a:ext>
            </a:extLst>
          </p:cNvPr>
          <p:cNvPicPr>
            <a:picLocks xmlns:a="http://schemas.openxmlformats.org/drawingml/2006/main" noChangeAspect="1"/>
          </p:cNvPicPr>
          <p:nvPr/>
        </p:nvPicPr>
        <p:blipFill>
          <a:blip xmlns:r="http://schemas.openxmlformats.org/officeDocument/2006/relationships" xmlns:a="http://schemas.openxmlformats.org/drawingml/2006/main" r:embed="Rd82fa2f2e7164ad9">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2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9B7A603-924B-40B9-856D-BED2150E36CD}"/>
              </a:ext>
            </a:extLst>
          </p:cNvPr>
          <p:cNvPicPr>
            <a:picLocks xmlns:a="http://schemas.openxmlformats.org/drawingml/2006/main" noChangeAspect="1"/>
          </p:cNvPicPr>
          <p:nvPr/>
        </p:nvPicPr>
        <p:blipFill>
          <a:blip xmlns:r="http://schemas.openxmlformats.org/officeDocument/2006/relationships" xmlns:a="http://schemas.openxmlformats.org/drawingml/2006/main" r:embed="R09c28c1722c0417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25"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6936CB95-6B7B-4E01-9BC4-27552708D3D6}"/>
              </a:ext>
            </a:extLst>
          </p:cNvPr>
          <p:cNvPicPr>
            <a:picLocks xmlns:a="http://schemas.openxmlformats.org/drawingml/2006/main" noChangeAspect="1"/>
          </p:cNvPicPr>
          <p:nvPr/>
        </p:nvPicPr>
        <p:blipFill>
          <a:blip xmlns:r="http://schemas.openxmlformats.org/officeDocument/2006/relationships" xmlns:a="http://schemas.openxmlformats.org/drawingml/2006/main" r:embed="R97cdb6f2f2c1422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26" name="pam-transform" descr="s(t)=m_\delta(t)*h(t)\quad\Longrightarrow\quad S(f)=M_\delta(f)H(f)">
            <a:extLst xmlns:a="http://schemas.openxmlformats.org/drawingml/2006/main">
              <a:ext uri="{FF2B5EF4-FFF2-40B4-BE49-F238E27FC236}">
                <a16:creationId xmlns:a16="http://schemas.microsoft.com/office/drawing/2014/main" id="{7F92E6E3-AB9E-48DA-8972-7DD5ED3F36E6}"/>
              </a:ext>
            </a:extLst>
          </p:cNvPr>
          <p:cNvPicPr>
            <a:picLocks xmlns:a="http://schemas.openxmlformats.org/drawingml/2006/main" noChangeAspect="1"/>
          </p:cNvPicPr>
          <p:nvPr/>
        </p:nvPicPr>
        <p:blipFill>
          <a:blip xmlns:r="http://schemas.openxmlformats.org/officeDocument/2006/relationships" xmlns:a="http://schemas.openxmlformats.org/drawingml/2006/main" r:embed="R59ef2252d1f1475f">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72576"/>
            <a:ext cx="6270308" cy="274499"/>
          </a:xfrm>
          <a:prstGeom xmlns:a="http://schemas.openxmlformats.org/drawingml/2006/main" prst="rect">
            <a:avLst/>
          </a:prstGeom>
        </p:spPr>
      </p:pic>
      <p:pic>
        <p:nvPicPr>
          <p:cNvPr id="27" name="full-pam-spectrum" descr="S(f)=\left[\frac1{T_s}\sum_k M(f-kf_s)\right]T e^{-j\pi fT}\operatorname{sinc}(fT)">
            <a:extLst xmlns:a="http://schemas.openxmlformats.org/drawingml/2006/main">
              <a:ext uri="{FF2B5EF4-FFF2-40B4-BE49-F238E27FC236}">
                <a16:creationId xmlns:a16="http://schemas.microsoft.com/office/drawing/2014/main" id="{19C3251B-5717-42C7-84DD-3405ECB479DC}"/>
              </a:ext>
            </a:extLst>
          </p:cNvPr>
          <p:cNvPicPr>
            <a:picLocks xmlns:a="http://schemas.openxmlformats.org/drawingml/2006/main" noChangeAspect="1"/>
          </p:cNvPicPr>
          <p:nvPr/>
        </p:nvPicPr>
        <p:blipFill>
          <a:blip xmlns:r="http://schemas.openxmlformats.org/officeDocument/2006/relationships" xmlns:a="http://schemas.openxmlformats.org/drawingml/2006/main" r:embed="Ra15aa1640f78472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57800"/>
            <a:ext cx="5549059" cy="476250"/>
          </a:xfrm>
          <a:prstGeom xmlns:a="http://schemas.openxmlformats.org/drawingml/2006/main" prst="rect">
            <a:avLst/>
          </a:prstGeom>
        </p:spPr>
      </p:pic>
      <p:pic>
        <p:nvPicPr>
          <p:cNvPr id="28" name="pam-bandwidth" descr="B_T=\frac1T\ \ge\ \frac1{T_s}=f_s\ \ge\ 2W">
            <a:extLst xmlns:a="http://schemas.openxmlformats.org/drawingml/2006/main">
              <a:ext uri="{FF2B5EF4-FFF2-40B4-BE49-F238E27FC236}">
                <a16:creationId xmlns:a16="http://schemas.microsoft.com/office/drawing/2014/main" id="{47FE85B4-4175-4805-ABAD-AF44A371DE6F}"/>
              </a:ext>
            </a:extLst>
          </p:cNvPr>
          <p:cNvPicPr>
            <a:picLocks xmlns:a="http://schemas.openxmlformats.org/drawingml/2006/main" noChangeAspect="1"/>
          </p:cNvPicPr>
          <p:nvPr/>
        </p:nvPicPr>
        <p:blipFill>
          <a:blip xmlns:r="http://schemas.openxmlformats.org/officeDocument/2006/relationships" xmlns:a="http://schemas.openxmlformats.org/drawingml/2006/main" r:embed="Ra8a1fcdd8a304e9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200775"/>
            <a:ext cx="4175760" cy="409575"/>
          </a:xfrm>
          <a:prstGeom xmlns:a="http://schemas.openxmlformats.org/drawingml/2006/main" prst="rect">
            <a:avLst/>
          </a:prstGeom>
        </p:spPr>
      </p:pic>
    </p:spTree>
    <p:extLst>
      <p:ext uri="{BB962C8B-B14F-4D97-AF65-F5344CB8AC3E}">
        <p14:creationId xmlns:p14="http://schemas.microsoft.com/office/powerpoint/2010/main" val="108500386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Demodulation</a:t>
            </a:r>
          </a:p>
        </p:txBody>
      </p:sp>
      <p:sp>
        <p:nvSpPr>
          <p:cNvPr id="3" name="route-arrow-0-shaft">
            <a:extLst xmlns:a="http://schemas.openxmlformats.org/drawingml/2006/main">
              <a:ext uri="{FF2B5EF4-FFF2-40B4-BE49-F238E27FC236}">
                <a16:creationId xmlns:a16="http://schemas.microsoft.com/office/drawing/2014/main" id="{6F39AF19-1F2A-4ADB-88A2-04D39FF4BAF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3674A97E-8158-4A66-923F-58BF65A8AE2A}"/>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5D45091F-55DE-4997-9EFE-FF861A85529C}"/>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91CF762-B5C1-4C05-AE5E-0B48C73AAE04}"/>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323B8FBD-3CB6-4412-BA41-9032A5A3BB3E}"/>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2470DAAF-D4B9-4BC6-984E-1421E7003F85}"/>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read-samples" descr="Note 7: read samples. Static entry; click once; final state retained.">
            <a:extLst xmlns:a="http://schemas.openxmlformats.org/drawingml/2006/main">
              <a:ext uri="{FF2B5EF4-FFF2-40B4-BE49-F238E27FC236}">
                <a16:creationId xmlns:a16="http://schemas.microsoft.com/office/drawing/2014/main" id="{AE3D15C7-BC8E-4319-AAED-A6AB22E70193}"/>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828925"/>
            <a:ext cx="10668000" cy="2381250"/>
          </a:xfrm>
          <a:prstGeom xmlns:a="http://schemas.openxmlformats.org/drawingml/2006/main" prst="rect">
            <a:avLst/>
          </a:prstGeom>
        </p:spPr>
      </p:pic>
      <p:sp>
        <p:nvSpPr>
          <p:cNvPr id="10" name="recreated-samples-emphasis">
            <a:extLst xmlns:a="http://schemas.openxmlformats.org/drawingml/2006/main">
              <a:ext uri="{FF2B5EF4-FFF2-40B4-BE49-F238E27FC236}">
                <a16:creationId xmlns:a16="http://schemas.microsoft.com/office/drawing/2014/main" id="{2B398797-5803-4A7C-A051-DABB8903F3B2}"/>
              </a:ext>
            </a:extLst>
          </p:cNvPr>
          <p:cNvSpPr>
            <a:spLocks xmlns:a="http://schemas.openxmlformats.org/drawingml/2006/main" noGrp="1"/>
          </p:cNvSpPr>
          <p:nvPr/>
        </p:nvSpPr>
        <p:spPr>
          <a:xfrm xmlns:a="http://schemas.openxmlformats.org/drawingml/2006/main">
            <a:off x="609600" y="64960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B7EC0847-1D95-4E08-9508-6A66D6F5ECCF}"/>
              </a:ext>
            </a:extLst>
          </p:cNvPr>
          <p:cNvPicPr>
            <a:picLocks xmlns:a="http://schemas.openxmlformats.org/drawingml/2006/main" noChangeAspect="1"/>
          </p:cNvPicPr>
          <p:nvPr/>
        </p:nvPicPr>
        <p:blipFill>
          <a:blip xmlns:r="http://schemas.openxmlformats.org/officeDocument/2006/relationships" xmlns:a="http://schemas.openxmlformats.org/drawingml/2006/main" r:embed="R1017cf7590f34eb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36678291-5A59-449D-BF6D-B1416937C082}"/>
              </a:ext>
            </a:extLst>
          </p:cNvPr>
          <p:cNvPicPr>
            <a:picLocks xmlns:a="http://schemas.openxmlformats.org/drawingml/2006/main" noChangeAspect="1"/>
          </p:cNvPicPr>
          <p:nvPr/>
        </p:nvPicPr>
        <p:blipFill>
          <a:blip xmlns:r="http://schemas.openxmlformats.org/officeDocument/2006/relationships" xmlns:a="http://schemas.openxmlformats.org/drawingml/2006/main" r:embed="R4b0568245e8a4569">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1E33FD-E80D-444C-8CC1-60D421FDEFB5}"/>
              </a:ext>
            </a:extLst>
          </p:cNvPr>
          <p:cNvPicPr>
            <a:picLocks xmlns:a="http://schemas.openxmlformats.org/drawingml/2006/main" noChangeAspect="1"/>
          </p:cNvPicPr>
          <p:nvPr/>
        </p:nvPicPr>
        <p:blipFill>
          <a:blip xmlns:r="http://schemas.openxmlformats.org/officeDocument/2006/relationships" xmlns:a="http://schemas.openxmlformats.org/drawingml/2006/main" r:embed="Rc343eb0a9266434a">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receiver-input" descr="s(t)=\sum_n m(nT_s)h(t-nT_s),\qquad T&lt;T_s">
            <a:extLst xmlns:a="http://schemas.openxmlformats.org/drawingml/2006/main">
              <a:ext uri="{FF2B5EF4-FFF2-40B4-BE49-F238E27FC236}">
                <a16:creationId xmlns:a16="http://schemas.microsoft.com/office/drawing/2014/main" id="{A4E236FB-65CC-4502-9164-7E1DF571F537}"/>
              </a:ext>
            </a:extLst>
          </p:cNvPr>
          <p:cNvPicPr>
            <a:picLocks xmlns:a="http://schemas.openxmlformats.org/drawingml/2006/main" noChangeAspect="1"/>
          </p:cNvPicPr>
          <p:nvPr/>
        </p:nvPicPr>
        <p:blipFill>
          <a:blip xmlns:r="http://schemas.openxmlformats.org/officeDocument/2006/relationships" xmlns:a="http://schemas.openxmlformats.org/drawingml/2006/main" r:embed="R4ce8d46017274161">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37095"/>
            <a:ext cx="5607367" cy="288310"/>
          </a:xfrm>
          <a:prstGeom xmlns:a="http://schemas.openxmlformats.org/drawingml/2006/main" prst="rect">
            <a:avLst/>
          </a:prstGeom>
        </p:spPr>
      </p:pic>
      <p:pic>
        <p:nvPicPr>
          <p:cNvPr id="15" name="height-value" descr="s(nT_s+T/2)=m(nT_s)">
            <a:extLst xmlns:a="http://schemas.openxmlformats.org/drawingml/2006/main">
              <a:ext uri="{FF2B5EF4-FFF2-40B4-BE49-F238E27FC236}">
                <a16:creationId xmlns:a16="http://schemas.microsoft.com/office/drawing/2014/main" id="{10FA0F3B-EACB-44B4-BD13-19CC68246D7F}"/>
              </a:ext>
            </a:extLst>
          </p:cNvPr>
          <p:cNvPicPr>
            <a:picLocks xmlns:a="http://schemas.openxmlformats.org/drawingml/2006/main" noChangeAspect="1"/>
          </p:cNvPicPr>
          <p:nvPr/>
        </p:nvPicPr>
        <p:blipFill>
          <a:blip xmlns:r="http://schemas.openxmlformats.org/officeDocument/2006/relationships" xmlns:a="http://schemas.openxmlformats.org/drawingml/2006/main" r:embed="Ra2c4b4a8766b4ac5">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434935"/>
            <a:ext cx="3454718" cy="293430"/>
          </a:xfrm>
          <a:prstGeom xmlns:a="http://schemas.openxmlformats.org/drawingml/2006/main" prst="rect">
            <a:avLst/>
          </a:prstGeom>
        </p:spPr>
      </p:pic>
      <p:pic>
        <p:nvPicPr>
          <p:cNvPr id="16" name="recreated-samples" descr="m_\delta(t)=\sum_{n=-\infty}^{\infty}m(nT_s)\delta(t-nT_s)">
            <a:extLst xmlns:a="http://schemas.openxmlformats.org/drawingml/2006/main">
              <a:ext uri="{FF2B5EF4-FFF2-40B4-BE49-F238E27FC236}">
                <a16:creationId xmlns:a16="http://schemas.microsoft.com/office/drawing/2014/main" id="{E3CF3EC8-B0B1-4F5D-A531-1ABDAE3110E3}"/>
              </a:ext>
            </a:extLst>
          </p:cNvPr>
          <p:cNvPicPr>
            <a:picLocks xmlns:a="http://schemas.openxmlformats.org/drawingml/2006/main" noChangeAspect="1"/>
          </p:cNvPicPr>
          <p:nvPr/>
        </p:nvPicPr>
        <p:blipFill>
          <a:blip xmlns:r="http://schemas.openxmlformats.org/officeDocument/2006/relationships" xmlns:a="http://schemas.openxmlformats.org/drawingml/2006/main" r:embed="Raffdf342f1014c76">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75462"/>
            <a:ext cx="4943475" cy="355402"/>
          </a:xfrm>
          <a:prstGeom xmlns:a="http://schemas.openxmlformats.org/drawingml/2006/main" prst="rect">
            <a:avLst/>
          </a:prstGeom>
        </p:spPr>
      </p:pic>
    </p:spTree>
    <p:extLst>
      <p:ext uri="{BB962C8B-B14F-4D97-AF65-F5344CB8AC3E}">
        <p14:creationId xmlns:p14="http://schemas.microsoft.com/office/powerpoint/2010/main" val="82816996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2F57C2D6-FF6A-4B2D-9BBF-31B48070293E}"/>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54B3B7A-DFC7-4A1A-87B8-B5C9CD30DB09}"/>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95E2275-4BE7-43E1-B3B2-51B8394F25BF}"/>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D132DD9-82EC-491C-B4D4-9DC03C2D7EAC}"/>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D0A3F921-B995-4A46-96B3-EB04F3B9DB1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3BA17D21-2F77-42FE-BE8A-F235FAFCA8ED}"/>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sampling-lpf" descr="Note 7: sampling lpf. Static entry; click once; final state retained.">
            <a:extLst xmlns:a="http://schemas.openxmlformats.org/drawingml/2006/main">
              <a:ext uri="{FF2B5EF4-FFF2-40B4-BE49-F238E27FC236}">
                <a16:creationId xmlns:a16="http://schemas.microsoft.com/office/drawing/2014/main" id="{988A3988-1B7F-4DCA-A711-8CDEB2049B36}"/>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666750" y="2771775"/>
            <a:ext cx="10668000" cy="2381250"/>
          </a:xfrm>
          <a:prstGeom xmlns:a="http://schemas.openxmlformats.org/drawingml/2006/main" prst="rect">
            <a:avLst/>
          </a:prstGeom>
        </p:spPr>
      </p:pic>
      <p:sp>
        <p:nvSpPr>
          <p:cNvPr id="10" name="reconstructed-spectrum-emphasis">
            <a:extLst xmlns:a="http://schemas.openxmlformats.org/drawingml/2006/main">
              <a:ext uri="{FF2B5EF4-FFF2-40B4-BE49-F238E27FC236}">
                <a16:creationId xmlns:a16="http://schemas.microsoft.com/office/drawing/2014/main" id="{B7144163-951D-41CA-AEB4-0C15EE08C1F9}"/>
              </a:ext>
            </a:extLst>
          </p:cNvPr>
          <p:cNvSpPr>
            <a:spLocks xmlns:a="http://schemas.openxmlformats.org/drawingml/2006/main" noGrp="1"/>
          </p:cNvSpPr>
          <p:nvPr/>
        </p:nvSpPr>
        <p:spPr>
          <a:xfrm xmlns:a="http://schemas.openxmlformats.org/drawingml/2006/main">
            <a:off x="609600" y="65246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C5B62D99-76A2-44F7-8D49-EFF07E6AF4FE}"/>
              </a:ext>
            </a:extLst>
          </p:cNvPr>
          <p:cNvPicPr>
            <a:picLocks xmlns:a="http://schemas.openxmlformats.org/drawingml/2006/main" noChangeAspect="1"/>
          </p:cNvPicPr>
          <p:nvPr/>
        </p:nvPicPr>
        <p:blipFill>
          <a:blip xmlns:r="http://schemas.openxmlformats.org/officeDocument/2006/relationships" xmlns:a="http://schemas.openxmlformats.org/drawingml/2006/main" r:embed="R2d8c225029514a9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2B70286-C8A3-46D8-B8AD-C98B0A9FF28D}"/>
              </a:ext>
            </a:extLst>
          </p:cNvPr>
          <p:cNvPicPr>
            <a:picLocks xmlns:a="http://schemas.openxmlformats.org/drawingml/2006/main" noChangeAspect="1"/>
          </p:cNvPicPr>
          <p:nvPr/>
        </p:nvPicPr>
        <p:blipFill>
          <a:blip xmlns:r="http://schemas.openxmlformats.org/officeDocument/2006/relationships" xmlns:a="http://schemas.openxmlformats.org/drawingml/2006/main" r:embed="R55097ffb1f0f44e7">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A722E908-2381-4D8C-B5D3-53279BA6A5FD}"/>
              </a:ext>
            </a:extLst>
          </p:cNvPr>
          <p:cNvPicPr>
            <a:picLocks xmlns:a="http://schemas.openxmlformats.org/drawingml/2006/main" noChangeAspect="1"/>
          </p:cNvPicPr>
          <p:nvPr/>
        </p:nvPicPr>
        <p:blipFill>
          <a:blip xmlns:r="http://schemas.openxmlformats.org/officeDocument/2006/relationships" xmlns:a="http://schemas.openxmlformats.org/drawingml/2006/main" r:embed="R3717715453764db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4" name="reconstruction-conditions" descr="M(f)=0\ (|f|&gt;W),\qquad f_s&gt;2W\quad\text{(illustrated)}">
            <a:extLst xmlns:a="http://schemas.openxmlformats.org/drawingml/2006/main">
              <a:ext uri="{FF2B5EF4-FFF2-40B4-BE49-F238E27FC236}">
                <a16:creationId xmlns:a16="http://schemas.microsoft.com/office/drawing/2014/main" id="{6BADE181-1C67-4713-AE1E-640780A53BCB}"/>
              </a:ext>
            </a:extLst>
          </p:cNvPr>
          <p:cNvPicPr>
            <a:picLocks xmlns:a="http://schemas.openxmlformats.org/drawingml/2006/main" noChangeAspect="1"/>
          </p:cNvPicPr>
          <p:nvPr/>
        </p:nvPicPr>
        <p:blipFill>
          <a:blip xmlns:r="http://schemas.openxmlformats.org/officeDocument/2006/relationships" xmlns:a="http://schemas.openxmlformats.org/drawingml/2006/main" r:embed="R110b659a934744f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52663"/>
            <a:ext cx="6546533" cy="276225"/>
          </a:xfrm>
          <a:prstGeom xmlns:a="http://schemas.openxmlformats.org/drawingml/2006/main" prst="rect">
            <a:avLst/>
          </a:prstGeom>
        </p:spPr>
      </p:pic>
      <p:pic>
        <p:nvPicPr>
          <p:cNvPr id="15" name="lpf-definition" descr="H_{\mathrm{LP}}(f)=\begin{cases}1,&amp;|f|&lt;f_s/2\\0,&amp;\text{otherwise}\end{cases}">
            <a:extLst xmlns:a="http://schemas.openxmlformats.org/drawingml/2006/main">
              <a:ext uri="{FF2B5EF4-FFF2-40B4-BE49-F238E27FC236}">
                <a16:creationId xmlns:a16="http://schemas.microsoft.com/office/drawing/2014/main" id="{6A27919D-81C1-40D0-AA8B-5598F7943EB2}"/>
              </a:ext>
            </a:extLst>
          </p:cNvPr>
          <p:cNvPicPr>
            <a:picLocks xmlns:a="http://schemas.openxmlformats.org/drawingml/2006/main" noChangeAspect="1"/>
          </p:cNvPicPr>
          <p:nvPr/>
        </p:nvPicPr>
        <p:blipFill>
          <a:blip xmlns:r="http://schemas.openxmlformats.org/officeDocument/2006/relationships" xmlns:a="http://schemas.openxmlformats.org/drawingml/2006/main" r:embed="R75a9d5ba8bf74f69">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238750"/>
            <a:ext cx="3312543" cy="771525"/>
          </a:xfrm>
          <a:prstGeom xmlns:a="http://schemas.openxmlformats.org/drawingml/2006/main" prst="rect">
            <a:avLst/>
          </a:prstGeom>
        </p:spPr>
      </p:pic>
      <p:pic>
        <p:nvPicPr>
          <p:cNvPr id="16" name="reconstructed-spectrum" descr="M_\delta(f)H_{\mathrm{LP}}(f)=\frac1{T_s}M(f)\quad\Longrightarrow\quad G(f)=T_s\frac1{T_s}M(f)=M(f)">
            <a:extLst xmlns:a="http://schemas.openxmlformats.org/drawingml/2006/main">
              <a:ext uri="{FF2B5EF4-FFF2-40B4-BE49-F238E27FC236}">
                <a16:creationId xmlns:a16="http://schemas.microsoft.com/office/drawing/2014/main" id="{F9EDE1A1-DA59-47F3-8C80-11484A786AF5}"/>
              </a:ext>
            </a:extLst>
          </p:cNvPr>
          <p:cNvPicPr>
            <a:picLocks xmlns:a="http://schemas.openxmlformats.org/drawingml/2006/main" noChangeAspect="1"/>
          </p:cNvPicPr>
          <p:nvPr/>
        </p:nvPicPr>
        <p:blipFill>
          <a:blip xmlns:r="http://schemas.openxmlformats.org/officeDocument/2006/relationships" xmlns:a="http://schemas.openxmlformats.org/drawingml/2006/main" r:embed="Rebd57478594e499f">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096149"/>
            <a:ext cx="8010525" cy="371177"/>
          </a:xfrm>
          <a:prstGeom xmlns:a="http://schemas.openxmlformats.org/drawingml/2006/main" prst="rect">
            <a:avLst/>
          </a:prstGeom>
        </p:spPr>
      </p:pic>
    </p:spTree>
    <p:extLst>
      <p:ext uri="{BB962C8B-B14F-4D97-AF65-F5344CB8AC3E}">
        <p14:creationId xmlns:p14="http://schemas.microsoft.com/office/powerpoint/2010/main" val="15369536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F3401B48-685E-4275-B59B-61EC0BA16D9C}"/>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BB9B17E9-C6F1-4644-9A53-F0D61D68191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BB38937-B9D7-40F6-9E5A-A7026F321D0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9E48F1FF-9CD2-4749-BDE3-5D0A41CBF383}"/>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DB1F322-6110-4008-93B4-1D457F57E67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A5CAAC68-93A6-44C6-971D-9A064E66FFE9}"/>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pic>
        <p:nvPicPr>
          <p:cNvPr id="9" name="sinc-kernel" descr="Note 7: sinc kernel. Static entry; click once; final state retained.">
            <a:extLst xmlns:a="http://schemas.openxmlformats.org/drawingml/2006/main">
              <a:ext uri="{FF2B5EF4-FFF2-40B4-BE49-F238E27FC236}">
                <a16:creationId xmlns:a16="http://schemas.microsoft.com/office/drawing/2014/main" id="{714537F6-6484-4645-A290-12A141843520}"/>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29"/>
          <a:stretch xmlns:a="http://schemas.openxmlformats.org/drawingml/2006/main"/>
        </p:blipFill>
        <p:spPr>
          <a:xfrm xmlns:a="http://schemas.openxmlformats.org/drawingml/2006/main">
            <a:off x="986790" y="2714625"/>
            <a:ext cx="10027920" cy="2238375"/>
          </a:xfrm>
          <a:prstGeom xmlns:a="http://schemas.openxmlformats.org/drawingml/2006/main" prst="rect">
            <a:avLst/>
          </a:prstGeom>
        </p:spPr>
      </p:pic>
      <p:pic>
        <p:nvPicPr>
          <p:cNvPr id="10"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A8A81E9-4A0C-4904-B853-32739F4B0893}"/>
              </a:ext>
            </a:extLst>
          </p:cNvPr>
          <p:cNvPicPr>
            <a:picLocks xmlns:a="http://schemas.openxmlformats.org/drawingml/2006/main" noChangeAspect="1"/>
          </p:cNvPicPr>
          <p:nvPr/>
        </p:nvPicPr>
        <p:blipFill>
          <a:blip xmlns:r="http://schemas.openxmlformats.org/officeDocument/2006/relationships" xmlns:a="http://schemas.openxmlformats.org/drawingml/2006/main" r:embed="R8628e8f75edf47a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1"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CB78488D-0CE1-49FB-BE45-2B6E0B475E7D}"/>
              </a:ext>
            </a:extLst>
          </p:cNvPr>
          <p:cNvPicPr>
            <a:picLocks xmlns:a="http://schemas.openxmlformats.org/drawingml/2006/main" noChangeAspect="1"/>
          </p:cNvPicPr>
          <p:nvPr/>
        </p:nvPicPr>
        <p:blipFill>
          <a:blip xmlns:r="http://schemas.openxmlformats.org/officeDocument/2006/relationships" xmlns:a="http://schemas.openxmlformats.org/drawingml/2006/main" r:embed="R0b58ce2db9b24a9e">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2"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30326D33-9989-48D8-86C7-E9E7A778713E}"/>
              </a:ext>
            </a:extLst>
          </p:cNvPr>
          <p:cNvPicPr>
            <a:picLocks xmlns:a="http://schemas.openxmlformats.org/drawingml/2006/main" noChangeAspect="1"/>
          </p:cNvPicPr>
          <p:nvPr/>
        </p:nvPicPr>
        <p:blipFill>
          <a:blip xmlns:r="http://schemas.openxmlformats.org/officeDocument/2006/relationships" xmlns:a="http://schemas.openxmlformats.org/drawingml/2006/main" r:embed="Rd4e9abc20c2a445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3" name="known-filter" descr="H_{\mathrm{LP}}(f)=1\ (|f|&lt;f_s/2),\quad0\ \text{otherwise}">
            <a:extLst xmlns:a="http://schemas.openxmlformats.org/drawingml/2006/main">
              <a:ext uri="{FF2B5EF4-FFF2-40B4-BE49-F238E27FC236}">
                <a16:creationId xmlns:a16="http://schemas.microsoft.com/office/drawing/2014/main" id="{22179FED-6F7D-4647-8090-7FCF05D9FE6E}"/>
              </a:ext>
            </a:extLst>
          </p:cNvPr>
          <p:cNvPicPr>
            <a:picLocks xmlns:a="http://schemas.openxmlformats.org/drawingml/2006/main" noChangeAspect="1"/>
          </p:cNvPicPr>
          <p:nvPr/>
        </p:nvPicPr>
        <p:blipFill>
          <a:blip xmlns:r="http://schemas.openxmlformats.org/officeDocument/2006/relationships" xmlns:a="http://schemas.openxmlformats.org/drawingml/2006/main" r:embed="Rb80050e840e64987">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248733"/>
            <a:ext cx="4987290" cy="265033"/>
          </a:xfrm>
          <a:prstGeom xmlns:a="http://schemas.openxmlformats.org/drawingml/2006/main" prst="rect">
            <a:avLst/>
          </a:prstGeom>
        </p:spPr>
      </p:pic>
      <p:pic>
        <p:nvPicPr>
          <p:cNvPr id="14" name="derivation-0" descr="h_{\mathrm{LP}}(t)=\int_{-f_s/2}^{f_s/2}e^{j2\pi ft}\,df=\left[\frac{e^{j2\pi ft}}{j2\pi t}\right]_{-f_s/2}^{f_s/2}">
            <a:extLst xmlns:a="http://schemas.openxmlformats.org/drawingml/2006/main">
              <a:ext uri="{FF2B5EF4-FFF2-40B4-BE49-F238E27FC236}">
                <a16:creationId xmlns:a16="http://schemas.microsoft.com/office/drawing/2014/main" id="{BB099A75-1EC1-40E5-B34F-B2ECB282FE2A}"/>
              </a:ext>
            </a:extLst>
          </p:cNvPr>
          <p:cNvPicPr>
            <a:picLocks xmlns:a="http://schemas.openxmlformats.org/drawingml/2006/main" noChangeAspect="1"/>
          </p:cNvPicPr>
          <p:nvPr/>
        </p:nvPicPr>
        <p:blipFill>
          <a:blip xmlns:r="http://schemas.openxmlformats.org/officeDocument/2006/relationships" xmlns:a="http://schemas.openxmlformats.org/drawingml/2006/main" r:embed="Rb214638db8fe4d51">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000149"/>
            <a:ext cx="4757737" cy="591503"/>
          </a:xfrm>
          <a:prstGeom xmlns:a="http://schemas.openxmlformats.org/drawingml/2006/main" prst="rect">
            <a:avLst/>
          </a:prstGeom>
        </p:spPr>
      </p:pic>
      <p:pic>
        <p:nvPicPr>
          <p:cNvPr id="15" name="derivation-1" descr="=\frac{e^{j\pi f_st}-e^{-j\pi f_st}}{j2\pi t}=\frac{\sin(\pi f_st)}{\pi t}">
            <a:extLst xmlns:a="http://schemas.openxmlformats.org/drawingml/2006/main">
              <a:ext uri="{FF2B5EF4-FFF2-40B4-BE49-F238E27FC236}">
                <a16:creationId xmlns:a16="http://schemas.microsoft.com/office/drawing/2014/main" id="{0964EBAF-7B94-4E69-A649-3FFE5597F46C}"/>
              </a:ext>
            </a:extLst>
          </p:cNvPr>
          <p:cNvPicPr>
            <a:picLocks xmlns:a="http://schemas.openxmlformats.org/drawingml/2006/main" noChangeAspect="1"/>
          </p:cNvPicPr>
          <p:nvPr/>
        </p:nvPicPr>
        <p:blipFill>
          <a:blip xmlns:r="http://schemas.openxmlformats.org/officeDocument/2006/relationships" xmlns:a="http://schemas.openxmlformats.org/drawingml/2006/main" r:embed="Rf7d58d26d187456b">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42975" y="5613231"/>
            <a:ext cx="3060383" cy="413087"/>
          </a:xfrm>
          <a:prstGeom xmlns:a="http://schemas.openxmlformats.org/drawingml/2006/main" prst="rect">
            <a:avLst/>
          </a:prstGeom>
        </p:spPr>
      </p:pic>
      <p:pic>
        <p:nvPicPr>
          <p:cNvPr id="16" name="derivation-2" descr="=f_s\operatorname{sinc}(f_st),\qquad f_sT_s=1">
            <a:extLst xmlns:a="http://schemas.openxmlformats.org/drawingml/2006/main">
              <a:ext uri="{FF2B5EF4-FFF2-40B4-BE49-F238E27FC236}">
                <a16:creationId xmlns:a16="http://schemas.microsoft.com/office/drawing/2014/main" id="{A6FDE62D-11BB-4069-ADE8-7569E4C8FFAE}"/>
              </a:ext>
            </a:extLst>
          </p:cNvPr>
          <p:cNvPicPr>
            <a:picLocks xmlns:a="http://schemas.openxmlformats.org/drawingml/2006/main" noChangeAspect="1"/>
          </p:cNvPicPr>
          <p:nvPr/>
        </p:nvPicPr>
        <p:blipFill>
          <a:blip xmlns:r="http://schemas.openxmlformats.org/officeDocument/2006/relationships" xmlns:a="http://schemas.openxmlformats.org/drawingml/2006/main" r:embed="Rc748b0e076694b6b">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942975" y="6244560"/>
            <a:ext cx="3838575" cy="293430"/>
          </a:xfrm>
          <a:prstGeom xmlns:a="http://schemas.openxmlformats.org/drawingml/2006/main" prst="rect">
            <a:avLst/>
          </a:prstGeom>
        </p:spPr>
      </p:pic>
    </p:spTree>
    <p:extLst>
      <p:ext uri="{BB962C8B-B14F-4D97-AF65-F5344CB8AC3E}">
        <p14:creationId xmlns:p14="http://schemas.microsoft.com/office/powerpoint/2010/main" val="73828340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7B82BEA7-58B9-4FBE-A57D-B705B6413678}"/>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20E7A074-EF5C-47FE-8901-ACC513AA5AC7}"/>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37090237-D719-4B61-BC85-980D045FF99F}"/>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EBB7BB43-1CDC-4FA0-AB0F-0BC95F884F8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89188565-1E69-4224-8FFF-77AB0210D887}"/>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113B859-8089-4D5F-AEA9-ED05D89A911B}"/>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o-reconstruction-shaft">
            <a:extLst xmlns:a="http://schemas.openxmlformats.org/drawingml/2006/main">
              <a:ext uri="{FF2B5EF4-FFF2-40B4-BE49-F238E27FC236}">
                <a16:creationId xmlns:a16="http://schemas.microsoft.com/office/drawing/2014/main" id="{B1C6182A-EC16-4648-BC3D-20FAC8315402}"/>
              </a:ext>
            </a:extLst>
          </p:cNvPr>
          <p:cNvSpPr>
            <a:spLocks xmlns:a="http://schemas.openxmlformats.org/drawingml/2006/main" noGrp="1"/>
          </p:cNvSpPr>
          <p:nvPr/>
        </p:nvSpPr>
        <p:spPr>
          <a:xfrm xmlns:a="http://schemas.openxmlformats.org/drawingml/2006/main">
            <a:off x="3143250" y="2457450"/>
            <a:ext cx="8572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0" name="to-reconstruction-head">
            <a:extLst xmlns:a="http://schemas.openxmlformats.org/drawingml/2006/main">
              <a:ext uri="{FF2B5EF4-FFF2-40B4-BE49-F238E27FC236}">
                <a16:creationId xmlns:a16="http://schemas.microsoft.com/office/drawing/2014/main" id="{4FE55573-9642-415B-BE95-6F7F6B8DC523}"/>
              </a:ext>
            </a:extLst>
          </p:cNvPr>
          <p:cNvSpPr>
            <a:spLocks xmlns:a="http://schemas.openxmlformats.org/drawingml/2006/main" noGrp="1"/>
          </p:cNvSpPr>
          <p:nvPr/>
        </p:nvSpPr>
        <p:spPr>
          <a:xfrm xmlns:a="http://schemas.openxmlformats.org/drawingml/2006/main" rot="5400000">
            <a:off x="3981450" y="24145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1" name="known-reconstruction-box">
            <a:extLst xmlns:a="http://schemas.openxmlformats.org/drawingml/2006/main">
              <a:ext uri="{FF2B5EF4-FFF2-40B4-BE49-F238E27FC236}">
                <a16:creationId xmlns:a16="http://schemas.microsoft.com/office/drawing/2014/main" id="{CBE2D5C2-C24F-40FA-8DEF-731F820148FD}"/>
              </a:ext>
            </a:extLst>
          </p:cNvPr>
          <p:cNvSpPr>
            <a:spLocks xmlns:a="http://schemas.openxmlformats.org/drawingml/2006/main" noGrp="1"/>
          </p:cNvSpPr>
          <p:nvPr/>
        </p:nvSpPr>
        <p:spPr>
          <a:xfrm xmlns:a="http://schemas.openxmlformats.org/drawingml/2006/main">
            <a:off x="4191000" y="2181225"/>
            <a:ext cx="3371850" cy="581025"/>
          </a:xfrm>
          <a:prstGeom xmlns:a="http://schemas.openxmlformats.org/drawingml/2006/main" prst="rect">
            <a:avLst/>
          </a:prstGeom>
          <a:noFill xmlns:a="http://schemas.openxmlformats.org/drawingml/2006/main"/>
          <a:ln xmlns:a="http://schemas.openxmlformats.org/drawingml/2006/main" w="14288">
            <a:solidFill>
              <a:srgbClr val="202020"/>
            </a:solidFill>
          </a:ln>
        </p:spPr>
      </p:sp>
      <p:sp>
        <p:nvSpPr>
          <p:cNvPr id="12" name="known-reconstruction-text">
            <a:extLst xmlns:a="http://schemas.openxmlformats.org/drawingml/2006/main">
              <a:ext uri="{FF2B5EF4-FFF2-40B4-BE49-F238E27FC236}">
                <a16:creationId xmlns:a16="http://schemas.microsoft.com/office/drawing/2014/main" id="{B66792B3-BD71-4E58-982B-473F5207644A}"/>
              </a:ext>
            </a:extLst>
          </p:cNvPr>
          <p:cNvSpPr>
            <a:spLocks xmlns:a="http://schemas.openxmlformats.org/drawingml/2006/main" noGrp="1"/>
          </p:cNvSpPr>
          <p:nvPr/>
        </p:nvSpPr>
        <p:spPr>
          <a:xfrm xmlns:a="http://schemas.openxmlformats.org/drawingml/2006/main">
            <a:off x="4267200" y="2257425"/>
            <a:ext cx="3219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i="0">
                <a:solidFill>
                  <a:srgbClr val="202020"/>
                </a:solidFill>
                <a:latin typeface="Times New Roman"/>
                <a:ea typeface="Times New Roman"/>
                <a:cs typeface="Times New Roman"/>
              </a:defRPr>
            </a:defPPr>
          </a:lstStyle>
          <a:p xmlns:a="http://schemas.openxmlformats.org/drawingml/2006/main">
            <a:r>
              <a:t/>
            </a:r>
          </a:p>
        </p:txBody>
      </p:sp>
      <p:sp>
        <p:nvSpPr>
          <p:cNvPr id="13" name="to-output-shaft">
            <a:extLst xmlns:a="http://schemas.openxmlformats.org/drawingml/2006/main">
              <a:ext uri="{FF2B5EF4-FFF2-40B4-BE49-F238E27FC236}">
                <a16:creationId xmlns:a16="http://schemas.microsoft.com/office/drawing/2014/main" id="{FB0F5449-31C8-4E9D-9F81-FF003C2F633B}"/>
              </a:ext>
            </a:extLst>
          </p:cNvPr>
          <p:cNvSpPr>
            <a:spLocks xmlns:a="http://schemas.openxmlformats.org/drawingml/2006/main" noGrp="1"/>
          </p:cNvSpPr>
          <p:nvPr/>
        </p:nvSpPr>
        <p:spPr>
          <a:xfrm xmlns:a="http://schemas.openxmlformats.org/drawingml/2006/main">
            <a:off x="7686675" y="2457450"/>
            <a:ext cx="8382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14" name="to-output-head">
            <a:extLst xmlns:a="http://schemas.openxmlformats.org/drawingml/2006/main">
              <a:ext uri="{FF2B5EF4-FFF2-40B4-BE49-F238E27FC236}">
                <a16:creationId xmlns:a16="http://schemas.microsoft.com/office/drawing/2014/main" id="{3D9A97DB-E9AD-40E7-AF95-DCE12596F6B8}"/>
              </a:ext>
            </a:extLst>
          </p:cNvPr>
          <p:cNvSpPr>
            <a:spLocks xmlns:a="http://schemas.openxmlformats.org/drawingml/2006/main" noGrp="1"/>
          </p:cNvSpPr>
          <p:nvPr/>
        </p:nvSpPr>
        <p:spPr>
          <a:xfrm xmlns:a="http://schemas.openxmlformats.org/drawingml/2006/main" rot="5400000">
            <a:off x="8505825" y="24145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15" name="interpolation-emphasis">
            <a:extLst xmlns:a="http://schemas.openxmlformats.org/drawingml/2006/main">
              <a:ext uri="{FF2B5EF4-FFF2-40B4-BE49-F238E27FC236}">
                <a16:creationId xmlns:a16="http://schemas.microsoft.com/office/drawing/2014/main" id="{CFE8AD0D-3CA7-44D0-9585-2E77E6F065B9}"/>
              </a:ext>
            </a:extLst>
          </p:cNvPr>
          <p:cNvSpPr>
            <a:spLocks xmlns:a="http://schemas.openxmlformats.org/drawingml/2006/main" noGrp="1"/>
          </p:cNvSpPr>
          <p:nvPr/>
        </p:nvSpPr>
        <p:spPr>
          <a:xfrm xmlns:a="http://schemas.openxmlformats.org/drawingml/2006/main">
            <a:off x="609600" y="66389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6"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A1CB17DA-3BFC-4A15-BC1C-072CE591708D}"/>
              </a:ext>
            </a:extLst>
          </p:cNvPr>
          <p:cNvPicPr>
            <a:picLocks xmlns:a="http://schemas.openxmlformats.org/drawingml/2006/main" noChangeAspect="1"/>
          </p:cNvPicPr>
          <p:nvPr/>
        </p:nvPicPr>
        <p:blipFill>
          <a:blip xmlns:r="http://schemas.openxmlformats.org/officeDocument/2006/relationships" xmlns:a="http://schemas.openxmlformats.org/drawingml/2006/main" r:embed="Rc7c86805b868454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7"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89ABE6E-5982-4EBD-BF26-ABB22240A088}"/>
              </a:ext>
            </a:extLst>
          </p:cNvPr>
          <p:cNvPicPr>
            <a:picLocks xmlns:a="http://schemas.openxmlformats.org/drawingml/2006/main" noChangeAspect="1"/>
          </p:cNvPicPr>
          <p:nvPr/>
        </p:nvPicPr>
        <p:blipFill>
          <a:blip xmlns:r="http://schemas.openxmlformats.org/officeDocument/2006/relationships" xmlns:a="http://schemas.openxmlformats.org/drawingml/2006/main" r:embed="Rfce21e0b5c144ecc">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8"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9025DB1E-5C87-4150-A6A9-C0BF8808CBA2}"/>
              </a:ext>
            </a:extLst>
          </p:cNvPr>
          <p:cNvPicPr>
            <a:picLocks xmlns:a="http://schemas.openxmlformats.org/drawingml/2006/main" noChangeAspect="1"/>
          </p:cNvPicPr>
          <p:nvPr/>
        </p:nvPicPr>
        <p:blipFill>
          <a:blip xmlns:r="http://schemas.openxmlformats.org/officeDocument/2006/relationships" xmlns:a="http://schemas.openxmlformats.org/drawingml/2006/main" r:embed="R9cd69c57b1f346f6">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9" name="known-input" descr="m_\delta(t)">
            <a:extLst xmlns:a="http://schemas.openxmlformats.org/drawingml/2006/main">
              <a:ext uri="{FF2B5EF4-FFF2-40B4-BE49-F238E27FC236}">
                <a16:creationId xmlns:a16="http://schemas.microsoft.com/office/drawing/2014/main" id="{263809C0-56FA-4435-AE64-2B4C305826A4}"/>
              </a:ext>
            </a:extLst>
          </p:cNvPr>
          <p:cNvPicPr>
            <a:picLocks xmlns:a="http://schemas.openxmlformats.org/drawingml/2006/main" noChangeAspect="1"/>
          </p:cNvPicPr>
          <p:nvPr/>
        </p:nvPicPr>
        <p:blipFill>
          <a:blip xmlns:r="http://schemas.openxmlformats.org/officeDocument/2006/relationships" xmlns:a="http://schemas.openxmlformats.org/drawingml/2006/main" r:embed="R7956768faf2143e8">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598295" y="2311777"/>
            <a:ext cx="880110" cy="310396"/>
          </a:xfrm>
          <a:prstGeom xmlns:a="http://schemas.openxmlformats.org/drawingml/2006/main" prst="rect">
            <a:avLst/>
          </a:prstGeom>
        </p:spPr>
      </p:pic>
      <p:pic>
        <p:nvPicPr>
          <p:cNvPr id="20" name="reconstruction-operation" descr="T_s\times\mathrm{LPF}">
            <a:extLst xmlns:a="http://schemas.openxmlformats.org/drawingml/2006/main">
              <a:ext uri="{FF2B5EF4-FFF2-40B4-BE49-F238E27FC236}">
                <a16:creationId xmlns:a16="http://schemas.microsoft.com/office/drawing/2014/main" id="{D5799099-A21F-4E05-8365-1A1FA5F6C56D}"/>
              </a:ext>
            </a:extLst>
          </p:cNvPr>
          <p:cNvPicPr>
            <a:picLocks xmlns:a="http://schemas.openxmlformats.org/drawingml/2006/main" noChangeAspect="1"/>
          </p:cNvPicPr>
          <p:nvPr/>
        </p:nvPicPr>
        <p:blipFill>
          <a:blip xmlns:r="http://schemas.openxmlformats.org/officeDocument/2006/relationships" xmlns:a="http://schemas.openxmlformats.org/drawingml/2006/main" r:embed="Ra4892be2b6c94ae2">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213985" y="2356931"/>
            <a:ext cx="1325880" cy="229612"/>
          </a:xfrm>
          <a:prstGeom xmlns:a="http://schemas.openxmlformats.org/drawingml/2006/main" prst="rect">
            <a:avLst/>
          </a:prstGeom>
        </p:spPr>
      </p:pic>
      <p:pic>
        <p:nvPicPr>
          <p:cNvPr id="21" name="known-output" descr="g(t)=m(t)">
            <a:extLst xmlns:a="http://schemas.openxmlformats.org/drawingml/2006/main">
              <a:ext uri="{FF2B5EF4-FFF2-40B4-BE49-F238E27FC236}">
                <a16:creationId xmlns:a16="http://schemas.microsoft.com/office/drawing/2014/main" id="{C26068EE-544C-4333-872F-B50F36B0B5EB}"/>
              </a:ext>
            </a:extLst>
          </p:cNvPr>
          <p:cNvPicPr>
            <a:picLocks xmlns:a="http://schemas.openxmlformats.org/drawingml/2006/main" noChangeAspect="1"/>
          </p:cNvPicPr>
          <p:nvPr/>
        </p:nvPicPr>
        <p:blipFill>
          <a:blip xmlns:r="http://schemas.openxmlformats.org/officeDocument/2006/relationships" xmlns:a="http://schemas.openxmlformats.org/drawingml/2006/main" r:embed="Re85ed1bc0be94255">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9200674" y="2311777"/>
            <a:ext cx="1791653" cy="310396"/>
          </a:xfrm>
          <a:prstGeom xmlns:a="http://schemas.openxmlformats.org/drawingml/2006/main" prst="rect">
            <a:avLst/>
          </a:prstGeom>
        </p:spPr>
      </p:pic>
      <p:pic>
        <p:nvPicPr>
          <p:cNvPr id="22" name="derivation-0" descr="g(t)=T_s\int_{-\infty}^{\infty}h_{\mathrm{LP}}(\tau)m_\delta(t-\tau)\,d\tau">
            <a:extLst xmlns:a="http://schemas.openxmlformats.org/drawingml/2006/main">
              <a:ext uri="{FF2B5EF4-FFF2-40B4-BE49-F238E27FC236}">
                <a16:creationId xmlns:a16="http://schemas.microsoft.com/office/drawing/2014/main" id="{635F81FC-3FF9-487E-8EE9-361B9BAA54C2}"/>
              </a:ext>
            </a:extLst>
          </p:cNvPr>
          <p:cNvPicPr>
            <a:picLocks xmlns:a="http://schemas.openxmlformats.org/drawingml/2006/main" noChangeAspect="1"/>
          </p:cNvPicPr>
          <p:nvPr/>
        </p:nvPicPr>
        <p:blipFill>
          <a:blip xmlns:r="http://schemas.openxmlformats.org/officeDocument/2006/relationships" xmlns:a="http://schemas.openxmlformats.org/drawingml/2006/main" r:embed="R8272fe3fc75f4575">
            <a:extLst>
              <a:ext uri="{96DAC541-7B7A-43D3-8B79-37D633B846F1}">
                <ns6:svgBlip xmlns:ns6="http://schemas.microsoft.com/office/drawing/2016/SVG/main" r:embed="rIdMathSvg6"/>
              </a:ext>
            </a:extLst>
          </a:blip>
          <a:stretch xmlns:a="http://schemas.openxmlformats.org/drawingml/2006/main"/>
        </p:blipFill>
        <p:spPr>
          <a:xfrm xmlns:a="http://schemas.openxmlformats.org/drawingml/2006/main">
            <a:off x="609600" y="3246686"/>
            <a:ext cx="4294823" cy="345579"/>
          </a:xfrm>
          <a:prstGeom xmlns:a="http://schemas.openxmlformats.org/drawingml/2006/main" prst="rect">
            <a:avLst/>
          </a:prstGeom>
        </p:spPr>
      </p:pic>
      <p:pic>
        <p:nvPicPr>
          <p:cNvPr id="23" name="derivation-1" descr="=T_s\int_{-\infty}^{\infty}h_{\mathrm{LP}}(\tau)\left[\sum_n m(nT_s)\delta(t-\tau-nT_s)\right]d\tau">
            <a:extLst xmlns:a="http://schemas.openxmlformats.org/drawingml/2006/main">
              <a:ext uri="{FF2B5EF4-FFF2-40B4-BE49-F238E27FC236}">
                <a16:creationId xmlns:a16="http://schemas.microsoft.com/office/drawing/2014/main" id="{3EF3D8BF-576E-4A11-A7C5-DDB4F281128E}"/>
              </a:ext>
            </a:extLst>
          </p:cNvPr>
          <p:cNvPicPr>
            <a:picLocks xmlns:a="http://schemas.openxmlformats.org/drawingml/2006/main" noChangeAspect="1"/>
          </p:cNvPicPr>
          <p:nvPr/>
        </p:nvPicPr>
        <p:blipFill>
          <a:blip xmlns:r="http://schemas.openxmlformats.org/officeDocument/2006/relationships" xmlns:a="http://schemas.openxmlformats.org/drawingml/2006/main" r:embed="R014bc0537edf4460">
            <a:extLst>
              <a:ext uri="{96DAC541-7B7A-43D3-8B79-37D633B846F1}">
                <ns7:svgBlip xmlns:ns7="http://schemas.microsoft.com/office/drawing/2016/SVG/main" r:embed="rIdMathSvg7"/>
              </a:ext>
            </a:extLst>
          </a:blip>
          <a:stretch xmlns:a="http://schemas.openxmlformats.org/drawingml/2006/main"/>
        </p:blipFill>
        <p:spPr>
          <a:xfrm xmlns:a="http://schemas.openxmlformats.org/drawingml/2006/main">
            <a:off x="942975" y="3751511"/>
            <a:ext cx="5940743" cy="345579"/>
          </a:xfrm>
          <a:prstGeom xmlns:a="http://schemas.openxmlformats.org/drawingml/2006/main" prst="rect">
            <a:avLst/>
          </a:prstGeom>
        </p:spPr>
      </p:pic>
      <p:pic>
        <p:nvPicPr>
          <p:cNvPr id="24" name="derivation-2" descr="=T_s\sum_n m(nT_s)\int_{-\infty}^{\infty}h_{\mathrm{LP}}(\tau)\delta(t-\tau-nT_s)\,d\tau">
            <a:extLst xmlns:a="http://schemas.openxmlformats.org/drawingml/2006/main">
              <a:ext uri="{FF2B5EF4-FFF2-40B4-BE49-F238E27FC236}">
                <a16:creationId xmlns:a16="http://schemas.microsoft.com/office/drawing/2014/main" id="{B02FADFC-7CE3-40F9-89E3-A21E65E603DB}"/>
              </a:ext>
            </a:extLst>
          </p:cNvPr>
          <p:cNvPicPr>
            <a:picLocks xmlns:a="http://schemas.openxmlformats.org/drawingml/2006/main" noChangeAspect="1"/>
          </p:cNvPicPr>
          <p:nvPr/>
        </p:nvPicPr>
        <p:blipFill>
          <a:blip xmlns:r="http://schemas.openxmlformats.org/officeDocument/2006/relationships" xmlns:a="http://schemas.openxmlformats.org/drawingml/2006/main" r:embed="Rdc180c9499ef45ec">
            <a:extLst>
              <a:ext uri="{96DAC541-7B7A-43D3-8B79-37D633B846F1}">
                <ns8:svgBlip xmlns:ns8="http://schemas.microsoft.com/office/drawing/2016/SVG/main" r:embed="rIdMathSvg8"/>
              </a:ext>
            </a:extLst>
          </a:blip>
          <a:stretch xmlns:a="http://schemas.openxmlformats.org/drawingml/2006/main"/>
        </p:blipFill>
        <p:spPr>
          <a:xfrm xmlns:a="http://schemas.openxmlformats.org/drawingml/2006/main">
            <a:off x="942975" y="4303961"/>
            <a:ext cx="5760720" cy="345579"/>
          </a:xfrm>
          <a:prstGeom xmlns:a="http://schemas.openxmlformats.org/drawingml/2006/main" prst="rect">
            <a:avLst/>
          </a:prstGeom>
        </p:spPr>
      </p:pic>
      <p:pic>
        <p:nvPicPr>
          <p:cNvPr id="25" name="derivation-3" descr="=T_s\sum_n m(nT_s)h_{\mathrm{LP}}(t-nT_s)">
            <a:extLst xmlns:a="http://schemas.openxmlformats.org/drawingml/2006/main">
              <a:ext uri="{FF2B5EF4-FFF2-40B4-BE49-F238E27FC236}">
                <a16:creationId xmlns:a16="http://schemas.microsoft.com/office/drawing/2014/main" id="{A0A41B3F-5130-4E61-A244-DA9153CC5967}"/>
              </a:ext>
            </a:extLst>
          </p:cNvPr>
          <p:cNvPicPr>
            <a:picLocks xmlns:a="http://schemas.openxmlformats.org/drawingml/2006/main" noChangeAspect="1"/>
          </p:cNvPicPr>
          <p:nvPr/>
        </p:nvPicPr>
        <p:blipFill>
          <a:blip xmlns:r="http://schemas.openxmlformats.org/officeDocument/2006/relationships" xmlns:a="http://schemas.openxmlformats.org/drawingml/2006/main" r:embed="Rc2cb51efd6e54917">
            <a:extLst>
              <a:ext uri="{96DAC541-7B7A-43D3-8B79-37D633B846F1}">
                <ns9:svgBlip xmlns:ns9="http://schemas.microsoft.com/office/drawing/2016/SVG/main" r:embed="rIdMathSvg9"/>
              </a:ext>
            </a:extLst>
          </a:blip>
          <a:stretch xmlns:a="http://schemas.openxmlformats.org/drawingml/2006/main"/>
        </p:blipFill>
        <p:spPr>
          <a:xfrm xmlns:a="http://schemas.openxmlformats.org/drawingml/2006/main">
            <a:off x="942975" y="4894987"/>
            <a:ext cx="3729038" cy="268426"/>
          </a:xfrm>
          <a:prstGeom xmlns:a="http://schemas.openxmlformats.org/drawingml/2006/main" prst="rect">
            <a:avLst/>
          </a:prstGeom>
        </p:spPr>
      </p:pic>
      <p:pic>
        <p:nvPicPr>
          <p:cNvPr id="26" name="derivation-4" descr="=T_s\sum_n m(nT_s)f_s\operatorname{sinc}\!\left[f_s(t-nT_s)\right]">
            <a:extLst xmlns:a="http://schemas.openxmlformats.org/drawingml/2006/main">
              <a:ext uri="{FF2B5EF4-FFF2-40B4-BE49-F238E27FC236}">
                <a16:creationId xmlns:a16="http://schemas.microsoft.com/office/drawing/2014/main" id="{1CF14D0C-532A-49C5-9853-CF50C825737F}"/>
              </a:ext>
            </a:extLst>
          </p:cNvPr>
          <p:cNvPicPr>
            <a:picLocks xmlns:a="http://schemas.openxmlformats.org/drawingml/2006/main" noChangeAspect="1"/>
          </p:cNvPicPr>
          <p:nvPr/>
        </p:nvPicPr>
        <p:blipFill>
          <a:blip xmlns:r="http://schemas.openxmlformats.org/officeDocument/2006/relationships" xmlns:a="http://schemas.openxmlformats.org/drawingml/2006/main" r:embed="Rc9b91a62c9484042">
            <a:extLst>
              <a:ext uri="{96DAC541-7B7A-43D3-8B79-37D633B846F1}">
                <ns10:svgBlip xmlns:ns10="http://schemas.microsoft.com/office/drawing/2016/SVG/main" r:embed="rIdMathSvg10"/>
              </a:ext>
            </a:extLst>
          </a:blip>
          <a:stretch xmlns:a="http://schemas.openxmlformats.org/drawingml/2006/main"/>
        </p:blipFill>
        <p:spPr>
          <a:xfrm xmlns:a="http://schemas.openxmlformats.org/drawingml/2006/main">
            <a:off x="942975" y="5447437"/>
            <a:ext cx="4346258" cy="268426"/>
          </a:xfrm>
          <a:prstGeom xmlns:a="http://schemas.openxmlformats.org/drawingml/2006/main" prst="rect">
            <a:avLst/>
          </a:prstGeom>
        </p:spPr>
      </p:pic>
      <p:pic>
        <p:nvPicPr>
          <p:cNvPr id="27" name="derivation-5" descr="g(t)=\sum_n m(nT_s)\operatorname{sinc}\!\left(\frac{t-nT_s}{T_s}\right)">
            <a:extLst xmlns:a="http://schemas.openxmlformats.org/drawingml/2006/main">
              <a:ext uri="{FF2B5EF4-FFF2-40B4-BE49-F238E27FC236}">
                <a16:creationId xmlns:a16="http://schemas.microsoft.com/office/drawing/2014/main" id="{08587D92-8A93-4728-9FC9-B493AE189DEA}"/>
              </a:ext>
            </a:extLst>
          </p:cNvPr>
          <p:cNvPicPr>
            <a:picLocks xmlns:a="http://schemas.openxmlformats.org/drawingml/2006/main" noChangeAspect="1"/>
          </p:cNvPicPr>
          <p:nvPr/>
        </p:nvPicPr>
        <p:blipFill>
          <a:blip xmlns:r="http://schemas.openxmlformats.org/officeDocument/2006/relationships" xmlns:a="http://schemas.openxmlformats.org/drawingml/2006/main" r:embed="Rd6c46d200dd4470f">
            <a:extLst>
              <a:ext uri="{96DAC541-7B7A-43D3-8B79-37D633B846F1}">
                <ns11:svgBlip xmlns:ns11="http://schemas.microsoft.com/office/drawing/2016/SVG/main" r:embed="rIdMathSvg11"/>
              </a:ext>
            </a:extLst>
          </a:blip>
          <a:stretch xmlns:a="http://schemas.openxmlformats.org/drawingml/2006/main"/>
        </p:blipFill>
        <p:spPr>
          <a:xfrm xmlns:a="http://schemas.openxmlformats.org/drawingml/2006/main">
            <a:off x="609600" y="5911304"/>
            <a:ext cx="5000625" cy="597991"/>
          </a:xfrm>
          <a:prstGeom xmlns:a="http://schemas.openxmlformats.org/drawingml/2006/main" prst="rect">
            <a:avLst/>
          </a:prstGeom>
        </p:spPr>
      </p:pic>
      <p:sp>
        <p:nvSpPr>
          <p:cNvPr id="28" name="math-flight-2-origin">
            <a:extLst xmlns:a="http://schemas.openxmlformats.org/drawingml/2006/main">
              <a:ext uri="{FF2B5EF4-FFF2-40B4-BE49-F238E27FC236}">
                <a16:creationId xmlns:a16="http://schemas.microsoft.com/office/drawing/2014/main" id="{B0DE3E33-8BC8-4A47-8FDB-D7A83D5BDA16}"/>
              </a:ext>
            </a:extLst>
          </p:cNvPr>
          <p:cNvSpPr>
            <a:spLocks xmlns:a="http://schemas.openxmlformats.org/drawingml/2006/main" noGrp="1"/>
          </p:cNvSpPr>
          <p:nvPr/>
        </p:nvSpPr>
        <p:spPr>
          <a:xfrm xmlns:a="http://schemas.openxmlformats.org/drawingml/2006/main">
            <a:off x="3664810" y="3782050"/>
            <a:ext cx="910496" cy="257175"/>
          </a:xfrm>
          <a:prstGeom xmlns:a="http://schemas.openxmlformats.org/drawingml/2006/main" prst="rect">
            <a:avLst/>
          </a:prstGeom>
          <a:noFill xmlns:a="http://schemas.openxmlformats.org/drawingml/2006/main"/>
          <a:ln xmlns:a="http://schemas.openxmlformats.org/drawingml/2006/main" w="0">
            <a:noFill/>
          </a:ln>
        </p:spPr>
      </p:sp>
    </p:spTree>
    <p:extLst>
      <p:ext uri="{BB962C8B-B14F-4D97-AF65-F5344CB8AC3E}">
        <p14:creationId xmlns:p14="http://schemas.microsoft.com/office/powerpoint/2010/main" val="151356933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Reconstruction</a:t>
            </a:r>
          </a:p>
        </p:txBody>
      </p:sp>
      <p:sp>
        <p:nvSpPr>
          <p:cNvPr id="3" name="route-arrow-0-shaft">
            <a:extLst xmlns:a="http://schemas.openxmlformats.org/drawingml/2006/main">
              <a:ext uri="{FF2B5EF4-FFF2-40B4-BE49-F238E27FC236}">
                <a16:creationId xmlns:a16="http://schemas.microsoft.com/office/drawing/2014/main" id="{155546E4-FB60-4E26-BE46-EA4659AC237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7A267FC7-CE47-491F-BAA6-524AF74DF462}"/>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2E1A7A64-77E7-41B2-81EC-43E3EE6BAF11}"/>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8C7D8033-C67E-49DE-AC95-B20D465B99CB}"/>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D5906926-D873-4654-AE4F-BF3E1FFEB180}"/>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877BD1BE-28BC-4CC0-A2B2-530816DE757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example-condition">
            <a:extLst xmlns:a="http://schemas.openxmlformats.org/drawingml/2006/main">
              <a:ext uri="{FF2B5EF4-FFF2-40B4-BE49-F238E27FC236}">
                <a16:creationId xmlns:a16="http://schemas.microsoft.com/office/drawing/2014/main" id="{B41871C4-39FB-458F-A68A-3EC9C30488A0}"/>
              </a:ext>
            </a:extLst>
          </p:cNvPr>
          <p:cNvSpPr>
            <a:spLocks xmlns:a="http://schemas.openxmlformats.org/drawingml/2006/main" noGrp="1"/>
          </p:cNvSpPr>
          <p:nvPr/>
        </p:nvSpPr>
        <p:spPr>
          <a:xfrm xmlns:a="http://schemas.openxmlformats.org/drawingml/2006/main">
            <a:off x="609600" y="2743200"/>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1" i="0">
                <a:solidFill>
                  <a:srgbClr val="202020"/>
                </a:solidFill>
                <a:latin typeface="Times New Roman"/>
                <a:ea typeface="Times New Roman"/>
                <a:cs typeface="Times New Roman"/>
              </a:defRPr>
            </a:defPPr>
          </a:lstStyle>
          <a:p xmlns:a="http://schemas.openxmlformats.org/drawingml/2006/main">
            <a:pPr algn="l">
              <a:defRPr sz="2025" b="1" i="0">
                <a:solidFill>
                  <a:srgbClr val="202020"/>
                </a:solidFill>
                <a:latin typeface="Times New Roman"/>
                <a:ea typeface="Times New Roman"/>
                <a:cs typeface="Times New Roman"/>
              </a:defRPr>
            </a:pPr>
            <a:r>
              <a:rPr sz="2025" b="1" i="0">
                <a:solidFill>
                  <a:srgbClr val="202020"/>
                </a:solidFill>
                <a:latin typeface="Times New Roman"/>
                <a:ea typeface="Times New Roman"/>
                <a:cs typeface="Times New Roman"/>
              </a:rPr>
              <a:t>Example: five nonzero samples</a:t>
            </a:r>
          </a:p>
        </p:txBody>
      </p:sp>
      <p:pic>
        <p:nvPicPr>
          <p:cNvPr id="10" name="interpolation" descr="Note 7: interpolation. Static entry; click once; final state retained.">
            <a:extLst xmlns:a="http://schemas.openxmlformats.org/drawingml/2006/main">
              <a:ext uri="{FF2B5EF4-FFF2-40B4-BE49-F238E27FC236}">
                <a16:creationId xmlns:a16="http://schemas.microsoft.com/office/drawing/2014/main" id="{B940C0B7-74C3-4987-B7AC-D07E84219ED7}"/>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6"/>
          <a:stretch xmlns:a="http://schemas.openxmlformats.org/drawingml/2006/main"/>
        </p:blipFill>
        <p:spPr>
          <a:xfrm xmlns:a="http://schemas.openxmlformats.org/drawingml/2006/main">
            <a:off x="666750" y="3286125"/>
            <a:ext cx="10668000" cy="2381250"/>
          </a:xfrm>
          <a:prstGeom xmlns:a="http://schemas.openxmlformats.org/drawingml/2006/main" prst="rect">
            <a:avLst/>
          </a:prstGeom>
        </p:spPr>
      </p:pic>
      <p:sp>
        <p:nvSpPr>
          <p:cNvPr id="11" name="sample-preservation-emphasis">
            <a:extLst xmlns:a="http://schemas.openxmlformats.org/drawingml/2006/main">
              <a:ext uri="{FF2B5EF4-FFF2-40B4-BE49-F238E27FC236}">
                <a16:creationId xmlns:a16="http://schemas.microsoft.com/office/drawing/2014/main" id="{71CC3792-FAD5-40B9-9493-6E5D58E4A52D}"/>
              </a:ext>
            </a:extLst>
          </p:cNvPr>
          <p:cNvSpPr>
            <a:spLocks xmlns:a="http://schemas.openxmlformats.org/drawingml/2006/main" noGrp="1"/>
          </p:cNvSpPr>
          <p:nvPr/>
        </p:nvSpPr>
        <p:spPr>
          <a:xfrm xmlns:a="http://schemas.openxmlformats.org/drawingml/2006/main">
            <a:off x="609600" y="657225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8699B58A-8BC4-469D-8E05-33EB7C294809}"/>
              </a:ext>
            </a:extLst>
          </p:cNvPr>
          <p:cNvPicPr>
            <a:picLocks xmlns:a="http://schemas.openxmlformats.org/drawingml/2006/main" noChangeAspect="1"/>
          </p:cNvPicPr>
          <p:nvPr/>
        </p:nvPicPr>
        <p:blipFill>
          <a:blip xmlns:r="http://schemas.openxmlformats.org/officeDocument/2006/relationships" xmlns:a="http://schemas.openxmlformats.org/drawingml/2006/main" r:embed="R25e4cc3031eb48ba">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83FE4833-86BD-4FFD-BA1D-CE3BD83F5B28}"/>
              </a:ext>
            </a:extLst>
          </p:cNvPr>
          <p:cNvPicPr>
            <a:picLocks xmlns:a="http://schemas.openxmlformats.org/drawingml/2006/main" noChangeAspect="1"/>
          </p:cNvPicPr>
          <p:nvPr/>
        </p:nvPicPr>
        <p:blipFill>
          <a:blip xmlns:r="http://schemas.openxmlformats.org/officeDocument/2006/relationships" xmlns:a="http://schemas.openxmlformats.org/drawingml/2006/main" r:embed="R990da1340ca84d46">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8DC216A-C4AA-4E5F-9D3F-CC387380879C}"/>
              </a:ext>
            </a:extLst>
          </p:cNvPr>
          <p:cNvPicPr>
            <a:picLocks xmlns:a="http://schemas.openxmlformats.org/drawingml/2006/main" noChangeAspect="1"/>
          </p:cNvPicPr>
          <p:nvPr/>
        </p:nvPicPr>
        <p:blipFill>
          <a:blip xmlns:r="http://schemas.openxmlformats.org/officeDocument/2006/relationships" xmlns:a="http://schemas.openxmlformats.org/drawingml/2006/main" r:embed="R4d3afe1d7d5642a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interpolation-result" descr="g(t)=\sum_{n=-\infty}^{\infty}m(nT_s)\operatorname{sinc}\!\left(\frac{t-nT_s}{T_s}\right)">
            <a:extLst xmlns:a="http://schemas.openxmlformats.org/drawingml/2006/main">
              <a:ext uri="{FF2B5EF4-FFF2-40B4-BE49-F238E27FC236}">
                <a16:creationId xmlns:a16="http://schemas.microsoft.com/office/drawing/2014/main" id="{F09BE00E-D94B-4E77-B272-C3D324DA45F9}"/>
              </a:ext>
            </a:extLst>
          </p:cNvPr>
          <p:cNvPicPr>
            <a:picLocks xmlns:a="http://schemas.openxmlformats.org/drawingml/2006/main" noChangeAspect="1"/>
          </p:cNvPicPr>
          <p:nvPr/>
        </p:nvPicPr>
        <p:blipFill>
          <a:blip xmlns:r="http://schemas.openxmlformats.org/officeDocument/2006/relationships" xmlns:a="http://schemas.openxmlformats.org/drawingml/2006/main" r:embed="R981b7a765c234143">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2115443"/>
            <a:ext cx="4943475" cy="512564"/>
          </a:xfrm>
          <a:prstGeom xmlns:a="http://schemas.openxmlformats.org/drawingml/2006/main" prst="rect">
            <a:avLst/>
          </a:prstGeom>
        </p:spPr>
      </p:pic>
      <p:pic>
        <p:nvPicPr>
          <p:cNvPr id="16" name="sample-preservation" descr="g(kT_s)=m(kT_s),\qquad k\ \text{integer}">
            <a:extLst xmlns:a="http://schemas.openxmlformats.org/drawingml/2006/main">
              <a:ext uri="{FF2B5EF4-FFF2-40B4-BE49-F238E27FC236}">
                <a16:creationId xmlns:a16="http://schemas.microsoft.com/office/drawing/2014/main" id="{6FAE3F6C-9899-488A-8239-B28F6A4C2FAE}"/>
              </a:ext>
            </a:extLst>
          </p:cNvPr>
          <p:cNvPicPr>
            <a:picLocks xmlns:a="http://schemas.openxmlformats.org/drawingml/2006/main" noChangeAspect="1"/>
          </p:cNvPicPr>
          <p:nvPr/>
        </p:nvPicPr>
        <p:blipFill>
          <a:blip xmlns:r="http://schemas.openxmlformats.org/officeDocument/2006/relationships" xmlns:a="http://schemas.openxmlformats.org/drawingml/2006/main" r:embed="R8b24428b471449c7">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6177915"/>
            <a:ext cx="4785360" cy="302895"/>
          </a:xfrm>
          <a:prstGeom xmlns:a="http://schemas.openxmlformats.org/drawingml/2006/main" prst="rect">
            <a:avLst/>
          </a:prstGeom>
        </p:spPr>
      </p:pic>
    </p:spTree>
    <p:extLst>
      <p:ext uri="{BB962C8B-B14F-4D97-AF65-F5344CB8AC3E}">
        <p14:creationId xmlns:p14="http://schemas.microsoft.com/office/powerpoint/2010/main" val="148820607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Multiplexing</a:t>
            </a:r>
          </a:p>
        </p:txBody>
      </p:sp>
      <p:sp>
        <p:nvSpPr>
          <p:cNvPr id="3" name="route-arrow-0-shaft">
            <a:extLst xmlns:a="http://schemas.openxmlformats.org/drawingml/2006/main">
              <a:ext uri="{FF2B5EF4-FFF2-40B4-BE49-F238E27FC236}">
                <a16:creationId xmlns:a16="http://schemas.microsoft.com/office/drawing/2014/main" id="{989C999C-C830-46CE-A043-876818A97E69}"/>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34FEDE9-4C74-4631-9A1B-153C83D58B5B}"/>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05E65DB9-6E8C-497F-91DC-50EC4F231636}"/>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09796F75-A448-433F-B823-E5952090E2CD}"/>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53D1F84-58FD-42D3-B813-8A8F8CCEE13C}"/>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C7650854-B673-4EDA-825F-C6C34119CB2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tdm-operation">
            <a:extLst xmlns:a="http://schemas.openxmlformats.org/drawingml/2006/main">
              <a:ext uri="{FF2B5EF4-FFF2-40B4-BE49-F238E27FC236}">
                <a16:creationId xmlns:a16="http://schemas.microsoft.com/office/drawing/2014/main" id="{22EEF24F-E173-4301-8AC5-0C43DFE433C3}"/>
              </a:ext>
            </a:extLst>
          </p:cNvPr>
          <p:cNvSpPr>
            <a:spLocks xmlns:a="http://schemas.openxmlformats.org/drawingml/2006/main" noGrp="1"/>
          </p:cNvSpPr>
          <p:nvPr/>
        </p:nvSpPr>
        <p:spPr>
          <a:xfrm xmlns:a="http://schemas.openxmlformats.org/drawingml/2006/main">
            <a:off x="609600" y="211455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Commutator: interleave three sample streams</a:t>
            </a:r>
          </a:p>
        </p:txBody>
      </p:sp>
      <p:pic>
        <p:nvPicPr>
          <p:cNvPr id="10" name="tdm-send" descr="Note 7: tdm send. Static entry; click once; final state retained.">
            <a:extLst xmlns:a="http://schemas.openxmlformats.org/drawingml/2006/main">
              <a:ext uri="{FF2B5EF4-FFF2-40B4-BE49-F238E27FC236}">
                <a16:creationId xmlns:a16="http://schemas.microsoft.com/office/drawing/2014/main" id="{AF234DEA-20B6-445A-8B79-D8102EF17B7C}"/>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tdm-rate-emphasis">
            <a:extLst xmlns:a="http://schemas.openxmlformats.org/drawingml/2006/main">
              <a:ext uri="{FF2B5EF4-FFF2-40B4-BE49-F238E27FC236}">
                <a16:creationId xmlns:a16="http://schemas.microsoft.com/office/drawing/2014/main" id="{2C671F3C-5A5F-44DC-8D64-65BA297D13F7}"/>
              </a:ext>
            </a:extLst>
          </p:cNvPr>
          <p:cNvSpPr>
            <a:spLocks xmlns:a="http://schemas.openxmlformats.org/drawingml/2006/main" noGrp="1"/>
          </p:cNvSpPr>
          <p:nvPr/>
        </p:nvSpPr>
        <p:spPr>
          <a:xfrm xmlns:a="http://schemas.openxmlformats.org/drawingml/2006/main">
            <a:off x="609600" y="6515100"/>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2" name="route-0" descr="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FB7BDC2E-16E9-4ED5-A658-A90E349ADA58}"/>
              </a:ext>
            </a:extLst>
          </p:cNvPr>
          <p:cNvPicPr>
            <a:picLocks xmlns:a="http://schemas.openxmlformats.org/drawingml/2006/main" noChangeAspect="1"/>
          </p:cNvPicPr>
          <p:nvPr/>
        </p:nvPicPr>
        <p:blipFill>
          <a:blip xmlns:r="http://schemas.openxmlformats.org/officeDocument/2006/relationships" xmlns:a="http://schemas.openxmlformats.org/drawingml/2006/main" r:embed="R7af8d3f32dd2417d">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3"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2782421E-EE73-4D9F-AFCB-BE961FA6F92F}"/>
              </a:ext>
            </a:extLst>
          </p:cNvPr>
          <p:cNvPicPr>
            <a:picLocks xmlns:a="http://schemas.openxmlformats.org/drawingml/2006/main" noChangeAspect="1"/>
          </p:cNvPicPr>
          <p:nvPr/>
        </p:nvPicPr>
        <p:blipFill>
          <a:blip xmlns:r="http://schemas.openxmlformats.org/officeDocument/2006/relationships" xmlns:a="http://schemas.openxmlformats.org/drawingml/2006/main" r:embed="R9e07b82e598e47ef">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4" name="route-2" descr="\color[HTML]{C3C3C3}\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E6CF0EDF-312F-4E73-857B-75BA311A6400}"/>
              </a:ext>
            </a:extLst>
          </p:cNvPr>
          <p:cNvPicPr>
            <a:picLocks xmlns:a="http://schemas.openxmlformats.org/drawingml/2006/main" noChangeAspect="1"/>
          </p:cNvPicPr>
          <p:nvPr/>
        </p:nvPicPr>
        <p:blipFill>
          <a:blip xmlns:r="http://schemas.openxmlformats.org/officeDocument/2006/relationships" xmlns:a="http://schemas.openxmlformats.org/drawingml/2006/main" r:embed="Rdb9150871d70468e">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5" name="tdm-sample-times" descr="t_{n,i}=nT_s+\frac{(i-1)T_s}{3},\qquad i=1,2,3">
            <a:extLst xmlns:a="http://schemas.openxmlformats.org/drawingml/2006/main">
              <a:ext uri="{FF2B5EF4-FFF2-40B4-BE49-F238E27FC236}">
                <a16:creationId xmlns:a16="http://schemas.microsoft.com/office/drawing/2014/main" id="{0EF28DB6-D24D-4172-8DC2-3B98AD9920BB}"/>
              </a:ext>
            </a:extLst>
          </p:cNvPr>
          <p:cNvPicPr>
            <a:picLocks xmlns:a="http://schemas.openxmlformats.org/drawingml/2006/main" noChangeAspect="1"/>
          </p:cNvPicPr>
          <p:nvPr/>
        </p:nvPicPr>
        <p:blipFill>
          <a:blip xmlns:r="http://schemas.openxmlformats.org/officeDocument/2006/relationships" xmlns:a="http://schemas.openxmlformats.org/drawingml/2006/main" r:embed="Rd0928cf5165445cb">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609600" y="5338495"/>
            <a:ext cx="4695825" cy="381536"/>
          </a:xfrm>
          <a:prstGeom xmlns:a="http://schemas.openxmlformats.org/drawingml/2006/main" prst="rect">
            <a:avLst/>
          </a:prstGeom>
        </p:spPr>
      </p:pic>
      <p:pic>
        <p:nvPicPr>
          <p:cNvPr id="16" name="tdm-pulse-fit" descr="T&lt;T_s/3">
            <a:extLst xmlns:a="http://schemas.openxmlformats.org/drawingml/2006/main">
              <a:ext uri="{FF2B5EF4-FFF2-40B4-BE49-F238E27FC236}">
                <a16:creationId xmlns:a16="http://schemas.microsoft.com/office/drawing/2014/main" id="{A11A2EFB-7552-4909-BC0C-4B3075AEE366}"/>
              </a:ext>
            </a:extLst>
          </p:cNvPr>
          <p:cNvPicPr>
            <a:picLocks xmlns:a="http://schemas.openxmlformats.org/drawingml/2006/main" noChangeAspect="1"/>
          </p:cNvPicPr>
          <p:nvPr/>
        </p:nvPicPr>
        <p:blipFill>
          <a:blip xmlns:r="http://schemas.openxmlformats.org/officeDocument/2006/relationships" xmlns:a="http://schemas.openxmlformats.org/drawingml/2006/main" r:embed="R0984d4c8f7f14b4e">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8562975" y="5386388"/>
            <a:ext cx="1343025" cy="285750"/>
          </a:xfrm>
          <a:prstGeom xmlns:a="http://schemas.openxmlformats.org/drawingml/2006/main" prst="rect">
            <a:avLst/>
          </a:prstGeom>
        </p:spPr>
      </p:pic>
      <p:pic>
        <p:nvPicPr>
          <p:cNvPr id="17" name="tdm-rate" descr="\text{Each message: }f_s=1/T_s\qquad\text{Shared stream: }3f_s">
            <a:extLst xmlns:a="http://schemas.openxmlformats.org/drawingml/2006/main">
              <a:ext uri="{FF2B5EF4-FFF2-40B4-BE49-F238E27FC236}">
                <a16:creationId xmlns:a16="http://schemas.microsoft.com/office/drawing/2014/main" id="{46D4ADC0-AF2A-4496-BEB0-EB3B4B794A5D}"/>
              </a:ext>
            </a:extLst>
          </p:cNvPr>
          <p:cNvPicPr>
            <a:picLocks xmlns:a="http://schemas.openxmlformats.org/drawingml/2006/main" noChangeAspect="1"/>
          </p:cNvPicPr>
          <p:nvPr/>
        </p:nvPicPr>
        <p:blipFill>
          <a:blip xmlns:r="http://schemas.openxmlformats.org/officeDocument/2006/relationships" xmlns:a="http://schemas.openxmlformats.org/drawingml/2006/main" r:embed="R7a4bb873193443b4">
            <a:extLst>
              <a:ext uri="{96DAC541-7B7A-43D3-8B79-37D633B846F1}">
                <ns5:svgBlip xmlns:ns5="http://schemas.microsoft.com/office/drawing/2016/SVG/main" r:embed="rIdMathSvg5"/>
              </a:ext>
            </a:extLst>
          </a:blip>
          <a:stretch xmlns:a="http://schemas.openxmlformats.org/drawingml/2006/main"/>
        </p:blipFill>
        <p:spPr>
          <a:xfrm xmlns:a="http://schemas.openxmlformats.org/drawingml/2006/main">
            <a:off x="609600" y="6129338"/>
            <a:ext cx="6858000" cy="285750"/>
          </a:xfrm>
          <a:prstGeom xmlns:a="http://schemas.openxmlformats.org/drawingml/2006/main" prst="rect">
            <a:avLst/>
          </a:prstGeom>
        </p:spPr>
      </p:pic>
    </p:spTree>
    <p:extLst>
      <p:ext uri="{BB962C8B-B14F-4D97-AF65-F5344CB8AC3E}">
        <p14:creationId xmlns:p14="http://schemas.microsoft.com/office/powerpoint/2010/main" val="203905867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Demultiplexing</a:t>
            </a:r>
          </a:p>
        </p:txBody>
      </p:sp>
      <p:sp>
        <p:nvSpPr>
          <p:cNvPr id="3" name="route-arrow-0-shaft">
            <a:extLst xmlns:a="http://schemas.openxmlformats.org/drawingml/2006/main">
              <a:ext uri="{FF2B5EF4-FFF2-40B4-BE49-F238E27FC236}">
                <a16:creationId xmlns:a16="http://schemas.microsoft.com/office/drawing/2014/main" id="{DBCAC0CB-9BE7-4BEF-A202-6D0AEF5C2F55}"/>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5CFBBB8E-9F08-4169-B149-B64FD688CC76}"/>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4E23B17D-49CD-45B4-BF72-C7AB4FC9E715}"/>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534698B2-B487-426B-90C8-FDD065DE6971}"/>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13D790B9-244A-4F35-B7D0-86D9AC916269}"/>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53FAF848-D9FB-4C99-A585-2D18E4634BFA}"/>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202020"/>
                </a:solidFill>
                <a:latin typeface="Times New Roman"/>
                <a:ea typeface="Times New Roman"/>
                <a:cs typeface="Times New Roman"/>
              </a:defRPr>
            </a:defPPr>
          </a:lstStyle>
          <a:p xmlns:a="http://schemas.openxmlformats.org/drawingml/2006/main">
            <a:pPr algn="ctr">
              <a:defRPr sz="1500" b="0" i="0">
                <a:solidFill>
                  <a:srgbClr val="202020"/>
                </a:solidFill>
                <a:latin typeface="Times New Roman"/>
                <a:ea typeface="Times New Roman"/>
                <a:cs typeface="Times New Roman"/>
              </a:defRPr>
            </a:pPr>
            <a:r>
              <a:rPr sz="1500" b="0" i="0">
                <a:solidFill>
                  <a:srgbClr val="202020"/>
                </a:solidFill>
                <a:latin typeface="Times New Roman"/>
                <a:ea typeface="Times New Roman"/>
                <a:cs typeface="Times New Roman"/>
              </a:rPr>
              <a:t>Demodulation</a:t>
            </a:r>
          </a:p>
        </p:txBody>
      </p:sp>
      <p:sp>
        <p:nvSpPr>
          <p:cNvPr id="9" name="tdm-receiver-operation">
            <a:extLst xmlns:a="http://schemas.openxmlformats.org/drawingml/2006/main">
              <a:ext uri="{FF2B5EF4-FFF2-40B4-BE49-F238E27FC236}">
                <a16:creationId xmlns:a16="http://schemas.microsoft.com/office/drawing/2014/main" id="{6296A09A-1D61-45DF-BC4F-68703B15F73C}"/>
              </a:ext>
            </a:extLst>
          </p:cNvPr>
          <p:cNvSpPr>
            <a:spLocks xmlns:a="http://schemas.openxmlformats.org/drawingml/2006/main" noGrp="1"/>
          </p:cNvSpPr>
          <p:nvPr/>
        </p:nvSpPr>
        <p:spPr>
          <a:xfrm xmlns:a="http://schemas.openxmlformats.org/drawingml/2006/main">
            <a:off x="609600" y="2114550"/>
            <a:ext cx="8096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i="0">
                <a:solidFill>
                  <a:srgbClr val="202020"/>
                </a:solidFill>
                <a:latin typeface="Times New Roman"/>
                <a:ea typeface="Times New Roman"/>
                <a:cs typeface="Times New Roman"/>
              </a:defRPr>
            </a:defPPr>
          </a:lstStyle>
          <a:p xmlns:a="http://schemas.openxmlformats.org/drawingml/2006/main">
            <a:pPr algn="l">
              <a:defRPr sz="2175" b="1" i="0">
                <a:solidFill>
                  <a:srgbClr val="202020"/>
                </a:solidFill>
                <a:latin typeface="Times New Roman"/>
                <a:ea typeface="Times New Roman"/>
                <a:cs typeface="Times New Roman"/>
              </a:defRPr>
            </a:pPr>
            <a:r>
              <a:rPr sz="2175" b="1" i="0">
                <a:solidFill>
                  <a:srgbClr val="202020"/>
                </a:solidFill>
                <a:latin typeface="Times New Roman"/>
                <a:ea typeface="Times New Roman"/>
                <a:cs typeface="Times New Roman"/>
              </a:rPr>
              <a:t>Decommutator: separate the time slots</a:t>
            </a:r>
          </a:p>
        </p:txBody>
      </p:sp>
      <p:pic>
        <p:nvPicPr>
          <p:cNvPr id="10" name="tdm-receive" descr="Note 7: tdm receive. Static entry; click once; final state retained.">
            <a:extLst xmlns:a="http://schemas.openxmlformats.org/drawingml/2006/main">
              <a:ext uri="{FF2B5EF4-FFF2-40B4-BE49-F238E27FC236}">
                <a16:creationId xmlns:a16="http://schemas.microsoft.com/office/drawing/2014/main" id="{8D60BAAB-F2DD-4DF0-91D1-C7BFD6E84545}"/>
              </a:ext>
            </a:extLst>
          </p:cNvPr>
          <p:cNvPicPr>
            <a:picLocks xmlns:a="http://schemas.openxmlformats.org/drawingml/2006/main" noChangeAspect="1"/>
          </p:cNvPicPr>
          <p:nvPr/>
        </p:nvPicPr>
        <p:blipFill>
          <ns0:blip xmlns:ns0="http://schemas.openxmlformats.org/drawingml/2006/main" xmlns:ns1="http://schemas.openxmlformats.org/officeDocument/2006/relationships" ns1:embed="rIdT4ClickFrame37"/>
          <a:stretch xmlns:a="http://schemas.openxmlformats.org/drawingml/2006/main"/>
        </p:blipFill>
        <p:spPr>
          <a:xfrm xmlns:a="http://schemas.openxmlformats.org/drawingml/2006/main">
            <a:off x="666750" y="2800350"/>
            <a:ext cx="10668000" cy="2381250"/>
          </a:xfrm>
          <a:prstGeom xmlns:a="http://schemas.openxmlformats.org/drawingml/2006/main" prst="rect">
            <a:avLst/>
          </a:prstGeom>
        </p:spPr>
      </p:pic>
      <p:sp>
        <p:nvSpPr>
          <p:cNvPr id="11" name="synchronism">
            <a:extLst xmlns:a="http://schemas.openxmlformats.org/drawingml/2006/main">
              <a:ext uri="{FF2B5EF4-FFF2-40B4-BE49-F238E27FC236}">
                <a16:creationId xmlns:a16="http://schemas.microsoft.com/office/drawing/2014/main" id="{1DAB6E40-4D52-4864-B892-171E55A197C9}"/>
              </a:ext>
            </a:extLst>
          </p:cNvPr>
          <p:cNvSpPr>
            <a:spLocks xmlns:a="http://schemas.openxmlformats.org/drawingml/2006/main" noGrp="1"/>
          </p:cNvSpPr>
          <p:nvPr/>
        </p:nvSpPr>
        <p:spPr>
          <a:xfrm xmlns:a="http://schemas.openxmlformats.org/drawingml/2006/main">
            <a:off x="609600" y="6096000"/>
            <a:ext cx="10896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i="0">
                <a:solidFill>
                  <a:srgbClr val="202020"/>
                </a:solidFill>
                <a:latin typeface="Times New Roman"/>
                <a:ea typeface="Times New Roman"/>
                <a:cs typeface="Times New Roman"/>
              </a:defRPr>
            </a:defPPr>
          </a:lstStyle>
          <a:p xmlns:a="http://schemas.openxmlformats.org/drawingml/2006/main">
            <a:pPr algn="l">
              <a:defRPr sz="2250" b="1" i="0">
                <a:solidFill>
                  <a:srgbClr val="202020"/>
                </a:solidFill>
                <a:latin typeface="Times New Roman"/>
                <a:ea typeface="Times New Roman"/>
                <a:cs typeface="Times New Roman"/>
              </a:defRPr>
            </a:pPr>
            <a:r>
              <a:rPr sz="2250" b="1" i="0">
                <a:solidFill>
                  <a:srgbClr val="202020"/>
                </a:solidFill>
                <a:latin typeface="Times New Roman"/>
                <a:ea typeface="Times New Roman"/>
                <a:cs typeface="Times New Roman"/>
              </a:rPr>
              <a:t>Same clock and slot assignment; reconstruct each message.</a:t>
            </a:r>
          </a:p>
        </p:txBody>
      </p:sp>
      <p:sp>
        <p:nvSpPr>
          <p:cNvPr id="12" name="synchronism-emphasis">
            <a:extLst xmlns:a="http://schemas.openxmlformats.org/drawingml/2006/main">
              <a:ext uri="{FF2B5EF4-FFF2-40B4-BE49-F238E27FC236}">
                <a16:creationId xmlns:a16="http://schemas.microsoft.com/office/drawing/2014/main" id="{EECAE84B-22B7-442C-BDA2-E87D3F846424}"/>
              </a:ext>
            </a:extLst>
          </p:cNvPr>
          <p:cNvSpPr>
            <a:spLocks xmlns:a="http://schemas.openxmlformats.org/drawingml/2006/main" noGrp="1"/>
          </p:cNvSpPr>
          <p:nvPr/>
        </p:nvSpPr>
        <p:spPr>
          <a:xfrm xmlns:a="http://schemas.openxmlformats.org/drawingml/2006/main">
            <a:off x="609600" y="6562725"/>
            <a:ext cx="10896600" cy="11430"/>
          </a:xfrm>
          <a:prstGeom xmlns:a="http://schemas.openxmlformats.org/drawingml/2006/main" prst="rect">
            <a:avLst/>
          </a:prstGeom>
          <a:solidFill xmlns:a="http://schemas.openxmlformats.org/drawingml/2006/main">
            <a:srgbClr val="777777"/>
          </a:solidFill>
          <a:ln xmlns:a="http://schemas.openxmlformats.org/drawingml/2006/main" w="0">
            <a:noFill/>
          </a:ln>
        </p:spPr>
      </p:sp>
      <p:pic>
        <p:nvPicPr>
          <p:cNvPr id="13"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3E0C39FC-6C5F-44DB-9C68-AAC418F04458}"/>
              </a:ext>
            </a:extLst>
          </p:cNvPr>
          <p:cNvPicPr>
            <a:picLocks xmlns:a="http://schemas.openxmlformats.org/drawingml/2006/main" noChangeAspect="1"/>
          </p:cNvPicPr>
          <p:nvPr/>
        </p:nvPicPr>
        <p:blipFill>
          <a:blip xmlns:r="http://schemas.openxmlformats.org/officeDocument/2006/relationships" xmlns:a="http://schemas.openxmlformats.org/drawingml/2006/main" r:embed="R990c435bde2b4794">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4"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903EBE11-4984-41D9-95AF-0C6BF99A1886}"/>
              </a:ext>
            </a:extLst>
          </p:cNvPr>
          <p:cNvPicPr>
            <a:picLocks xmlns:a="http://schemas.openxmlformats.org/drawingml/2006/main" noChangeAspect="1"/>
          </p:cNvPicPr>
          <p:nvPr/>
        </p:nvPicPr>
        <p:blipFill>
          <a:blip xmlns:r="http://schemas.openxmlformats.org/officeDocument/2006/relationships" xmlns:a="http://schemas.openxmlformats.org/drawingml/2006/main" r:embed="Re2b3e857e10245fa">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5"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12DC4-A20E-4DDB-93B7-6CC01787FC7A}"/>
              </a:ext>
            </a:extLst>
          </p:cNvPr>
          <p:cNvPicPr>
            <a:picLocks xmlns:a="http://schemas.openxmlformats.org/drawingml/2006/main" noChangeAspect="1"/>
          </p:cNvPicPr>
          <p:nvPr/>
        </p:nvPicPr>
        <p:blipFill>
          <a:blip xmlns:r="http://schemas.openxmlformats.org/officeDocument/2006/relationships" xmlns:a="http://schemas.openxmlformats.org/drawingml/2006/main" r:embed="R920816b5a6164c93">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6" name="tdm-receiver-pulse-fit" descr="T&lt;T_s/3">
            <a:extLst xmlns:a="http://schemas.openxmlformats.org/drawingml/2006/main">
              <a:ext uri="{FF2B5EF4-FFF2-40B4-BE49-F238E27FC236}">
                <a16:creationId xmlns:a16="http://schemas.microsoft.com/office/drawing/2014/main" id="{DF0A40B0-AAF8-47A9-95D9-860B4CFE1869}"/>
              </a:ext>
            </a:extLst>
          </p:cNvPr>
          <p:cNvPicPr>
            <a:picLocks xmlns:a="http://schemas.openxmlformats.org/drawingml/2006/main" noChangeAspect="1"/>
          </p:cNvPicPr>
          <p:nvPr/>
        </p:nvPicPr>
        <p:blipFill>
          <a:blip xmlns:r="http://schemas.openxmlformats.org/officeDocument/2006/relationships" xmlns:a="http://schemas.openxmlformats.org/drawingml/2006/main" r:embed="Rd256c21befcc43d9">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9096375" y="2185988"/>
            <a:ext cx="1253490" cy="266700"/>
          </a:xfrm>
          <a:prstGeom xmlns:a="http://schemas.openxmlformats.org/drawingml/2006/main" prst="rect">
            <a:avLst/>
          </a:prstGeom>
        </p:spPr>
      </p:pic>
      <p:pic>
        <p:nvPicPr>
          <p:cNvPr id="17" name="tdm-reconstruction" descr="m_i(t)=\sum_n m_i(t_{n,i})\operatorname{sinc}\!\left(\frac{t-t_{n,i}}{T_s}\right)">
            <a:extLst xmlns:a="http://schemas.openxmlformats.org/drawingml/2006/main">
              <a:ext uri="{FF2B5EF4-FFF2-40B4-BE49-F238E27FC236}">
                <a16:creationId xmlns:a16="http://schemas.microsoft.com/office/drawing/2014/main" id="{B6E11815-1168-4F4F-9C09-D512290121A8}"/>
              </a:ext>
            </a:extLst>
          </p:cNvPr>
          <p:cNvPicPr>
            <a:picLocks xmlns:a="http://schemas.openxmlformats.org/drawingml/2006/main" noChangeAspect="1"/>
          </p:cNvPicPr>
          <p:nvPr/>
        </p:nvPicPr>
        <p:blipFill>
          <a:blip xmlns:r="http://schemas.openxmlformats.org/officeDocument/2006/relationships" xmlns:a="http://schemas.openxmlformats.org/drawingml/2006/main" r:embed="R38389f9d3d924490">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609600" y="5314950"/>
            <a:ext cx="4103077" cy="476250"/>
          </a:xfrm>
          <a:prstGeom xmlns:a="http://schemas.openxmlformats.org/drawingml/2006/main" prst="rect">
            <a:avLst/>
          </a:prstGeom>
        </p:spPr>
      </p:pic>
    </p:spTree>
    <p:extLst>
      <p:ext uri="{BB962C8B-B14F-4D97-AF65-F5344CB8AC3E}">
        <p14:creationId xmlns:p14="http://schemas.microsoft.com/office/powerpoint/2010/main" val="176043585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PAM and TDM</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Takeaways</a:t>
            </a:r>
          </a:p>
        </p:txBody>
      </p:sp>
      <p:sp>
        <p:nvSpPr>
          <p:cNvPr id="3" name="route-arrow-0-shaft">
            <a:extLst xmlns:a="http://schemas.openxmlformats.org/drawingml/2006/main">
              <a:ext uri="{FF2B5EF4-FFF2-40B4-BE49-F238E27FC236}">
                <a16:creationId xmlns:a16="http://schemas.microsoft.com/office/drawing/2014/main" id="{5DFB2A4C-1948-4F85-A8C2-319618F9BCA1}"/>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12ECF59-DCBA-4BE1-97AB-2F0C94FB8EA4}"/>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BC8FDCE3-0EB3-424B-91F9-6053449A9259}"/>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C477FFA0-7FB9-4FDC-85A1-07286EDAC9B5}"/>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AD92CA08-D101-412F-9162-9DACC89DD402}"/>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4669E247-0197-48DE-84E8-EF59E1A2026F}"/>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sp>
        <p:nvSpPr>
          <p:cNvPr id="9" name="recap-assumption">
            <a:extLst xmlns:a="http://schemas.openxmlformats.org/drawingml/2006/main">
              <a:ext uri="{FF2B5EF4-FFF2-40B4-BE49-F238E27FC236}">
                <a16:creationId xmlns:a16="http://schemas.microsoft.com/office/drawing/2014/main" id="{C8A283C5-EEBD-4F76-B3B3-D41FB425AB49}"/>
              </a:ext>
            </a:extLst>
          </p:cNvPr>
          <p:cNvSpPr>
            <a:spLocks xmlns:a="http://schemas.openxmlformats.org/drawingml/2006/main" noGrp="1"/>
          </p:cNvSpPr>
          <p:nvPr/>
        </p:nvSpPr>
        <p:spPr>
          <a:xfrm xmlns:a="http://schemas.openxmlformats.org/drawingml/2006/main">
            <a:off x="609600" y="2047875"/>
            <a:ext cx="1089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950" b="0" i="0">
                <a:solidFill>
                  <a:srgbClr val="202020"/>
                </a:solidFill>
                <a:latin typeface="Times New Roman"/>
                <a:ea typeface="Times New Roman"/>
                <a:cs typeface="Times New Roman"/>
              </a:defRPr>
            </a:defPPr>
          </a:lstStyle>
          <a:p xmlns:a="http://schemas.openxmlformats.org/drawingml/2006/main">
            <a:pPr algn="l">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Bandlimited messages; no boundary tones at equality.</a:t>
            </a:r>
          </a:p>
        </p:txBody>
      </p:sp>
      <p:graphicFrame>
        <p:nvGraphicFramePr>
          <p:cNvPr id="10" name="takeaway-table">
            <a:extLst xmlns:a="http://schemas.openxmlformats.org/drawingml/2006/main">
              <a:ext uri="{FF2B5EF4-FFF2-40B4-BE49-F238E27FC236}">
                <a16:creationId xmlns:a16="http://schemas.microsoft.com/office/drawing/2014/main" id="{65A735B0-9807-49A5-8DCC-7291517AEFE0}"/>
              </a:ext>
            </a:extLst>
          </p:cNvPr>
          <p:cNvGraphicFramePr/>
          <p:nvPr/>
        </p:nvGraphicFramePr>
        <p:xfrm>
          <a:off xmlns:a="http://schemas.openxmlformats.org/drawingml/2006/main" x="609600" y="2409825"/>
          <a:ext xmlns:a="http://schemas.openxmlformats.org/drawingml/2006/main" cx="10896600" cy="3857625"/>
        </p:xfrm>
        <a:graphic xmlns:a="http://schemas.openxmlformats.org/drawingml/2006/main">
          <a:graphicData uri="http://schemas.openxmlformats.org/drawingml/2006/table">
            <a:tbl>
              <a:tblPr firstRow="0" bandRow="0"/>
              <a:tblGrid>
                <a:gridCol w="2343150"/>
                <a:gridCol w="3990975"/>
                <a:gridCol w="4562475"/>
              </a:tblGrid>
              <a:tr h="771525">
                <a:tc>
                  <a:txBody>
                    <a:bodyPr/>
                    <a:lstStyle/>
                    <a:p>
                      <a:pPr algn="ctr"/>
                      <a:r>
                        <a:rPr sz="2025" b="1">
                          <a:solidFill>
                            <a:srgbClr val="202020"/>
                          </a:solidFill>
                          <a:latin typeface="Times New Roman"/>
                          <a:ea typeface="Times New Roman"/>
                          <a:cs typeface="Times New Roman"/>
                        </a:rPr>
                        <a:t>Task</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Operation</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025" b="1">
                          <a:solidFill>
                            <a:srgbClr val="202020"/>
                          </a:solidFill>
                          <a:latin typeface="Times New Roman"/>
                          <a:ea typeface="Times New Roman"/>
                          <a:cs typeface="Times New Roman"/>
                        </a:rPr>
                        <a:t>Result</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771525">
                <a:tc>
                  <a:txBody>
                    <a:bodyPr/>
                    <a:lstStyle/>
                    <a:p>
                      <a:pPr algn="ctr"/>
                      <a:r>
                        <a:rPr sz="2025" b="1">
                          <a:solidFill>
                            <a:srgbClr val="202020"/>
                          </a:solidFill>
                          <a:latin typeface="Times New Roman"/>
                          <a:ea typeface="Times New Roman"/>
                          <a:cs typeface="Times New Roman"/>
                        </a:rPr>
                        <a:t>Generate 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then form pulses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Sample value = pulse height</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Avoid aliasing</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Separate spectral copies</a:t>
                      </a:r>
                    </a:p>
                  </a:txBody>
                  <a:tcPr marL="91440" marR="91440" marT="45720" marB="45720" anchor="ctr">
                    <a:lnR w="9525">
                      <a:solidFill>
                        <a:srgbClr val="B0B0B0"/>
                      </a:solidFill>
                    </a:lnR>
                    <a:lnB w="9525">
                      <a:solidFill>
                        <a:srgbClr val="B0B0B0"/>
                      </a:solidFill>
                    </a:lnB>
                    <a:solidFill>
                      <a:srgbClr val="FFFFFF"/>
                    </a:solidFill>
                  </a:tcPr>
                </a:tc>
                <a:tc>
                  <a:txBody>
                    <a:bodyPr/>
                    <a:lstStyle/>
                    <a:p>
                      <a:r>
                        <a:rPr sz="2025" b="0">
                          <a:solidFill>
                            <a:srgbClr val="202020"/>
                          </a:solidFill>
                          <a:latin typeface="Times New Roman"/>
                          <a:ea typeface="Times New Roman"/>
                          <a:cs typeface="Times New Roman"/>
                        </a:rPr>
                        <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Recover 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Read heights, then reconstruct</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Weighted sinc pulses add to m</a:t>
                      </a:r>
                    </a:p>
                  </a:txBody>
                  <a:tcPr marL="91440" marR="91440" marT="45720" marB="45720" anchor="ctr">
                    <a:lnR w="9525">
                      <a:solidFill>
                        <a:srgbClr val="B0B0B0"/>
                      </a:solidFill>
                    </a:lnR>
                    <a:lnB w="9525">
                      <a:solidFill>
                        <a:srgbClr val="B0B0B0"/>
                      </a:solidFill>
                    </a:lnB>
                    <a:solidFill>
                      <a:srgbClr val="FFFFFF"/>
                    </a:solidFill>
                  </a:tcPr>
                </a:tc>
              </a:tr>
              <a:tr h="771525">
                <a:tc>
                  <a:txBody>
                    <a:bodyPr/>
                    <a:lstStyle/>
                    <a:p>
                      <a:pPr algn="ctr"/>
                      <a:r>
                        <a:rPr sz="2025" b="1">
                          <a:solidFill>
                            <a:srgbClr val="202020"/>
                          </a:solidFill>
                          <a:latin typeface="Times New Roman"/>
                          <a:ea typeface="Times New Roman"/>
                          <a:cs typeface="Times New Roman"/>
                        </a:rPr>
                        <a:t>Share the channel</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Interleave time slots</a:t>
                      </a:r>
                    </a:p>
                  </a:txBody>
                  <a:tcPr marL="91440" marR="91440" marT="45720" marB="45720" anchor="ctr">
                    <a:lnR w="9525">
                      <a:solidFill>
                        <a:srgbClr val="B0B0B0"/>
                      </a:solidFill>
                    </a:lnR>
                    <a:lnB w="9525">
                      <a:solidFill>
                        <a:srgbClr val="B0B0B0"/>
                      </a:solidFill>
                    </a:lnB>
                    <a:solidFill>
                      <a:srgbClr val="FFFFFF"/>
                    </a:solidFill>
                  </a:tcPr>
                </a:tc>
                <a:tc>
                  <a:txBody>
                    <a:bodyPr/>
                    <a:lstStyle/>
                    <a:p>
                      <a:pPr algn="ctr"/>
                      <a:r>
                        <a:rPr sz="2025" b="0">
                          <a:solidFill>
                            <a:srgbClr val="202020"/>
                          </a:solidFill>
                          <a:latin typeface="Times New Roman"/>
                          <a:ea typeface="Times New Roman"/>
                          <a:cs typeface="Times New Roman"/>
                        </a:rPr>
                        <a:t>Synchronized TDM</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1" name="takeaway-link-0">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468BA371-CE28-42E6-8FFA-B6F2347EFF8B}"/>
              </a:ext>
            </a:extLst>
          </p:cNvPr>
          <p:cNvSpPr>
            <a:spLocks xmlns:a="http://schemas.openxmlformats.org/drawingml/2006/main" noGrp="1"/>
          </p:cNvSpPr>
          <p:nvPr/>
        </p:nvSpPr>
        <p:spPr>
          <a:xfrm xmlns:a="http://schemas.openxmlformats.org/drawingml/2006/main">
            <a:off x="609600" y="318135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2" name="takeaway-link-1">
            <ns0:hlinkClick xmlns:ns0="http://schemas.openxmlformats.org/drawingml/2006/main" xmlns:ns1="http://schemas.openxmlformats.org/officeDocument/2006/relationships" ns1:id="rIdNav5" action="ppaction://hlinksldjump"/>
            <a:extLst xmlns:a="http://schemas.openxmlformats.org/drawingml/2006/main">
              <a:ext uri="{FF2B5EF4-FFF2-40B4-BE49-F238E27FC236}">
                <a16:creationId xmlns:a16="http://schemas.microsoft.com/office/drawing/2014/main" id="{BABE442C-8309-4C15-A677-CA7823EFAD8D}"/>
              </a:ext>
            </a:extLst>
          </p:cNvPr>
          <p:cNvSpPr>
            <a:spLocks xmlns:a="http://schemas.openxmlformats.org/drawingml/2006/main" noGrp="1"/>
          </p:cNvSpPr>
          <p:nvPr/>
        </p:nvSpPr>
        <p:spPr>
          <a:xfrm xmlns:a="http://schemas.openxmlformats.org/drawingml/2006/main">
            <a:off x="609600" y="3952875"/>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3" name="takeaway-link-2">
            <ns0:hlinkClick xmlns:ns0="http://schemas.openxmlformats.org/drawingml/2006/main" xmlns:ns1="http://schemas.openxmlformats.org/officeDocument/2006/relationships" ns1:id="rIdNav6" action="ppaction://hlinksldjump"/>
            <a:extLst xmlns:a="http://schemas.openxmlformats.org/drawingml/2006/main">
              <a:ext uri="{FF2B5EF4-FFF2-40B4-BE49-F238E27FC236}">
                <a16:creationId xmlns:a16="http://schemas.microsoft.com/office/drawing/2014/main" id="{B72D58B1-7BA7-478D-8E55-C93F83FD5D77}"/>
              </a:ext>
            </a:extLst>
          </p:cNvPr>
          <p:cNvSpPr>
            <a:spLocks xmlns:a="http://schemas.openxmlformats.org/drawingml/2006/main" noGrp="1"/>
          </p:cNvSpPr>
          <p:nvPr/>
        </p:nvSpPr>
        <p:spPr>
          <a:xfrm xmlns:a="http://schemas.openxmlformats.org/drawingml/2006/main">
            <a:off x="609600" y="4724400"/>
            <a:ext cx="10896600" cy="771525"/>
          </a:xfrm>
          <a:prstGeom xmlns:a="http://schemas.openxmlformats.org/drawingml/2006/main" prst="rect">
            <a:avLst/>
          </a:prstGeom>
          <a:noFill xmlns:a="http://schemas.openxmlformats.org/drawingml/2006/main"/>
          <a:ln xmlns:a="http://schemas.openxmlformats.org/drawingml/2006/main" w="0">
            <a:noFill/>
          </a:ln>
        </p:spPr>
      </p:sp>
      <p:sp>
        <p:nvSpPr>
          <p:cNvPr id="14" name="takeaway-link-3">
            <ns0:hlinkClick xmlns:ns0="http://schemas.openxmlformats.org/drawingml/2006/main" xmlns:ns1="http://schemas.openxmlformats.org/officeDocument/2006/relationships" ns1:id="rIdNav7" action="ppaction://hlinksldjump"/>
            <a:extLst xmlns:a="http://schemas.openxmlformats.org/drawingml/2006/main">
              <a:ext uri="{FF2B5EF4-FFF2-40B4-BE49-F238E27FC236}">
                <a16:creationId xmlns:a16="http://schemas.microsoft.com/office/drawing/2014/main" id="{A57750DB-8D2D-4109-AC9E-14541503FF68}"/>
              </a:ext>
            </a:extLst>
          </p:cNvPr>
          <p:cNvSpPr>
            <a:spLocks xmlns:a="http://schemas.openxmlformats.org/drawingml/2006/main" noGrp="1"/>
          </p:cNvSpPr>
          <p:nvPr/>
        </p:nvSpPr>
        <p:spPr>
          <a:xfrm xmlns:a="http://schemas.openxmlformats.org/drawingml/2006/main">
            <a:off x="609600" y="5495925"/>
            <a:ext cx="10896600" cy="771525"/>
          </a:xfrm>
          <a:prstGeom xmlns:a="http://schemas.openxmlformats.org/drawingml/2006/main" prst="rect">
            <a:avLst/>
          </a:prstGeom>
          <a:noFill xmlns:a="http://schemas.openxmlformats.org/drawingml/2006/main"/>
          <a:ln xmlns:a="http://schemas.openxmlformats.org/drawingml/2006/main" w="0">
            <a:noFill/>
          </a:ln>
        </p:spPr>
      </p:sp>
      <p:pic>
        <p:nvPicPr>
          <p:cNvPr id="15"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4F0FF7DD-58C3-4D75-B59B-0E35E02D9232}"/>
              </a:ext>
            </a:extLst>
          </p:cNvPr>
          <p:cNvPicPr>
            <a:picLocks xmlns:a="http://schemas.openxmlformats.org/drawingml/2006/main" noChangeAspect="1"/>
          </p:cNvPicPr>
          <p:nvPr/>
        </p:nvPicPr>
        <p:blipFill>
          <a:blip xmlns:r="http://schemas.openxmlformats.org/officeDocument/2006/relationships" xmlns:a="http://schemas.openxmlformats.org/drawingml/2006/main" r:embed="R2363501f1ba74feb">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6"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BD35C1C9-61B1-4269-83B5-7B0D7845A3CF}"/>
              </a:ext>
            </a:extLst>
          </p:cNvPr>
          <p:cNvPicPr>
            <a:picLocks xmlns:a="http://schemas.openxmlformats.org/drawingml/2006/main" noChangeAspect="1"/>
          </p:cNvPicPr>
          <p:nvPr/>
        </p:nvPicPr>
        <p:blipFill>
          <a:blip xmlns:r="http://schemas.openxmlformats.org/officeDocument/2006/relationships" xmlns:a="http://schemas.openxmlformats.org/drawingml/2006/main" r:embed="R37f9eb21bc944864">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7"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48447205-B494-4038-BBEF-661E13B3D9A8}"/>
              </a:ext>
            </a:extLst>
          </p:cNvPr>
          <p:cNvPicPr>
            <a:picLocks xmlns:a="http://schemas.openxmlformats.org/drawingml/2006/main" noChangeAspect="1"/>
          </p:cNvPicPr>
          <p:nvPr/>
        </p:nvPicPr>
        <p:blipFill>
          <a:blip xmlns:r="http://schemas.openxmlformats.org/officeDocument/2006/relationships" xmlns:a="http://schemas.openxmlformats.org/drawingml/2006/main" r:embed="Rf455a8dccc824da8">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pic>
        <p:nvPicPr>
          <p:cNvPr id="18" name="recap-sampling-condition" descr="f_s\ge2W">
            <a:extLst xmlns:a="http://schemas.openxmlformats.org/drawingml/2006/main">
              <a:ext uri="{FF2B5EF4-FFF2-40B4-BE49-F238E27FC236}">
                <a16:creationId xmlns:a16="http://schemas.microsoft.com/office/drawing/2014/main" id="{1A059C17-699A-4CE4-94EF-1B7B2CE3D228}"/>
              </a:ext>
            </a:extLst>
          </p:cNvPr>
          <p:cNvPicPr>
            <a:picLocks xmlns:a="http://schemas.openxmlformats.org/drawingml/2006/main" noChangeAspect="1"/>
          </p:cNvPicPr>
          <p:nvPr/>
        </p:nvPicPr>
        <p:blipFill>
          <a:blip xmlns:r="http://schemas.openxmlformats.org/officeDocument/2006/relationships" xmlns:a="http://schemas.openxmlformats.org/drawingml/2006/main" r:embed="Rb9a5e654668e473e">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8600123" y="4201478"/>
            <a:ext cx="1249680" cy="274320"/>
          </a:xfrm>
          <a:prstGeom xmlns:a="http://schemas.openxmlformats.org/drawingml/2006/main" prst="rect">
            <a:avLst/>
          </a:prstGeom>
        </p:spPr>
      </p:pic>
    </p:spTree>
    <p:extLst>
      <p:ext uri="{BB962C8B-B14F-4D97-AF65-F5344CB8AC3E}">
        <p14:creationId xmlns:p14="http://schemas.microsoft.com/office/powerpoint/2010/main" val="69987672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Modulation</a:t>
            </a:r>
          </a:p>
        </p:txBody>
      </p:sp>
      <p:sp>
        <p:nvSpPr>
          <p:cNvPr id="2" name="subtitle">
            <a:extLst xmlns:a="http://schemas.openxmlformats.org/drawingml/2006/main">
              <a:ext uri="{FF2B5EF4-FFF2-40B4-BE49-F238E27FC236}">
                <a16:creationId xmlns:a16="http://schemas.microsoft.com/office/drawing/2014/main" id="{5DED003D-F4FF-4019-849C-081608ADEC4E}"/>
              </a:ext>
            </a:extLst>
          </p:cNvPr>
          <p:cNvSpPr>
            <a:spLocks xmlns:a="http://schemas.openxmlformats.org/drawingml/2006/main" noGrp="1"/>
          </p:cNvSpPr>
          <p:nvPr/>
        </p:nvSpPr>
        <p:spPr>
          <a:xfrm xmlns:a="http://schemas.openxmlformats.org/drawingml/2006/main">
            <a:off x="666750" y="628650"/>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325" b="1" i="0">
                <a:solidFill>
                  <a:srgbClr val="202020"/>
                </a:solidFill>
                <a:latin typeface="Times New Roman"/>
                <a:ea typeface="Times New Roman"/>
                <a:cs typeface="Times New Roman"/>
              </a:defRPr>
            </a:pPr>
            <a:r>
              <a:rPr sz="2325" b="1" i="0">
                <a:solidFill>
                  <a:srgbClr val="202020"/>
                </a:solidFill>
                <a:latin typeface="Times New Roman"/>
                <a:ea typeface="Times New Roman"/>
                <a:cs typeface="Times New Roman"/>
              </a:rPr>
              <a:t>Review</a:t>
            </a:r>
          </a:p>
        </p:txBody>
      </p:sp>
      <p:sp>
        <p:nvSpPr>
          <p:cNvPr id="3" name="route-arrow-0-shaft">
            <a:extLst xmlns:a="http://schemas.openxmlformats.org/drawingml/2006/main">
              <a:ext uri="{FF2B5EF4-FFF2-40B4-BE49-F238E27FC236}">
                <a16:creationId xmlns:a16="http://schemas.microsoft.com/office/drawing/2014/main" id="{48660311-4F2A-43A6-A457-74B6E65F1412}"/>
              </a:ext>
            </a:extLst>
          </p:cNvPr>
          <p:cNvSpPr>
            <a:spLocks xmlns:a="http://schemas.openxmlformats.org/drawingml/2006/main" noGrp="1"/>
          </p:cNvSpPr>
          <p:nvPr/>
        </p:nvSpPr>
        <p:spPr>
          <a:xfrm xmlns:a="http://schemas.openxmlformats.org/drawingml/2006/main">
            <a:off x="2190750"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4" name="route-arrow-0-head">
            <a:extLst xmlns:a="http://schemas.openxmlformats.org/drawingml/2006/main">
              <a:ext uri="{FF2B5EF4-FFF2-40B4-BE49-F238E27FC236}">
                <a16:creationId xmlns:a16="http://schemas.microsoft.com/office/drawing/2014/main" id="{8C217AD2-86CF-4805-9443-4EC7CBB4191F}"/>
              </a:ext>
            </a:extLst>
          </p:cNvPr>
          <p:cNvSpPr>
            <a:spLocks xmlns:a="http://schemas.openxmlformats.org/drawingml/2006/main" noGrp="1"/>
          </p:cNvSpPr>
          <p:nvPr/>
        </p:nvSpPr>
        <p:spPr>
          <a:xfrm xmlns:a="http://schemas.openxmlformats.org/drawingml/2006/main" rot="5400000">
            <a:off x="5276850"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5" name="route-arrow-1-shaft">
            <a:extLst xmlns:a="http://schemas.openxmlformats.org/drawingml/2006/main">
              <a:ext uri="{FF2B5EF4-FFF2-40B4-BE49-F238E27FC236}">
                <a16:creationId xmlns:a16="http://schemas.microsoft.com/office/drawing/2014/main" id="{EFA330CE-B63A-4456-8FB3-A1D13465063B}"/>
              </a:ext>
            </a:extLst>
          </p:cNvPr>
          <p:cNvSpPr>
            <a:spLocks xmlns:a="http://schemas.openxmlformats.org/drawingml/2006/main" noGrp="1"/>
          </p:cNvSpPr>
          <p:nvPr/>
        </p:nvSpPr>
        <p:spPr>
          <a:xfrm xmlns:a="http://schemas.openxmlformats.org/drawingml/2006/main">
            <a:off x="6715125" y="1381125"/>
            <a:ext cx="3105150" cy="16193"/>
          </a:xfrm>
          <a:prstGeom xmlns:a="http://schemas.openxmlformats.org/drawingml/2006/main" prst="rect">
            <a:avLst/>
          </a:prstGeom>
          <a:solidFill xmlns:a="http://schemas.openxmlformats.org/drawingml/2006/main">
            <a:srgbClr val="C3C3C3"/>
          </a:solidFill>
          <a:ln xmlns:a="http://schemas.openxmlformats.org/drawingml/2006/main" w="0">
            <a:noFill/>
          </a:ln>
        </p:spPr>
      </p:sp>
      <p:sp>
        <p:nvSpPr>
          <p:cNvPr id="6" name="route-arrow-1-head">
            <a:extLst xmlns:a="http://schemas.openxmlformats.org/drawingml/2006/main">
              <a:ext uri="{FF2B5EF4-FFF2-40B4-BE49-F238E27FC236}">
                <a16:creationId xmlns:a16="http://schemas.microsoft.com/office/drawing/2014/main" id="{F5556304-51B3-4369-936B-D6166BE7C5A0}"/>
              </a:ext>
            </a:extLst>
          </p:cNvPr>
          <p:cNvSpPr>
            <a:spLocks xmlns:a="http://schemas.openxmlformats.org/drawingml/2006/main" noGrp="1"/>
          </p:cNvSpPr>
          <p:nvPr/>
        </p:nvSpPr>
        <p:spPr>
          <a:xfrm xmlns:a="http://schemas.openxmlformats.org/drawingml/2006/main" rot="5400000">
            <a:off x="9801225" y="1338263"/>
            <a:ext cx="104775" cy="104775"/>
          </a:xfrm>
          <a:prstGeom xmlns:a="http://schemas.openxmlformats.org/drawingml/2006/main" prst="triangle">
            <a:avLst/>
          </a:prstGeom>
          <a:solidFill xmlns:a="http://schemas.openxmlformats.org/drawingml/2006/main">
            <a:srgbClr val="C3C3C3"/>
          </a:solidFill>
          <a:ln xmlns:a="http://schemas.openxmlformats.org/drawingml/2006/main" w="0">
            <a:noFill/>
          </a:ln>
        </p:spPr>
      </p:sp>
      <p:sp>
        <p:nvSpPr>
          <p:cNvPr id="7" name="route-tx-label">
            <a:extLst xmlns:a="http://schemas.openxmlformats.org/drawingml/2006/main">
              <a:ext uri="{FF2B5EF4-FFF2-40B4-BE49-F238E27FC236}">
                <a16:creationId xmlns:a16="http://schemas.microsoft.com/office/drawing/2014/main" id="{E62291AB-B6D6-4A06-97A5-C3A756F92F21}"/>
              </a:ext>
            </a:extLst>
          </p:cNvPr>
          <p:cNvSpPr>
            <a:spLocks xmlns:a="http://schemas.openxmlformats.org/drawingml/2006/main" noGrp="1"/>
          </p:cNvSpPr>
          <p:nvPr/>
        </p:nvSpPr>
        <p:spPr>
          <a:xfrm xmlns:a="http://schemas.openxmlformats.org/drawingml/2006/main">
            <a:off x="2524125" y="1009650"/>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Modulation</a:t>
            </a:r>
          </a:p>
        </p:txBody>
      </p:sp>
      <p:sp>
        <p:nvSpPr>
          <p:cNvPr id="8" name="route-rx-label">
            <a:extLst xmlns:a="http://schemas.openxmlformats.org/drawingml/2006/main">
              <a:ext uri="{FF2B5EF4-FFF2-40B4-BE49-F238E27FC236}">
                <a16:creationId xmlns:a16="http://schemas.microsoft.com/office/drawing/2014/main" id="{628AA4DB-5152-46FD-96B1-4993A7264006}"/>
              </a:ext>
            </a:extLst>
          </p:cNvPr>
          <p:cNvSpPr>
            <a:spLocks xmlns:a="http://schemas.openxmlformats.org/drawingml/2006/main" noGrp="1"/>
          </p:cNvSpPr>
          <p:nvPr/>
        </p:nvSpPr>
        <p:spPr>
          <a:xfrm xmlns:a="http://schemas.openxmlformats.org/drawingml/2006/main">
            <a:off x="7191375" y="1009650"/>
            <a:ext cx="238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500" b="0" i="0">
                <a:solidFill>
                  <a:srgbClr val="969696"/>
                </a:solidFill>
                <a:latin typeface="Times New Roman"/>
                <a:ea typeface="Times New Roman"/>
                <a:cs typeface="Times New Roman"/>
              </a:defRPr>
            </a:defPPr>
          </a:lstStyle>
          <a:p xmlns:a="http://schemas.openxmlformats.org/drawingml/2006/main">
            <a:pPr algn="ctr">
              <a:defRPr sz="1500" b="0" i="0">
                <a:solidFill>
                  <a:srgbClr val="969696"/>
                </a:solidFill>
                <a:latin typeface="Times New Roman"/>
                <a:ea typeface="Times New Roman"/>
                <a:cs typeface="Times New Roman"/>
              </a:defRPr>
            </a:pPr>
            <a:r>
              <a:rPr sz="1500" b="0" i="0">
                <a:solidFill>
                  <a:srgbClr val="969696"/>
                </a:solidFill>
                <a:latin typeface="Times New Roman"/>
                <a:ea typeface="Times New Roman"/>
                <a:cs typeface="Times New Roman"/>
              </a:rPr>
              <a:t>Demodulation</a:t>
            </a:r>
          </a:p>
        </p:txBody>
      </p:sp>
      <p:graphicFrame>
        <p:nvGraphicFramePr>
          <p:cNvPr id="9" name="review-table">
            <ns0:hlinkClick xmlns:ns0="http://schemas.openxmlformats.org/drawingml/2006/main" xmlns:ns1="http://schemas.openxmlformats.org/officeDocument/2006/relationships" ns1:id="rIdNav4" action="ppaction://hlinksldjump"/>
            <a:extLst xmlns:a="http://schemas.openxmlformats.org/drawingml/2006/main">
              <a:ext uri="{FF2B5EF4-FFF2-40B4-BE49-F238E27FC236}">
                <a16:creationId xmlns:a16="http://schemas.microsoft.com/office/drawing/2014/main" id="{CCA839F5-3C33-44AA-BDD7-794BCBAC99AE}"/>
              </a:ext>
            </a:extLst>
          </p:cNvPr>
          <p:cNvGraphicFramePr/>
          <p:nvPr/>
        </p:nvGraphicFramePr>
        <p:xfrm>
          <a:off xmlns:a="http://schemas.openxmlformats.org/drawingml/2006/main" x="609600" y="2400300"/>
          <a:ext xmlns:a="http://schemas.openxmlformats.org/drawingml/2006/main" cx="10896600" cy="3238500"/>
        </p:xfrm>
        <a:graphic xmlns:a="http://schemas.openxmlformats.org/drawingml/2006/main">
          <a:graphicData uri="http://schemas.openxmlformats.org/drawingml/2006/table">
            <a:tbl>
              <a:tblPr firstRow="0" bandRow="0"/>
              <a:tblGrid>
                <a:gridCol w="2714625"/>
                <a:gridCol w="8181975"/>
              </a:tblGrid>
              <a:tr h="647700">
                <a:tc>
                  <a:txBody>
                    <a:bodyPr/>
                    <a:lstStyle/>
                    <a:p>
                      <a:pPr algn="ctr"/>
                      <a:r>
                        <a:rPr sz="2175" b="1">
                          <a:solidFill>
                            <a:srgbClr val="202020"/>
                          </a:solidFill>
                          <a:latin typeface="Times New Roman"/>
                          <a:ea typeface="Times New Roman"/>
                          <a:cs typeface="Times New Roman"/>
                        </a:rPr>
                        <a:t>Method</a:t>
                      </a:r>
                    </a:p>
                  </a:txBody>
                  <a:tcPr marL="91440" marR="91440" marT="45720" marB="45720" anchor="ctr">
                    <a:lnL w="9525">
                      <a:solidFill>
                        <a:srgbClr val="B0B0B0"/>
                      </a:solidFill>
                    </a:lnL>
                    <a:lnR w="9525">
                      <a:solidFill>
                        <a:srgbClr val="B0B0B0"/>
                      </a:solidFill>
                    </a:lnR>
                    <a:lnT w="9525">
                      <a:solidFill>
                        <a:srgbClr val="B0B0B0"/>
                      </a:solidFill>
                    </a:lnT>
                    <a:lnB w="9525">
                      <a:solidFill>
                        <a:srgbClr val="B0B0B0"/>
                      </a:solidFill>
                    </a:lnB>
                    <a:solidFill>
                      <a:srgbClr val="EEEEEE"/>
                    </a:solidFill>
                  </a:tcPr>
                </a:tc>
                <a:tc>
                  <a:txBody>
                    <a:bodyPr/>
                    <a:lstStyle/>
                    <a:p>
                      <a:pPr algn="ctr"/>
                      <a:r>
                        <a:rPr sz="2175" b="1">
                          <a:solidFill>
                            <a:srgbClr val="202020"/>
                          </a:solidFill>
                          <a:latin typeface="Times New Roman"/>
                          <a:ea typeface="Times New Roman"/>
                          <a:cs typeface="Times New Roman"/>
                        </a:rPr>
                        <a:t>The message controls</a:t>
                      </a:r>
                    </a:p>
                  </a:txBody>
                  <a:tcPr marL="91440" marR="91440" marT="45720" marB="45720" anchor="ctr">
                    <a:lnR w="9525">
                      <a:solidFill>
                        <a:srgbClr val="B0B0B0"/>
                      </a:solidFill>
                    </a:lnR>
                    <a:lnT w="9525">
                      <a:solidFill>
                        <a:srgbClr val="B0B0B0"/>
                      </a:solidFill>
                    </a:lnT>
                    <a:lnB w="9525">
                      <a:solidFill>
                        <a:srgbClr val="B0B0B0"/>
                      </a:solidFill>
                    </a:lnB>
                    <a:solidFill>
                      <a:srgbClr val="EEEEEE"/>
                    </a:solidFill>
                  </a:tcPr>
                </a:tc>
              </a:tr>
              <a:tr h="647700">
                <a:tc>
                  <a:txBody>
                    <a:bodyPr/>
                    <a:lstStyle/>
                    <a:p>
                      <a:pPr algn="ctr"/>
                      <a:r>
                        <a:rPr sz="2175" b="1">
                          <a:solidFill>
                            <a:srgbClr val="202020"/>
                          </a:solidFill>
                          <a:latin typeface="Times New Roman"/>
                          <a:ea typeface="Times New Roman"/>
                          <a:cs typeface="Times New Roman"/>
                        </a:rPr>
                        <a:t>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Sinusoid amplitude</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PM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Added phase</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FM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Instantaneous frequency</a:t>
                      </a:r>
                    </a:p>
                  </a:txBody>
                  <a:tcPr marL="91440" marR="91440" marT="45720" marB="45720" anchor="ctr">
                    <a:lnR w="9525">
                      <a:solidFill>
                        <a:srgbClr val="B0B0B0"/>
                      </a:solidFill>
                    </a:lnR>
                    <a:lnB w="9525">
                      <a:solidFill>
                        <a:srgbClr val="B0B0B0"/>
                      </a:solidFill>
                    </a:lnB>
                    <a:solidFill>
                      <a:srgbClr val="FFFFFF"/>
                    </a:solidFill>
                  </a:tcPr>
                </a:tc>
              </a:tr>
              <a:tr h="647700">
                <a:tc>
                  <a:txBody>
                    <a:bodyPr/>
                    <a:lstStyle/>
                    <a:p>
                      <a:pPr algn="ctr"/>
                      <a:r>
                        <a:rPr sz="2175" b="1">
                          <a:solidFill>
                            <a:srgbClr val="202020"/>
                          </a:solidFill>
                          <a:latin typeface="Times New Roman"/>
                          <a:ea typeface="Times New Roman"/>
                          <a:cs typeface="Times New Roman"/>
                        </a:rPr>
                        <a:t>PAM</a:t>
                      </a:r>
                    </a:p>
                  </a:txBody>
                  <a:tcPr marL="91440" marR="91440" marT="45720" marB="45720" anchor="ctr">
                    <a:lnL w="9525">
                      <a:solidFill>
                        <a:srgbClr val="B0B0B0"/>
                      </a:solidFill>
                    </a:lnL>
                    <a:lnR w="9525">
                      <a:solidFill>
                        <a:srgbClr val="B0B0B0"/>
                      </a:solidFill>
                    </a:lnR>
                    <a:lnB w="9525">
                      <a:solidFill>
                        <a:srgbClr val="B0B0B0"/>
                      </a:solidFill>
                    </a:lnB>
                    <a:solidFill>
                      <a:srgbClr val="FFFFFF"/>
                    </a:solidFill>
                  </a:tcPr>
                </a:tc>
                <a:tc>
                  <a:txBody>
                    <a:bodyPr/>
                    <a:lstStyle/>
                    <a:p>
                      <a:pPr algn="ctr"/>
                      <a:r>
                        <a:rPr sz="2175" b="0">
                          <a:solidFill>
                            <a:srgbClr val="202020"/>
                          </a:solidFill>
                          <a:latin typeface="Times New Roman"/>
                          <a:ea typeface="Times New Roman"/>
                          <a:cs typeface="Times New Roman"/>
                        </a:rPr>
                        <a:t>Pulse height</a:t>
                      </a:r>
                    </a:p>
                  </a:txBody>
                  <a:tcPr marL="91440" marR="91440" marT="45720" marB="45720" anchor="ctr">
                    <a:lnR w="9525">
                      <a:solidFill>
                        <a:srgbClr val="B0B0B0"/>
                      </a:solidFill>
                    </a:lnR>
                    <a:lnB w="9525">
                      <a:solidFill>
                        <a:srgbClr val="B0B0B0"/>
                      </a:solidFill>
                    </a:lnB>
                    <a:solidFill>
                      <a:srgbClr val="FFFFFF"/>
                    </a:solidFill>
                  </a:tcPr>
                </a:tc>
              </a:tr>
            </a:tbl>
          </a:graphicData>
        </a:graphic>
      </p:graphicFrame>
      <p:sp>
        <p:nvSpPr>
          <p:cNvPr id="10" name="multiplexing-review">
            <a:extLst xmlns:a="http://schemas.openxmlformats.org/drawingml/2006/main">
              <a:ext uri="{FF2B5EF4-FFF2-40B4-BE49-F238E27FC236}">
                <a16:creationId xmlns:a16="http://schemas.microsoft.com/office/drawing/2014/main" id="{F5B8978A-A507-4987-ADA7-7F40318B1A77}"/>
              </a:ext>
            </a:extLst>
          </p:cNvPr>
          <p:cNvSpPr>
            <a:spLocks xmlns:a="http://schemas.openxmlformats.org/drawingml/2006/main" noGrp="1"/>
          </p:cNvSpPr>
          <p:nvPr/>
        </p:nvSpPr>
        <p:spPr>
          <a:xfrm xmlns:a="http://schemas.openxmlformats.org/drawingml/2006/main">
            <a:off x="609600" y="5981700"/>
            <a:ext cx="1089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i="0">
                <a:solidFill>
                  <a:srgbClr val="202020"/>
                </a:solidFill>
                <a:latin typeface="Times New Roman"/>
                <a:ea typeface="Times New Roman"/>
                <a:cs typeface="Times New Roman"/>
              </a:defRPr>
            </a:defPPr>
          </a:lstStyle>
          <a:p xmlns:a="http://schemas.openxmlformats.org/drawingml/2006/main">
            <a:pPr algn="l">
              <a:defRPr sz="2400" b="1" i="0">
                <a:solidFill>
                  <a:srgbClr val="202020"/>
                </a:solidFill>
                <a:latin typeface="Times New Roman"/>
                <a:ea typeface="Times New Roman"/>
                <a:cs typeface="Times New Roman"/>
              </a:defRPr>
            </a:pPr>
            <a:r>
              <a:rPr sz="2400" b="1" i="0">
                <a:solidFill>
                  <a:srgbClr val="202020"/>
                </a:solidFill>
                <a:latin typeface="Times New Roman"/>
                <a:ea typeface="Times New Roman"/>
                <a:cs typeface="Times New Roman"/>
              </a:rPr>
              <a:t>FDM: share frequency.     TDM: share time.</a:t>
            </a:r>
          </a:p>
        </p:txBody>
      </p:sp>
      <p:pic>
        <p:nvPicPr>
          <p:cNvPr id="11" name="route-0" descr="\color[HTML]{C3C3C3}m(t)">
            <ns0:hlinkClick xmlns:ns0="http://schemas.openxmlformats.org/drawingml/2006/main" xmlns:ns1="http://schemas.openxmlformats.org/officeDocument/2006/relationships" ns1:id="rIdNav1" action="ppaction://hlinksldjump"/>
            <a:extLst xmlns:a="http://schemas.openxmlformats.org/drawingml/2006/main">
              <a:ext uri="{FF2B5EF4-FFF2-40B4-BE49-F238E27FC236}">
                <a16:creationId xmlns:a16="http://schemas.microsoft.com/office/drawing/2014/main" id="{582572FF-A9BD-4CC0-B1B2-CC545E28DB87}"/>
              </a:ext>
            </a:extLst>
          </p:cNvPr>
          <p:cNvPicPr>
            <a:picLocks xmlns:a="http://schemas.openxmlformats.org/drawingml/2006/main" noChangeAspect="1"/>
          </p:cNvPicPr>
          <p:nvPr/>
        </p:nvPicPr>
        <p:blipFill>
          <a:blip xmlns:r="http://schemas.openxmlformats.org/officeDocument/2006/relationships" xmlns:a="http://schemas.openxmlformats.org/drawingml/2006/main" r:embed="Rd76cd021c31f48fe">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1063943" y="1266825"/>
            <a:ext cx="920115" cy="400050"/>
          </a:xfrm>
          <a:prstGeom xmlns:a="http://schemas.openxmlformats.org/drawingml/2006/main" prst="rect">
            <a:avLst/>
          </a:prstGeom>
        </p:spPr>
      </p:pic>
      <p:pic>
        <p:nvPicPr>
          <p:cNvPr id="12" name="route-1" descr="s(t)">
            <ns0:hlinkClick xmlns:ns0="http://schemas.openxmlformats.org/drawingml/2006/main" xmlns:ns1="http://schemas.openxmlformats.org/officeDocument/2006/relationships" ns1:id="rIdNav2" action="ppaction://hlinksldjump"/>
            <a:extLst xmlns:a="http://schemas.openxmlformats.org/drawingml/2006/main">
              <a:ext uri="{FF2B5EF4-FFF2-40B4-BE49-F238E27FC236}">
                <a16:creationId xmlns:a16="http://schemas.microsoft.com/office/drawing/2014/main" id="{FF81D783-9730-4876-90D3-DE1E563237C3}"/>
              </a:ext>
            </a:extLst>
          </p:cNvPr>
          <p:cNvPicPr>
            <a:picLocks xmlns:a="http://schemas.openxmlformats.org/drawingml/2006/main" noChangeAspect="1"/>
          </p:cNvPicPr>
          <p:nvPr/>
        </p:nvPicPr>
        <p:blipFill>
          <a:blip xmlns:r="http://schemas.openxmlformats.org/officeDocument/2006/relationships" xmlns:a="http://schemas.openxmlformats.org/drawingml/2006/main" r:embed="Ra0b361f99e344023">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5688330" y="1266575"/>
            <a:ext cx="720090" cy="400550"/>
          </a:xfrm>
          <a:prstGeom xmlns:a="http://schemas.openxmlformats.org/drawingml/2006/main" prst="rect">
            <a:avLst/>
          </a:prstGeom>
        </p:spPr>
      </p:pic>
      <p:pic>
        <p:nvPicPr>
          <p:cNvPr id="13" name="route-2" descr="\widehat m(t)">
            <ns0:hlinkClick xmlns:ns0="http://schemas.openxmlformats.org/drawingml/2006/main" xmlns:ns1="http://schemas.openxmlformats.org/officeDocument/2006/relationships" ns1:id="rIdNav3" action="ppaction://hlinksldjump"/>
            <a:extLst xmlns:a="http://schemas.openxmlformats.org/drawingml/2006/main">
              <a:ext uri="{FF2B5EF4-FFF2-40B4-BE49-F238E27FC236}">
                <a16:creationId xmlns:a16="http://schemas.microsoft.com/office/drawing/2014/main" id="{89B7235C-54BE-4310-942D-5A05458D1881}"/>
              </a:ext>
            </a:extLst>
          </p:cNvPr>
          <p:cNvPicPr>
            <a:picLocks xmlns:a="http://schemas.openxmlformats.org/drawingml/2006/main" noChangeAspect="1"/>
          </p:cNvPicPr>
          <p:nvPr/>
        </p:nvPicPr>
        <p:blipFill>
          <a:blip xmlns:r="http://schemas.openxmlformats.org/officeDocument/2006/relationships" xmlns:a="http://schemas.openxmlformats.org/drawingml/2006/main" r:embed="R4315645f41224964">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10207943" y="1266825"/>
            <a:ext cx="920115" cy="400050"/>
          </a:xfrm>
          <a:prstGeom xmlns:a="http://schemas.openxmlformats.org/drawingml/2006/main" prst="rect">
            <a:avLst/>
          </a:prstGeom>
        </p:spPr>
      </p:pic>
    </p:spTree>
    <p:extLst>
      <p:ext uri="{BB962C8B-B14F-4D97-AF65-F5344CB8AC3E}">
        <p14:creationId xmlns:p14="http://schemas.microsoft.com/office/powerpoint/2010/main" val="213298572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B64F906F-0ED5-4D8A-8B90-6CEE35CDFD0F}"/>
              </a:ext>
            </a:extLst>
          </p:cNvPr>
          <p:cNvSpPr>
            <a:spLocks xmlns:a="http://schemas.openxmlformats.org/drawingml/2006/main" noGrp="1"/>
          </p:cNvSpPr>
          <p:nvPr/>
        </p:nvSpPr>
        <p:spPr>
          <a:xfrm xmlns:a="http://schemas.openxmlformats.org/drawingml/2006/main">
            <a:off x="666750" y="2381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i="0">
                <a:solidFill>
                  <a:srgbClr val="202020"/>
                </a:solidFill>
                <a:latin typeface="Times New Roman"/>
                <a:ea typeface="Times New Roman"/>
                <a:cs typeface="Times New Roman"/>
              </a:defRPr>
            </a:pPr>
            <a:r>
              <a:rPr sz="2475" b="1" i="0">
                <a:solidFill>
                  <a:srgbClr val="202020"/>
                </a:solidFill>
                <a:latin typeface="Times New Roman"/>
                <a:ea typeface="Times New Roman"/>
                <a:cs typeface="Times New Roman"/>
              </a:rPr>
              <a:t>Communication system</a:t>
            </a:r>
          </a:p>
        </p:txBody>
      </p:sp>
      <p:sp>
        <p:nvSpPr>
          <p:cNvPr id="2" name="future-tx-arrow-shaft">
            <a:extLst xmlns:a="http://schemas.openxmlformats.org/drawingml/2006/main">
              <a:ext uri="{FF2B5EF4-FFF2-40B4-BE49-F238E27FC236}">
                <a16:creationId xmlns:a16="http://schemas.microsoft.com/office/drawing/2014/main" id="{79834C55-42DE-457D-852E-2BFF7B17946F}"/>
              </a:ext>
            </a:extLst>
          </p:cNvPr>
          <p:cNvSpPr>
            <a:spLocks xmlns:a="http://schemas.openxmlformats.org/drawingml/2006/main" noGrp="1"/>
          </p:cNvSpPr>
          <p:nvPr/>
        </p:nvSpPr>
        <p:spPr>
          <a:xfrm xmlns:a="http://schemas.openxmlformats.org/drawingml/2006/main">
            <a:off x="1809750" y="2876550"/>
            <a:ext cx="253365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3" name="future-tx-arrow-head">
            <a:extLst xmlns:a="http://schemas.openxmlformats.org/drawingml/2006/main">
              <a:ext uri="{FF2B5EF4-FFF2-40B4-BE49-F238E27FC236}">
                <a16:creationId xmlns:a16="http://schemas.microsoft.com/office/drawing/2014/main" id="{6DE28A1C-4C7F-4F12-9089-DC873E4178DB}"/>
              </a:ext>
            </a:extLst>
          </p:cNvPr>
          <p:cNvSpPr>
            <a:spLocks xmlns:a="http://schemas.openxmlformats.org/drawingml/2006/main" noGrp="1"/>
          </p:cNvSpPr>
          <p:nvPr/>
        </p:nvSpPr>
        <p:spPr>
          <a:xfrm xmlns:a="http://schemas.openxmlformats.org/drawingml/2006/main" rot="5400000">
            <a:off x="4324350"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4" name="future-channel-arrow-shaft">
            <a:extLst xmlns:a="http://schemas.openxmlformats.org/drawingml/2006/main">
              <a:ext uri="{FF2B5EF4-FFF2-40B4-BE49-F238E27FC236}">
                <a16:creationId xmlns:a16="http://schemas.microsoft.com/office/drawing/2014/main" id="{5B1C16CA-C72B-4C50-A66D-B740F22D6734}"/>
              </a:ext>
            </a:extLst>
          </p:cNvPr>
          <p:cNvSpPr>
            <a:spLocks xmlns:a="http://schemas.openxmlformats.org/drawingml/2006/main" noGrp="1"/>
          </p:cNvSpPr>
          <p:nvPr/>
        </p:nvSpPr>
        <p:spPr>
          <a:xfrm xmlns:a="http://schemas.openxmlformats.org/drawingml/2006/main">
            <a:off x="5686425" y="2876550"/>
            <a:ext cx="1990725"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5" name="future-channel-arrow-head">
            <a:extLst xmlns:a="http://schemas.openxmlformats.org/drawingml/2006/main">
              <a:ext uri="{FF2B5EF4-FFF2-40B4-BE49-F238E27FC236}">
                <a16:creationId xmlns:a16="http://schemas.microsoft.com/office/drawing/2014/main" id="{88EF9567-DBC4-4DE4-A83D-C4ABE681ACCA}"/>
              </a:ext>
            </a:extLst>
          </p:cNvPr>
          <p:cNvSpPr>
            <a:spLocks xmlns:a="http://schemas.openxmlformats.org/drawingml/2006/main" noGrp="1"/>
          </p:cNvSpPr>
          <p:nvPr/>
        </p:nvSpPr>
        <p:spPr>
          <a:xfrm xmlns:a="http://schemas.openxmlformats.org/drawingml/2006/main" rot="5400000">
            <a:off x="7658100"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6" name="future-rx-arrow-shaft">
            <a:extLst xmlns:a="http://schemas.openxmlformats.org/drawingml/2006/main">
              <a:ext uri="{FF2B5EF4-FFF2-40B4-BE49-F238E27FC236}">
                <a16:creationId xmlns:a16="http://schemas.microsoft.com/office/drawing/2014/main" id="{779DBB53-00D5-47ED-BEA5-C9805A760F16}"/>
              </a:ext>
            </a:extLst>
          </p:cNvPr>
          <p:cNvSpPr>
            <a:spLocks xmlns:a="http://schemas.openxmlformats.org/drawingml/2006/main" noGrp="1"/>
          </p:cNvSpPr>
          <p:nvPr/>
        </p:nvSpPr>
        <p:spPr>
          <a:xfrm xmlns:a="http://schemas.openxmlformats.org/drawingml/2006/main">
            <a:off x="8982075" y="2876550"/>
            <a:ext cx="1676400" cy="16193"/>
          </a:xfrm>
          <a:prstGeom xmlns:a="http://schemas.openxmlformats.org/drawingml/2006/main" prst="rect">
            <a:avLst/>
          </a:prstGeom>
          <a:solidFill xmlns:a="http://schemas.openxmlformats.org/drawingml/2006/main">
            <a:srgbClr val="202020"/>
          </a:solidFill>
          <a:ln xmlns:a="http://schemas.openxmlformats.org/drawingml/2006/main" w="0">
            <a:noFill/>
          </a:ln>
        </p:spPr>
      </p:sp>
      <p:sp>
        <p:nvSpPr>
          <p:cNvPr id="7" name="future-rx-arrow-head">
            <a:extLst xmlns:a="http://schemas.openxmlformats.org/drawingml/2006/main">
              <a:ext uri="{FF2B5EF4-FFF2-40B4-BE49-F238E27FC236}">
                <a16:creationId xmlns:a16="http://schemas.microsoft.com/office/drawing/2014/main" id="{F67DF020-6353-4A36-96D9-4E26DFAC51F8}"/>
              </a:ext>
            </a:extLst>
          </p:cNvPr>
          <p:cNvSpPr>
            <a:spLocks xmlns:a="http://schemas.openxmlformats.org/drawingml/2006/main" noGrp="1"/>
          </p:cNvSpPr>
          <p:nvPr/>
        </p:nvSpPr>
        <p:spPr>
          <a:xfrm xmlns:a="http://schemas.openxmlformats.org/drawingml/2006/main" rot="5400000">
            <a:off x="10639425" y="2833688"/>
            <a:ext cx="104775" cy="104775"/>
          </a:xfrm>
          <a:prstGeom xmlns:a="http://schemas.openxmlformats.org/drawingml/2006/main" prst="triangle">
            <a:avLst/>
          </a:prstGeom>
          <a:solidFill xmlns:a="http://schemas.openxmlformats.org/drawingml/2006/main">
            <a:srgbClr val="202020"/>
          </a:solidFill>
          <a:ln xmlns:a="http://schemas.openxmlformats.org/drawingml/2006/main" w="0">
            <a:noFill/>
          </a:ln>
        </p:spPr>
      </p:sp>
      <p:sp>
        <p:nvSpPr>
          <p:cNvPr id="8" name="future-tx">
            <a:extLst xmlns:a="http://schemas.openxmlformats.org/drawingml/2006/main">
              <a:ext uri="{FF2B5EF4-FFF2-40B4-BE49-F238E27FC236}">
                <a16:creationId xmlns:a16="http://schemas.microsoft.com/office/drawing/2014/main" id="{002DA6D9-EBB3-4B59-AD43-B5DD47D4C33D}"/>
              </a:ext>
            </a:extLst>
          </p:cNvPr>
          <p:cNvSpPr>
            <a:spLocks xmlns:a="http://schemas.openxmlformats.org/drawingml/2006/main" noGrp="1"/>
          </p:cNvSpPr>
          <p:nvPr/>
        </p:nvSpPr>
        <p:spPr>
          <a:xfrm xmlns:a="http://schemas.openxmlformats.org/drawingml/2006/main">
            <a:off x="1943100" y="2000250"/>
            <a:ext cx="257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TRANSMITTER</a:t>
            </a:r>
          </a:p>
        </p:txBody>
      </p:sp>
      <p:sp>
        <p:nvSpPr>
          <p:cNvPr id="9" name="future-channel">
            <a:extLst xmlns:a="http://schemas.openxmlformats.org/drawingml/2006/main">
              <a:ext uri="{FF2B5EF4-FFF2-40B4-BE49-F238E27FC236}">
                <a16:creationId xmlns:a16="http://schemas.microsoft.com/office/drawing/2014/main" id="{285A2118-9157-49EE-81A3-8885A8A0276A}"/>
              </a:ext>
            </a:extLst>
          </p:cNvPr>
          <p:cNvSpPr>
            <a:spLocks xmlns:a="http://schemas.openxmlformats.org/drawingml/2006/main" noGrp="1"/>
          </p:cNvSpPr>
          <p:nvPr/>
        </p:nvSpPr>
        <p:spPr>
          <a:xfrm xmlns:a="http://schemas.openxmlformats.org/drawingml/2006/main">
            <a:off x="5629275" y="2000250"/>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CHANNEL</a:t>
            </a:r>
          </a:p>
        </p:txBody>
      </p:sp>
      <p:sp>
        <p:nvSpPr>
          <p:cNvPr id="10" name="future-rx">
            <a:extLst xmlns:a="http://schemas.openxmlformats.org/drawingml/2006/main">
              <a:ext uri="{FF2B5EF4-FFF2-40B4-BE49-F238E27FC236}">
                <a16:creationId xmlns:a16="http://schemas.microsoft.com/office/drawing/2014/main" id="{85768DF7-8D2B-47B6-B005-728C0B21AC9E}"/>
              </a:ext>
            </a:extLst>
          </p:cNvPr>
          <p:cNvSpPr>
            <a:spLocks xmlns:a="http://schemas.openxmlformats.org/drawingml/2006/main" noGrp="1"/>
          </p:cNvSpPr>
          <p:nvPr/>
        </p:nvSpPr>
        <p:spPr>
          <a:xfrm xmlns:a="http://schemas.openxmlformats.org/drawingml/2006/main">
            <a:off x="8963025" y="2000250"/>
            <a:ext cx="2190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i="0">
                <a:solidFill>
                  <a:srgbClr val="202020"/>
                </a:solidFill>
                <a:latin typeface="Times New Roman"/>
                <a:ea typeface="Times New Roman"/>
                <a:cs typeface="Times New Roman"/>
              </a:defRPr>
            </a:defPPr>
          </a:lstStyle>
          <a:p xmlns:a="http://schemas.openxmlformats.org/drawingml/2006/main">
            <a:pPr algn="ctr">
              <a:defRPr sz="2100" b="1" i="0">
                <a:solidFill>
                  <a:srgbClr val="202020"/>
                </a:solidFill>
                <a:latin typeface="Times New Roman"/>
                <a:ea typeface="Times New Roman"/>
                <a:cs typeface="Times New Roman"/>
              </a:defRPr>
            </a:pPr>
            <a:r>
              <a:rPr sz="2100" b="1" i="0">
                <a:solidFill>
                  <a:srgbClr val="202020"/>
                </a:solidFill>
                <a:latin typeface="Times New Roman"/>
                <a:ea typeface="Times New Roman"/>
                <a:cs typeface="Times New Roman"/>
              </a:rPr>
              <a:t>RECEIVER</a:t>
            </a:r>
          </a:p>
        </p:txBody>
      </p:sp>
      <p:sp>
        <p:nvSpPr>
          <p:cNvPr id="11" name="future-tx-topics">
            <a:extLst xmlns:a="http://schemas.openxmlformats.org/drawingml/2006/main">
              <a:ext uri="{FF2B5EF4-FFF2-40B4-BE49-F238E27FC236}">
                <a16:creationId xmlns:a16="http://schemas.microsoft.com/office/drawing/2014/main" id="{D6A8FF13-EFB7-4529-AEEC-9C74E8F4E66C}"/>
              </a:ext>
            </a:extLst>
          </p:cNvPr>
          <p:cNvSpPr>
            <a:spLocks xmlns:a="http://schemas.openxmlformats.org/drawingml/2006/main" noGrp="1"/>
          </p:cNvSpPr>
          <p:nvPr/>
        </p:nvSpPr>
        <p:spPr>
          <a:xfrm xmlns:a="http://schemas.openxmlformats.org/drawingml/2006/main">
            <a:off x="1962150" y="3714750"/>
            <a:ext cx="31908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i="0">
                <a:solidFill>
                  <a:srgbClr val="202020"/>
                </a:solidFill>
                <a:latin typeface="Times New Roman"/>
                <a:ea typeface="Times New Roman"/>
                <a:cs typeface="Times New Roman"/>
              </a:defRPr>
            </a:defPPr>
          </a:lstStyle>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PCM</a:t>
            </a:r>
          </a:p>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Digital PAM</a:t>
            </a:r>
          </a:p>
          <a:p xmlns:a="http://schemas.openxmlformats.org/drawingml/2006/main">
            <a:pPr algn="l">
              <a:defRPr sz="2175" b="0" i="0">
                <a:solidFill>
                  <a:srgbClr val="202020"/>
                </a:solidFill>
                <a:latin typeface="Times New Roman"/>
                <a:ea typeface="Times New Roman"/>
                <a:cs typeface="Times New Roman"/>
              </a:defRPr>
            </a:pPr>
            <a:r>
              <a:rPr sz="2175" b="0" i="0">
                <a:solidFill>
                  <a:srgbClr val="202020"/>
                </a:solidFill>
                <a:latin typeface="Times New Roman"/>
                <a:ea typeface="Times New Roman"/>
                <a:cs typeface="Times New Roman"/>
              </a:rPr>
              <a:t>Bandpass modulation</a:t>
            </a:r>
          </a:p>
        </p:txBody>
      </p:sp>
      <p:sp>
        <p:nvSpPr>
          <p:cNvPr id="12" name="future-channel-topics">
            <a:extLst xmlns:a="http://schemas.openxmlformats.org/drawingml/2006/main">
              <a:ext uri="{FF2B5EF4-FFF2-40B4-BE49-F238E27FC236}">
                <a16:creationId xmlns:a16="http://schemas.microsoft.com/office/drawing/2014/main" id="{0C9C9EF9-08F5-4E38-962B-6E7672C3A0B6}"/>
              </a:ext>
            </a:extLst>
          </p:cNvPr>
          <p:cNvSpPr>
            <a:spLocks xmlns:a="http://schemas.openxmlformats.org/drawingml/2006/main" noGrp="1"/>
          </p:cNvSpPr>
          <p:nvPr/>
        </p:nvSpPr>
        <p:spPr>
          <a:xfrm xmlns:a="http://schemas.openxmlformats.org/drawingml/2006/main">
            <a:off x="5610225" y="4305300"/>
            <a:ext cx="31908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h: distortion / ISI</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n: noise</a:t>
            </a:r>
          </a:p>
        </p:txBody>
      </p:sp>
      <p:sp>
        <p:nvSpPr>
          <p:cNvPr id="13" name="future-rx-topics">
            <a:extLst xmlns:a="http://schemas.openxmlformats.org/drawingml/2006/main">
              <a:ext uri="{FF2B5EF4-FFF2-40B4-BE49-F238E27FC236}">
                <a16:creationId xmlns:a16="http://schemas.microsoft.com/office/drawing/2014/main" id="{E942BC7A-FBED-44CE-BDD1-9CA31A071AA9}"/>
              </a:ext>
            </a:extLst>
          </p:cNvPr>
          <p:cNvSpPr>
            <a:spLocks xmlns:a="http://schemas.openxmlformats.org/drawingml/2006/main" noGrp="1"/>
          </p:cNvSpPr>
          <p:nvPr/>
        </p:nvSpPr>
        <p:spPr>
          <a:xfrm xmlns:a="http://schemas.openxmlformats.org/drawingml/2006/main">
            <a:off x="8963025" y="3714750"/>
            <a:ext cx="314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i="0">
                <a:solidFill>
                  <a:srgbClr val="202020"/>
                </a:solidFill>
                <a:latin typeface="Times New Roman"/>
                <a:ea typeface="Times New Roman"/>
                <a:cs typeface="Times New Roman"/>
              </a:defRPr>
            </a:defPPr>
          </a:lstStyle>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Decode / reconstruct</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Detect symbols</a:t>
            </a:r>
          </a:p>
          <a:p xmlns:a="http://schemas.openxmlformats.org/drawingml/2006/main">
            <a:pPr algn="l">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Demodulate</a:t>
            </a:r>
          </a:p>
        </p:txBody>
      </p:sp>
      <p:pic>
        <p:nvPicPr>
          <p:cNvPr id="14" name="future-m" descr="m(t)">
            <a:extLst xmlns:a="http://schemas.openxmlformats.org/drawingml/2006/main">
              <a:ext uri="{FF2B5EF4-FFF2-40B4-BE49-F238E27FC236}">
                <a16:creationId xmlns:a16="http://schemas.microsoft.com/office/drawing/2014/main" id="{AC558D53-02C3-473C-90AD-C62D19AFBBB6}"/>
              </a:ext>
            </a:extLst>
          </p:cNvPr>
          <p:cNvPicPr>
            <a:picLocks xmlns:a="http://schemas.openxmlformats.org/drawingml/2006/main" noChangeAspect="1"/>
          </p:cNvPicPr>
          <p:nvPr/>
        </p:nvPicPr>
        <p:blipFill>
          <a:blip xmlns:r="http://schemas.openxmlformats.org/officeDocument/2006/relationships" xmlns:a="http://schemas.openxmlformats.org/drawingml/2006/main" r:embed="Rf735ab7f47d849bf">
            <a:extLst>
              <a:ext uri="{96DAC541-7B7A-43D3-8B79-37D633B846F1}">
                <ns0:svgBlip xmlns:ns0="http://schemas.microsoft.com/office/drawing/2016/SVG/main" r:embed="rIdMathSvg0"/>
              </a:ext>
            </a:extLst>
          </a:blip>
          <a:stretch xmlns:a="http://schemas.openxmlformats.org/drawingml/2006/main"/>
        </p:blipFill>
        <p:spPr>
          <a:xfrm xmlns:a="http://schemas.openxmlformats.org/drawingml/2006/main">
            <a:off x="726758" y="2695575"/>
            <a:ext cx="832485" cy="361950"/>
          </a:xfrm>
          <a:prstGeom xmlns:a="http://schemas.openxmlformats.org/drawingml/2006/main" prst="rect">
            <a:avLst/>
          </a:prstGeom>
        </p:spPr>
      </p:pic>
      <p:pic>
        <p:nvPicPr>
          <p:cNvPr id="15" name="future-s" descr="s(t)">
            <a:extLst xmlns:a="http://schemas.openxmlformats.org/drawingml/2006/main">
              <a:ext uri="{FF2B5EF4-FFF2-40B4-BE49-F238E27FC236}">
                <a16:creationId xmlns:a16="http://schemas.microsoft.com/office/drawing/2014/main" id="{169D5C7A-7F43-4CE0-ACF3-F3E194812B88}"/>
              </a:ext>
            </a:extLst>
          </p:cNvPr>
          <p:cNvPicPr>
            <a:picLocks xmlns:a="http://schemas.openxmlformats.org/drawingml/2006/main" noChangeAspect="1"/>
          </p:cNvPicPr>
          <p:nvPr/>
        </p:nvPicPr>
        <p:blipFill>
          <a:blip xmlns:r="http://schemas.openxmlformats.org/officeDocument/2006/relationships" xmlns:a="http://schemas.openxmlformats.org/drawingml/2006/main" r:embed="R6a8975d227f9459d">
            <a:extLst>
              <a:ext uri="{96DAC541-7B7A-43D3-8B79-37D633B846F1}">
                <ns1:svgBlip xmlns:ns1="http://schemas.microsoft.com/office/drawing/2016/SVG/main" r:embed="rIdMathSvg1"/>
              </a:ext>
            </a:extLst>
          </a:blip>
          <a:stretch xmlns:a="http://schemas.openxmlformats.org/drawingml/2006/main"/>
        </p:blipFill>
        <p:spPr>
          <a:xfrm xmlns:a="http://schemas.openxmlformats.org/drawingml/2006/main">
            <a:off x="4703445" y="2695349"/>
            <a:ext cx="651510" cy="362402"/>
          </a:xfrm>
          <a:prstGeom xmlns:a="http://schemas.openxmlformats.org/drawingml/2006/main" prst="rect">
            <a:avLst/>
          </a:prstGeom>
        </p:spPr>
      </p:pic>
      <p:pic>
        <p:nvPicPr>
          <p:cNvPr id="16" name="future-r" descr="r(t)">
            <a:extLst xmlns:a="http://schemas.openxmlformats.org/drawingml/2006/main">
              <a:ext uri="{FF2B5EF4-FFF2-40B4-BE49-F238E27FC236}">
                <a16:creationId xmlns:a16="http://schemas.microsoft.com/office/drawing/2014/main" id="{586157B0-1E08-4ADB-951A-CB9116472F4C}"/>
              </a:ext>
            </a:extLst>
          </p:cNvPr>
          <p:cNvPicPr>
            <a:picLocks xmlns:a="http://schemas.openxmlformats.org/drawingml/2006/main" noChangeAspect="1"/>
          </p:cNvPicPr>
          <p:nvPr/>
        </p:nvPicPr>
        <p:blipFill>
          <a:blip xmlns:r="http://schemas.openxmlformats.org/officeDocument/2006/relationships" xmlns:a="http://schemas.openxmlformats.org/drawingml/2006/main" r:embed="Rc938fea139f24fe1">
            <a:extLst>
              <a:ext uri="{96DAC541-7B7A-43D3-8B79-37D633B846F1}">
                <ns2:svgBlip xmlns:ns2="http://schemas.microsoft.com/office/drawing/2016/SVG/main" r:embed="rIdMathSvg2"/>
              </a:ext>
            </a:extLst>
          </a:blip>
          <a:stretch xmlns:a="http://schemas.openxmlformats.org/drawingml/2006/main"/>
        </p:blipFill>
        <p:spPr>
          <a:xfrm xmlns:a="http://schemas.openxmlformats.org/drawingml/2006/main">
            <a:off x="8018145" y="2696367"/>
            <a:ext cx="651510" cy="360366"/>
          </a:xfrm>
          <a:prstGeom xmlns:a="http://schemas.openxmlformats.org/drawingml/2006/main" prst="rect">
            <a:avLst/>
          </a:prstGeom>
        </p:spPr>
      </p:pic>
      <p:pic>
        <p:nvPicPr>
          <p:cNvPr id="17" name="future-output" descr="\widehat m(t)">
            <a:extLst xmlns:a="http://schemas.openxmlformats.org/drawingml/2006/main">
              <a:ext uri="{FF2B5EF4-FFF2-40B4-BE49-F238E27FC236}">
                <a16:creationId xmlns:a16="http://schemas.microsoft.com/office/drawing/2014/main" id="{8333AA6A-D83A-4B83-99FF-7D29949D7673}"/>
              </a:ext>
            </a:extLst>
          </p:cNvPr>
          <p:cNvPicPr>
            <a:picLocks xmlns:a="http://schemas.openxmlformats.org/drawingml/2006/main" noChangeAspect="1"/>
          </p:cNvPicPr>
          <p:nvPr/>
        </p:nvPicPr>
        <p:blipFill>
          <a:blip xmlns:r="http://schemas.openxmlformats.org/officeDocument/2006/relationships" xmlns:a="http://schemas.openxmlformats.org/drawingml/2006/main" r:embed="R8c9dba2b257747f4">
            <a:extLst>
              <a:ext uri="{96DAC541-7B7A-43D3-8B79-37D633B846F1}">
                <ns3:svgBlip xmlns:ns3="http://schemas.microsoft.com/office/drawing/2016/SVG/main" r:embed="rIdMathSvg3"/>
              </a:ext>
            </a:extLst>
          </a:blip>
          <a:stretch xmlns:a="http://schemas.openxmlformats.org/drawingml/2006/main"/>
        </p:blipFill>
        <p:spPr>
          <a:xfrm xmlns:a="http://schemas.openxmlformats.org/drawingml/2006/main">
            <a:off x="10942320" y="2695575"/>
            <a:ext cx="832485" cy="361950"/>
          </a:xfrm>
          <a:prstGeom xmlns:a="http://schemas.openxmlformats.org/drawingml/2006/main" prst="rect">
            <a:avLst/>
          </a:prstGeom>
        </p:spPr>
      </p:pic>
      <p:pic>
        <p:nvPicPr>
          <p:cNvPr id="18" name="future-channel-law" descr="r=h*s+n">
            <a:extLst xmlns:a="http://schemas.openxmlformats.org/drawingml/2006/main">
              <a:ext uri="{FF2B5EF4-FFF2-40B4-BE49-F238E27FC236}">
                <a16:creationId xmlns:a16="http://schemas.microsoft.com/office/drawing/2014/main" id="{C7015F91-F434-4382-A91D-C2D68A3A9E26}"/>
              </a:ext>
            </a:extLst>
          </p:cNvPr>
          <p:cNvPicPr>
            <a:picLocks xmlns:a="http://schemas.openxmlformats.org/drawingml/2006/main" noChangeAspect="1"/>
          </p:cNvPicPr>
          <p:nvPr/>
        </p:nvPicPr>
        <p:blipFill>
          <a:blip xmlns:r="http://schemas.openxmlformats.org/officeDocument/2006/relationships" xmlns:a="http://schemas.openxmlformats.org/drawingml/2006/main" r:embed="Rf614477df8484ef4">
            <a:extLst>
              <a:ext uri="{96DAC541-7B7A-43D3-8B79-37D633B846F1}">
                <ns4:svgBlip xmlns:ns4="http://schemas.microsoft.com/office/drawing/2016/SVG/main" r:embed="rIdMathSvg4"/>
              </a:ext>
            </a:extLst>
          </a:blip>
          <a:stretch xmlns:a="http://schemas.openxmlformats.org/drawingml/2006/main"/>
        </p:blipFill>
        <p:spPr>
          <a:xfrm xmlns:a="http://schemas.openxmlformats.org/drawingml/2006/main">
            <a:off x="5610225" y="3829407"/>
            <a:ext cx="1712595" cy="227886"/>
          </a:xfrm>
          <a:prstGeom xmlns:a="http://schemas.openxmlformats.org/drawingml/2006/main" prst="rect">
            <a:avLst/>
          </a:prstGeom>
        </p:spPr>
      </p:pic>
    </p:spTree>
    <p:extLst>
      <p:ext uri="{BB962C8B-B14F-4D97-AF65-F5344CB8AC3E}">
        <p14:creationId xmlns:p14="http://schemas.microsoft.com/office/powerpoint/2010/main" val="118742019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itle">
            <ns0:hlinkClick xmlns:ns0="http://schemas.openxmlformats.org/drawingml/2006/main" xmlns:ns1="http://schemas.openxmlformats.org/officeDocument/2006/relationships" ns1:id="rIdNav0" action="ppaction://hlinksldjump"/>
            <a:extLst xmlns:a="http://schemas.openxmlformats.org/drawingml/2006/main">
              <a:ext uri="{FF2B5EF4-FFF2-40B4-BE49-F238E27FC236}">
                <a16:creationId xmlns:a16="http://schemas.microsoft.com/office/drawing/2014/main" id="{174E215D-C1BB-4151-A43A-2557880EA5DD}"/>
              </a:ext>
            </a:extLst>
          </p:cNvPr>
          <p:cNvSpPr>
            <a:spLocks xmlns:a="http://schemas.openxmlformats.org/drawingml/2006/main" noGrp="1"/>
          </p:cNvSpPr>
          <p:nvPr/>
        </p:nvSpPr>
        <p:spPr>
          <a:xfrm xmlns:a="http://schemas.openxmlformats.org/drawingml/2006/main">
            <a:off x="952500" y="2619375"/>
            <a:ext cx="1028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3900" b="1" i="0">
                <a:solidFill>
                  <a:srgbClr val="202020"/>
                </a:solidFill>
                <a:latin typeface="Times New Roman"/>
                <a:ea typeface="Times New Roman"/>
                <a:cs typeface="Times New Roman"/>
              </a:defRPr>
            </a:pPr>
            <a:r>
              <a:rPr sz="3900" b="1" i="0">
                <a:solidFill>
                  <a:srgbClr val="202020"/>
                </a:solidFill>
                <a:latin typeface="Times New Roman"/>
                <a:ea typeface="Times New Roman"/>
                <a:cs typeface="Times New Roman"/>
              </a:rPr>
              <a:t>End of Tutorial 5</a:t>
            </a:r>
          </a:p>
        </p:txBody>
      </p:sp>
      <p:sp>
        <p:nvSpPr>
          <p:cNvPr id="3" name="questions">
            <a:extLst xmlns:a="http://schemas.openxmlformats.org/drawingml/2006/main">
              <a:ext uri="{FF2B5EF4-FFF2-40B4-BE49-F238E27FC236}">
                <a16:creationId xmlns:a16="http://schemas.microsoft.com/office/drawing/2014/main" id="{180C7D56-470E-4CC0-AA34-0BA3BE7C3E29}"/>
              </a:ext>
            </a:extLst>
          </p:cNvPr>
          <p:cNvSpPr>
            <a:spLocks xmlns:a="http://schemas.openxmlformats.org/drawingml/2006/main" noGrp="1"/>
          </p:cNvSpPr>
          <p:nvPr/>
        </p:nvSpPr>
        <p:spPr>
          <a:xfrm xmlns:a="http://schemas.openxmlformats.org/drawingml/2006/main">
            <a:off x="952500" y="3571875"/>
            <a:ext cx="10287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i="0">
                <a:solidFill>
                  <a:srgbClr val="202020"/>
                </a:solidFill>
                <a:latin typeface="Times New Roman"/>
                <a:ea typeface="Times New Roman"/>
                <a:cs typeface="Times New Roman"/>
              </a:defRPr>
            </a:pPr>
            <a:r>
              <a:rPr sz="2400" b="0" i="0">
                <a:solidFill>
                  <a:srgbClr val="202020"/>
                </a:solidFill>
                <a:latin typeface="Times New Roman"/>
                <a:ea typeface="Times New Roman"/>
                <a:cs typeface="Times New Roman"/>
              </a:rPr>
              <a:t>Questions?</a:t>
            </a:r>
          </a:p>
        </p:txBody>
      </p:sp>
      <p:sp>
        <p:nvSpPr>
          <p:cNvPr id="4" name="animated-version">
            <a:extLst xmlns:a="http://schemas.openxmlformats.org/drawingml/2006/main">
              <a:ext uri="{FF2B5EF4-FFF2-40B4-BE49-F238E27FC236}">
                <a16:creationId xmlns:a16="http://schemas.microsoft.com/office/drawing/2014/main" id="{F470B133-6219-403D-91D5-665B576737BF}"/>
              </a:ext>
            </a:extLst>
          </p:cNvPr>
          <p:cNvSpPr>
            <a:spLocks xmlns:a="http://schemas.openxmlformats.org/drawingml/2006/main" noGrp="1"/>
          </p:cNvSpPr>
          <p:nvPr/>
        </p:nvSpPr>
        <p:spPr>
          <a:xfrm xmlns:a="http://schemas.openxmlformats.org/drawingml/2006/main">
            <a:off x="952500" y="4572000"/>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950" b="0" i="0">
                <a:solidFill>
                  <a:srgbClr val="202020"/>
                </a:solidFill>
                <a:latin typeface="Times New Roman"/>
                <a:ea typeface="Times New Roman"/>
                <a:cs typeface="Times New Roman"/>
              </a:defRPr>
            </a:pPr>
            <a:r>
              <a:rPr sz="1950" b="0" i="0">
                <a:solidFill>
                  <a:srgbClr val="202020"/>
                </a:solidFill>
                <a:latin typeface="Times New Roman"/>
                <a:ea typeface="Times New Roman"/>
                <a:cs typeface="Times New Roman"/>
              </a:rPr>
              <a:t>For the animated slides, please email</a:t>
            </a:r>
          </a:p>
        </p:txBody>
      </p:sp>
      <p:sp>
        <p:nvSpPr>
          <p:cNvPr id="5" name="email">
            <a:extLst xmlns:a="http://schemas.openxmlformats.org/drawingml/2006/main">
              <a:ext uri="{FF2B5EF4-FFF2-40B4-BE49-F238E27FC236}">
                <a16:creationId xmlns:a16="http://schemas.microsoft.com/office/drawing/2014/main" id="{3A843A1D-3BA9-49B5-B254-502DBF337B55}"/>
              </a:ext>
            </a:extLst>
          </p:cNvPr>
          <p:cNvSpPr>
            <a:spLocks xmlns:a="http://schemas.openxmlformats.org/drawingml/2006/main" noGrp="1"/>
          </p:cNvSpPr>
          <p:nvPr/>
        </p:nvSpPr>
        <p:spPr>
          <a:xfrm xmlns:a="http://schemas.openxmlformats.org/drawingml/2006/main">
            <a:off x="952500" y="50482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i="0">
                <a:solidFill>
                  <a:srgbClr val="202020"/>
                </a:solidFill>
                <a:latin typeface="Times New Roman"/>
                <a:ea typeface="Times New Roman"/>
                <a:cs typeface="Times New Roman"/>
              </a:defRPr>
            </a:pPr>
            <a:r>
              <a:rPr sz="2100" b="0" i="0">
                <a:solidFill>
                  <a:srgbClr val="202020"/>
                </a:solidFill>
                <a:latin typeface="Times New Roman"/>
                <a:ea typeface="Times New Roman"/>
                <a:cs typeface="Times New Roman"/>
              </a:rPr>
              <a:t>runbang@link.cuhk.edu.hk</a:t>
            </a:r>
          </a:p>
        </p:txBody>
      </p:sp>
    </p:spTree>
    <p:extLst>
      <p:ext uri="{BB962C8B-B14F-4D97-AF65-F5344CB8AC3E}">
        <p14:creationId xmlns:p14="http://schemas.microsoft.com/office/powerpoint/2010/main" val="10111104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2026-10-15T04:21:33.3340000Z</dcterms:created>
  <dcterms:modified xsi:type="dcterms:W3CDTF">2026-10-15T04:21:33.3340000Z</dcterms:modified>
</coreProperties>
</file>