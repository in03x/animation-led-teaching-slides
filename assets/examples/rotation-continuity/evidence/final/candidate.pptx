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svg" ContentType="image/svg+xml"/>
  <Default Extension="gif" ContentType="image/gif"/>
  <Override PartName="/ppt/slideLayouts/t3_reference_methods_slideLayout1.xml" ContentType="application/vnd.openxmlformats-officedocument.presentationml.slideLayout+xml"/>
  <Override PartName="/ppt/slideMasters/t3_reference_methods_slideMaster1.xml" ContentType="application/vnd.openxmlformats-officedocument.presentationml.slideMaster+xml"/>
  <Override PartName="/ppt/slideMasters/theme/t3_reference_methods_theme2.xml" ContentType="application/vnd.openxmlformats-officedocument.theme+xml"/>
</Types>
</file>

<file path=_rels/.rels>&#65279;<?xml version="1.0" encoding="utf-8"?><Relationships xmlns="http://schemas.openxmlformats.org/package/2006/relationships"><Relationship Type="http://schemas.openxmlformats.org/package/2006/relationships/metadata/core-properties" Target="/docProps/core.xml" Id="Rbd2362cfbdd044a8" /><Relationship Type="http://schemas.openxmlformats.org/officeDocument/2006/relationships/extended-properties" Target="/docProps/app.xml" Id="R179dacc1729e4988" /><Relationship Type="http://schemas.openxmlformats.org/officeDocument/2006/relationships/officeDocument" Target="/ppt/presentation.xml" Id="R203ac41e5b984b58" /></Relationships>
</file>

<file path=ppt/presentation.xml><?xml version="1.0" encoding="utf-8"?>
<p:presentation xmlns:p="http://schemas.openxmlformats.org/presentationml/2006/main">
  <p:sldMasterIdLst>
    <p:sldMasterId xmlns:r="http://schemas.openxmlformats.org/officeDocument/2006/relationships" id="2147483648" r:id="Re3b0dc3293be4a12"/>
    <p:sldMasterId xmlns:ns0="http://schemas.openxmlformats.org/officeDocument/2006/relationships" id="2147490001" ns0:id="rIdT3Master17"/>
  </p:sldMasterIdLst>
  <p:notesMasterIdLst>
    <p:notesMasterId xmlns:r="http://schemas.openxmlformats.org/officeDocument/2006/relationships" r:id="Ra959eab88b494c8a"/>
  </p:notesMasterIdLst>
  <p:sldIdLst>
    <p:sldId xmlns:r="http://schemas.openxmlformats.org/officeDocument/2006/relationships" id="256" r:id="R87c77cd2a027407c"/>
    <p:sldId xmlns:r="http://schemas.openxmlformats.org/officeDocument/2006/relationships" id="257" r:id="R985bdf73f3ef47e1"/>
    <p:sldId xmlns:r="http://schemas.openxmlformats.org/officeDocument/2006/relationships" id="258" r:id="R3d64afca38f844e7"/>
    <p:sldId xmlns:r="http://schemas.openxmlformats.org/officeDocument/2006/relationships" id="259" r:id="R67912084bc5d4b20"/>
    <p:sldId xmlns:r="http://schemas.openxmlformats.org/officeDocument/2006/relationships" id="260" r:id="R3e5a49a4f2a941b6"/>
    <p:sldId xmlns:r="http://schemas.openxmlformats.org/officeDocument/2006/relationships" id="261" r:id="Rb52c8a0d074e4ddf"/>
    <p:sldId xmlns:r="http://schemas.openxmlformats.org/officeDocument/2006/relationships" id="262" r:id="Rb45152b2f4d24b09"/>
    <p:sldId xmlns:r="http://schemas.openxmlformats.org/officeDocument/2006/relationships" id="263" r:id="R42611baeb488480b"/>
    <p:sldId xmlns:r="http://schemas.openxmlformats.org/officeDocument/2006/relationships" id="264" r:id="R3f4dc82a5aab491f"/>
    <p:sldId xmlns:r="http://schemas.openxmlformats.org/officeDocument/2006/relationships" id="265" r:id="R960b78cf48854e2f"/>
    <p:sldId xmlns:r="http://schemas.openxmlformats.org/officeDocument/2006/relationships" id="266" r:id="R68cfa3f6ff124d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1b17203137b41b9"/><Relationship Type="http://schemas.openxmlformats.org/officeDocument/2006/relationships/slideMaster" Target="/ppt/slideMasters/slideMaster1.xml" Id="Re3b0dc3293be4a12"/><Relationship Type="http://schemas.openxmlformats.org/officeDocument/2006/relationships/notesMaster" Target="/ppt/notesMasters/notesMaster1.xml" Id="Ra959eab88b494c8a"/><Relationship Type="http://schemas.openxmlformats.org/officeDocument/2006/relationships/presProps" Target="/ppt/presProps.xml" Id="Ree4d02ed2cce4aa6"/><Relationship Type="http://schemas.openxmlformats.org/officeDocument/2006/relationships/tableStyles" Target="/ppt/tableStyles.xml" Id="R80134e2ba9c746b6"/><Relationship Type="http://schemas.openxmlformats.org/officeDocument/2006/relationships/slide" Target="/ppt/slides/slide1.xml" Id="R87c77cd2a027407c"/><Relationship Type="http://schemas.openxmlformats.org/officeDocument/2006/relationships/slide" Target="/ppt/slides/slide2.xml" Id="R985bdf73f3ef47e1"/><Relationship Type="http://schemas.openxmlformats.org/officeDocument/2006/relationships/slide" Target="/ppt/slides/slide3.xml" Id="R3d64afca38f844e7"/><Relationship Type="http://schemas.openxmlformats.org/officeDocument/2006/relationships/slide" Target="/ppt/slides/slide4.xml" Id="R67912084bc5d4b20"/><Relationship Type="http://schemas.openxmlformats.org/officeDocument/2006/relationships/slide" Target="/ppt/slides/slide5.xml" Id="R3e5a49a4f2a941b6"/><Relationship Type="http://schemas.openxmlformats.org/officeDocument/2006/relationships/slide" Target="/ppt/slides/slide6.xml" Id="Rb52c8a0d074e4ddf"/><Relationship Type="http://schemas.openxmlformats.org/officeDocument/2006/relationships/slide" Target="/ppt/slides/slide7.xml" Id="Rb45152b2f4d24b09"/><Relationship Type="http://schemas.openxmlformats.org/officeDocument/2006/relationships/slide" Target="/ppt/slides/slide8.xml" Id="R42611baeb488480b"/><Relationship Type="http://schemas.openxmlformats.org/officeDocument/2006/relationships/slide" Target="/ppt/slides/slide9.xml" Id="R3f4dc82a5aab491f"/><Relationship Type="http://schemas.openxmlformats.org/officeDocument/2006/relationships/slide" Target="/ppt/slides/slide10.xml" Id="R960b78cf48854e2f"/><Relationship Type="http://schemas.openxmlformats.org/officeDocument/2006/relationships/slide" Target="/ppt/slides/slide11.xml" Id="R68cfa3f6ff124d97"/><Relationship Id="rIdT3Master17" Type="http://schemas.openxmlformats.org/officeDocument/2006/relationships/slideMaster" Target="slideMasters/t3_reference_methods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bf906f7b974f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966b6f59af4df8" /><Relationship Type="http://schemas.openxmlformats.org/officeDocument/2006/relationships/notesMaster" Target="/ppt/notesMasters/notesMaster1.xml" Id="R7b32463b2c5342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987a398c6741d4" /><Relationship Type="http://schemas.openxmlformats.org/officeDocument/2006/relationships/notesMaster" Target="/ppt/notesMasters/notesMaster1.xml" Id="Re3558d9f310a48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088771b10f4bf5" /><Relationship Type="http://schemas.openxmlformats.org/officeDocument/2006/relationships/notesMaster" Target="/ppt/notesMasters/notesMaster1.xml" Id="R7a3f2fa60e554d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7ee5f5f5274e0d" /><Relationship Type="http://schemas.openxmlformats.org/officeDocument/2006/relationships/notesMaster" Target="/ppt/notesMasters/notesMaster1.xml" Id="R320729e5fc9b46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82e25ef96a4f3c" /><Relationship Type="http://schemas.openxmlformats.org/officeDocument/2006/relationships/notesMaster" Target="/ppt/notesMasters/notesMaster1.xml" Id="Re422a82ed39445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59986f3dd74205" /><Relationship Type="http://schemas.openxmlformats.org/officeDocument/2006/relationships/notesMaster" Target="/ppt/notesMasters/notesMaster1.xml" Id="R48582b15e6bf46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993f343a8f4075" /><Relationship Type="http://schemas.openxmlformats.org/officeDocument/2006/relationships/notesMaster" Target="/ppt/notesMasters/notesMaster1.xml" Id="R8d49cc8c2e7d43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3b333b82ee40c4" /><Relationship Type="http://schemas.openxmlformats.org/officeDocument/2006/relationships/notesMaster" Target="/ppt/notesMasters/notesMaster1.xml" Id="R2fc2aeff3aa04b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210505ef3d47be" /><Relationship Type="http://schemas.openxmlformats.org/officeDocument/2006/relationships/notesMaster" Target="/ppt/notesMasters/notesMaster1.xml" Id="R6c1cfbfaa54643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0e18756a8a4886" /><Relationship Type="http://schemas.openxmlformats.org/officeDocument/2006/relationships/notesMaster" Target="/ppt/notesMasters/notesMaster1.xml" Id="R9d04946cc0f14c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87bb82c75e40ac" /><Relationship Type="http://schemas.openxmlformats.org/officeDocument/2006/relationships/notesMaster" Target="/ppt/notesMasters/notesMaster1.xml" Id="R6d97376c01e947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known points P=(4,2) and C=(2,1). We want a quarter turn counterclockwise about C. The centre stays fixed and the distance CP stays fixed. Coordinates use rightward x and upward y with equal scales. The light circle is the set of possible positions at the same distance from C. First identify which point must remain fixed. About 30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Moving the origin to C lets us turn around zero, where the coordinate directions are familiar. Q names the displacement from C to P. The scaffolding is fixed; each click fills the next actual object. Subtract C, rotate Q, then add C to get the world point P prime. We will now carry out these exact operations. About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 the coordinate differences first. A click translates both P and C by (-2,-1); the original points remain as light outlines. C arrives at zero, and P arrives at Q=(2,1). This is the same offset, with length sqrt(5), now based at zero. A later click records the subtraction. This coordinate move prepares the rotation; it has not turned the point. About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offset is 2 right and 1 up. Under a counterclockwise quarter turn, the rightward leg becomes 2 up, and the upward leg becomes 1 left. The first click turns the actual offset and both coordinate legs once, then holds. Read the endpoint (-1,2). The next click writes Q prime=(-v,u). A positive quarter turn swaps the coordinates and negates the new horizontal coordinate. About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turned only the offset. The world point must be based at C=(2,1). A click moves the rotated arrow from zero back to the same C, keeping the arrow direction and length. It ends at P prime=(1,3). Then record (2,1)+(-1,2). Check CP and CP prime both have length sqrt(5), and the angle is counterclockwise 90 degrees. About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concrete example is complete. Now replace 90 degrees by a signed angle theta and use P=(x,y), C=(a,b). The outer operations already work: subtract the centre and add it back. Only the middle operation needs a rule for the rotated coordinates U,V. Its selected outline marks the object we now inspect. The next two pages answer this precise missing question. About 30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inspecting the selected middle operation, not changing the process. Split Q=(u,v) into a horizontal arrow (u,0) followed by a vertical arrow (0,v). The endpoint is still Q. Turn the first arrow by theta. By the coordinate definition of cosine and sine its projections are u cos(theta) and u sin(theta). The illustration uses u=2,v=1,theta=35 degrees to keep the legs visible; the formula is general. The next page turns the remaining leg and joins it back. About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vertical unit direction is a counterclockwise quarter turn from the horizontal unit direction. After turning by theta the two remain perpendicular. Apply the already justified quarter-turn rule to (cos(theta),sin(theta)): it becomes (-sin(theta),cos(theta)). Multiply by signed v for the second leg. A rigid rotation preserves head-to-tail joins, so translate the turned vertical leg to the end of H and add its coordinates. The animation shows this turn and joining operation once. Negative u or v reverses the relevant leg; signed sine and cosine cover all quadrants. Zero legs simply vanish. About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return to the exact subtract-rotate-add layout from the question page. The centre and input keep their identities. The derived rule now fills the previously unresolved rotation operation, with its signed counterclockwise condition. Add the same centre to its two output coordinates. This establishes the general world-coordinate answer. The example at 90 degrees remains available as a check. Next we use this rule at a different angle, not begin another topic. About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angle changes visibly from 90 to 30 degrees; P,C and their offset (2,1) stay fixed. Retain the returned rule while substituting cos(30)=sqrt(3)/2 and sin(30)=1/2. First compute U=sqrt(3)-1/2 and V=1+sqrt(3)/2. The next click animates this actual 30-degree rotation about C once; it holds at the new point. The last click adds C, yielding (3/2+sqrt(3),2+sqrt(3)/2), approximately (3.232,2.866). About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one process: P to P-C to the rotated offset to C plus that offset. State the conditions: Cartesian coordinates with equal axis scale; positive angle counterclockwise, negative clockwise. The coordinate rule follows from the two rotated legs, not a matrix. At zero angle the point returns to itself, and a point equal to C remains C for every angle. Distance to C is preserved. For the given 90-degree example the answer is (1,3). This is the completed lesson. About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3343a377614d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6c7da6e0c641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b0fd9862864c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fadc823df245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57aecd717c43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75fd17abab44dc" /></Relationships>
</file>

<file path=ppt/slideLayouts/_rels/t3_reference_methods_slideLayout1.xml.rels><?xml version='1.0' encoding='UTF-8' standalone='yes'?>
<Relationships xmlns="http://schemas.openxmlformats.org/package/2006/relationships"><Relationship Type="http://schemas.openxmlformats.org/officeDocument/2006/relationships/slideMaster" Target="../slideMasters/t3_reference_methods_slideMaster1.xml" Id="Rb871d85dee314de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0198AD-F804-47BC-8AF7-1662B5B006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5C9577-45B7-4117-86CA-FB6C1CB48E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0535A6-C68F-46CE-BD22-5B222EBA64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C256BD-5CA2-4997-88EC-E391362C04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721203-4B45-46DF-88F0-75C6E92A85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5813E1F-17AE-4E9A-A42C-BF2E366786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268D84-DBCC-43A2-9C1D-CF2545F8C4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F1FD8B7-7F2C-4896-A8C4-C3929C53F0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D738D7-E16D-462E-B934-2C8FE6A48E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380637-A827-49C1-BBCE-9F368FE355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61af178b5f444c" /><Relationship Type="http://schemas.openxmlformats.org/officeDocument/2006/relationships/slideLayout" Target="/ppt/slideLayouts/slideLayout1.xml" Id="R57b6805a23304252" /><Relationship Type="http://schemas.openxmlformats.org/officeDocument/2006/relationships/slideLayout" Target="/ppt/slideLayouts/slideLayout2.xml" Id="Ra54a80b5b0004b42" /><Relationship Type="http://schemas.openxmlformats.org/officeDocument/2006/relationships/slideLayout" Target="/ppt/slideLayouts/slideLayout3.xml" Id="Rd5cd4d0e6e6d48f5" /><Relationship Type="http://schemas.openxmlformats.org/officeDocument/2006/relationships/slideLayout" Target="/ppt/slideLayouts/slideLayout4.xml" Id="R7ba468ba7ecc4ecc" /><Relationship Type="http://schemas.openxmlformats.org/officeDocument/2006/relationships/slideLayout" Target="/ppt/slideLayouts/slideLayout5.xml" Id="R46ca90d36708478d" /><Relationship Type="http://schemas.openxmlformats.org/officeDocument/2006/relationships/slideLayout" Target="/ppt/slideLayouts/slideLayout6.xml" Id="R26b2abfa6105488f" /></Relationships>
</file>

<file path=ppt/slideMasters/_rels/t3_reference_methods_slideMaster1.xml.rels><?xml version='1.0' encoding='UTF-8' standalone='yes'?>
<Relationships xmlns="http://schemas.openxmlformats.org/package/2006/relationships"><Relationship Type="http://schemas.openxmlformats.org/officeDocument/2006/relationships/theme" Target="theme/t3_reference_methods_theme2.xml" Id="R1607b95a764944df"/><Relationship Type="http://schemas.openxmlformats.org/officeDocument/2006/relationships/slideLayout" Target="../slideLayouts/t3_reference_methods_slideLayout1.xml" Id="R6e2dbe7aaf214e86"/></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b6805a23304252"/>
    <p:sldLayoutId xmlns:r="http://schemas.openxmlformats.org/officeDocument/2006/relationships" id="2147483650" r:id="Ra54a80b5b0004b42"/>
    <p:sldLayoutId xmlns:r="http://schemas.openxmlformats.org/officeDocument/2006/relationships" id="2147483651" r:id="Rd5cd4d0e6e6d48f5"/>
    <p:sldLayoutId xmlns:r="http://schemas.openxmlformats.org/officeDocument/2006/relationships" id="2147483652" r:id="R7ba468ba7ecc4ecc"/>
    <p:sldLayoutId xmlns:r="http://schemas.openxmlformats.org/officeDocument/2006/relationships" id="2147483653" r:id="R46ca90d36708478d"/>
    <p:sldLayoutId xmlns:r="http://schemas.openxmlformats.org/officeDocument/2006/relationships" id="2147483654" r:id="R26b2abfa610548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2"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t3_reference_methods_slideLayout1.xml" Id="Rf64424c85f05457e"/><Relationship Type="http://schemas.openxmlformats.org/officeDocument/2006/relationships/image" Target="/ppt/media/image.png" Id="R8e402c8a44b24436"/><Relationship Type="http://schemas.openxmlformats.org/officeDocument/2006/relationships/notesSlide" Target="/ppt/notesSlides/notesSlide1.xml" Id="Rc6078f4780254150"/><Relationship Id="rIdMathSvg0" Type="http://schemas.openxmlformats.org/officeDocument/2006/relationships/image" Target="../media/t4_26d3cdc6d86e02d8bdaf9834.svg"/><Relationship Id="rIdNav0" Type="http://schemas.openxmlformats.org/officeDocument/2006/relationships/slide" Target="slide1.xml"/></Relationships>
</file>

<file path=ppt/slides/_rels/slide2.xml.rels><?xml version='1.0' encoding='UTF-8' standalone='yes'?>
<Relationships xmlns="http://schemas.openxmlformats.org/package/2006/relationships"><Relationship Type="http://schemas.openxmlformats.org/officeDocument/2006/relationships/slideLayout" Target="../slideLayouts/t3_reference_methods_slideLayout1.xml" Id="Ra92cb292e0424747"/><Relationship Type="http://schemas.openxmlformats.org/officeDocument/2006/relationships/image" Target="/ppt/media/image2.png" Id="Rf225de5199f8498c"/><Relationship Type="http://schemas.openxmlformats.org/officeDocument/2006/relationships/image" Target="/ppt/media/image3.png" Id="R2281cc4707c64ba5"/><Relationship Type="http://schemas.openxmlformats.org/officeDocument/2006/relationships/image" Target="/ppt/media/image4.png" Id="Re781c62ab527423a"/><Relationship Type="http://schemas.openxmlformats.org/officeDocument/2006/relationships/image" Target="/ppt/media/image5.png" Id="Rdf6bc1faadb54be2"/><Relationship Type="http://schemas.openxmlformats.org/officeDocument/2006/relationships/image" Target="/ppt/media/image6.png" Id="R501a60ab19864af0"/><Relationship Type="http://schemas.openxmlformats.org/officeDocument/2006/relationships/image" Target="/ppt/media/image7.png" Id="R552632c0118840e4"/><Relationship Type="http://schemas.openxmlformats.org/officeDocument/2006/relationships/image" Target="/ppt/media/image8.png" Id="R57ea73c6737c42d1"/><Relationship Type="http://schemas.openxmlformats.org/officeDocument/2006/relationships/notesSlide" Target="/ppt/notesSlides/notesSlide2.xml" Id="R4d6183996b614ae9"/><Relationship Id="rIdMathSvg0" Type="http://schemas.openxmlformats.org/officeDocument/2006/relationships/image" Target="../media/t4_93c3335567a796fdd93ef82e.svg"/><Relationship Id="rIdMathSvg1" Type="http://schemas.openxmlformats.org/officeDocument/2006/relationships/image" Target="../media/t4_240e26142988b7a2eb1957ec.svg"/><Relationship Id="rIdMathSvg2" Type="http://schemas.openxmlformats.org/officeDocument/2006/relationships/image" Target="../media/t4_b9b2e9ac93b5a7349e369dc0.svg"/><Relationship Id="rIdMathSvg3" Type="http://schemas.openxmlformats.org/officeDocument/2006/relationships/image" Target="../media/t4_31963fb2a82f18637b154ec8.svg"/><Relationship Id="rIdMathSvg4" Type="http://schemas.openxmlformats.org/officeDocument/2006/relationships/image" Target="../media/t4_be3266231fe8efbe1ba8f2dd.svg"/><Relationship Id="rIdMathSvg5" Type="http://schemas.openxmlformats.org/officeDocument/2006/relationships/image" Target="../media/t4_051a30a38e4b9b1f600ab43f.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4.xml"/><Relationship Id="rIdNav3" Type="http://schemas.openxmlformats.org/officeDocument/2006/relationships/slide" Target="slide5.xml"/><Relationship Id="rIdT4ClickFrame1" Type="http://schemas.openxmlformats.org/officeDocument/2006/relationships/image" Target="../media/image2.png"/><Relationship Id="rIdT4ClickFrame2" Type="http://schemas.openxmlformats.org/officeDocument/2006/relationships/image" Target="../media/t4_click_f057cc1ce8a56e2cc9671d9848197f62c8be5bb10dd0eaf574f3a4ed86499f91.png"/><Relationship Id="rIdT4ClickFrame3" Type="http://schemas.openxmlformats.org/officeDocument/2006/relationships/image" Target="../media/t4_click_b013349220472d9dbc7ba5c03a6f4cd699949723637723d9793852f16d9477a7.png"/><Relationship Id="rIdT4ClickFrame4" Type="http://schemas.openxmlformats.org/officeDocument/2006/relationships/image" Target="../media/t4_click_ce79b2dd46a46946f2bafcdbc37d5548a9d0ae4240ccb09ccf4c41191658e309.png"/><Relationship Id="rIdT4ClickFrame5" Type="http://schemas.openxmlformats.org/officeDocument/2006/relationships/image" Target="../media/t4_click_7677bc766c8a190bc94ee0634c6111303f6a13c2f3220501c64d940104c54fae.png"/><Relationship Id="rIdT4ClickFrame6" Type="http://schemas.openxmlformats.org/officeDocument/2006/relationships/image" Target="../media/t4_click_c304c427445a67e5dc8f218b3409574cf3ca0b552fb32a434682c79e0648d431.png"/><Relationship Id="rIdT4ClickFrame7" Type="http://schemas.openxmlformats.org/officeDocument/2006/relationships/image" Target="../media/t4_click_33eabd91d11a855fb95e743cbc4746f8dab2838707fa1957983af4ce866d79ff.png"/><Relationship Id="rIdT4ClickFrame8" Type="http://schemas.openxmlformats.org/officeDocument/2006/relationships/image" Target="../media/t4_click_cec8f4bae7a16eaa8bec1e51c8f96cd83fce92f54ff495ffe0358463cf1fba1e.png"/><Relationship Id="rIdT4ClickFrame9" Type="http://schemas.openxmlformats.org/officeDocument/2006/relationships/image" Target="../media/t4_click_3f5015537d57f56cb60152678eb17a52478720bf27ffcc46fdbed3be23ec9a23.png"/><Relationship Id="rIdT4ClickFrame10" Type="http://schemas.openxmlformats.org/officeDocument/2006/relationships/image" Target="../media/t4_click_782407330b55708446405e83886bb95af0726306a7b49cad7e756ed9cb93c434.png"/><Relationship Id="rIdT4ClickFrame11" Type="http://schemas.openxmlformats.org/officeDocument/2006/relationships/image" Target="../media/t4_click_b45753e56e23e0ba7e963212c3bd52a43ded73507859b2172d387e9f56a1c090.png"/><Relationship Id="rIdT4ClickFrame12" Type="http://schemas.openxmlformats.org/officeDocument/2006/relationships/image" Target="../media/t4_click_76d9ad41675b05f93fde5115c90d3004d65cb583874880e64a5650185666e8dd.png"/><Relationship Id="rIdT4ClickFrame13" Type="http://schemas.openxmlformats.org/officeDocument/2006/relationships/image" Target="../media/t4_click_1f718c9012e3f605f8f107e3beb4c7b48a4b9b7633d85ecb2eb2892f8ea7c9fa.png"/><Relationship Id="rIdT4ClickFrame14" Type="http://schemas.openxmlformats.org/officeDocument/2006/relationships/image" Target="../media/t4_click_6aa05821fa0fbdcece1977b9287559621bc1b4eb46c364717cfdddd3eb3ffef7.png"/><Relationship Id="rIdT4ClickFrame15" Type="http://schemas.openxmlformats.org/officeDocument/2006/relationships/image" Target="../media/t4_click_f0e66d4cf9812fb558e873210b7e8d88d0103d0161f9727a7615dc2bbd784668.png"/><Relationship Id="rIdT4ClickFrame16" Type="http://schemas.openxmlformats.org/officeDocument/2006/relationships/image" Target="../media/t4_click_f5e04c7bc074367f7d181f9d0a77cada9a8e7047a4e5dedbd4467226a75dc687.png"/><Relationship Id="rIdT4ClickFrame17" Type="http://schemas.openxmlformats.org/officeDocument/2006/relationships/image" Target="../media/t4_click_fda5d7256b257a8a9f726f335b9b07c30d49062185846f85d8fa29116d35f45d.png"/><Relationship Id="rIdT4ClickFrame18" Type="http://schemas.openxmlformats.org/officeDocument/2006/relationships/image" Target="../media/t4_click_8cdfbcbf715e11d29f4c722a59386990281c23d676fa2142aab46a7a27186f13.png"/><Relationship Id="rIdT4ClickFrame19" Type="http://schemas.openxmlformats.org/officeDocument/2006/relationships/image" Target="../media/t4_click_9dc8e74f85b17c252a8ac405cb7da82d67a3f7c95d4559648985f14ee2b85509.png"/><Relationship Id="rIdT4ClickFrame20" Type="http://schemas.openxmlformats.org/officeDocument/2006/relationships/image" Target="../media/t4_click_cafabeed411bdc7c604f960c9e3c19dee481bb24b6ccfcd7358095d8a96d1151.png"/><Relationship Id="rIdT4ClickFrame21" Type="http://schemas.openxmlformats.org/officeDocument/2006/relationships/image" Target="../media/t4_click_d155a7883d58ef417f3bbee7832f9529567b257b6fcda52e2314e3718ae35462.png"/><Relationship Id="rIdT4ClickFrame22" Type="http://schemas.openxmlformats.org/officeDocument/2006/relationships/image" Target="../media/t4_click_4eb4ad9979894bd32619d56a41f31a43fea5c38c2d058bbe3fe36d408f5cd05b.png"/><Relationship Id="rIdT4ClickFrame23" Type="http://schemas.openxmlformats.org/officeDocument/2006/relationships/image" Target="../media/t4_click_c15d7c5336f55bdd81cd7dcd232e4207199557564d215d0ea211154cea182af2.png"/><Relationship Id="rIdT4ClickFrame24" Type="http://schemas.openxmlformats.org/officeDocument/2006/relationships/image" Target="../media/t4_click_ad8fed986c7ef4b792ed8eb0cf97a88aa46f113dbcb92f19e50c5d20f0b67e80.png"/><Relationship Id="rIdT4ClickFrame25" Type="http://schemas.openxmlformats.org/officeDocument/2006/relationships/image" Target="../media/t4_click_deea117ae74c3586554dd5f0e4643633231d956354a4ac8f50a8cee4e87247a9.png"/><Relationship Id="rIdT4ClickFrame26" Type="http://schemas.openxmlformats.org/officeDocument/2006/relationships/image" Target="../media/t4_click_90ec689db7d85589b59fdfc8ea59e700c5b1441bb41902870d7cb429b4e15ce4.png"/><Relationship Id="rIdT4ClickFrame27" Type="http://schemas.openxmlformats.org/officeDocument/2006/relationships/image" Target="../media/t4_click_ab82791984d2ad030e5c45ec003a5cd48c30ac322cdd27e10d915ce3c8a372c2.png"/><Relationship Id="rIdT4ClickFrame28" Type="http://schemas.openxmlformats.org/officeDocument/2006/relationships/image" Target="../media/t4_click_4cd66715c812ff073b5b9a39d8d9b87203d9aa1c5174cc01881e99037f747d81.png"/><Relationship Id="rIdT4ClickFrame29" Type="http://schemas.openxmlformats.org/officeDocument/2006/relationships/image" Target="../media/t4_click_eab5a09ab84d88dec008c828a5c7a96a895b97771c1641b1e4929298891161c5.png"/><Relationship Id="rIdT4ClickFrame30" Type="http://schemas.openxmlformats.org/officeDocument/2006/relationships/image" Target="../media/t4_click_1e6b5c3902e6a65f13ca3146704a638967bd2b61c4504ff5617d60981b84e927.png"/><Relationship Id="rIdT4ClickFrame31" Type="http://schemas.openxmlformats.org/officeDocument/2006/relationships/image" Target="../media/t4_click_3e117787030ea823517d50bf33659f7723887fd8cc1b6a7b0ba1e6fd59308ff1.png"/><Relationship Id="rIdT4ClickFrame32" Type="http://schemas.openxmlformats.org/officeDocument/2006/relationships/image" Target="../media/t4_click_5ec9d40d4fa1de765b8f04b952fe676a0c523e5773dd3ddf9c294a89ada0abcd.png"/><Relationship Id="rIdT4ClickFrame33" Type="http://schemas.openxmlformats.org/officeDocument/2006/relationships/image" Target="../media/t4_click_2ba70f136e6e14cde783ca1f3a4a58ff8a0c5206c99fb1f45b26cb83c4faf9a2.png"/><Relationship Id="rIdT4ClickFrame34" Type="http://schemas.openxmlformats.org/officeDocument/2006/relationships/image" Target="../media/t4_click_20fea9d31fab38beb37a96866e09ac851dc40f20e512df683977d4ed21a927ea.png"/><Relationship Id="rIdT4ClickFrame35" Type="http://schemas.openxmlformats.org/officeDocument/2006/relationships/image" Target="../media/t4_click_8c188cdceccf530c9cd7b34e620283c89e66c52273ece9b522791460abbe146b.png"/><Relationship Id="rIdT4ClickFrame36" Type="http://schemas.openxmlformats.org/officeDocument/2006/relationships/image" Target="../media/t4_click_b8f396676fc243bdec43e64970799919edbefb2e2e9a2a3e90030073319cf0d1.png"/><Relationship Id="rIdT4ClickFrame37" Type="http://schemas.openxmlformats.org/officeDocument/2006/relationships/image" Target="../media/t4_click_ea5765b95c1afbb8d5ca150c050905180fff52fbb8908dbfe6d50e1ee106ca11.png"/><Relationship Id="rIdT4ClickFrame38" Type="http://schemas.openxmlformats.org/officeDocument/2006/relationships/image" Target="../media/t4_click_f68baa42b92595994f757b07eb11516bd574364f89975db6e9b7d1fb7cb1c21a.png"/><Relationship Id="rIdT4ClickFrame39" Type="http://schemas.openxmlformats.org/officeDocument/2006/relationships/image" Target="../media/t4_click_38b3d968552fc99a7042a0a8459b1a036ebd811a2ea508c005f0dec4e4c66749.png"/><Relationship Id="rIdT4ClickFrame40" Type="http://schemas.openxmlformats.org/officeDocument/2006/relationships/image" Target="../media/t4_click_589f570ca4a8730f17fe4459a32d70c0ccb86dc875e4caa45b7c14514cdfd547.png"/><Relationship Id="rIdT4ClickFrame41" Type="http://schemas.openxmlformats.org/officeDocument/2006/relationships/image" Target="../media/t4_click_30886155d2f26658aecbf0d357756baed630d47027bc56d5a80d4e2e7f0779da.png"/><Relationship Id="rIdT4ClickFrame42" Type="http://schemas.openxmlformats.org/officeDocument/2006/relationships/image" Target="../media/t4_click_ab16ed140a6ed2cd7f074f5a096cea02807384b4dc24b3d854f8dd4859ba4a3e.png"/><Relationship Id="rIdT4ClickFrame43" Type="http://schemas.openxmlformats.org/officeDocument/2006/relationships/image" Target="../media/t4_click_41f1dd2fbad6a76bb3d3654113b27c930cb0ff848c4dd3e4d5bd76daecd195ab.png"/><Relationship Id="rIdT4ClickFrame44" Type="http://schemas.openxmlformats.org/officeDocument/2006/relationships/image" Target="../media/t4_click_410289eacaf90e1206bbd6a25f7fcb14aec5cdc47e97d97a2decadebfc7d12e5.png"/><Relationship Id="rIdT4ClickFrame45" Type="http://schemas.openxmlformats.org/officeDocument/2006/relationships/image" Target="../media/t4_click_0f41ae9554f8f0e129613f6e801d2b2c15dc253c16169dcb21d1d27c4129f86d.png"/><Relationship Id="rIdT4ClickFrame46" Type="http://schemas.openxmlformats.org/officeDocument/2006/relationships/image" Target="../media/t4_click_1b18239a90433533be0567a12d3724e233acca44c2e7ff99d010721c79a1280b.png"/><Relationship Id="rIdT4ClickFrame47" Type="http://schemas.openxmlformats.org/officeDocument/2006/relationships/image" Target="../media/t4_click_4c27a568fb082fe4bfc15a908d0eab3976e5bae23428bad3305d383ebeb9084d.png"/><Relationship Id="rIdT4ClickFrame48" Type="http://schemas.openxmlformats.org/officeDocument/2006/relationships/image" Target="../media/t4_click_2e37985ae266b4d130a90f1b85cb2875bf98d4ff26675cb916892f6d6a7f3c5d.png"/><Relationship Id="rIdT4ClickFrame49" Type="http://schemas.openxmlformats.org/officeDocument/2006/relationships/image" Target="../media/t4_click_0dce73fd1370cb5796263ef27799cdea2d11c01fe74383242e38541a28f9b7ea.png"/><Relationship Id="rIdT4ClickFrame50" Type="http://schemas.openxmlformats.org/officeDocument/2006/relationships/image" Target="../media/t4_click_5bf3ebcb62612d7345f5730beb3ef065fbb4ab9caff598dff0119ce437c0cc39.png"/><Relationship Id="rIdT4ClickFrame51" Type="http://schemas.openxmlformats.org/officeDocument/2006/relationships/image" Target="../media/t4_click_ab035e9b4a9d9fbc2469b75468f7d50ce6da00b7b7dc6a9d43dc78cd2bb6657f.png"/><Relationship Id="rIdT4ClickFrame52" Type="http://schemas.openxmlformats.org/officeDocument/2006/relationships/image" Target="../media/t4_click_6b8f48bcbc3518031846dd465026cff75ffce6137b5bbd085d3ecc7b2d242928.png"/><Relationship Id="rIdT4ClickFrame53" Type="http://schemas.openxmlformats.org/officeDocument/2006/relationships/image" Target="../media/t4_click_f2ecb43a4f99d89c521d6907279f32bb1430f62917c4f5351788c0380e87e587.png"/><Relationship Id="rIdT4ClickFrame54" Type="http://schemas.openxmlformats.org/officeDocument/2006/relationships/image" Target="../media/t4_click_45965b64bd5c8005441d8de8916aca7084a293614691684b5c170293558a874d.png"/><Relationship Id="rIdT4ClickFrame55" Type="http://schemas.openxmlformats.org/officeDocument/2006/relationships/image" Target="../media/t4_click_1bf8a47a714329c22ba23573b581a4eec242357f2a194356f2c840beae7a51ba.png"/><Relationship Id="rIdT4ClickFrame56" Type="http://schemas.openxmlformats.org/officeDocument/2006/relationships/image" Target="../media/t4_click_553d9d45edb0e79827d6bbdb79d11ef35688d015fb693cb0135bcc0eb3663244.png"/><Relationship Id="rIdT4ClickFrame57" Type="http://schemas.openxmlformats.org/officeDocument/2006/relationships/image" Target="../media/t4_click_29307ca44e24c0131e52bdbc6c612d8c6f996842d84f59758bc89b7fdedaa710.png"/><Relationship Id="rIdT4ClickFrame58" Type="http://schemas.openxmlformats.org/officeDocument/2006/relationships/image" Target="../media/t4_click_d4b92cfb46f3cdd9a08242e95a17c76153f3223d966555fee6cb24b46c7c0ef8.png"/><Relationship Id="rIdT4ClickFrame59" Type="http://schemas.openxmlformats.org/officeDocument/2006/relationships/image" Target="../media/t4_click_23ad0d763495236a61e63c66fc064367d8e5ffab2f8f09f9b9db58e5b42f8a10.png"/><Relationship Id="rIdT4ClickFrame60" Type="http://schemas.openxmlformats.org/officeDocument/2006/relationships/image" Target="../media/t4_click_3fe12ffdd3d3cf1678504cb434b9c981ac5e2cd355e04b1e08259b5faabd8cbc.png"/><Relationship Id="rIdT4ClickFrame61" Type="http://schemas.openxmlformats.org/officeDocument/2006/relationships/image" Target="../media/t4_click_96fad839d3cf716621802c18fc47fb840d0d89a1805ef0accfe26851947f63bd.png"/><Relationship Id="rIdT4ClickFrame62" Type="http://schemas.openxmlformats.org/officeDocument/2006/relationships/image" Target="../media/t4_click_58b665e458dd14bebce91b435dbae659f28b7e1312b1f9c0de9b08c14e833812.png"/><Relationship Id="rIdT4ClickFrame63" Type="http://schemas.openxmlformats.org/officeDocument/2006/relationships/image" Target="../media/t4_click_9496262dedb4bc081ffe9d8761ad994bb01a7df5f53a8f3780c7e828f068a6c8.png"/><Relationship Id="rIdT4ClickFrame64" Type="http://schemas.openxmlformats.org/officeDocument/2006/relationships/image" Target="../media/t4_click_d74650684b29faea7994595ee9932eb5c91d687cdcbf622230fc575efdd8273e.png"/><Relationship Id="rIdT4ClickFrame65" Type="http://schemas.openxmlformats.org/officeDocument/2006/relationships/image" Target="../media/t4_click_6aa79cbe5df23cb9d6f1f156d033506453191932fa5761dd007dc454cef94986.png"/><Relationship Id="rIdT4ClickFrame66" Type="http://schemas.openxmlformats.org/officeDocument/2006/relationships/image" Target="../media/t4_click_1ca80b138fb74a84d94d759ad5f39bc7e4186806853a9d79dc8c47a28b7ceef6.png"/><Relationship Id="rIdT4ClickFrame67" Type="http://schemas.openxmlformats.org/officeDocument/2006/relationships/image" Target="../media/t4_click_97a763923bcb802fe523792567359ad0e033f39445219cdb816ea5460e4f879a.png"/><Relationship Id="rIdT4ClickFrame68" Type="http://schemas.openxmlformats.org/officeDocument/2006/relationships/image" Target="../media/t4_click_c848e4f171e00cb463adb9f02350ee1c8c4fa55d43a5b30c5b893e4801d9b871.png"/><Relationship Id="rIdT4ClickFrame69" Type="http://schemas.openxmlformats.org/officeDocument/2006/relationships/image" Target="../media/t4_click_a8a12376d880aec7137fdeb9c6592b37e8888a9b327f6739b36789c545bc8986.png"/><Relationship Id="rIdT4ClickFrame70" Type="http://schemas.openxmlformats.org/officeDocument/2006/relationships/image" Target="../media/t4_click_803fbdc5b067d17e7c187c02adc5c57a982e3df037861645fb8d9d573d1f18ef.png"/><Relationship Id="rIdT4ClickFrame71" Type="http://schemas.openxmlformats.org/officeDocument/2006/relationships/image" Target="../media/t4_click_001c73d85c75e7c63a285be02ebe37cd1cc0b95187f9a440379e5441e30ea256.png"/><Relationship Id="rIdT4ClickFrame72" Type="http://schemas.openxmlformats.org/officeDocument/2006/relationships/image" Target="../media/t4_click_48e1cfb5cfa1ddd4c5dcebc97367786f4405938dc4717fd11922868b4fcf020b.png"/><Relationship Id="rIdT4ClickFrame73" Type="http://schemas.openxmlformats.org/officeDocument/2006/relationships/image" Target="../media/t4_click_017b2369b0016c93f84af1f00e9aabeb4a9dab853bdffa34bd97ed60a66b0de0.png"/><Relationship Id="rIdT4ClickFrame74" Type="http://schemas.openxmlformats.org/officeDocument/2006/relationships/image" Target="../media/t4_click_84260c74af169cb5e41a8670383d6f9504ed3260f080c8aa306bc5496eb02229.png"/><Relationship Id="rIdT4ClickFrame75" Type="http://schemas.openxmlformats.org/officeDocument/2006/relationships/image" Target="../media/t4_click_3eef482dd8a790afba0ea9e454251068c9c116061451950651b9da44a67e4421.png"/><Relationship Id="rIdT4ClickFrame76" Type="http://schemas.openxmlformats.org/officeDocument/2006/relationships/image" Target="../media/t4_click_20e2b8c4268f13344c4775220a53e04aa317be2ff6d1c023e0522117c2f2801a.png"/><Relationship Id="rIdT4ClickFrame77" Type="http://schemas.openxmlformats.org/officeDocument/2006/relationships/image" Target="../media/t4_click_62a1cebe6801c42226f983561121172209ea0b6b17c0c095d6a6d791c9c292d4.png"/><Relationship Id="rIdT4ClickFrame78" Type="http://schemas.openxmlformats.org/officeDocument/2006/relationships/image" Target="../media/t4_click_d02dea1a734dfd84f7ea1b1c36454d4ba04eebe273fbe47fc6bc094805e317b5.png"/><Relationship Id="rIdT4ClickFrame79" Type="http://schemas.openxmlformats.org/officeDocument/2006/relationships/image" Target="../media/t4_click_11f362eabb59be45f506fe4edbd253dbce2e8ab7a2405262fcb460674296edd8.png"/><Relationship Id="rIdT4ClickFrame80" Type="http://schemas.openxmlformats.org/officeDocument/2006/relationships/image" Target="../media/t4_click_c5beb2b0425f69c675b2b923988d8aec3a5df7fea87b5b1e7252320e92692b67.png"/><Relationship Id="rIdT4ClickFrame81" Type="http://schemas.openxmlformats.org/officeDocument/2006/relationships/image" Target="../media/t4_click_3d63ff3c203d4ad819ea4a720bac32fed77ce76e287614c7be744996387fe7c0.png"/><Relationship Id="rIdT4ClickFrame82" Type="http://schemas.openxmlformats.org/officeDocument/2006/relationships/image" Target="../media/t4_click_752d3fa2ff5dc696c6e749559d350ff5c5b169e9dceb99670117f41be2a1e663.png"/><Relationship Id="rIdT4ClickFrame83" Type="http://schemas.openxmlformats.org/officeDocument/2006/relationships/image" Target="../media/t4_click_be370bd67d76f41d523522637882f342b09312d7b1d39f8eca6607886570c91e.png"/><Relationship Id="rIdT4ClickFrame84" Type="http://schemas.openxmlformats.org/officeDocument/2006/relationships/image" Target="../media/t4_click_c88b54c01430787948e470f29f61b09a43e66d9fd1be58c2f88d4aa4d96ea736.png"/><Relationship Id="rIdT4ClickFrame85" Type="http://schemas.openxmlformats.org/officeDocument/2006/relationships/image" Target="../media/t4_click_77e47092cf9c0ececd823cf12779f54125a270627c2e4ad0327616faf4e60b2b.png"/></Relationships>
</file>

<file path=ppt/slides/_rels/slide3.xml.rels><?xml version='1.0' encoding='UTF-8' standalone='yes'?>
<Relationships xmlns="http://schemas.openxmlformats.org/package/2006/relationships"><Relationship Type="http://schemas.openxmlformats.org/officeDocument/2006/relationships/slideLayout" Target="../slideLayouts/t3_reference_methods_slideLayout1.xml" Id="R1f4403015d5e4814"/><Relationship Type="http://schemas.openxmlformats.org/officeDocument/2006/relationships/image" Target="/ppt/media/image9.png" Id="R4ea7ad62fbcf439c"/><Relationship Type="http://schemas.openxmlformats.org/officeDocument/2006/relationships/image" Target="/ppt/media/image10.png" Id="Rdabe5342ad414542"/><Relationship Type="http://schemas.openxmlformats.org/officeDocument/2006/relationships/image" Target="/ppt/media/image11.png" Id="R62ba0a6c1c294213"/><Relationship Type="http://schemas.openxmlformats.org/officeDocument/2006/relationships/image" Target="/ppt/media/image12.png" Id="R447128d5573a433f"/><Relationship Type="http://schemas.openxmlformats.org/officeDocument/2006/relationships/image" Target="/ppt/media/image13.png" Id="Rf63e88a06d16410f"/><Relationship Type="http://schemas.openxmlformats.org/officeDocument/2006/relationships/notesSlide" Target="/ppt/notesSlides/notesSlide3.xml" Id="R4f6b9c20d7d44f1a"/><Relationship Id="rIdMathSvg0" Type="http://schemas.openxmlformats.org/officeDocument/2006/relationships/image" Target="../media/t4_93c3335567a796fdd93ef82e.svg"/><Relationship Id="rIdMathSvg1" Type="http://schemas.openxmlformats.org/officeDocument/2006/relationships/image" Target="../media/t4_240e26142988b7a2eb1957ec.svg"/><Relationship Id="rIdMathSvg2" Type="http://schemas.openxmlformats.org/officeDocument/2006/relationships/image" Target="../media/t4_b9b2e9ac93b5a7349e369dc0.svg"/><Relationship Id="rIdMathSvg3" Type="http://schemas.openxmlformats.org/officeDocument/2006/relationships/image" Target="../media/t4_1b91b9bd4497845c7571482c.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4.xml"/><Relationship Id="rIdNav3" Type="http://schemas.openxmlformats.org/officeDocument/2006/relationships/slide" Target="slide5.xml"/><Relationship Id="rIdT4ClickFrame1" Type="http://schemas.openxmlformats.org/officeDocument/2006/relationships/image" Target="../media/image9.png"/><Relationship Id="rIdT4ClickFrame2" Type="http://schemas.openxmlformats.org/officeDocument/2006/relationships/image" Target="../media/t4_click_2d203bb4d05e58a5b8cc2fdd4e1c1c4e9e40ac7febcff7488752f9dce7ae4d94.png"/><Relationship Id="rIdT4ClickFrame3" Type="http://schemas.openxmlformats.org/officeDocument/2006/relationships/image" Target="../media/t4_click_ab9556c07286ad5f5f58c9e769f785aac9c64d04430dd41770147ff25427978e.png"/><Relationship Id="rIdT4ClickFrame4" Type="http://schemas.openxmlformats.org/officeDocument/2006/relationships/image" Target="../media/t4_click_4b043e7817c0d0bcedec225ffa082a0acb8492379eaddeee857b24cd351002d3.png"/><Relationship Id="rIdT4ClickFrame5" Type="http://schemas.openxmlformats.org/officeDocument/2006/relationships/image" Target="../media/t4_click_a29a6835e83cbf868468180c1b38976f2bb437ebccf6418e1acfb4b2950fb964.png"/><Relationship Id="rIdT4ClickFrame6" Type="http://schemas.openxmlformats.org/officeDocument/2006/relationships/image" Target="../media/t4_click_8789ffae29fcbf94070effbc75c8604853ff25c30137894469c39a27f1d24b33.png"/><Relationship Id="rIdT4ClickFrame7" Type="http://schemas.openxmlformats.org/officeDocument/2006/relationships/image" Target="../media/t4_click_d962e862c3f85b95b58c7a231f599e51f186056f1aded8f42bc92abd7e9e6deb.png"/><Relationship Id="rIdT4ClickFrame8" Type="http://schemas.openxmlformats.org/officeDocument/2006/relationships/image" Target="../media/t4_click_2186821d7d9a49a068ec70de71d1eb7d3977f5883d7bd3cde71072a5abfb7b14.png"/><Relationship Id="rIdT4ClickFrame9" Type="http://schemas.openxmlformats.org/officeDocument/2006/relationships/image" Target="../media/t4_click_8f2bb1aa9b0c3fad2fa580adcb40d66393d0cbb4a8448ce973fb46acb4fc3b7f.png"/><Relationship Id="rIdT4ClickFrame10" Type="http://schemas.openxmlformats.org/officeDocument/2006/relationships/image" Target="../media/t4_click_afa4d775be5d2e6e715629cecfd2b1f55f675a6dae1f94f2ef1663402fab511a.png"/><Relationship Id="rIdT4ClickFrame11" Type="http://schemas.openxmlformats.org/officeDocument/2006/relationships/image" Target="../media/t4_click_815bc9d3b4b21715d5af40c5a9112512ddb270055759818122cc07ce4c0b3af5.png"/><Relationship Id="rIdT4ClickFrame12" Type="http://schemas.openxmlformats.org/officeDocument/2006/relationships/image" Target="../media/t4_click_ae307c1551c75148e9320aee4bdc521beb6cebcc484ad74dbdac5d899d367691.png"/><Relationship Id="rIdT4ClickFrame13" Type="http://schemas.openxmlformats.org/officeDocument/2006/relationships/image" Target="../media/t4_click_3d2e8c2bbc5cb5a423fb80ad7c4baa202fff79cb0f60a91bc801a43fc784c93b.png"/><Relationship Id="rIdT4ClickFrame14" Type="http://schemas.openxmlformats.org/officeDocument/2006/relationships/image" Target="../media/t4_click_dc199684b0a8624baf479cc05d28c7c76efc1b1f13154ad2d8ae16c8d93a04e2.png"/><Relationship Id="rIdT4ClickFrame15" Type="http://schemas.openxmlformats.org/officeDocument/2006/relationships/image" Target="../media/t4_click_b259eeb513ea5286e89eac16ca1fe54a8efb6f203daa419295049cdace6c1575.png"/><Relationship Id="rIdT4ClickFrame16" Type="http://schemas.openxmlformats.org/officeDocument/2006/relationships/image" Target="../media/t4_click_52d03650d6f9a146693a1fc2ab77a0f0b0b9af399a5b7630f2a95d2377cbffab.png"/><Relationship Id="rIdT4ClickFrame17" Type="http://schemas.openxmlformats.org/officeDocument/2006/relationships/image" Target="../media/t4_click_bbb20d0edc881191e994db5135b8266de1da86713d3a81b411001207aab1a62a.png"/><Relationship Id="rIdT4ClickFrame18" Type="http://schemas.openxmlformats.org/officeDocument/2006/relationships/image" Target="../media/t4_click_393a1ed1c524cdc06b47a8ad4e1396b3bafa207a7318a5c40619ebad5a97d9de.png"/><Relationship Id="rIdT4ClickFrame19" Type="http://schemas.openxmlformats.org/officeDocument/2006/relationships/image" Target="../media/t4_click_9795537fbb2fa0d0b55705b1ca3469c935488bc45ac081af524e122d3424b87d.png"/><Relationship Id="rIdT4ClickFrame20" Type="http://schemas.openxmlformats.org/officeDocument/2006/relationships/image" Target="../media/t4_click_aec173a0f646ef590fdfe40d2eaae1a23da1581933861437708cdd4a4f91f9d7.png"/><Relationship Id="rIdT4ClickFrame21" Type="http://schemas.openxmlformats.org/officeDocument/2006/relationships/image" Target="../media/t4_click_d40bc6c25ce1e4e943dbb5449746fb9f9a889780ad30cddb5a64fdae2a572a91.png"/><Relationship Id="rIdT4ClickFrame22" Type="http://schemas.openxmlformats.org/officeDocument/2006/relationships/image" Target="../media/t4_click_a4ad28f71923cdf2abc0f4391974ee6b1c636e65075a30e29698c861ce9d845d.png"/><Relationship Id="rIdT4ClickFrame23" Type="http://schemas.openxmlformats.org/officeDocument/2006/relationships/image" Target="../media/t4_click_c6f44a822ba93de6ebb9f8af91afcac8c585e755d572f1cd7b30acad60efc746.png"/><Relationship Id="rIdT4ClickFrame24" Type="http://schemas.openxmlformats.org/officeDocument/2006/relationships/image" Target="../media/t4_click_bb27c4bc3195dea871a274522f1520cb69d537f6659fc41467b41187cd465187.png"/><Relationship Id="rIdT4ClickFrame25" Type="http://schemas.openxmlformats.org/officeDocument/2006/relationships/image" Target="../media/t4_click_9bf514dabcde3435f67c6a37e82aa7d4fb84ef40ed3ea3100a2f8334da19a2e9.png"/><Relationship Id="rIdT4ClickFrame26" Type="http://schemas.openxmlformats.org/officeDocument/2006/relationships/image" Target="../media/t4_click_03c8c37049e1fc6c33e0d12b0a8d7e620c7a3a8070a26f6c3817acde8d237c80.png"/><Relationship Id="rIdT4ClickFrame27" Type="http://schemas.openxmlformats.org/officeDocument/2006/relationships/image" Target="../media/t4_click_ea762f71c9239ea73f45d4f63c472f9ca7b6d2d25706be98b882ca21f0d18db4.png"/><Relationship Id="rIdT4ClickFrame28" Type="http://schemas.openxmlformats.org/officeDocument/2006/relationships/image" Target="../media/t4_click_156e3ecb6176d6ef446b6324f237191ab01438940b456823c9b89a69551ed5ac.png"/><Relationship Id="rIdT4ClickFrame29" Type="http://schemas.openxmlformats.org/officeDocument/2006/relationships/image" Target="../media/t4_click_e20b5c2ccbacc9c44840a1cd6ebd40b0dc200423a11a8b03f5076c66763710fc.png"/></Relationships>
</file>

<file path=ppt/slides/_rels/slide4.xml.rels><?xml version='1.0' encoding='UTF-8' standalone='yes'?>
<Relationships xmlns="http://schemas.openxmlformats.org/package/2006/relationships"><Relationship Type="http://schemas.openxmlformats.org/officeDocument/2006/relationships/slideLayout" Target="../slideLayouts/t3_reference_methods_slideLayout1.xml" Id="R0064b736d2be4b5d"/><Relationship Type="http://schemas.openxmlformats.org/officeDocument/2006/relationships/image" Target="/ppt/media/image14.png" Id="Re1ccd36591c94ad6"/><Relationship Type="http://schemas.openxmlformats.org/officeDocument/2006/relationships/image" Target="/ppt/media/image15.png" Id="Rf1f5308c0cd44228"/><Relationship Type="http://schemas.openxmlformats.org/officeDocument/2006/relationships/image" Target="/ppt/media/image16.png" Id="R4c9b843ccbda41c3"/><Relationship Type="http://schemas.openxmlformats.org/officeDocument/2006/relationships/image" Target="/ppt/media/image17.png" Id="R7043c978ddfe48fd"/><Relationship Type="http://schemas.openxmlformats.org/officeDocument/2006/relationships/image" Target="/ppt/media/image18.png" Id="Ree2c298b2e994d4e"/><Relationship Type="http://schemas.openxmlformats.org/officeDocument/2006/relationships/notesSlide" Target="/ppt/notesSlides/notesSlide4.xml" Id="Rc0d8daed57094c56"/><Relationship Id="rIdMathSvg0" Type="http://schemas.openxmlformats.org/officeDocument/2006/relationships/image" Target="../media/t4_93c3335567a796fdd93ef82e.svg"/><Relationship Id="rIdMathSvg1" Type="http://schemas.openxmlformats.org/officeDocument/2006/relationships/image" Target="../media/t4_775c5fb12346225e3f90fcd8.svg"/><Relationship Id="rIdMathSvg2" Type="http://schemas.openxmlformats.org/officeDocument/2006/relationships/image" Target="../media/t4_b9b2e9ac93b5a7349e369dc0.svg"/><Relationship Id="rIdMathSvg3" Type="http://schemas.openxmlformats.org/officeDocument/2006/relationships/image" Target="../media/t4_1b7b467783d6c754175a3f0c.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4.xml"/><Relationship Id="rIdNav3" Type="http://schemas.openxmlformats.org/officeDocument/2006/relationships/slide" Target="slide5.xml"/><Relationship Id="rIdT4ClickFrame1" Type="http://schemas.openxmlformats.org/officeDocument/2006/relationships/image" Target="../media/image14.png"/><Relationship Id="rIdT4ClickFrame2" Type="http://schemas.openxmlformats.org/officeDocument/2006/relationships/image" Target="../media/t4_click_bdf58e96abe091e6db4cef67af3e44863b42e5d82e0478e56e4ff3f6a035b6d5.png"/><Relationship Id="rIdT4ClickFrame3" Type="http://schemas.openxmlformats.org/officeDocument/2006/relationships/image" Target="../media/t4_click_5806ffa178a53bafd2b2c9d3acd31fa989f82f88b9bf25ecb282aa1e92b012c0.png"/><Relationship Id="rIdT4ClickFrame4" Type="http://schemas.openxmlformats.org/officeDocument/2006/relationships/image" Target="../media/t4_click_9b86c4403b4c616e90b6cb005e32d1798e22beeee3042e19d5955e9a51de42e0.png"/><Relationship Id="rIdT4ClickFrame5" Type="http://schemas.openxmlformats.org/officeDocument/2006/relationships/image" Target="../media/t4_click_5e71ed5f0fc82152b2c11d0b03e6bb58b1af7b6af04faaccf7bdd738fe5209eb.png"/><Relationship Id="rIdT4ClickFrame6" Type="http://schemas.openxmlformats.org/officeDocument/2006/relationships/image" Target="../media/t4_click_56b9cada0b1adcb6b8b4f05fa8c4d36dff2084dac5375837d0e30394d5fec0cd.png"/><Relationship Id="rIdT4ClickFrame7" Type="http://schemas.openxmlformats.org/officeDocument/2006/relationships/image" Target="../media/t4_click_4006fb0c649d249cd980b39da7cdf6ce38f99222c2fd320fc11efd11e2c05cb2.png"/><Relationship Id="rIdT4ClickFrame8" Type="http://schemas.openxmlformats.org/officeDocument/2006/relationships/image" Target="../media/t4_click_ed7208abcc9bea115143d0089dfc7dcbd013e02ed77cb10afd991fd6818eb452.png"/><Relationship Id="rIdT4ClickFrame9" Type="http://schemas.openxmlformats.org/officeDocument/2006/relationships/image" Target="../media/t4_click_4574fe80588b0480bf0526f9872066c4ab541c3c0b3dc6848632b88cc6c0488f.png"/><Relationship Id="rIdT4ClickFrame10" Type="http://schemas.openxmlformats.org/officeDocument/2006/relationships/image" Target="../media/t4_click_4bd58ba5a4c569771d9806028493a4beb7c6ddf97b762d9080441080e169dc55.png"/><Relationship Id="rIdT4ClickFrame11" Type="http://schemas.openxmlformats.org/officeDocument/2006/relationships/image" Target="../media/t4_click_7c1af440c07dcb4487dd121737e5417937d449a47cfecb46ebbc0d0012dc1041.png"/><Relationship Id="rIdT4ClickFrame12" Type="http://schemas.openxmlformats.org/officeDocument/2006/relationships/image" Target="../media/t4_click_ed478e984d580e65afcad239da364516d8c7143adf14c534bec8aa08b39d1cfd.png"/><Relationship Id="rIdT4ClickFrame13" Type="http://schemas.openxmlformats.org/officeDocument/2006/relationships/image" Target="../media/t4_click_a67cf3820659024aa20c604916767318122a7643a3f8a331a61a2b53dff35697.png"/><Relationship Id="rIdT4ClickFrame14" Type="http://schemas.openxmlformats.org/officeDocument/2006/relationships/image" Target="../media/t4_click_cf677edf14efb75ba38d8065d7258c3535e9378c6dc5a3b29b800d2a20f34a02.png"/><Relationship Id="rIdT4ClickFrame15" Type="http://schemas.openxmlformats.org/officeDocument/2006/relationships/image" Target="../media/t4_click_989508db8f61bdc9a5cc5a7ff00eb8cd94655db74d0e3ec0c0c0f9c4f1b6529e.png"/><Relationship Id="rIdT4ClickFrame16" Type="http://schemas.openxmlformats.org/officeDocument/2006/relationships/image" Target="../media/t4_click_8fbd09bfefd2175f032cf644b6e42de13058109e38a704e91cc8dd231c95d28c.png"/><Relationship Id="rIdT4ClickFrame17" Type="http://schemas.openxmlformats.org/officeDocument/2006/relationships/image" Target="../media/t4_click_1175e66aea9455fdc0a5feb8d8daf35adf58ae8d202d5f7e8e6519587c616253.png"/><Relationship Id="rIdT4ClickFrame18" Type="http://schemas.openxmlformats.org/officeDocument/2006/relationships/image" Target="../media/t4_click_b4253c00cb9f3c0807408f90c5f51d02a40e000f622d29f547aca52010cae842.png"/><Relationship Id="rIdT4ClickFrame19" Type="http://schemas.openxmlformats.org/officeDocument/2006/relationships/image" Target="../media/t4_click_b6a4f17a80626870a63ccdb12bda6a973c03e239c05d401c502ca9f759880169.png"/><Relationship Id="rIdT4ClickFrame20" Type="http://schemas.openxmlformats.org/officeDocument/2006/relationships/image" Target="../media/t4_click_dcdf513199bbfb78eb647b5d67afe75177b367fa69dbecad0c73b9e8e192dee9.png"/><Relationship Id="rIdT4ClickFrame21" Type="http://schemas.openxmlformats.org/officeDocument/2006/relationships/image" Target="../media/t4_click_b51485833e4f9424dee83349dde829e0e4e04bca65af0c4e71a1e5df12fea23b.png"/><Relationship Id="rIdT4ClickFrame22" Type="http://schemas.openxmlformats.org/officeDocument/2006/relationships/image" Target="../media/t4_click_2f38ea412d768b4f77f785a61fd18c0e856ae6bac4ea5c0460812c8627583afd.png"/><Relationship Id="rIdT4ClickFrame23" Type="http://schemas.openxmlformats.org/officeDocument/2006/relationships/image" Target="../media/t4_click_9d3341b05445ac7d65eabf24c8e0681814ff6128ebb828faf750c0d3fe50d60f.png"/><Relationship Id="rIdT4ClickFrame24" Type="http://schemas.openxmlformats.org/officeDocument/2006/relationships/image" Target="../media/t4_click_a6d45ffc485ff8942ca1d572c24dc41938c32f164cd54469cd3816b82710e090.png"/><Relationship Id="rIdT4ClickFrame25" Type="http://schemas.openxmlformats.org/officeDocument/2006/relationships/image" Target="../media/t4_click_b48bfcdd0be30e90b27e3b2f52660d0a7d48fffe2e9ec917989bab69715fe0ef.png"/><Relationship Id="rIdT4ClickFrame26" Type="http://schemas.openxmlformats.org/officeDocument/2006/relationships/image" Target="../media/t4_click_c5921ba93f504298f9f90b63b6f0435013311647a80197cad17591c82e78666c.png"/><Relationship Id="rIdT4ClickFrame27" Type="http://schemas.openxmlformats.org/officeDocument/2006/relationships/image" Target="../media/t4_click_8be736c2ee2f4bdaeee593d7564fdc292cb54b84422aea5b3b20ba30083c0818.png"/><Relationship Id="rIdT4ClickFrame28" Type="http://schemas.openxmlformats.org/officeDocument/2006/relationships/image" Target="../media/t4_click_a41a5ae6faa2c57c68329f16ad9567c8184456985acff0a331d996b87f24763a.png"/><Relationship Id="rIdT4ClickFrame29" Type="http://schemas.openxmlformats.org/officeDocument/2006/relationships/image" Target="../media/t4_click_cbff22a44d54e43a5f26e6502e3446dc90570c593e3b056530afc6c4408f56f0.png"/></Relationships>
</file>

<file path=ppt/slides/_rels/slide5.xml.rels><?xml version='1.0' encoding='UTF-8' standalone='yes'?>
<Relationships xmlns="http://schemas.openxmlformats.org/package/2006/relationships"><Relationship Type="http://schemas.openxmlformats.org/officeDocument/2006/relationships/slideLayout" Target="../slideLayouts/t3_reference_methods_slideLayout1.xml" Id="R6c4ae90edec3495b"/><Relationship Type="http://schemas.openxmlformats.org/officeDocument/2006/relationships/image" Target="/ppt/media/image19.png" Id="Rb9f755ef777242c0"/><Relationship Type="http://schemas.openxmlformats.org/officeDocument/2006/relationships/image" Target="/ppt/media/image20.png" Id="R5a8a82a13abf4ac1"/><Relationship Type="http://schemas.openxmlformats.org/officeDocument/2006/relationships/image" Target="/ppt/media/image21.png" Id="R10588d177bbe4e6e"/><Relationship Type="http://schemas.openxmlformats.org/officeDocument/2006/relationships/image" Target="/ppt/media/image22.png" Id="Rfe0dde5b4b8d4266"/><Relationship Type="http://schemas.openxmlformats.org/officeDocument/2006/relationships/image" Target="/ppt/media/image23.png" Id="Rba471888dbdf4332"/><Relationship Type="http://schemas.openxmlformats.org/officeDocument/2006/relationships/notesSlide" Target="/ppt/notesSlides/notesSlide5.xml" Id="R5fa04942e3fd44a7"/><Relationship Id="rIdMathSvg0" Type="http://schemas.openxmlformats.org/officeDocument/2006/relationships/image" Target="../media/t4_93c3335567a796fdd93ef82e.svg"/><Relationship Id="rIdMathSvg1" Type="http://schemas.openxmlformats.org/officeDocument/2006/relationships/image" Target="../media/t4_775c5fb12346225e3f90fcd8.svg"/><Relationship Id="rIdMathSvg2" Type="http://schemas.openxmlformats.org/officeDocument/2006/relationships/image" Target="../media/t4_b9b2e9ac93b5a7349e369dc0.svg"/><Relationship Id="rIdMathSvg3" Type="http://schemas.openxmlformats.org/officeDocument/2006/relationships/image" Target="../media/t4_606f7abbd8f3151350f28dd7.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4.xml"/><Relationship Id="rIdNav3" Type="http://schemas.openxmlformats.org/officeDocument/2006/relationships/slide" Target="slide5.xml"/><Relationship Id="rIdT4ClickFrame1" Type="http://schemas.openxmlformats.org/officeDocument/2006/relationships/image" Target="../media/image19.png"/><Relationship Id="rIdT4ClickFrame2" Type="http://schemas.openxmlformats.org/officeDocument/2006/relationships/image" Target="../media/t4_click_fe6352f6bbe5eae7cb2a7b5dfc4a253d417d3de642da7c312ea7e06644c95e32.png"/><Relationship Id="rIdT4ClickFrame3" Type="http://schemas.openxmlformats.org/officeDocument/2006/relationships/image" Target="../media/t4_click_b70c6e5283558cb26d6b615217df9b6e40ef581d3efe5ccf1f332142f0752d37.png"/><Relationship Id="rIdT4ClickFrame4" Type="http://schemas.openxmlformats.org/officeDocument/2006/relationships/image" Target="../media/t4_click_30f682c29047816c964c593698e5be0ad8b356db38df5e473ed453b2ab8759b2.png"/><Relationship Id="rIdT4ClickFrame5" Type="http://schemas.openxmlformats.org/officeDocument/2006/relationships/image" Target="../media/t4_click_9f381cd21fb058968931e40d927c44cc1c39d5be6301b46543c2aa911d3c8b85.png"/><Relationship Id="rIdT4ClickFrame6" Type="http://schemas.openxmlformats.org/officeDocument/2006/relationships/image" Target="../media/t4_click_65e0be9b6ef175a578afa24bec20bb1f691146e7e1aaca493cea1064fbde66b9.png"/><Relationship Id="rIdT4ClickFrame7" Type="http://schemas.openxmlformats.org/officeDocument/2006/relationships/image" Target="../media/t4_click_671bedacd9ac5c1abf8ac3dde1b7b80437468f4fefaab72fd4e82fef0fd9c9df.png"/><Relationship Id="rIdT4ClickFrame8" Type="http://schemas.openxmlformats.org/officeDocument/2006/relationships/image" Target="../media/t4_click_ddb2ecbaff6ddfe808e60d41dc8d0a82adce7df24052d136fe4a34a966ca10e6.png"/><Relationship Id="rIdT4ClickFrame9" Type="http://schemas.openxmlformats.org/officeDocument/2006/relationships/image" Target="../media/t4_click_54c3ed304d834337635510fe7f9fe0272c8123510da573f9d7c1808c5b789cfe.png"/><Relationship Id="rIdT4ClickFrame10" Type="http://schemas.openxmlformats.org/officeDocument/2006/relationships/image" Target="../media/t4_click_464af6774a672828ec6aed70b55ea7da943b9e48151638f7ba3f03e19c7496af.png"/><Relationship Id="rIdT4ClickFrame11" Type="http://schemas.openxmlformats.org/officeDocument/2006/relationships/image" Target="../media/t4_click_b6dfb26817207310aac30c0da84d1cc62ebb18c567d237f46e67ac8d83ef77ef.png"/><Relationship Id="rIdT4ClickFrame12" Type="http://schemas.openxmlformats.org/officeDocument/2006/relationships/image" Target="../media/t4_click_53bfaeed823ed6db9f220cbf0ce80d8b96f5f47432059817693bd5bebf1a5848.png"/><Relationship Id="rIdT4ClickFrame13" Type="http://schemas.openxmlformats.org/officeDocument/2006/relationships/image" Target="../media/t4_click_d9fc6c42a47621390dbed49bd844dc719cc2c586807fafa197f51275af990bb6.png"/><Relationship Id="rIdT4ClickFrame14" Type="http://schemas.openxmlformats.org/officeDocument/2006/relationships/image" Target="../media/t4_click_939d3a69d3e87a5382d48cc2d1f6b966996736221c5c8ab8408d9f05a77bd3f7.png"/><Relationship Id="rIdT4ClickFrame15" Type="http://schemas.openxmlformats.org/officeDocument/2006/relationships/image" Target="../media/t4_click_c255a4939c0f2cf6fe927010ce11154a785d0cefd077041afa92bea7b27a3f36.png"/><Relationship Id="rIdT4ClickFrame16" Type="http://schemas.openxmlformats.org/officeDocument/2006/relationships/image" Target="../media/t4_click_2f3312f2ba738d028f7c555ad61e39657e3de8b4cb28e73abb4a7711d27ae6d5.png"/><Relationship Id="rIdT4ClickFrame17" Type="http://schemas.openxmlformats.org/officeDocument/2006/relationships/image" Target="../media/t4_click_d88da307aec91fac6a10358860649625c7271d7f93d25f7428fe2c2cd51cdee8.png"/><Relationship Id="rIdT4ClickFrame18" Type="http://schemas.openxmlformats.org/officeDocument/2006/relationships/image" Target="../media/t4_click_f6f97ea165fb854f4d749245a99cc8f32cdf78123552f5fa16996758af1e2028.png"/><Relationship Id="rIdT4ClickFrame19" Type="http://schemas.openxmlformats.org/officeDocument/2006/relationships/image" Target="../media/t4_click_375197c9047c28ccbe7d1b356d48176ec77c05fd72c5fbfb570172a8d8ffecfd.png"/><Relationship Id="rIdT4ClickFrame20" Type="http://schemas.openxmlformats.org/officeDocument/2006/relationships/image" Target="../media/t4_click_90651f89a67fdcc48ca6663aa3df70f1f3102d6c0db599c733f77b3043c54248.png"/><Relationship Id="rIdT4ClickFrame21" Type="http://schemas.openxmlformats.org/officeDocument/2006/relationships/image" Target="../media/t4_click_b6fc1c143ee9476a2a9e49089cd0f90bc3faa36515faf791d8922604f53ab128.png"/><Relationship Id="rIdT4ClickFrame22" Type="http://schemas.openxmlformats.org/officeDocument/2006/relationships/image" Target="../media/t4_click_0346ddb3d151d945e46aee83dafdf87927f3673054a4ba6fedd11b89665d1ebb.png"/><Relationship Id="rIdT4ClickFrame23" Type="http://schemas.openxmlformats.org/officeDocument/2006/relationships/image" Target="../media/t4_click_d8129fbd746a2929fb4cd41f542399feb3236557d3044d7855e54a141629c297.png"/><Relationship Id="rIdT4ClickFrame24" Type="http://schemas.openxmlformats.org/officeDocument/2006/relationships/image" Target="../media/t4_click_881be8a23c65da3d603fb11b382268bc388270c9bc6be6425671178a6174b030.png"/><Relationship Id="rIdT4ClickFrame25" Type="http://schemas.openxmlformats.org/officeDocument/2006/relationships/image" Target="../media/t4_click_f89592cf20cebd803ef651103616ba20394ce4465065694b17189029a9331c6a.png"/><Relationship Id="rIdT4ClickFrame26" Type="http://schemas.openxmlformats.org/officeDocument/2006/relationships/image" Target="../media/t4_click_aa685eb76244bb93008f015a1c794ec7dfba0f4b35af5204f706eaa8a02c631a.png"/><Relationship Id="rIdT4ClickFrame27" Type="http://schemas.openxmlformats.org/officeDocument/2006/relationships/image" Target="../media/t4_click_71f3116b41899db664c72d3bd920bc0ac093c0eae34e5a58083f09a83aa1e9ac.png"/><Relationship Id="rIdT4ClickFrame28" Type="http://schemas.openxmlformats.org/officeDocument/2006/relationships/image" Target="../media/t4_click_92b8f488945bbc296dc74554a3bad855a457a42e26e60fe5b79021d8a9ecb187.png"/><Relationship Id="rIdT4ClickFrame29" Type="http://schemas.openxmlformats.org/officeDocument/2006/relationships/image" Target="../media/t4_click_8af85bc16cdadf074acbeaff9dff28593f7ba709f690a556f7ebdc54aa82a574.png"/></Relationships>
</file>

<file path=ppt/slides/_rels/slide6.xml.rels><?xml version='1.0' encoding='UTF-8' standalone='yes'?>
<Relationships xmlns="http://schemas.openxmlformats.org/package/2006/relationships"><Relationship Type="http://schemas.openxmlformats.org/officeDocument/2006/relationships/slideLayout" Target="../slideLayouts/t3_reference_methods_slideLayout1.xml" Id="R7c5050560f8949ef"/><Relationship Type="http://schemas.openxmlformats.org/officeDocument/2006/relationships/image" Target="/ppt/media/image24.png" Id="Rb35c198a246d45bf"/><Relationship Type="http://schemas.openxmlformats.org/officeDocument/2006/relationships/image" Target="/ppt/media/image25.png" Id="Rfdca4b160fea491e"/><Relationship Type="http://schemas.openxmlformats.org/officeDocument/2006/relationships/image" Target="/ppt/media/image26.png" Id="R9e97e31780fb4be6"/><Relationship Type="http://schemas.openxmlformats.org/officeDocument/2006/relationships/image" Target="/ppt/media/image27.png" Id="R1b603d2cb7014af1"/><Relationship Type="http://schemas.openxmlformats.org/officeDocument/2006/relationships/image" Target="/ppt/media/image28.png" Id="Rb2f9873be4d44069"/><Relationship Type="http://schemas.openxmlformats.org/officeDocument/2006/relationships/notesSlide" Target="/ppt/notesSlides/notesSlide6.xml" Id="R3d464af0efbb422e"/><Relationship Id="rIdMathSvg0" Type="http://schemas.openxmlformats.org/officeDocument/2006/relationships/image" Target="../media/t4_89e9892a7b7d12b3c73ff0b6.svg"/><Relationship Id="rIdMathSvg1" Type="http://schemas.openxmlformats.org/officeDocument/2006/relationships/image" Target="../media/t4_29c04cf73af0ea6171539b1c.svg"/><Relationship Id="rIdMathSvg2" Type="http://schemas.openxmlformats.org/officeDocument/2006/relationships/image" Target="../media/t4_b9b2e9ac93b5a7349e369dc0.svg"/><Relationship Id="rIdMathSvg3" Type="http://schemas.openxmlformats.org/officeDocument/2006/relationships/image" Target="../media/t4_d6ee3051ccd01b2be852d621.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7.xml"/><Relationship Id="rIdNav3" Type="http://schemas.openxmlformats.org/officeDocument/2006/relationships/slide" Target="slide5.xml"/><Relationship Id="rIdT4ClickFrame1" Type="http://schemas.openxmlformats.org/officeDocument/2006/relationships/image" Target="../media/image24.png"/><Relationship Id="rIdT4ClickFrame2" Type="http://schemas.openxmlformats.org/officeDocument/2006/relationships/image" Target="../media/t4_click_95935adcb2cfb37e5f773220a4199e9d68abc077533ae67d2f08f7dfeedc34af.png"/><Relationship Id="rIdT4ClickFrame3" Type="http://schemas.openxmlformats.org/officeDocument/2006/relationships/image" Target="../media/t4_click_d963e430db1c0334ef5e6c83fdbf37814b452ad5d399c1399b93a538b9bcc8a5.png"/><Relationship Id="rIdT4ClickFrame4" Type="http://schemas.openxmlformats.org/officeDocument/2006/relationships/image" Target="../media/t4_click_dadcbd2b0e5b72c397cde37a9a9a2686cfc4ee7f46d9b03684441b2bc04d1322.png"/><Relationship Id="rIdT4ClickFrame5" Type="http://schemas.openxmlformats.org/officeDocument/2006/relationships/image" Target="../media/t4_click_cd40955e2cec06e63df19233e5c5aa1c2498cc8d3216dff00c4e484868e6e513.png"/><Relationship Id="rIdT4ClickFrame6" Type="http://schemas.openxmlformats.org/officeDocument/2006/relationships/image" Target="../media/t4_click_ef6f3643f8ec3f9196f3949896507cdad042dea60f2e4ca509902ef86cd47086.png"/><Relationship Id="rIdT4ClickFrame7" Type="http://schemas.openxmlformats.org/officeDocument/2006/relationships/image" Target="../media/t4_click_4a2c0a379f2c607f70086a2ed69d97f2cbeba09c4dbabcbe1b8472642fba3ee9.png"/><Relationship Id="rIdT4ClickFrame8" Type="http://schemas.openxmlformats.org/officeDocument/2006/relationships/image" Target="../media/t4_click_0905f1759d375fd90b96e21123df32c6aab2d696ab1fea3d2ad562ea72dfc018.png"/><Relationship Id="rIdT4ClickFrame9" Type="http://schemas.openxmlformats.org/officeDocument/2006/relationships/image" Target="../media/t4_click_5f7084ed128f73423c6f37f1e19c3d34354f6d270564843808063f7ee0aed707.png"/><Relationship Id="rIdT4ClickFrame10" Type="http://schemas.openxmlformats.org/officeDocument/2006/relationships/image" Target="../media/t4_click_43468f74b04eefecd47906f23fb834800a0bd0db53202074f111bda82badf09c.png"/><Relationship Id="rIdT4ClickFrame11" Type="http://schemas.openxmlformats.org/officeDocument/2006/relationships/image" Target="../media/t4_click_d89bc489cbe714396e4a1ba1566a732926da1a22b0de7d3c3124d0f00a90d014.png"/><Relationship Id="rIdT4ClickFrame12" Type="http://schemas.openxmlformats.org/officeDocument/2006/relationships/image" Target="../media/t4_click_afc8a8d1ac969fef1bd22d1287deaab7857df3800d5800d1f674dc24bfd86525.png"/><Relationship Id="rIdT4ClickFrame13" Type="http://schemas.openxmlformats.org/officeDocument/2006/relationships/image" Target="../media/t4_click_dc5117f85081ab19b35a82681cc2d6960c823da7952d5a333b7bc3d55a320483.png"/><Relationship Id="rIdT4ClickFrame14" Type="http://schemas.openxmlformats.org/officeDocument/2006/relationships/image" Target="../media/t4_click_9eada3496ad5ce6ecdeb72398fbe5177a6287aa6984b9775679c207db7406701.png"/><Relationship Id="rIdT4ClickFrame15" Type="http://schemas.openxmlformats.org/officeDocument/2006/relationships/image" Target="../media/t4_click_888b5efa7664cc838bd2dba0b3c08bc03b90ad83bacb653b8bc5a79d5df82625.png"/><Relationship Id="rIdT4ClickFrame16" Type="http://schemas.openxmlformats.org/officeDocument/2006/relationships/image" Target="../media/t4_click_e8f8c238aaa0e1b75c103cf1bcd6bf64b1679bcf16dd9a351cfb3436ceb10d55.png"/><Relationship Id="rIdT4ClickFrame17" Type="http://schemas.openxmlformats.org/officeDocument/2006/relationships/image" Target="../media/t4_click_3783bd1fe453e9daeb9ab13d367428733c227ff486579dbddc70172a4f832360.png"/><Relationship Id="rIdT4ClickFrame18" Type="http://schemas.openxmlformats.org/officeDocument/2006/relationships/image" Target="../media/t4_click_129b9a86dafdd70137ad8e6c6378c509882778b769338947dce88aa7dda597d0.png"/><Relationship Id="rIdT4ClickFrame19" Type="http://schemas.openxmlformats.org/officeDocument/2006/relationships/image" Target="../media/t4_click_975130f14eadfb56c97a5358f0c31fa064ee3d7e01f378eb56e9107414e203d6.png"/><Relationship Id="rIdT4ClickFrame20" Type="http://schemas.openxmlformats.org/officeDocument/2006/relationships/image" Target="../media/t4_click_2ba08b6cd5b51881c1bb5cff2fa36b3f786f6a2ce96c3c0fe7a6ca2c9e16f9c0.png"/><Relationship Id="rIdT4ClickFrame21" Type="http://schemas.openxmlformats.org/officeDocument/2006/relationships/image" Target="../media/t4_click_ab7e87cfa04085f8f1bfd93f6365be82081aa7cf5df2b55f3e49e3a1d8442782.png"/><Relationship Id="rIdT4ClickFrame22" Type="http://schemas.openxmlformats.org/officeDocument/2006/relationships/image" Target="../media/t4_click_15f768b01e72a167da057a87fb7fd376b578e0de60d58b8976bfd39234ba5085.png"/><Relationship Id="rIdT4ClickFrame23" Type="http://schemas.openxmlformats.org/officeDocument/2006/relationships/image" Target="../media/t4_click_7808738d69aabafe2ba6288813081443b80c8ad352ba5f6e7266338c6260b2c2.png"/><Relationship Id="rIdT4ClickFrame24" Type="http://schemas.openxmlformats.org/officeDocument/2006/relationships/image" Target="../media/t4_click_2e36795b83e627a4d15b38890a930d1a7b886a6aae6696887b4ea62785cd8946.png"/><Relationship Id="rIdT4ClickFrame25" Type="http://schemas.openxmlformats.org/officeDocument/2006/relationships/image" Target="../media/t4_click_5e64dc99e64db78c03e3bf629439099e1af1b3e71795fc2dda3df90d211fceec.png"/><Relationship Id="rIdT4ClickFrame26" Type="http://schemas.openxmlformats.org/officeDocument/2006/relationships/image" Target="../media/t4_click_3ec0f9106eaa42df095c32ad1a6d5379e8b528824215d6be75f82dd2cb5aa797.png"/><Relationship Id="rIdT4ClickFrame27" Type="http://schemas.openxmlformats.org/officeDocument/2006/relationships/image" Target="../media/t4_click_7d1f3b76d769a2efe69e36f69acf22b9dc2c8343ac9821dfc4e57d7cde6b5e63.png"/><Relationship Id="rIdT4ClickFrame28" Type="http://schemas.openxmlformats.org/officeDocument/2006/relationships/image" Target="../media/t4_click_308cc424036b6c624851a66e47effd868342627d87c4317dd02441b7936e3046.png"/><Relationship Id="rIdT4ClickFrame29" Type="http://schemas.openxmlformats.org/officeDocument/2006/relationships/image" Target="../media/image29.png"/></Relationships>
</file>

<file path=ppt/slides/_rels/slide7.xml.rels><?xml version='1.0' encoding='UTF-8' standalone='yes'?>
<Relationships xmlns="http://schemas.openxmlformats.org/package/2006/relationships"><Relationship Type="http://schemas.openxmlformats.org/officeDocument/2006/relationships/slideLayout" Target="../slideLayouts/t3_reference_methods_slideLayout1.xml" Id="Re78828b00a854978"/><Relationship Type="http://schemas.openxmlformats.org/officeDocument/2006/relationships/image" Target="/ppt/media/image29.png" Id="R48ddbef3fdfd4bd0"/><Relationship Type="http://schemas.openxmlformats.org/officeDocument/2006/relationships/image" Target="/ppt/media/image30.png" Id="Rd79747698bde4931"/><Relationship Type="http://schemas.openxmlformats.org/officeDocument/2006/relationships/image" Target="/ppt/media/image31.png" Id="R08456810f49b4cb9"/><Relationship Type="http://schemas.openxmlformats.org/officeDocument/2006/relationships/notesSlide" Target="/ppt/notesSlides/notesSlide7.xml" Id="R70d42b8efd2647b2"/><Relationship Id="rIdMathSvg0" Type="http://schemas.openxmlformats.org/officeDocument/2006/relationships/image" Target="../media/t4_5eecbfe1c58e097c569c935e.svg"/><Relationship Id="rIdMathSvg1" Type="http://schemas.openxmlformats.org/officeDocument/2006/relationships/image" Target="../media/t4_b871b076aa3b3f4c0eb20700.svg"/><Relationship Id="rIdNav0" Type="http://schemas.openxmlformats.org/officeDocument/2006/relationships/slide" Target="slide1.xml"/><Relationship Id="rIdT4ClickFrame1" Type="http://schemas.openxmlformats.org/officeDocument/2006/relationships/image" Target="../media/image29.png"/><Relationship Id="rIdT4ClickFrame2" Type="http://schemas.openxmlformats.org/officeDocument/2006/relationships/image" Target="../media/t4_click_16fa1a98e6b8154371788aa8f67d39c439361b3092fa376a6e8dcc87795192c0.png"/><Relationship Id="rIdT4ClickFrame3" Type="http://schemas.openxmlformats.org/officeDocument/2006/relationships/image" Target="../media/t4_click_6b30a015308c715b31b389ea329580f192476edaf45bb3fe8885581e99adf10f.png"/><Relationship Id="rIdT4ClickFrame4" Type="http://schemas.openxmlformats.org/officeDocument/2006/relationships/image" Target="../media/t4_click_fa0db5d28f6268eead62294c7faeda525fbbcd23a54cea6a17392a26e928815c.png"/><Relationship Id="rIdT4ClickFrame5" Type="http://schemas.openxmlformats.org/officeDocument/2006/relationships/image" Target="../media/t4_click_7e64f055e8012f7a6326bda586fa20450d03caeca5117806a61eca314f642299.png"/><Relationship Id="rIdT4ClickFrame6" Type="http://schemas.openxmlformats.org/officeDocument/2006/relationships/image" Target="../media/t4_click_653f0b69873936a2e3e1f70e35fdda21661e7831cbd002e9128c9515650b9d20.png"/><Relationship Id="rIdT4ClickFrame7" Type="http://schemas.openxmlformats.org/officeDocument/2006/relationships/image" Target="../media/t4_click_c8cd41f819a2d7141488323493e0dbadbf19af0d9e5075ea3b1e8dfc1cbc5368.png"/><Relationship Id="rIdT4ClickFrame8" Type="http://schemas.openxmlformats.org/officeDocument/2006/relationships/image" Target="../media/t4_click_10093aa0218490f21a713c1cb71f970c1fefafe47f3310c90c0d66602ee407c5.png"/><Relationship Id="rIdT4ClickFrame9" Type="http://schemas.openxmlformats.org/officeDocument/2006/relationships/image" Target="../media/t4_click_83fe31118489ce334f5dfc45b398f337bf63f0fe18814d115b7fd14066666a45.png"/><Relationship Id="rIdT4ClickFrame10" Type="http://schemas.openxmlformats.org/officeDocument/2006/relationships/image" Target="../media/t4_click_b62a9e7802c4a8a466c5922b26332cb672de23019920a14da77385276303bb15.png"/><Relationship Id="rIdT4ClickFrame11" Type="http://schemas.openxmlformats.org/officeDocument/2006/relationships/image" Target="../media/t4_click_8ecf1c8a8374e23a7452aa52220e69b8cff3cf2f0e3b94ff5c6b660b3806761a.png"/><Relationship Id="rIdT4ClickFrame12" Type="http://schemas.openxmlformats.org/officeDocument/2006/relationships/image" Target="../media/t4_click_fe53c61206f4c8217e323f9b918a2a165f2295d509d5b7d40203e0b8ac6904bb.png"/><Relationship Id="rIdT4ClickFrame13" Type="http://schemas.openxmlformats.org/officeDocument/2006/relationships/image" Target="../media/t4_click_8d9d11d9d750db191a8880cde580f611c36c22933e701ebaecd26ad3f9fb222c.png"/><Relationship Id="rIdT4ClickFrame14" Type="http://schemas.openxmlformats.org/officeDocument/2006/relationships/image" Target="../media/t4_click_81b73a721873c8e6ad1a9506f187aa15fe2a04614a4929356ac2d06d01d14d37.png"/><Relationship Id="rIdT4ClickFrame15" Type="http://schemas.openxmlformats.org/officeDocument/2006/relationships/image" Target="../media/t4_click_702e2123cc53e855a291582c65b586a8c1d57c2e755b36f667d456f7e28d5fa8.png"/><Relationship Id="rIdT4ClickFrame16" Type="http://schemas.openxmlformats.org/officeDocument/2006/relationships/image" Target="../media/t4_click_a7616042b5fbe534d8ab300552db53c16dea7a44a523b1bd20fa511137d9bed5.png"/><Relationship Id="rIdT4ClickFrame17" Type="http://schemas.openxmlformats.org/officeDocument/2006/relationships/image" Target="../media/t4_click_21eef7de00783c8b901a099cdb7db35ed52bdc1e31d5850ad6f9d98e7d128e67.png"/><Relationship Id="rIdT4ClickFrame18" Type="http://schemas.openxmlformats.org/officeDocument/2006/relationships/image" Target="../media/t4_click_6e2afc96d310c9e03a8e9fc950e8295c84c3481ef9a896c79c84acd681d2a360.png"/><Relationship Id="rIdT4ClickFrame19" Type="http://schemas.openxmlformats.org/officeDocument/2006/relationships/image" Target="../media/t4_click_554c947c32b8bb26d203729d67326114bdf20fa249f43c00fd7d9bef9d1bfbf2.png"/><Relationship Id="rIdT4ClickFrame20" Type="http://schemas.openxmlformats.org/officeDocument/2006/relationships/image" Target="../media/t4_click_d195e608e44e1c97e641f499b785fa6b84dad5b0b153fd1c2a7ea02127ef8eb7.png"/><Relationship Id="rIdT4ClickFrame21" Type="http://schemas.openxmlformats.org/officeDocument/2006/relationships/image" Target="../media/t4_click_e4ff23a483033a560829844afe65f82137e5e8302e25ff047da0cb7edd157bfa.png"/><Relationship Id="rIdT4ClickFrame22" Type="http://schemas.openxmlformats.org/officeDocument/2006/relationships/image" Target="../media/t4_click_a3d6ee53710d9de2721147355ac654120865373be79d3d2091d41f2794774fff.png"/><Relationship Id="rIdT4ClickFrame23" Type="http://schemas.openxmlformats.org/officeDocument/2006/relationships/image" Target="../media/t4_click_7fdbdba67d20d5c442a5a360a2411ea649677d2be3c60752b0958885d4f6ce7c.png"/><Relationship Id="rIdT4ClickFrame24" Type="http://schemas.openxmlformats.org/officeDocument/2006/relationships/image" Target="../media/t4_click_b2b9a84048af9f7e670820ff539750bf327483392bfceeec79b5a62bf2257756.png"/><Relationship Id="rIdT4ClickFrame25" Type="http://schemas.openxmlformats.org/officeDocument/2006/relationships/image" Target="../media/t4_click_f5b01550668dbc22e6aac223799b8059155482ede1c1336c84b4c7408a44aaed.png"/><Relationship Id="rIdT4ClickFrame26" Type="http://schemas.openxmlformats.org/officeDocument/2006/relationships/image" Target="../media/t4_click_2d8dc79d1b7097854a9c1ceaba31bce9c7e1455739a63d9c4b8b61a304393e42.png"/><Relationship Id="rIdT4ClickFrame27" Type="http://schemas.openxmlformats.org/officeDocument/2006/relationships/image" Target="../media/t4_click_f31f0215031433c66e6ec85f75f83b4f6ad84b622f96e4062e0fad1cce5d576e.png"/><Relationship Id="rIdT4ClickFrame28" Type="http://schemas.openxmlformats.org/officeDocument/2006/relationships/image" Target="../media/t4_click_e59c404bce642c83301b8e22762d88f6bcf73616ff8c31d11873fe069cc85cb7.png"/><Relationship Id="rIdT4ClickFrame29" Type="http://schemas.openxmlformats.org/officeDocument/2006/relationships/image" Target="../media/t4_click_714ad1a4ebf63b7efb62b778f63382d0ce321a9205f4a44167bd3e9bfa192a17.png"/></Relationships>
</file>

<file path=ppt/slides/_rels/slide8.xml.rels><?xml version='1.0' encoding='UTF-8' standalone='yes'?>
<Relationships xmlns="http://schemas.openxmlformats.org/package/2006/relationships"><Relationship Type="http://schemas.openxmlformats.org/officeDocument/2006/relationships/slideLayout" Target="../slideLayouts/t3_reference_methods_slideLayout1.xml" Id="R8ab5fda057ca4a07"/><Relationship Type="http://schemas.openxmlformats.org/officeDocument/2006/relationships/image" Target="/ppt/media/image32.png" Id="Rc67c0096c5e042f0"/><Relationship Type="http://schemas.openxmlformats.org/officeDocument/2006/relationships/image" Target="/ppt/media/image33.png" Id="R24e64e845b294876"/><Relationship Type="http://schemas.openxmlformats.org/officeDocument/2006/relationships/image" Target="/ppt/media/image34.png" Id="R5f47766b59d94334"/><Relationship Type="http://schemas.openxmlformats.org/officeDocument/2006/relationships/image" Target="/ppt/media/image35.png" Id="R9ab52808a87c43a4"/><Relationship Type="http://schemas.openxmlformats.org/officeDocument/2006/relationships/image" Target="/ppt/media/image36.png" Id="R0958efe5642944d5"/><Relationship Type="http://schemas.openxmlformats.org/officeDocument/2006/relationships/notesSlide" Target="/ppt/notesSlides/notesSlide8.xml" Id="R01b98959ab824f84"/><Relationship Id="rIdMathSvg0" Type="http://schemas.openxmlformats.org/officeDocument/2006/relationships/image" Target="../media/t4_60a97bb2a6cfcf1512e951de.svg"/><Relationship Id="rIdMathSvg1" Type="http://schemas.openxmlformats.org/officeDocument/2006/relationships/image" Target="../media/t4_c47d09c646d99192e2a225f9.svg"/><Relationship Id="rIdMathSvg2" Type="http://schemas.openxmlformats.org/officeDocument/2006/relationships/image" Target="../media/t4_795f80238778e04b54fd9090.svg"/><Relationship Id="rIdMathSvg3" Type="http://schemas.openxmlformats.org/officeDocument/2006/relationships/image" Target="../media/t4_03fe8f4cd9be418727ec44d3.svg"/><Relationship Id="rIdNav0" Type="http://schemas.openxmlformats.org/officeDocument/2006/relationships/slide" Target="slide1.xml"/><Relationship Id="rIdT4ClickFrame1" Type="http://schemas.openxmlformats.org/officeDocument/2006/relationships/image" Target="../media/image32.png"/><Relationship Id="rIdT4ClickFrame2" Type="http://schemas.openxmlformats.org/officeDocument/2006/relationships/image" Target="../media/t4_click_2928ebb79475b109a213d44729f6867c6a56fbb90e7b927fb98ad435b80d3176.png"/><Relationship Id="rIdT4ClickFrame3" Type="http://schemas.openxmlformats.org/officeDocument/2006/relationships/image" Target="../media/t4_click_a4e320a0c7d9d6bd22a356deeeb480ae582c517c4b69093a6205f7bbb99e2ca2.png"/><Relationship Id="rIdT4ClickFrame4" Type="http://schemas.openxmlformats.org/officeDocument/2006/relationships/image" Target="../media/t4_click_950d9ac90f914cb2cf705afb2f119ef12426da0a3e84910d91bdc7d1b48606c9.png"/><Relationship Id="rIdT4ClickFrame5" Type="http://schemas.openxmlformats.org/officeDocument/2006/relationships/image" Target="../media/t4_click_793bb99e0b0fa693cd087c4a5c517af4e53ece0018cfe04bca2efa4ccf1c2b0c.png"/><Relationship Id="rIdT4ClickFrame6" Type="http://schemas.openxmlformats.org/officeDocument/2006/relationships/image" Target="../media/t4_click_e1da7f731cb959571c8eb8e4e43f1c683eb61411dee03082d015d31e3ba668dc.png"/><Relationship Id="rIdT4ClickFrame7" Type="http://schemas.openxmlformats.org/officeDocument/2006/relationships/image" Target="../media/t4_click_05c6f2603faa5a32da5db52f0553beea2d7a08761968be7cb927ceb344225fe9.png"/><Relationship Id="rIdT4ClickFrame8" Type="http://schemas.openxmlformats.org/officeDocument/2006/relationships/image" Target="../media/t4_click_3c3104d114064f1ea00b381417ae073d18dc2e6e683c4e85b92e5df5c7c2d1ae.png"/><Relationship Id="rIdT4ClickFrame9" Type="http://schemas.openxmlformats.org/officeDocument/2006/relationships/image" Target="../media/t4_click_55d81916e4817f0a20598cc0c89f89e1340ce891f3b434b614a279018d576a20.png"/><Relationship Id="rIdT4ClickFrame10" Type="http://schemas.openxmlformats.org/officeDocument/2006/relationships/image" Target="../media/t4_click_425a4c4f5e31f446074f6721e60053d2a9989478b14a6436cff44bd571dd72a9.png"/><Relationship Id="rIdT4ClickFrame11" Type="http://schemas.openxmlformats.org/officeDocument/2006/relationships/image" Target="../media/t4_click_4bf164d9fc0f0a44536d9797bf8d6f52e55595052a38e7323a4030be21fa2617.png"/><Relationship Id="rIdT4ClickFrame12" Type="http://schemas.openxmlformats.org/officeDocument/2006/relationships/image" Target="../media/t4_click_1b1cf61b2a1a1ae4957b29fcd7f0e018686f67b89661b422c04e7936073f1557.png"/><Relationship Id="rIdT4ClickFrame13" Type="http://schemas.openxmlformats.org/officeDocument/2006/relationships/image" Target="../media/t4_click_1bc8991088217fd3a4e5a60e422526f2b70512711ad49de851d1150f1ebf15e6.png"/><Relationship Id="rIdT4ClickFrame14" Type="http://schemas.openxmlformats.org/officeDocument/2006/relationships/image" Target="../media/t4_click_62fcfacf4cf1b65c24dd9316406cf0676b361180dbb06ed7f6a44a6f370c03bd.png"/><Relationship Id="rIdT4ClickFrame15" Type="http://schemas.openxmlformats.org/officeDocument/2006/relationships/image" Target="../media/t4_click_5dc9dd7ddda24888de1c358b623b97767ab699bed2a23a20b29aa53d7954d79c.png"/><Relationship Id="rIdT4ClickFrame16" Type="http://schemas.openxmlformats.org/officeDocument/2006/relationships/image" Target="../media/t4_click_d7b95981a3c91ab1be35608e12ba52b316f4fc6bfb43747e22bd46c336ac4711.png"/><Relationship Id="rIdT4ClickFrame17" Type="http://schemas.openxmlformats.org/officeDocument/2006/relationships/image" Target="../media/t4_click_c3f9b4dc9fa51e5cc25a3d51ad5eefe6aa961cf05fc8ebe7f44a076213be63c3.png"/><Relationship Id="rIdT4ClickFrame18" Type="http://schemas.openxmlformats.org/officeDocument/2006/relationships/image" Target="../media/t4_click_d1b39224f391cdaa74bfebd605bc82322b796e700393787699fcbe36290a8082.png"/><Relationship Id="rIdT4ClickFrame19" Type="http://schemas.openxmlformats.org/officeDocument/2006/relationships/image" Target="../media/t4_click_c70aa3fa4759d3fda53f782c57e2f569d53f3a424235d9e43486e4ae1ff5b710.png"/><Relationship Id="rIdT4ClickFrame20" Type="http://schemas.openxmlformats.org/officeDocument/2006/relationships/image" Target="../media/t4_click_0d04e3b57ce60733f8e2b5e2102dd2a15c55f09d988f0e2604e53939b67c4252.png"/><Relationship Id="rIdT4ClickFrame21" Type="http://schemas.openxmlformats.org/officeDocument/2006/relationships/image" Target="../media/t4_click_68492a219e4c4309a6956fb1893add05d94816f9dcae78d20935c34c87fef0e5.png"/><Relationship Id="rIdT4ClickFrame22" Type="http://schemas.openxmlformats.org/officeDocument/2006/relationships/image" Target="../media/t4_click_4c68775afc43714b9dcdfde53e849de11e0c51f67b4a1e5c31734f1b33d32c5b.png"/><Relationship Id="rIdT4ClickFrame23" Type="http://schemas.openxmlformats.org/officeDocument/2006/relationships/image" Target="../media/t4_click_4597e7de67529ad51752acc433ed38960a27460223496211e30d03ab864d4d86.png"/><Relationship Id="rIdT4ClickFrame24" Type="http://schemas.openxmlformats.org/officeDocument/2006/relationships/image" Target="../media/t4_click_150ff8b6fb37ebf2be7726072401873cc438edf9e34abbb591521b27172be46e.png"/><Relationship Id="rIdT4ClickFrame25" Type="http://schemas.openxmlformats.org/officeDocument/2006/relationships/image" Target="../media/t4_click_c80f11368a0e6c7b1dfc5b975d6a569a55c9f5a4d11900ba64d37d396fb33f19.png"/><Relationship Id="rIdT4ClickFrame26" Type="http://schemas.openxmlformats.org/officeDocument/2006/relationships/image" Target="../media/t4_click_f621bfd245ff839d79c429d99614cac8e5bc3071857511c5c74687a1005a4cef.png"/><Relationship Id="rIdT4ClickFrame27" Type="http://schemas.openxmlformats.org/officeDocument/2006/relationships/image" Target="../media/t4_click_cd52bfa882598d76f1aa1b9848fe6ad81bdbc2b71469d48e96c312e5ea27052b.png"/><Relationship Id="rIdT4ClickFrame28" Type="http://schemas.openxmlformats.org/officeDocument/2006/relationships/image" Target="../media/t4_click_f8c81e18c7fb1f001d562ec8dfad64a0bbd2cb1f047dd60a00a9880bca80dc39.png"/><Relationship Id="rIdT4ClickFrame29" Type="http://schemas.openxmlformats.org/officeDocument/2006/relationships/image" Target="../media/image37.png"/></Relationships>
</file>

<file path=ppt/slides/_rels/slide9.xml.rels><?xml version='1.0' encoding='UTF-8' standalone='yes'?>
<Relationships xmlns="http://schemas.openxmlformats.org/package/2006/relationships"><Relationship Type="http://schemas.openxmlformats.org/officeDocument/2006/relationships/slideLayout" Target="../slideLayouts/t3_reference_methods_slideLayout1.xml" Id="R787a5a40fd3a43ac"/><Relationship Type="http://schemas.openxmlformats.org/officeDocument/2006/relationships/image" Target="/ppt/media/image37.png" Id="Rb8f19aac6a264595"/><Relationship Type="http://schemas.openxmlformats.org/officeDocument/2006/relationships/image" Target="/ppt/media/image38.png" Id="Rdee4c97f74014ac5"/><Relationship Type="http://schemas.openxmlformats.org/officeDocument/2006/relationships/image" Target="/ppt/media/image39.png" Id="R90fac5ae06e3454d"/><Relationship Type="http://schemas.openxmlformats.org/officeDocument/2006/relationships/image" Target="/ppt/media/image40.png" Id="Raa5ab65d8e3e485b"/><Relationship Type="http://schemas.openxmlformats.org/officeDocument/2006/relationships/image" Target="/ppt/media/image41.png" Id="R7a115cf3c0384851"/><Relationship Type="http://schemas.openxmlformats.org/officeDocument/2006/relationships/image" Target="/ppt/media/image42.png" Id="R670c6ec9bf754220"/><Relationship Type="http://schemas.openxmlformats.org/officeDocument/2006/relationships/image" Target="/ppt/media/image43.png" Id="Rbb10a5c073dd44b9"/><Relationship Type="http://schemas.openxmlformats.org/officeDocument/2006/relationships/notesSlide" Target="/ppt/notesSlides/notesSlide9.xml" Id="R9448ac8e99de47d6"/><Relationship Id="rIdMathSvg0" Type="http://schemas.openxmlformats.org/officeDocument/2006/relationships/image" Target="../media/t4_89e9892a7b7d12b3c73ff0b6.svg"/><Relationship Id="rIdMathSvg1" Type="http://schemas.openxmlformats.org/officeDocument/2006/relationships/image" Target="../media/t4_29c04cf73af0ea6171539b1c.svg"/><Relationship Id="rIdMathSvg2" Type="http://schemas.openxmlformats.org/officeDocument/2006/relationships/image" Target="../media/t4_b9b2e9ac93b5a7349e369dc0.svg"/><Relationship Id="rIdMathSvg3" Type="http://schemas.openxmlformats.org/officeDocument/2006/relationships/image" Target="../media/t4_2a49b75852068dce7a9570ee.svg"/><Relationship Id="rIdMathSvg4" Type="http://schemas.openxmlformats.org/officeDocument/2006/relationships/image" Target="../media/t4_1e15044f1ec19aaad137516e.svg"/><Relationship Id="rIdMathSvg5" Type="http://schemas.openxmlformats.org/officeDocument/2006/relationships/image" Target="../media/t4_435cc51f40e0bc16397d216e.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7.xml"/><Relationship Id="rIdNav3" Type="http://schemas.openxmlformats.org/officeDocument/2006/relationships/slide" Target="slide5.xml"/><Relationship Id="rIdT4ClickFrame1" Type="http://schemas.openxmlformats.org/officeDocument/2006/relationships/image" Target="../media/image37.png"/><Relationship Id="rIdT4ClickFrame2" Type="http://schemas.openxmlformats.org/officeDocument/2006/relationships/image" Target="../media/t4_click_b9c9b8b2a7579e63ef24e7f6beb1d047b518b0ca10adf530cf256be0e8e11898.png"/><Relationship Id="rIdT4ClickFrame3" Type="http://schemas.openxmlformats.org/officeDocument/2006/relationships/image" Target="../media/t4_click_94b9bd923ce9744c43430c1a2ee6398f7d547da86be9d8bd0749553f4b712a6d.png"/><Relationship Id="rIdT4ClickFrame4" Type="http://schemas.openxmlformats.org/officeDocument/2006/relationships/image" Target="../media/t4_click_51bed0623ff7de57c7f36d143ae912f61115c783594dc2f24c6df4ade4f8c0bb.png"/><Relationship Id="rIdT4ClickFrame5" Type="http://schemas.openxmlformats.org/officeDocument/2006/relationships/image" Target="../media/t4_click_14ad46eac07d2f237e2e35fd3860732ac0cbc76a99a0819c522db63566f5f37d.png"/><Relationship Id="rIdT4ClickFrame6" Type="http://schemas.openxmlformats.org/officeDocument/2006/relationships/image" Target="../media/t4_click_09ca8cccae364dac53a45ec512326ef394ece8621d796b4b570a6af8f55237b7.png"/><Relationship Id="rIdT4ClickFrame7" Type="http://schemas.openxmlformats.org/officeDocument/2006/relationships/image" Target="../media/t4_click_23288936742f62505316b6e70d11edc8faa98bb38bdbd61eea7902ad66ec1cbb.png"/><Relationship Id="rIdT4ClickFrame8" Type="http://schemas.openxmlformats.org/officeDocument/2006/relationships/image" Target="../media/t4_click_7e65bfffeeb5711c90c248ce92c44a364383f66aed1dcc97107a246d84353c5c.png"/><Relationship Id="rIdT4ClickFrame9" Type="http://schemas.openxmlformats.org/officeDocument/2006/relationships/image" Target="../media/t4_click_b8d62236f6f20dd7bc125acb9abf7f0b8dee4a69eb742c79d08bc9635acc9551.png"/><Relationship Id="rIdT4ClickFrame10" Type="http://schemas.openxmlformats.org/officeDocument/2006/relationships/image" Target="../media/t4_click_04ef95d0c343fdb3a33e323937c1dd66503d840e537176e14b3a45057983f63a.png"/><Relationship Id="rIdT4ClickFrame11" Type="http://schemas.openxmlformats.org/officeDocument/2006/relationships/image" Target="../media/t4_click_9518fdade3927ad4ac39ee48baf82b7ed705519c6b29f82026f3260f37c2da22.png"/><Relationship Id="rIdT4ClickFrame12" Type="http://schemas.openxmlformats.org/officeDocument/2006/relationships/image" Target="../media/t4_click_53c93d2a8129346d64883251fbfa6524374110bcf561e9b03b52a4f075786591.png"/><Relationship Id="rIdT4ClickFrame13" Type="http://schemas.openxmlformats.org/officeDocument/2006/relationships/image" Target="../media/t4_click_7babd3c2e62ebaae75189abe9078b22faf33accf67560483c2c7f9ec9851a83c.png"/><Relationship Id="rIdT4ClickFrame14" Type="http://schemas.openxmlformats.org/officeDocument/2006/relationships/image" Target="../media/t4_click_c9bd72f50c49d2ebedf74eafe922552d204b1035f68b6325adbfcac348bc2d7d.png"/><Relationship Id="rIdT4ClickFrame15" Type="http://schemas.openxmlformats.org/officeDocument/2006/relationships/image" Target="../media/t4_click_42a130d7fa0e59b3f146932d6b76855678d5a36b69a1277442c6a544ace609ab.png"/><Relationship Id="rIdT4ClickFrame16" Type="http://schemas.openxmlformats.org/officeDocument/2006/relationships/image" Target="../media/t4_click_7d0305895cdeea4dba5b4a3d425a63716389907a96b8b3f9865f84bfd177e0d5.png"/><Relationship Id="rIdT4ClickFrame17" Type="http://schemas.openxmlformats.org/officeDocument/2006/relationships/image" Target="../media/t4_click_ede520b56e32ffc29d776150ae275e26574209038ba89613c3c118b22047d5ec.png"/><Relationship Id="rIdT4ClickFrame18" Type="http://schemas.openxmlformats.org/officeDocument/2006/relationships/image" Target="../media/t4_click_94ee9f11a358040ee4bef75e66838425995514e775cab5d7f0456d7b50c9bf52.png"/><Relationship Id="rIdT4ClickFrame19" Type="http://schemas.openxmlformats.org/officeDocument/2006/relationships/image" Target="../media/t4_click_380676f049c6ed2fb2bde99c3945c0c5729c7dd26454b6e9390df838cdfc6a95.png"/><Relationship Id="rIdT4ClickFrame20" Type="http://schemas.openxmlformats.org/officeDocument/2006/relationships/image" Target="../media/t4_click_9aba3779154c11c64acfc56e0d2a7ccfdc9476543194812e29e5596cc76e63c6.png"/><Relationship Id="rIdT4ClickFrame21" Type="http://schemas.openxmlformats.org/officeDocument/2006/relationships/image" Target="../media/t4_click_e8c752dff378b5e1bc102b06a6f55827de6e10eca7eed730a6e6712b4cf28c8e.png"/><Relationship Id="rIdT4ClickFrame22" Type="http://schemas.openxmlformats.org/officeDocument/2006/relationships/image" Target="../media/t4_click_0b6a7035d66ed21b16ceda0d177c499baf338f05430be5b29d155ab4697046dd.png"/><Relationship Id="rIdT4ClickFrame23" Type="http://schemas.openxmlformats.org/officeDocument/2006/relationships/image" Target="../media/t4_click_10e3b751e111cd2200a2a3e3eb4bc04661d3903a5f3fb391eac2315b2f8fc787.png"/><Relationship Id="rIdT4ClickFrame24" Type="http://schemas.openxmlformats.org/officeDocument/2006/relationships/image" Target="../media/t4_click_db4415709563960ab7d062ae28e8d793a503dd1260ac47785b8d4fa81a72b126.png"/><Relationship Id="rIdT4ClickFrame25" Type="http://schemas.openxmlformats.org/officeDocument/2006/relationships/image" Target="../media/t4_click_1570e90033adb242625a701aa642c1bfddfcde7fc263b81ba627e70ec16a9ebe.png"/><Relationship Id="rIdT4ClickFrame26" Type="http://schemas.openxmlformats.org/officeDocument/2006/relationships/image" Target="../media/t4_click_95756fc1cec61f602392ff7f6a3180dfba482601b1bc86b40b5cf78d6e209005.png"/><Relationship Id="rIdT4ClickFrame27" Type="http://schemas.openxmlformats.org/officeDocument/2006/relationships/image" Target="../media/t4_click_6a9d52de48c96e4ed06522890ba0c0d13bddbc9312f2b37733d97c105fc69007.png"/><Relationship Id="rIdT4ClickFrame28" Type="http://schemas.openxmlformats.org/officeDocument/2006/relationships/image" Target="../media/t4_click_91d06be42e86ed0824c284b52f188553e0a59759201e399c54f57aa17d7132e4.png"/><Relationship Id="rIdT4ClickFrame29" Type="http://schemas.openxmlformats.org/officeDocument/2006/relationships/image" Target="../media/t4_click_dc5f8d5c42fcaabf14010905621d55ea2d4a643c2d25366be1e0d77737674124.png"/></Relationships>
</file>

<file path=ppt/slides/_rels/slide10.xml.rels><?xml version='1.0' encoding='UTF-8' standalone='yes'?>
<Relationships xmlns="http://schemas.openxmlformats.org/package/2006/relationships"><Relationship Type="http://schemas.openxmlformats.org/officeDocument/2006/relationships/slideLayout" Target="../slideLayouts/t3_reference_methods_slideLayout1.xml" Id="R1b889c6419c94f90"/><Relationship Type="http://schemas.openxmlformats.org/officeDocument/2006/relationships/image" Target="/ppt/media/image44.png" Id="Ra00a80aa6f6f41b3"/><Relationship Type="http://schemas.openxmlformats.org/officeDocument/2006/relationships/image" Target="/ppt/media/image45.png" Id="R97092ca9fb3f407e"/><Relationship Type="http://schemas.openxmlformats.org/officeDocument/2006/relationships/image" Target="/ppt/media/image46.png" Id="R6afcb4d0609643a5"/><Relationship Type="http://schemas.openxmlformats.org/officeDocument/2006/relationships/image" Target="/ppt/media/image47.png" Id="R1ec1934cf64c4a59"/><Relationship Type="http://schemas.openxmlformats.org/officeDocument/2006/relationships/image" Target="/ppt/media/image48.png" Id="R3c31917e4ee84a9f"/><Relationship Type="http://schemas.openxmlformats.org/officeDocument/2006/relationships/notesSlide" Target="/ppt/notesSlides/notesSlide10.xml" Id="R1a44c4f351634d26"/><Relationship Id="rIdMathSvg0" Type="http://schemas.openxmlformats.org/officeDocument/2006/relationships/image" Target="../media/t4_7f49562467236ca69649d949.svg"/><Relationship Id="rIdMathSvg1" Type="http://schemas.openxmlformats.org/officeDocument/2006/relationships/image" Target="../media/t4_fac81337c6598146d0e25a00.svg"/><Relationship Id="rIdMathSvg2" Type="http://schemas.openxmlformats.org/officeDocument/2006/relationships/image" Target="../media/t4_fc995e5ad07fa0285fa1c66b.svg"/><Relationship Id="rIdMathSvg3" Type="http://schemas.openxmlformats.org/officeDocument/2006/relationships/image" Target="../media/t4_8f7d9ee227806b37fc3ef0b9.svg"/><Relationship Id="rIdNav0" Type="http://schemas.openxmlformats.org/officeDocument/2006/relationships/slide" Target="slide1.xml"/><Relationship Id="rIdT4ClickFrame1" Type="http://schemas.openxmlformats.org/officeDocument/2006/relationships/image" Target="../media/image44.png"/><Relationship Id="rIdT4ClickFrame2" Type="http://schemas.openxmlformats.org/officeDocument/2006/relationships/image" Target="../media/t4_click_1c08faa8db46b4a41eb017495ea7fe0477c82e8a84ef1b3ad473e9a3dcec3cac.png"/><Relationship Id="rIdT4ClickFrame3" Type="http://schemas.openxmlformats.org/officeDocument/2006/relationships/image" Target="../media/t4_click_c4f589bebb5873680e1edd4939b8429aee710837bc6cffb769de7ee1de896db8.png"/><Relationship Id="rIdT4ClickFrame4" Type="http://schemas.openxmlformats.org/officeDocument/2006/relationships/image" Target="../media/t4_click_355c544ebbb83f5c45f19745b4f04498dd9e00a6bfdcdb37fddaf04f9789e5f0.png"/><Relationship Id="rIdT4ClickFrame5" Type="http://schemas.openxmlformats.org/officeDocument/2006/relationships/image" Target="../media/t4_click_426461e5314874875ecbd3574492f646ffb7f7a7c5b6c8b72a216a2cb599721d.png"/><Relationship Id="rIdT4ClickFrame6" Type="http://schemas.openxmlformats.org/officeDocument/2006/relationships/image" Target="../media/t4_click_69ce4026381338124b1f2977e0a9b49fff27876bb420304bcf6b593a6a8c5208.png"/><Relationship Id="rIdT4ClickFrame7" Type="http://schemas.openxmlformats.org/officeDocument/2006/relationships/image" Target="../media/t4_click_cba4e32c7f7ac3d269991533e485055acca46e88abc10d484e21d4ed591e52df.png"/><Relationship Id="rIdT4ClickFrame8" Type="http://schemas.openxmlformats.org/officeDocument/2006/relationships/image" Target="../media/t4_click_b3a8596b907376a67fe2083890120daa2a856833347468952fa06fe74d817133.png"/><Relationship Id="rIdT4ClickFrame9" Type="http://schemas.openxmlformats.org/officeDocument/2006/relationships/image" Target="../media/t4_click_57907c387fd74a5eb4d98625e587cc8467982136c1b1b64010c41ed94ea13062.png"/><Relationship Id="rIdT4ClickFrame10" Type="http://schemas.openxmlformats.org/officeDocument/2006/relationships/image" Target="../media/t4_click_d6a8104e044bfcf283c548f9790a28f9578726c054c27fc875ff2d434a994ef9.png"/><Relationship Id="rIdT4ClickFrame11" Type="http://schemas.openxmlformats.org/officeDocument/2006/relationships/image" Target="../media/t4_click_d66215428d48bbd8d1072ae27568640b7e34dafa26ac2317ff62f7ecba61ec70.png"/><Relationship Id="rIdT4ClickFrame12" Type="http://schemas.openxmlformats.org/officeDocument/2006/relationships/image" Target="../media/t4_click_745f651ac01096e2a45a488f494b4dcd31d2a75b380682a4c0532b2450bca467.png"/><Relationship Id="rIdT4ClickFrame13" Type="http://schemas.openxmlformats.org/officeDocument/2006/relationships/image" Target="../media/t4_click_4b362e7ede22d1e866cbc444d4e138631c24b282c7cdc03ccc6bca76dc020dcc.png"/><Relationship Id="rIdT4ClickFrame14" Type="http://schemas.openxmlformats.org/officeDocument/2006/relationships/image" Target="../media/t4_click_ca9008354e269b2920bf84d0a98bc4e46728f77ff966195d211bf059300d25b5.png"/><Relationship Id="rIdT4ClickFrame15" Type="http://schemas.openxmlformats.org/officeDocument/2006/relationships/image" Target="../media/t4_click_cf073a75ee5f77579842b1edfc695925b80d9554d123ba63bcd4b24bbd71258b.png"/><Relationship Id="rIdT4ClickFrame16" Type="http://schemas.openxmlformats.org/officeDocument/2006/relationships/image" Target="../media/t4_click_d3383104a0aad2cfb478e97e8c7f462bdd9c796548eb40b6431383a24f66349b.png"/><Relationship Id="rIdT4ClickFrame17" Type="http://schemas.openxmlformats.org/officeDocument/2006/relationships/image" Target="../media/t4_click_d4f693f37a5d08581ed459de3ea892d3d34f81ab934342ca86ec4501e52b6f93.png"/><Relationship Id="rIdT4ClickFrame18" Type="http://schemas.openxmlformats.org/officeDocument/2006/relationships/image" Target="../media/t4_click_0e53f8b616d6d1170b002017b4643324b86224da672db5f4278a09486f1a297e.png"/><Relationship Id="rIdT4ClickFrame19" Type="http://schemas.openxmlformats.org/officeDocument/2006/relationships/image" Target="../media/t4_click_7e8e5ad076d9faf9bdc16bdef339aa0140e15f0911c113ad42b59dfdd1e8ecf9.png"/><Relationship Id="rIdT4ClickFrame20" Type="http://schemas.openxmlformats.org/officeDocument/2006/relationships/image" Target="../media/t4_click_1fe0758bfdbe4a35b294bd1d89aa06ca7eac4894330c4e3134f69f27ac415349.png"/><Relationship Id="rIdT4ClickFrame21" Type="http://schemas.openxmlformats.org/officeDocument/2006/relationships/image" Target="../media/t4_click_d905c0372a10ceb960ef0630225b6bdfda2227d4b84189a612bf4e9d9988e46f.png"/><Relationship Id="rIdT4ClickFrame22" Type="http://schemas.openxmlformats.org/officeDocument/2006/relationships/image" Target="../media/t4_click_6af89713ec7129542253468a8de596b93ec506573281b5871628642bd09bce0c.png"/><Relationship Id="rIdT4ClickFrame23" Type="http://schemas.openxmlformats.org/officeDocument/2006/relationships/image" Target="../media/t4_click_7404d59f6bc5685f2c9ebf50fb710163852c0ce8ca901bef48bf5e9d760eee75.png"/><Relationship Id="rIdT4ClickFrame24" Type="http://schemas.openxmlformats.org/officeDocument/2006/relationships/image" Target="../media/t4_click_00d776679a41ee101e1453dfe3faf5a0f7f2fda69d98939416cfab70bdce2abb.png"/><Relationship Id="rIdT4ClickFrame25" Type="http://schemas.openxmlformats.org/officeDocument/2006/relationships/image" Target="../media/t4_click_70903d43d3fd7c1b1d68f5be8975fc1c493e0022fddd0236ee863fe16f84d0f8.png"/><Relationship Id="rIdT4ClickFrame26" Type="http://schemas.openxmlformats.org/officeDocument/2006/relationships/image" Target="../media/t4_click_71c33f2d3cf42ec05be88fb91c3bfbeae722d7a64cdf6b893c0ee7982a04172b.png"/><Relationship Id="rIdT4ClickFrame27" Type="http://schemas.openxmlformats.org/officeDocument/2006/relationships/image" Target="../media/t4_click_7b0e6e98c133ea7e0224f2057b82b2fdfdc19abfd93c86cb1716a50966bb0b6e.png"/><Relationship Id="rIdT4ClickFrame28" Type="http://schemas.openxmlformats.org/officeDocument/2006/relationships/image" Target="../media/t4_click_b3fcd30b4c8f16605ac6be0fc968f39e54203e26cb1d6b294b46952ddc640ddf.png"/><Relationship Id="rIdT4ClickFrame29" Type="http://schemas.openxmlformats.org/officeDocument/2006/relationships/image" Target="../media/t4_click_22447a9ca85aa523cda6856eb9f75e5f4e19b9adef511053085d3cf26b18d4ed.png"/></Relationships>
</file>

<file path=ppt/slides/_rels/slide11.xml.rels><?xml version='1.0' encoding='UTF-8' standalone='yes'?>
<Relationships xmlns="http://schemas.openxmlformats.org/package/2006/relationships"><Relationship Type="http://schemas.openxmlformats.org/officeDocument/2006/relationships/slideLayout" Target="../slideLayouts/t3_reference_methods_slideLayout1.xml" Id="R37d3a7f3c67d4c72"/><Relationship Type="http://schemas.openxmlformats.org/officeDocument/2006/relationships/image" Target="/ppt/media/image49.png" Id="R644b082bbdeb4efb"/><Relationship Type="http://schemas.openxmlformats.org/officeDocument/2006/relationships/image" Target="/ppt/media/image50.png" Id="R2a8de1d0d47746a8"/><Relationship Type="http://schemas.openxmlformats.org/officeDocument/2006/relationships/image" Target="/ppt/media/image51.png" Id="Rf112cf4779fc44dc"/><Relationship Type="http://schemas.openxmlformats.org/officeDocument/2006/relationships/image" Target="/ppt/media/image52.png" Id="Rb3a060ad7b9f408a"/><Relationship Type="http://schemas.openxmlformats.org/officeDocument/2006/relationships/image" Target="/ppt/media/image53.png" Id="R43cd4069112b43da"/><Relationship Type="http://schemas.openxmlformats.org/officeDocument/2006/relationships/image" Target="/ppt/media/image54.png" Id="R5f573870d2dd42f8"/><Relationship Type="http://schemas.openxmlformats.org/officeDocument/2006/relationships/notesSlide" Target="/ppt/notesSlides/notesSlide11.xml" Id="R6caf2eb60cbc4d15"/><Relationship Id="rIdMathSvg0" Type="http://schemas.openxmlformats.org/officeDocument/2006/relationships/image" Target="../media/t4_89e9892a7b7d12b3c73ff0b6.svg"/><Relationship Id="rIdMathSvg1" Type="http://schemas.openxmlformats.org/officeDocument/2006/relationships/image" Target="../media/t4_29c04cf73af0ea6171539b1c.svg"/><Relationship Id="rIdMathSvg2" Type="http://schemas.openxmlformats.org/officeDocument/2006/relationships/image" Target="../media/t4_b9b2e9ac93b5a7349e369dc0.svg"/><Relationship Id="rIdMathSvg3" Type="http://schemas.openxmlformats.org/officeDocument/2006/relationships/image" Target="../media/t4_e4403e93499aaf0a71751e15.svg"/><Relationship Id="rIdMathSvg4" Type="http://schemas.openxmlformats.org/officeDocument/2006/relationships/image" Target="../media/t4_06735c20237705db583f7e60.svg"/><Relationship Id="rIdMathSvg5" Type="http://schemas.openxmlformats.org/officeDocument/2006/relationships/image" Target="../media/t4_b6d8f3e75f67a230ac3030e9.svg"/><Relationship Id="rIdNav0" Type="http://schemas.openxmlformats.org/officeDocument/2006/relationships/slide" Target="slide1.xml"/><Relationship Id="rIdNav1" Type="http://schemas.openxmlformats.org/officeDocument/2006/relationships/slide" Target="slide3.xml"/><Relationship Id="rIdNav2" Type="http://schemas.openxmlformats.org/officeDocument/2006/relationships/slide" Target="slide7.xml"/><Relationship Id="rIdNav3" Type="http://schemas.openxmlformats.org/officeDocument/2006/relationships/slide" Target="slide5.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Turn around C, not around the origin</a:t>
            </a:r>
          </a:p>
        </p:txBody>
      </p:sp>
      <p:sp>
        <p:nvSpPr>
          <p:cNvPr id="3" name="x-axis">
            <a:extLst xmlns:a="http://schemas.openxmlformats.org/drawingml/2006/main">
              <a:ext uri="{FF2B5EF4-FFF2-40B4-BE49-F238E27FC236}">
                <a16:creationId xmlns:a16="http://schemas.microsoft.com/office/drawing/2014/main" id="{584AF85C-3158-40DC-A945-3721A1309CCC}"/>
              </a:ext>
            </a:extLst>
          </p:cNvPr>
          <p:cNvSpPr>
            <a:spLocks xmlns:a="http://schemas.openxmlformats.org/drawingml/2006/main" noGrp="1"/>
          </p:cNvSpPr>
          <p:nvPr/>
        </p:nvSpPr>
        <p:spPr>
          <a:xfrm xmlns:a="http://schemas.openxmlformats.org/drawingml/2006/main">
            <a:off x="2428875" y="5048250"/>
            <a:ext cx="4857750" cy="95"/>
          </a:xfrm>
          <a:custGeom xmlns:a="http://schemas.openxmlformats.org/drawingml/2006/main">
            <a:pathLst>
              <a:path w="4857750" h="95">
                <a:moveTo>
                  <a:pt x="0" y="0"/>
                </a:moveTo>
                <a:lnTo>
                  <a:pt x="4857750" y="0"/>
                </a:lnTo>
              </a:path>
            </a:pathLst>
          </a:custGeom>
          <a:noFill xmlns:a="http://schemas.openxmlformats.org/drawingml/2006/main"/>
          <a:ln xmlns:a="http://schemas.openxmlformats.org/drawingml/2006/main" w="12383">
            <a:solidFill>
              <a:srgbClr val="9B9B9B"/>
            </a:solidFill>
          </a:ln>
        </p:spPr>
      </p:sp>
      <p:sp>
        <p:nvSpPr>
          <p:cNvPr id="4" name="y-axis">
            <a:extLst xmlns:a="http://schemas.openxmlformats.org/drawingml/2006/main">
              <a:ext uri="{FF2B5EF4-FFF2-40B4-BE49-F238E27FC236}">
                <a16:creationId xmlns:a16="http://schemas.microsoft.com/office/drawing/2014/main" id="{79261EAD-CFAE-42D7-AC69-68240C4DB9A6}"/>
              </a:ext>
            </a:extLst>
          </p:cNvPr>
          <p:cNvSpPr>
            <a:spLocks xmlns:a="http://schemas.openxmlformats.org/drawingml/2006/main" noGrp="1"/>
          </p:cNvSpPr>
          <p:nvPr/>
        </p:nvSpPr>
        <p:spPr>
          <a:xfrm xmlns:a="http://schemas.openxmlformats.org/drawingml/2006/main">
            <a:off x="3238500" y="2214563"/>
            <a:ext cx="95" cy="3319463"/>
          </a:xfrm>
          <a:custGeom xmlns:a="http://schemas.openxmlformats.org/drawingml/2006/main">
            <a:pathLst>
              <a:path w="95" h="3319463">
                <a:moveTo>
                  <a:pt x="0" y="3319463"/>
                </a:moveTo>
                <a:lnTo>
                  <a:pt x="0" y="0"/>
                </a:lnTo>
              </a:path>
            </a:pathLst>
          </a:custGeom>
          <a:noFill xmlns:a="http://schemas.openxmlformats.org/drawingml/2006/main"/>
          <a:ln xmlns:a="http://schemas.openxmlformats.org/drawingml/2006/main" w="12383">
            <a:solidFill>
              <a:srgbClr val="9B9B9B"/>
            </a:solidFill>
          </a:ln>
        </p:spPr>
      </p:sp>
      <p:sp>
        <p:nvSpPr>
          <p:cNvPr id="5" name="x">
            <a:extLst xmlns:a="http://schemas.openxmlformats.org/drawingml/2006/main">
              <a:ext uri="{FF2B5EF4-FFF2-40B4-BE49-F238E27FC236}">
                <a16:creationId xmlns:a16="http://schemas.microsoft.com/office/drawing/2014/main" id="{E9871780-B081-489E-8FA8-D0F85543AC9F}"/>
              </a:ext>
            </a:extLst>
          </p:cNvPr>
          <p:cNvSpPr>
            <a:spLocks xmlns:a="http://schemas.openxmlformats.org/drawingml/2006/main" noGrp="1"/>
          </p:cNvSpPr>
          <p:nvPr/>
        </p:nvSpPr>
        <p:spPr>
          <a:xfrm xmlns:a="http://schemas.openxmlformats.org/drawingml/2006/main">
            <a:off x="7381875" y="4953000"/>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x</a:t>
            </a:r>
          </a:p>
        </p:txBody>
      </p:sp>
      <p:sp>
        <p:nvSpPr>
          <p:cNvPr id="6" name="y">
            <a:extLst xmlns:a="http://schemas.openxmlformats.org/drawingml/2006/main">
              <a:ext uri="{FF2B5EF4-FFF2-40B4-BE49-F238E27FC236}">
                <a16:creationId xmlns:a16="http://schemas.microsoft.com/office/drawing/2014/main" id="{524B1C3C-7D80-4545-89E4-F2C1F198F12C}"/>
              </a:ext>
            </a:extLst>
          </p:cNvPr>
          <p:cNvSpPr>
            <a:spLocks xmlns:a="http://schemas.openxmlformats.org/drawingml/2006/main" noGrp="1"/>
          </p:cNvSpPr>
          <p:nvPr/>
        </p:nvSpPr>
        <p:spPr>
          <a:xfrm xmlns:a="http://schemas.openxmlformats.org/drawingml/2006/main">
            <a:off x="3124200" y="1833563"/>
            <a:ext cx="33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y</a:t>
            </a:r>
          </a:p>
        </p:txBody>
      </p:sp>
      <p:sp>
        <p:nvSpPr>
          <p:cNvPr id="7" name="tick-x-0">
            <a:extLst xmlns:a="http://schemas.openxmlformats.org/drawingml/2006/main">
              <a:ext uri="{FF2B5EF4-FFF2-40B4-BE49-F238E27FC236}">
                <a16:creationId xmlns:a16="http://schemas.microsoft.com/office/drawing/2014/main" id="{EDCC0588-9514-4FA6-A073-598ECCE6640F}"/>
              </a:ext>
            </a:extLst>
          </p:cNvPr>
          <p:cNvSpPr>
            <a:spLocks xmlns:a="http://schemas.openxmlformats.org/drawingml/2006/main" noGrp="1"/>
          </p:cNvSpPr>
          <p:nvPr/>
        </p:nvSpPr>
        <p:spPr>
          <a:xfrm xmlns:a="http://schemas.openxmlformats.org/drawingml/2006/main">
            <a:off x="3124200"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0</a:t>
            </a:r>
          </a:p>
        </p:txBody>
      </p:sp>
      <p:sp>
        <p:nvSpPr>
          <p:cNvPr id="8" name="tick-x-1">
            <a:extLst xmlns:a="http://schemas.openxmlformats.org/drawingml/2006/main">
              <a:ext uri="{FF2B5EF4-FFF2-40B4-BE49-F238E27FC236}">
                <a16:creationId xmlns:a16="http://schemas.microsoft.com/office/drawing/2014/main" id="{29A79D14-E3B9-46D0-B0D8-50817AE27860}"/>
              </a:ext>
            </a:extLst>
          </p:cNvPr>
          <p:cNvSpPr>
            <a:spLocks xmlns:a="http://schemas.openxmlformats.org/drawingml/2006/main" noGrp="1"/>
          </p:cNvSpPr>
          <p:nvPr/>
        </p:nvSpPr>
        <p:spPr>
          <a:xfrm xmlns:a="http://schemas.openxmlformats.org/drawingml/2006/main">
            <a:off x="3933825"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1</a:t>
            </a:r>
          </a:p>
        </p:txBody>
      </p:sp>
      <p:sp>
        <p:nvSpPr>
          <p:cNvPr id="9" name="tick-x-2">
            <a:extLst xmlns:a="http://schemas.openxmlformats.org/drawingml/2006/main">
              <a:ext uri="{FF2B5EF4-FFF2-40B4-BE49-F238E27FC236}">
                <a16:creationId xmlns:a16="http://schemas.microsoft.com/office/drawing/2014/main" id="{1F2AB9FF-20A8-41FF-916A-75304659CBAD}"/>
              </a:ext>
            </a:extLst>
          </p:cNvPr>
          <p:cNvSpPr>
            <a:spLocks xmlns:a="http://schemas.openxmlformats.org/drawingml/2006/main" noGrp="1"/>
          </p:cNvSpPr>
          <p:nvPr/>
        </p:nvSpPr>
        <p:spPr>
          <a:xfrm xmlns:a="http://schemas.openxmlformats.org/drawingml/2006/main">
            <a:off x="4743450"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2</a:t>
            </a:r>
          </a:p>
        </p:txBody>
      </p:sp>
      <p:sp>
        <p:nvSpPr>
          <p:cNvPr id="10" name="tick-x-3">
            <a:extLst xmlns:a="http://schemas.openxmlformats.org/drawingml/2006/main">
              <a:ext uri="{FF2B5EF4-FFF2-40B4-BE49-F238E27FC236}">
                <a16:creationId xmlns:a16="http://schemas.microsoft.com/office/drawing/2014/main" id="{5089A8E4-97F8-4D5F-A608-68AE059EB9EF}"/>
              </a:ext>
            </a:extLst>
          </p:cNvPr>
          <p:cNvSpPr>
            <a:spLocks xmlns:a="http://schemas.openxmlformats.org/drawingml/2006/main" noGrp="1"/>
          </p:cNvSpPr>
          <p:nvPr/>
        </p:nvSpPr>
        <p:spPr>
          <a:xfrm xmlns:a="http://schemas.openxmlformats.org/drawingml/2006/main">
            <a:off x="5553075"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3</a:t>
            </a:r>
          </a:p>
        </p:txBody>
      </p:sp>
      <p:sp>
        <p:nvSpPr>
          <p:cNvPr id="11" name="tick-x-4">
            <a:extLst xmlns:a="http://schemas.openxmlformats.org/drawingml/2006/main">
              <a:ext uri="{FF2B5EF4-FFF2-40B4-BE49-F238E27FC236}">
                <a16:creationId xmlns:a16="http://schemas.microsoft.com/office/drawing/2014/main" id="{C2E7DE3A-6FB0-4DAF-B4CD-915CBB835147}"/>
              </a:ext>
            </a:extLst>
          </p:cNvPr>
          <p:cNvSpPr>
            <a:spLocks xmlns:a="http://schemas.openxmlformats.org/drawingml/2006/main" noGrp="1"/>
          </p:cNvSpPr>
          <p:nvPr/>
        </p:nvSpPr>
        <p:spPr>
          <a:xfrm xmlns:a="http://schemas.openxmlformats.org/drawingml/2006/main">
            <a:off x="6362700" y="51244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777777"/>
                </a:solidFill>
                <a:latin typeface="Times New Roman"/>
                <a:ea typeface="Times New Roman"/>
                <a:cs typeface="Times New Roman"/>
              </a:defRPr>
            </a:defPPr>
          </a:lstStyle>
          <a:p xmlns:a="http://schemas.openxmlformats.org/drawingml/2006/main">
            <a:pPr algn="ct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4</a:t>
            </a:r>
          </a:p>
        </p:txBody>
      </p:sp>
      <p:sp>
        <p:nvSpPr>
          <p:cNvPr id="12" name="tick-y-1">
            <a:extLst xmlns:a="http://schemas.openxmlformats.org/drawingml/2006/main">
              <a:ext uri="{FF2B5EF4-FFF2-40B4-BE49-F238E27FC236}">
                <a16:creationId xmlns:a16="http://schemas.microsoft.com/office/drawing/2014/main" id="{6D73CB71-4165-49C3-A9DD-A22917C22039}"/>
              </a:ext>
            </a:extLst>
          </p:cNvPr>
          <p:cNvSpPr>
            <a:spLocks xmlns:a="http://schemas.openxmlformats.org/drawingml/2006/main" noGrp="1"/>
          </p:cNvSpPr>
          <p:nvPr/>
        </p:nvSpPr>
        <p:spPr>
          <a:xfrm xmlns:a="http://schemas.openxmlformats.org/drawingml/2006/main">
            <a:off x="2857500" y="408622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i="0">
                <a:solidFill>
                  <a:srgbClr val="777777"/>
                </a:solidFill>
                <a:latin typeface="Times New Roman"/>
                <a:ea typeface="Times New Roman"/>
                <a:cs typeface="Times New Roman"/>
              </a:defRPr>
            </a:defPPr>
          </a:lstStyle>
          <a:p xmlns:a="http://schemas.openxmlformats.org/drawingml/2006/main">
            <a:pPr algn="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1</a:t>
            </a:r>
          </a:p>
        </p:txBody>
      </p:sp>
      <p:sp>
        <p:nvSpPr>
          <p:cNvPr id="13" name="tick-y-2">
            <a:extLst xmlns:a="http://schemas.openxmlformats.org/drawingml/2006/main">
              <a:ext uri="{FF2B5EF4-FFF2-40B4-BE49-F238E27FC236}">
                <a16:creationId xmlns:a16="http://schemas.microsoft.com/office/drawing/2014/main" id="{5736B254-9174-496A-A0D1-73DC7A009D6F}"/>
              </a:ext>
            </a:extLst>
          </p:cNvPr>
          <p:cNvSpPr>
            <a:spLocks xmlns:a="http://schemas.openxmlformats.org/drawingml/2006/main" noGrp="1"/>
          </p:cNvSpPr>
          <p:nvPr/>
        </p:nvSpPr>
        <p:spPr>
          <a:xfrm xmlns:a="http://schemas.openxmlformats.org/drawingml/2006/main">
            <a:off x="2857500" y="327660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i="0">
                <a:solidFill>
                  <a:srgbClr val="777777"/>
                </a:solidFill>
                <a:latin typeface="Times New Roman"/>
                <a:ea typeface="Times New Roman"/>
                <a:cs typeface="Times New Roman"/>
              </a:defRPr>
            </a:defPPr>
          </a:lstStyle>
          <a:p xmlns:a="http://schemas.openxmlformats.org/drawingml/2006/main">
            <a:pPr algn="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2</a:t>
            </a:r>
          </a:p>
        </p:txBody>
      </p:sp>
      <p:sp>
        <p:nvSpPr>
          <p:cNvPr id="14" name="tick-y-3">
            <a:extLst xmlns:a="http://schemas.openxmlformats.org/drawingml/2006/main">
              <a:ext uri="{FF2B5EF4-FFF2-40B4-BE49-F238E27FC236}">
                <a16:creationId xmlns:a16="http://schemas.microsoft.com/office/drawing/2014/main" id="{9CBD4434-F819-48F8-B706-2E28A9D16619}"/>
              </a:ext>
            </a:extLst>
          </p:cNvPr>
          <p:cNvSpPr>
            <a:spLocks xmlns:a="http://schemas.openxmlformats.org/drawingml/2006/main" noGrp="1"/>
          </p:cNvSpPr>
          <p:nvPr/>
        </p:nvSpPr>
        <p:spPr>
          <a:xfrm xmlns:a="http://schemas.openxmlformats.org/drawingml/2006/main">
            <a:off x="2857500" y="246697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i="0">
                <a:solidFill>
                  <a:srgbClr val="777777"/>
                </a:solidFill>
                <a:latin typeface="Times New Roman"/>
                <a:ea typeface="Times New Roman"/>
                <a:cs typeface="Times New Roman"/>
              </a:defRPr>
            </a:defPPr>
          </a:lstStyle>
          <a:p xmlns:a="http://schemas.openxmlformats.org/drawingml/2006/main">
            <a:pPr algn="r">
              <a:defRPr sz="1725" b="0" i="0">
                <a:solidFill>
                  <a:srgbClr val="777777"/>
                </a:solidFill>
                <a:latin typeface="Times New Roman"/>
                <a:ea typeface="Times New Roman"/>
                <a:cs typeface="Times New Roman"/>
              </a:defRPr>
            </a:pPr>
            <a:r>
              <a:rPr sz="1725" b="0" i="0">
                <a:solidFill>
                  <a:srgbClr val="777777"/>
                </a:solidFill>
                <a:latin typeface="Times New Roman"/>
                <a:ea typeface="Times New Roman"/>
                <a:cs typeface="Times New Roman"/>
              </a:rPr>
              <a:t>3</a:t>
            </a:r>
          </a:p>
        </p:txBody>
      </p:sp>
      <p:sp>
        <p:nvSpPr>
          <p:cNvPr id="15" name="centre">
            <a:extLst xmlns:a="http://schemas.openxmlformats.org/drawingml/2006/main">
              <a:ext uri="{FF2B5EF4-FFF2-40B4-BE49-F238E27FC236}">
                <a16:creationId xmlns:a16="http://schemas.microsoft.com/office/drawing/2014/main" id="{1F93F449-9409-414A-816D-2A97C6065C36}"/>
              </a:ext>
            </a:extLst>
          </p:cNvPr>
          <p:cNvSpPr>
            <a:spLocks xmlns:a="http://schemas.openxmlformats.org/drawingml/2006/main" noGrp="1"/>
          </p:cNvSpPr>
          <p:nvPr/>
        </p:nvSpPr>
        <p:spPr>
          <a:xfrm xmlns:a="http://schemas.openxmlformats.org/drawingml/2006/main">
            <a:off x="4810125" y="4191000"/>
            <a:ext cx="95250" cy="952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16" name="centre-label">
            <a:extLst xmlns:a="http://schemas.openxmlformats.org/drawingml/2006/main">
              <a:ext uri="{FF2B5EF4-FFF2-40B4-BE49-F238E27FC236}">
                <a16:creationId xmlns:a16="http://schemas.microsoft.com/office/drawing/2014/main" id="{08F60D25-1473-487E-A665-94A57ED7A2F1}"/>
              </a:ext>
            </a:extLst>
          </p:cNvPr>
          <p:cNvSpPr>
            <a:spLocks xmlns:a="http://schemas.openxmlformats.org/drawingml/2006/main" noGrp="1"/>
          </p:cNvSpPr>
          <p:nvPr/>
        </p:nvSpPr>
        <p:spPr>
          <a:xfrm xmlns:a="http://schemas.openxmlformats.org/drawingml/2006/main">
            <a:off x="5019675" y="431482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C=(2,1)</a:t>
            </a:r>
          </a:p>
        </p:txBody>
      </p:sp>
      <p:sp>
        <p:nvSpPr>
          <p:cNvPr id="17" name="point">
            <a:extLst xmlns:a="http://schemas.openxmlformats.org/drawingml/2006/main">
              <a:ext uri="{FF2B5EF4-FFF2-40B4-BE49-F238E27FC236}">
                <a16:creationId xmlns:a16="http://schemas.microsoft.com/office/drawing/2014/main" id="{3CA2895E-2E9E-4968-B1AB-E3DF5FB5086F}"/>
              </a:ext>
            </a:extLst>
          </p:cNvPr>
          <p:cNvSpPr>
            <a:spLocks xmlns:a="http://schemas.openxmlformats.org/drawingml/2006/main" noGrp="1"/>
          </p:cNvSpPr>
          <p:nvPr/>
        </p:nvSpPr>
        <p:spPr>
          <a:xfrm xmlns:a="http://schemas.openxmlformats.org/drawingml/2006/main">
            <a:off x="6419850" y="3371850"/>
            <a:ext cx="114300" cy="11430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18" name="point-label">
            <a:extLst xmlns:a="http://schemas.openxmlformats.org/drawingml/2006/main">
              <a:ext uri="{FF2B5EF4-FFF2-40B4-BE49-F238E27FC236}">
                <a16:creationId xmlns:a16="http://schemas.microsoft.com/office/drawing/2014/main" id="{B4F27509-6813-42D1-8708-CB0D55EC4328}"/>
              </a:ext>
            </a:extLst>
          </p:cNvPr>
          <p:cNvSpPr>
            <a:spLocks xmlns:a="http://schemas.openxmlformats.org/drawingml/2006/main" noGrp="1"/>
          </p:cNvSpPr>
          <p:nvPr/>
        </p:nvSpPr>
        <p:spPr>
          <a:xfrm xmlns:a="http://schemas.openxmlformats.org/drawingml/2006/main">
            <a:off x="6619875" y="323850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P=(4,2)</a:t>
            </a:r>
          </a:p>
        </p:txBody>
      </p:sp>
      <p:sp>
        <p:nvSpPr>
          <p:cNvPr id="19" name="radius">
            <a:extLst xmlns:a="http://schemas.openxmlformats.org/drawingml/2006/main">
              <a:ext uri="{FF2B5EF4-FFF2-40B4-BE49-F238E27FC236}">
                <a16:creationId xmlns:a16="http://schemas.microsoft.com/office/drawing/2014/main" id="{64B51D3A-2351-4883-9B7B-BFDC4E612602}"/>
              </a:ext>
            </a:extLst>
          </p:cNvPr>
          <p:cNvSpPr>
            <a:spLocks xmlns:a="http://schemas.openxmlformats.org/drawingml/2006/main" noGrp="1"/>
          </p:cNvSpPr>
          <p:nvPr/>
        </p:nvSpPr>
        <p:spPr>
          <a:xfrm xmlns:a="http://schemas.openxmlformats.org/drawingml/2006/main">
            <a:off x="4857750" y="3429000"/>
            <a:ext cx="1619250" cy="809625"/>
          </a:xfrm>
          <a:custGeom xmlns:a="http://schemas.openxmlformats.org/drawingml/2006/main">
            <a:pathLst>
              <a:path w="1619250" h="809625">
                <a:moveTo>
                  <a:pt x="0" y="809625"/>
                </a:moveTo>
                <a:lnTo>
                  <a:pt x="1619250" y="0"/>
                </a:lnTo>
              </a:path>
            </a:pathLst>
          </a:custGeom>
          <a:noFill xmlns:a="http://schemas.openxmlformats.org/drawingml/2006/main"/>
          <a:ln xmlns:a="http://schemas.openxmlformats.org/drawingml/2006/main" w="20955">
            <a:solidFill>
              <a:srgbClr val="202020"/>
            </a:solidFill>
          </a:ln>
        </p:spPr>
      </p:sp>
      <p:sp>
        <p:nvSpPr>
          <p:cNvPr id="20" name="fixed-point">
            <a:extLst xmlns:a="http://schemas.openxmlformats.org/drawingml/2006/main">
              <a:ext uri="{FF2B5EF4-FFF2-40B4-BE49-F238E27FC236}">
                <a16:creationId xmlns:a16="http://schemas.microsoft.com/office/drawing/2014/main" id="{16787209-DE50-474C-96ED-6AC32044EF2A}"/>
              </a:ext>
            </a:extLst>
          </p:cNvPr>
          <p:cNvSpPr>
            <a:spLocks xmlns:a="http://schemas.openxmlformats.org/drawingml/2006/main" noGrp="1"/>
          </p:cNvSpPr>
          <p:nvPr/>
        </p:nvSpPr>
        <p:spPr>
          <a:xfrm xmlns:a="http://schemas.openxmlformats.org/drawingml/2006/main">
            <a:off x="8572500" y="31432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Keep C fixed.</a:t>
            </a:r>
          </a:p>
        </p:txBody>
      </p:sp>
      <p:sp>
        <p:nvSpPr>
          <p:cNvPr id="21" name="quarter-arc">
            <a:extLst xmlns:a="http://schemas.openxmlformats.org/drawingml/2006/main">
              <a:ext uri="{FF2B5EF4-FFF2-40B4-BE49-F238E27FC236}">
                <a16:creationId xmlns:a16="http://schemas.microsoft.com/office/drawing/2014/main" id="{5DA2A951-144B-4427-AF0A-A92B95E088D7}"/>
              </a:ext>
            </a:extLst>
          </p:cNvPr>
          <p:cNvSpPr>
            <a:spLocks xmlns:a="http://schemas.openxmlformats.org/drawingml/2006/main" noGrp="1"/>
          </p:cNvSpPr>
          <p:nvPr/>
        </p:nvSpPr>
        <p:spPr>
          <a:xfrm xmlns:a="http://schemas.openxmlformats.org/drawingml/2006/main">
            <a:off x="4048125" y="2428276"/>
            <a:ext cx="2428875" cy="1000724"/>
          </a:xfrm>
          <a:custGeom xmlns:a="http://schemas.openxmlformats.org/drawingml/2006/main">
            <a:pathLst>
              <a:path w="2428875" h="1000724">
                <a:moveTo>
                  <a:pt x="2428875" y="1000724"/>
                </a:moveTo>
                <a:lnTo>
                  <a:pt x="2401518" y="948177"/>
                </a:lnTo>
                <a:lnTo>
                  <a:pt x="2372456" y="896554"/>
                </a:lnTo>
                <a:lnTo>
                  <a:pt x="2341721" y="845908"/>
                </a:lnTo>
                <a:lnTo>
                  <a:pt x="2309345" y="796296"/>
                </a:lnTo>
                <a:lnTo>
                  <a:pt x="2275363" y="747770"/>
                </a:lnTo>
                <a:lnTo>
                  <a:pt x="2239812" y="700381"/>
                </a:lnTo>
                <a:lnTo>
                  <a:pt x="2202729" y="654181"/>
                </a:lnTo>
                <a:lnTo>
                  <a:pt x="2164154" y="609219"/>
                </a:lnTo>
                <a:lnTo>
                  <a:pt x="2124129" y="565543"/>
                </a:lnTo>
                <a:lnTo>
                  <a:pt x="2082696" y="523200"/>
                </a:lnTo>
                <a:lnTo>
                  <a:pt x="2039900" y="482235"/>
                </a:lnTo>
                <a:lnTo>
                  <a:pt x="1995787" y="442693"/>
                </a:lnTo>
                <a:lnTo>
                  <a:pt x="1950403" y="404615"/>
                </a:lnTo>
                <a:lnTo>
                  <a:pt x="1903798" y="368043"/>
                </a:lnTo>
                <a:lnTo>
                  <a:pt x="1856021" y="333014"/>
                </a:lnTo>
                <a:lnTo>
                  <a:pt x="1807124" y="299568"/>
                </a:lnTo>
                <a:lnTo>
                  <a:pt x="1757159" y="267740"/>
                </a:lnTo>
                <a:lnTo>
                  <a:pt x="1706179" y="237563"/>
                </a:lnTo>
                <a:lnTo>
                  <a:pt x="1654238" y="209071"/>
                </a:lnTo>
                <a:lnTo>
                  <a:pt x="1601394" y="182294"/>
                </a:lnTo>
                <a:lnTo>
                  <a:pt x="1547702" y="157259"/>
                </a:lnTo>
                <a:lnTo>
                  <a:pt x="1493219" y="133995"/>
                </a:lnTo>
                <a:lnTo>
                  <a:pt x="1438004" y="112526"/>
                </a:lnTo>
                <a:lnTo>
                  <a:pt x="1382116" y="92875"/>
                </a:lnTo>
                <a:lnTo>
                  <a:pt x="1325616" y="75063"/>
                </a:lnTo>
                <a:lnTo>
                  <a:pt x="1268562" y="59110"/>
                </a:lnTo>
                <a:lnTo>
                  <a:pt x="1211018" y="45031"/>
                </a:lnTo>
                <a:lnTo>
                  <a:pt x="1153043" y="32843"/>
                </a:lnTo>
                <a:lnTo>
                  <a:pt x="1094701" y="22559"/>
                </a:lnTo>
                <a:lnTo>
                  <a:pt x="1036054" y="14188"/>
                </a:lnTo>
                <a:lnTo>
                  <a:pt x="977164" y="7742"/>
                </a:lnTo>
                <a:lnTo>
                  <a:pt x="918094" y="3225"/>
                </a:lnTo>
                <a:lnTo>
                  <a:pt x="858909" y="644"/>
                </a:lnTo>
                <a:lnTo>
                  <a:pt x="799670" y="0"/>
                </a:lnTo>
                <a:lnTo>
                  <a:pt x="740443" y="1295"/>
                </a:lnTo>
                <a:lnTo>
                  <a:pt x="681289" y="4527"/>
                </a:lnTo>
                <a:lnTo>
                  <a:pt x="622273" y="9693"/>
                </a:lnTo>
                <a:lnTo>
                  <a:pt x="563458" y="16787"/>
                </a:lnTo>
                <a:lnTo>
                  <a:pt x="504906" y="25802"/>
                </a:lnTo>
                <a:lnTo>
                  <a:pt x="446680" y="36727"/>
                </a:lnTo>
                <a:lnTo>
                  <a:pt x="388843" y="49552"/>
                </a:lnTo>
                <a:lnTo>
                  <a:pt x="331457" y="64263"/>
                </a:lnTo>
                <a:lnTo>
                  <a:pt x="274582" y="80843"/>
                </a:lnTo>
                <a:lnTo>
                  <a:pt x="218281" y="99275"/>
                </a:lnTo>
                <a:lnTo>
                  <a:pt x="162613" y="119539"/>
                </a:lnTo>
                <a:lnTo>
                  <a:pt x="107637" y="141614"/>
                </a:lnTo>
                <a:lnTo>
                  <a:pt x="53414" y="165476"/>
                </a:lnTo>
                <a:lnTo>
                  <a:pt x="0" y="191099"/>
                </a:lnTo>
              </a:path>
            </a:pathLst>
          </a:custGeom>
          <a:noFill xmlns:a="http://schemas.openxmlformats.org/drawingml/2006/main"/>
          <a:ln xmlns:a="http://schemas.openxmlformats.org/drawingml/2006/main" w="17145">
            <a:solidFill>
              <a:srgbClr val="777777"/>
            </a:solidFill>
          </a:ln>
        </p:spPr>
      </p:sp>
      <p:sp>
        <p:nvSpPr>
          <p:cNvPr id="22" name="turn-label">
            <a:extLst xmlns:a="http://schemas.openxmlformats.org/drawingml/2006/main">
              <a:ext uri="{FF2B5EF4-FFF2-40B4-BE49-F238E27FC236}">
                <a16:creationId xmlns:a16="http://schemas.microsoft.com/office/drawing/2014/main" id="{5A52D214-B19B-4F58-83EA-6B5272C12775}"/>
              </a:ext>
            </a:extLst>
          </p:cNvPr>
          <p:cNvSpPr>
            <a:spLocks xmlns:a="http://schemas.openxmlformats.org/drawingml/2006/main" noGrp="1"/>
          </p:cNvSpPr>
          <p:nvPr/>
        </p:nvSpPr>
        <p:spPr>
          <a:xfrm xmlns:a="http://schemas.openxmlformats.org/drawingml/2006/main">
            <a:off x="7239000" y="23336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90 degrees counterclockwise</a:t>
            </a:r>
          </a:p>
        </p:txBody>
      </p:sp>
      <p:sp>
        <p:nvSpPr>
          <p:cNvPr id="23" name="radius-label">
            <a:extLst xmlns:a="http://schemas.openxmlformats.org/drawingml/2006/main">
              <a:ext uri="{FF2B5EF4-FFF2-40B4-BE49-F238E27FC236}">
                <a16:creationId xmlns:a16="http://schemas.microsoft.com/office/drawing/2014/main" id="{1BBF240D-C2A1-42DF-B2A5-6CAD2FE2C75A}"/>
              </a:ext>
            </a:extLst>
          </p:cNvPr>
          <p:cNvSpPr>
            <a:spLocks xmlns:a="http://schemas.openxmlformats.org/drawingml/2006/main" noGrp="1"/>
          </p:cNvSpPr>
          <p:nvPr/>
        </p:nvSpPr>
        <p:spPr>
          <a:xfrm xmlns:a="http://schemas.openxmlformats.org/drawingml/2006/main">
            <a:off x="8572500" y="366712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Keep the distance CP.</a:t>
            </a:r>
          </a:p>
        </p:txBody>
      </p:sp>
      <p:sp>
        <p:nvSpPr>
          <p:cNvPr id="24" name="goal">
            <a:extLst xmlns:a="http://schemas.openxmlformats.org/drawingml/2006/main">
              <a:ext uri="{FF2B5EF4-FFF2-40B4-BE49-F238E27FC236}">
                <a16:creationId xmlns:a16="http://schemas.microsoft.com/office/drawing/2014/main" id="{DDDA602A-CFF5-454A-8082-65B31491CCAB}"/>
              </a:ext>
            </a:extLst>
          </p:cNvPr>
          <p:cNvSpPr>
            <a:spLocks xmlns:a="http://schemas.openxmlformats.org/drawingml/2006/main" noGrp="1"/>
          </p:cNvSpPr>
          <p:nvPr/>
        </p:nvSpPr>
        <p:spPr>
          <a:xfrm xmlns:a="http://schemas.openxmlformats.org/drawingml/2006/main">
            <a:off x="666750" y="606742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Find the new coordinates of the same point.</a:t>
            </a:r>
          </a:p>
        </p:txBody>
      </p:sp>
      <p:pic>
        <p:nvPicPr>
          <p:cNvPr id="25" name="givens" descr="P=(4,2),\quad C=(2,1),\quad \theta=90^\circ\ \text{counterclockwise}">
            <a:extLst xmlns:a="http://schemas.openxmlformats.org/drawingml/2006/main">
              <a:ext uri="{FF2B5EF4-FFF2-40B4-BE49-F238E27FC236}">
                <a16:creationId xmlns:a16="http://schemas.microsoft.com/office/drawing/2014/main" id="{0A6542DD-95D8-48C7-ABF6-83C4036AB2E2}"/>
              </a:ext>
            </a:extLst>
          </p:cNvPr>
          <p:cNvPicPr>
            <a:picLocks xmlns:a="http://schemas.openxmlformats.org/drawingml/2006/main" noChangeAspect="1"/>
          </p:cNvPicPr>
          <p:nvPr/>
        </p:nvPicPr>
        <p:blipFill>
          <a:blip xmlns:r="http://schemas.openxmlformats.org/officeDocument/2006/relationships" xmlns:a="http://schemas.openxmlformats.org/drawingml/2006/main" r:embed="R8e402c8a44b2443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381125"/>
            <a:ext cx="7343775" cy="285750"/>
          </a:xfrm>
          <a:prstGeom xmlns:a="http://schemas.openxmlformats.org/drawingml/2006/main" prst="rect">
            <a:avLst/>
          </a:prstGeom>
        </p:spPr>
      </p:pic>
    </p:spTree>
    <p:extLst>
      <p:ext uri="{BB962C8B-B14F-4D97-AF65-F5344CB8AC3E}">
        <p14:creationId xmlns:p14="http://schemas.microsoft.com/office/powerpoint/2010/main" val="104970257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Measure from C, turn, then put C back</a:t>
            </a:r>
          </a:p>
        </p:txBody>
      </p:sp>
      <p:sp>
        <p:nvSpPr>
          <p:cNvPr id="3" name="operation-0-box">
            <a:extLst xmlns:a="http://schemas.openxmlformats.org/drawingml/2006/main">
              <a:ext uri="{FF2B5EF4-FFF2-40B4-BE49-F238E27FC236}">
                <a16:creationId xmlns:a16="http://schemas.microsoft.com/office/drawing/2014/main" id="{75817CFD-6A96-4C08-8BB6-F34D6CBC0FE3}"/>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EA5025A-3BA3-4757-B9FB-2FB6C8362079}"/>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51A09BE2-9C85-46AB-9F80-907AF48E12D3}"/>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0E6A8C14-814E-4943-8E11-3928B863E5C7}"/>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B1E13C84-EE0C-423B-A17D-0E66A64D1E35}"/>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F9B11C7-8D67-4782-9CB1-6C3DF122E06E}"/>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63870993-68B3-4809-A0AC-2E46235F264B}"/>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9D0B4232-CA41-4F6E-8471-C2D3548A4609}"/>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278F7BFD-150B-4A3E-A5B0-7EA3E12EDD3F}"/>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51838C36-3266-4860-AF4F-BE9022E3119E}"/>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offset-meaning">
            <a:extLst xmlns:a="http://schemas.openxmlformats.org/drawingml/2006/main">
              <a:ext uri="{FF2B5EF4-FFF2-40B4-BE49-F238E27FC236}">
                <a16:creationId xmlns:a16="http://schemas.microsoft.com/office/drawing/2014/main" id="{0B386EA5-2293-4A3F-98AF-A3AC20B88B04}"/>
              </a:ext>
            </a:extLst>
          </p:cNvPr>
          <p:cNvSpPr>
            <a:spLocks xmlns:a="http://schemas.openxmlformats.org/drawingml/2006/main" noGrp="1"/>
          </p:cNvSpPr>
          <p:nvPr/>
        </p:nvSpPr>
        <p:spPr>
          <a:xfrm xmlns:a="http://schemas.openxmlformats.org/drawingml/2006/main">
            <a:off x="666750" y="61912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Q is the arrow from C to P.</a:t>
            </a:r>
          </a:p>
        </p:txBody>
      </p:sp>
      <p:pic>
        <p:nvPicPr>
          <p:cNvPr id="14" name="process" descr="Rotate-point lesson: process; static entry, one click, held result.">
            <a:extLst xmlns:a="http://schemas.openxmlformats.org/drawingml/2006/main">
              <a:ext uri="{FF2B5EF4-FFF2-40B4-BE49-F238E27FC236}">
                <a16:creationId xmlns:a16="http://schemas.microsoft.com/office/drawing/2014/main" id="{6FC25552-4792-49C4-974D-EF04B083399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process--t4-click-frame-00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process--t4-click-frame-00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process--t4-click-frame-00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process--t4-click-frame-00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process--t4-click-frame-005"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process--t4-click-frame-006"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process--t4-click-frame-007"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process--t4-click-frame-008"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process--t4-click-frame-009"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process--t4-click-frame-010"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process--t4-click-frame-01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process--t4-click-frame-01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process--t4-click-frame-01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process--t4-click-frame-01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process--t4-click-frame-015"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7" name="process--t4-click-frame-016"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8" name="process--t4-click-frame-017"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9" name="process--t4-click-frame-018"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0" name="process--t4-click-frame-019"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1" name="process--t4-click-frame-020"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2" name="process--t4-click-frame-02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3" name="process--t4-click-frame-02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4" name="process--t4-click-frame-02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5" name="process--t4-click-frame-02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6" name="process--t4-click-frame-025"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7" name="process--t4-click-frame-026"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8" name="process--t4-click-frame-027"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9" name="process--t4-click-frame-028"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0" name="process--t4-click-frame-029"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1" name="process--t4-click-frame-030"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2" name="process--t4-click-frame-03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3" name="process--t4-click-frame-03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4" name="process--t4-click-frame-03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5" name="process--t4-click-frame-03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6" name="process--t4-click-frame-035"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7" name="process--t4-click-frame-036"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8" name="process--t4-click-frame-037"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59" name="process--t4-click-frame-038"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0" name="process--t4-click-frame-039"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1" name="process--t4-click-frame-040"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2" name="process--t4-click-frame-04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3" name="process--t4-click-frame-04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4" name="process--t4-click-frame-04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5" name="process--t4-click-frame-04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6" name="process--t4-click-frame-045"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7" name="process--t4-click-frame-046"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8" name="process--t4-click-frame-047"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69" name="process--t4-click-frame-048"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0" name="process--t4-click-frame-049"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1" name="process--t4-click-frame-050"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2" name="process--t4-click-frame-05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3" name="process--t4-click-frame-05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4" name="process--t4-click-frame-05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5" name="process--t4-click-frame-05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6" name="process--t4-click-frame-055"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7" name="process--t4-click-frame-056"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8" name="process--t4-click-frame-057"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79" name="process--t4-click-frame-058"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0" name="process--t4-click-frame-059"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1" name="process--t4-click-frame-060"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2" name="process--t4-click-frame-06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3" name="process--t4-click-frame-06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4" name="process--t4-click-frame-06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5" name="process--t4-click-frame-06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6" name="process--t4-click-frame-065"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7" name="process--t4-click-frame-066"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8" name="process--t4-click-frame-067"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89" name="process--t4-click-frame-068"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0" name="process--t4-click-frame-069"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1" name="process--t4-click-frame-070"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2" name="process--t4-click-frame-07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3" name="process--t4-click-frame-07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4" name="process--t4-click-frame-07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5" name="process--t4-click-frame-07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6" name="process--t4-click-frame-075"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7" name="process--t4-click-frame-076"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8" name="process--t4-click-frame-077"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99" name="process--t4-click-frame-078"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00" name="process--t4-click-frame-079"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01" name="process--t4-click-frame-080"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02" name="process--t4-click-frame-081"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03" name="process--t4-click-frame-082"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04" name="process--t4-click-frame-083"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05" name="process--t4-click-frame-084" descr="Rotate-point lesson: proces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15" name="route-input" descr="P=(4,2),\ C=(2,1)">
            <a:extLst xmlns:a="http://schemas.openxmlformats.org/drawingml/2006/main">
              <a:ext uri="{FF2B5EF4-FFF2-40B4-BE49-F238E27FC236}">
                <a16:creationId xmlns:a16="http://schemas.microsoft.com/office/drawing/2014/main" id="{D7211A9A-6D03-4F29-A258-39991E42CDBB}"/>
              </a:ext>
            </a:extLst>
          </p:cNvPr>
          <p:cNvPicPr>
            <a:picLocks xmlns:a="http://schemas.openxmlformats.org/drawingml/2006/main" noChangeAspect="1"/>
          </p:cNvPicPr>
          <p:nvPr/>
        </p:nvPicPr>
        <p:blipFill>
          <a:blip xmlns:r="http://schemas.openxmlformats.org/officeDocument/2006/relationships" xmlns:a="http://schemas.openxmlformats.org/drawingml/2006/main" r:embed="R2281cc4707c64ba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894"/>
            <a:ext cx="2524125" cy="236637"/>
          </a:xfrm>
          <a:prstGeom xmlns:a="http://schemas.openxmlformats.org/drawingml/2006/main" prst="rect">
            <a:avLst/>
          </a:prstGeom>
        </p:spPr>
      </p:pic>
      <p:pic>
        <p:nvPicPr>
          <p:cNvPr id="16" name="route-offset" descr="Q=P-C">
            <a:extLst xmlns:a="http://schemas.openxmlformats.org/drawingml/2006/main">
              <a:ext uri="{FF2B5EF4-FFF2-40B4-BE49-F238E27FC236}">
                <a16:creationId xmlns:a16="http://schemas.microsoft.com/office/drawing/2014/main" id="{9E27B325-EA8D-4DBC-A4FF-AB62C0B6A304}"/>
              </a:ext>
            </a:extLst>
          </p:cNvPr>
          <p:cNvPicPr>
            <a:picLocks xmlns:a="http://schemas.openxmlformats.org/drawingml/2006/main" noChangeAspect="1"/>
          </p:cNvPicPr>
          <p:nvPr/>
        </p:nvPicPr>
        <p:blipFill>
          <a:blip xmlns:r="http://schemas.openxmlformats.org/officeDocument/2006/relationships" xmlns:a="http://schemas.openxmlformats.org/drawingml/2006/main" r:embed="Re781c62ab527423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77033"/>
            <a:ext cx="1285875" cy="208359"/>
          </a:xfrm>
          <a:prstGeom xmlns:a="http://schemas.openxmlformats.org/drawingml/2006/main" prst="rect">
            <a:avLst/>
          </a:prstGeom>
        </p:spPr>
      </p:pic>
      <p:pic>
        <p:nvPicPr>
          <p:cNvPr id="17" name="route-output" descr="P'=C+Q'">
            <a:extLst xmlns:a="http://schemas.openxmlformats.org/drawingml/2006/main">
              <a:ext uri="{FF2B5EF4-FFF2-40B4-BE49-F238E27FC236}">
                <a16:creationId xmlns:a16="http://schemas.microsoft.com/office/drawing/2014/main" id="{B737193C-5166-41C1-9003-82C0FE6AE0A6}"/>
              </a:ext>
            </a:extLst>
          </p:cNvPr>
          <p:cNvPicPr>
            <a:picLocks xmlns:a="http://schemas.openxmlformats.org/drawingml/2006/main" noChangeAspect="1"/>
          </p:cNvPicPr>
          <p:nvPr/>
        </p:nvPicPr>
        <p:blipFill>
          <a:blip xmlns:r="http://schemas.openxmlformats.org/officeDocument/2006/relationships" xmlns:a="http://schemas.openxmlformats.org/drawingml/2006/main" r:embed="Rdf6bc1faadb54be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8" name="subtract-build" descr="Q=P-C=(2,1)">
            <a:extLst xmlns:a="http://schemas.openxmlformats.org/drawingml/2006/main">
              <a:ext uri="{FF2B5EF4-FFF2-40B4-BE49-F238E27FC236}">
                <a16:creationId xmlns:a16="http://schemas.microsoft.com/office/drawing/2014/main" id="{BC8023EA-CA27-44C4-B1C1-09D0048C53D0}"/>
              </a:ext>
            </a:extLst>
          </p:cNvPr>
          <p:cNvPicPr>
            <a:picLocks xmlns:a="http://schemas.openxmlformats.org/drawingml/2006/main" noChangeAspect="1"/>
          </p:cNvPicPr>
          <p:nvPr/>
        </p:nvPicPr>
        <p:blipFill>
          <a:blip xmlns:r="http://schemas.openxmlformats.org/officeDocument/2006/relationships" xmlns:a="http://schemas.openxmlformats.org/drawingml/2006/main" r:embed="R501a60ab19864af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629275"/>
            <a:ext cx="2533650" cy="266700"/>
          </a:xfrm>
          <a:prstGeom xmlns:a="http://schemas.openxmlformats.org/drawingml/2006/main" prst="rect">
            <a:avLst/>
          </a:prstGeom>
        </p:spPr>
      </p:pic>
      <p:pic>
        <p:nvPicPr>
          <p:cNvPr id="19" name="rotation-build" descr="Q'=(-1,2)">
            <a:extLst xmlns:a="http://schemas.openxmlformats.org/drawingml/2006/main">
              <a:ext uri="{FF2B5EF4-FFF2-40B4-BE49-F238E27FC236}">
                <a16:creationId xmlns:a16="http://schemas.microsoft.com/office/drawing/2014/main" id="{AF383DC4-92C9-4134-BD9E-E392F8774B5B}"/>
              </a:ext>
            </a:extLst>
          </p:cNvPr>
          <p:cNvPicPr>
            <a:picLocks xmlns:a="http://schemas.openxmlformats.org/drawingml/2006/main" noChangeAspect="1"/>
          </p:cNvPicPr>
          <p:nvPr/>
        </p:nvPicPr>
        <p:blipFill>
          <a:blip xmlns:r="http://schemas.openxmlformats.org/officeDocument/2006/relationships" xmlns:a="http://schemas.openxmlformats.org/drawingml/2006/main" r:embed="R552632c0118840e4">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4572000" y="5630108"/>
            <a:ext cx="1626870" cy="265033"/>
          </a:xfrm>
          <a:prstGeom xmlns:a="http://schemas.openxmlformats.org/drawingml/2006/main" prst="rect">
            <a:avLst/>
          </a:prstGeom>
        </p:spPr>
      </p:pic>
      <p:pic>
        <p:nvPicPr>
          <p:cNvPr id="20" name="add-build" descr="P'=C+Q'=(1,3)">
            <a:extLst xmlns:a="http://schemas.openxmlformats.org/drawingml/2006/main">
              <a:ext uri="{FF2B5EF4-FFF2-40B4-BE49-F238E27FC236}">
                <a16:creationId xmlns:a16="http://schemas.microsoft.com/office/drawing/2014/main" id="{5C9FB090-C817-4EE2-A112-73CA6B5B53A2}"/>
              </a:ext>
            </a:extLst>
          </p:cNvPr>
          <p:cNvPicPr>
            <a:picLocks xmlns:a="http://schemas.openxmlformats.org/drawingml/2006/main" noChangeAspect="1"/>
          </p:cNvPicPr>
          <p:nvPr/>
        </p:nvPicPr>
        <p:blipFill>
          <a:blip xmlns:r="http://schemas.openxmlformats.org/officeDocument/2006/relationships" xmlns:a="http://schemas.openxmlformats.org/drawingml/2006/main" r:embed="R57ea73c6737c42d1">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8134350" y="5630108"/>
            <a:ext cx="2693670" cy="265033"/>
          </a:xfrm>
          <a:prstGeom xmlns:a="http://schemas.openxmlformats.org/drawingml/2006/main" prst="rect">
            <a:avLst/>
          </a:prstGeom>
        </p:spPr>
      </p:pic>
    </p:spTree>
    <p:extLst>
      <p:ext uri="{BB962C8B-B14F-4D97-AF65-F5344CB8AC3E}">
        <p14:creationId xmlns:p14="http://schemas.microsoft.com/office/powerpoint/2010/main" val="1154214251"/>
      </p:ext>
    </p:extLst>
  </p:cSld>
  <p:timing>
    <p:tnLst>
      <p:par>
        <p:cTn id="1" dur="indefinite" restart="never" nodeType="tmRoot">
          <p:childTnLst>
            <p:seq concurrent="1" nextAc="seek">
              <p:cTn id="2" dur="indefinite" nodeType="mainSeq">
                <p:childTnLst>
                  <p:par>
                    <p:cTn id="18" fill="hold" restart="never" repeatCount="1000">
                      <p:stCondLst>
                        <p:cond delay="indefinite"/>
                      </p:stCondLst>
                      <p:childTnLst>
                        <p:par>
                          <p:cTn id="19" fill="hold" dur="11560">
                            <p:stCondLst>
                              <p:cond delay="0"/>
                            </p:stCondLst>
                            <p:childTnLst>
                              <p:par>
                                <p:cTn id="20" presetID="1" presetClass="entr" presetSubtype="0" fill="hold" nodeType="clickEffect" restart="never">
                                  <p:stCondLst>
                                    <p:cond delay="500"/>
                                  </p:stCondLst>
                                  <p:childTnLst>
                                    <p:set>
                                      <p:cBhvr>
                                        <p:cTn id="21" dur="1" fill="hold">
                                          <p:stCondLst>
                                            <p:cond delay="0"/>
                                          </p:stCondLst>
                                        </p:cTn>
                                        <p:tgtEl>
                                          <p:spTgt spid="22"/>
                                        </p:tgtEl>
                                        <p:attrNameLst>
                                          <p:attrName>style.visibility</p:attrName>
                                        </p:attrNameLst>
                                      </p:cBhvr>
                                      <p:to>
                                        <p:strVal val="visible"/>
                                      </p:to>
                                    </p:set>
                                  </p:childTnLst>
                                </p:cTn>
                              </p:par>
                              <p:par>
                                <p:cTn id="22" presetID="1" presetClass="entr" presetSubtype="0" fill="hold" nodeType="withEffect" restart="never">
                                  <p:stCondLst>
                                    <p:cond delay="620"/>
                                  </p:stCondLst>
                                  <p:childTnLst>
                                    <p:set>
                                      <p:cBhvr>
                                        <p:cTn id="23" dur="1" fill="hold">
                                          <p:stCondLst>
                                            <p:cond delay="0"/>
                                          </p:stCondLst>
                                        </p:cTn>
                                        <p:tgtEl>
                                          <p:spTgt spid="23"/>
                                        </p:tgtEl>
                                        <p:attrNameLst>
                                          <p:attrName>style.visibility</p:attrName>
                                        </p:attrNameLst>
                                      </p:cBhvr>
                                      <p:to>
                                        <p:strVal val="visible"/>
                                      </p:to>
                                    </p:set>
                                  </p:childTnLst>
                                </p:cTn>
                              </p:par>
                              <p:par>
                                <p:cTn id="24" presetID="1" presetClass="entr" presetSubtype="0" fill="hold" nodeType="withEffect" restart="never">
                                  <p:stCondLst>
                                    <p:cond delay="74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nodeType="withEffect" restart="never">
                                  <p:stCondLst>
                                    <p:cond delay="860"/>
                                  </p:stCondLst>
                                  <p:childTnLst>
                                    <p:set>
                                      <p:cBhvr>
                                        <p:cTn id="27" dur="1" fill="hold">
                                          <p:stCondLst>
                                            <p:cond delay="0"/>
                                          </p:stCondLst>
                                        </p:cTn>
                                        <p:tgtEl>
                                          <p:spTgt spid="25"/>
                                        </p:tgtEl>
                                        <p:attrNameLst>
                                          <p:attrName>style.visibility</p:attrName>
                                        </p:attrNameLst>
                                      </p:cBhvr>
                                      <p:to>
                                        <p:strVal val="visible"/>
                                      </p:to>
                                    </p:set>
                                  </p:childTnLst>
                                </p:cTn>
                              </p:par>
                              <p:par>
                                <p:cTn id="28" presetID="1" presetClass="entr" presetSubtype="0" fill="hold" nodeType="withEffect" restart="never">
                                  <p:stCondLst>
                                    <p:cond delay="980"/>
                                  </p:stCondLst>
                                  <p:childTnLst>
                                    <p:set>
                                      <p:cBhvr>
                                        <p:cTn id="29" dur="1" fill="hold">
                                          <p:stCondLst>
                                            <p:cond delay="0"/>
                                          </p:stCondLst>
                                        </p:cTn>
                                        <p:tgtEl>
                                          <p:spTgt spid="26"/>
                                        </p:tgtEl>
                                        <p:attrNameLst>
                                          <p:attrName>style.visibility</p:attrName>
                                        </p:attrNameLst>
                                      </p:cBhvr>
                                      <p:to>
                                        <p:strVal val="visible"/>
                                      </p:to>
                                    </p:set>
                                  </p:childTnLst>
                                </p:cTn>
                              </p:par>
                              <p:par>
                                <p:cTn id="30" presetID="1" presetClass="entr" presetSubtype="0" fill="hold" nodeType="withEffect" restart="never">
                                  <p:stCondLst>
                                    <p:cond delay="1100"/>
                                  </p:stCondLst>
                                  <p:childTnLst>
                                    <p:set>
                                      <p:cBhvr>
                                        <p:cTn id="31" dur="1" fill="hold">
                                          <p:stCondLst>
                                            <p:cond delay="0"/>
                                          </p:stCondLst>
                                        </p:cTn>
                                        <p:tgtEl>
                                          <p:spTgt spid="27"/>
                                        </p:tgtEl>
                                        <p:attrNameLst>
                                          <p:attrName>style.visibility</p:attrName>
                                        </p:attrNameLst>
                                      </p:cBhvr>
                                      <p:to>
                                        <p:strVal val="visible"/>
                                      </p:to>
                                    </p:set>
                                  </p:childTnLst>
                                </p:cTn>
                              </p:par>
                              <p:par>
                                <p:cTn id="32" presetID="1" presetClass="entr" presetSubtype="0" fill="hold" nodeType="withEffect" restart="never">
                                  <p:stCondLst>
                                    <p:cond delay="1220"/>
                                  </p:stCondLst>
                                  <p:childTnLst>
                                    <p:set>
                                      <p:cBhvr>
                                        <p:cTn id="33" dur="1" fill="hold">
                                          <p:stCondLst>
                                            <p:cond delay="0"/>
                                          </p:stCondLst>
                                        </p:cTn>
                                        <p:tgtEl>
                                          <p:spTgt spid="28"/>
                                        </p:tgtEl>
                                        <p:attrNameLst>
                                          <p:attrName>style.visibility</p:attrName>
                                        </p:attrNameLst>
                                      </p:cBhvr>
                                      <p:to>
                                        <p:strVal val="visible"/>
                                      </p:to>
                                    </p:set>
                                  </p:childTnLst>
                                </p:cTn>
                              </p:par>
                              <p:par>
                                <p:cTn id="34" presetID="1" presetClass="entr" presetSubtype="0" fill="hold" nodeType="withEffect" restart="never">
                                  <p:stCondLst>
                                    <p:cond delay="1340"/>
                                  </p:stCondLst>
                                  <p:childTnLst>
                                    <p:set>
                                      <p:cBhvr>
                                        <p:cTn id="35" dur="1" fill="hold">
                                          <p:stCondLst>
                                            <p:cond delay="0"/>
                                          </p:stCondLst>
                                        </p:cTn>
                                        <p:tgtEl>
                                          <p:spTgt spid="29"/>
                                        </p:tgtEl>
                                        <p:attrNameLst>
                                          <p:attrName>style.visibility</p:attrName>
                                        </p:attrNameLst>
                                      </p:cBhvr>
                                      <p:to>
                                        <p:strVal val="visible"/>
                                      </p:to>
                                    </p:set>
                                  </p:childTnLst>
                                </p:cTn>
                              </p:par>
                              <p:par>
                                <p:cTn id="36" presetID="1" presetClass="entr" presetSubtype="0" fill="hold" nodeType="withEffect" restart="never">
                                  <p:stCondLst>
                                    <p:cond delay="1460"/>
                                  </p:stCondLst>
                                  <p:childTnLst>
                                    <p:set>
                                      <p:cBhvr>
                                        <p:cTn id="37" dur="1" fill="hold">
                                          <p:stCondLst>
                                            <p:cond delay="0"/>
                                          </p:stCondLst>
                                        </p:cTn>
                                        <p:tgtEl>
                                          <p:spTgt spid="30"/>
                                        </p:tgtEl>
                                        <p:attrNameLst>
                                          <p:attrName>style.visibility</p:attrName>
                                        </p:attrNameLst>
                                      </p:cBhvr>
                                      <p:to>
                                        <p:strVal val="visible"/>
                                      </p:to>
                                    </p:set>
                                  </p:childTnLst>
                                </p:cTn>
                              </p:par>
                              <p:par>
                                <p:cTn id="38" presetID="1" presetClass="entr" presetSubtype="0" fill="hold" nodeType="withEffect" restart="never">
                                  <p:stCondLst>
                                    <p:cond delay="1580"/>
                                  </p:stCondLst>
                                  <p:childTnLst>
                                    <p:set>
                                      <p:cBhvr>
                                        <p:cTn id="39" dur="1" fill="hold">
                                          <p:stCondLst>
                                            <p:cond delay="0"/>
                                          </p:stCondLst>
                                        </p:cTn>
                                        <p:tgtEl>
                                          <p:spTgt spid="31"/>
                                        </p:tgtEl>
                                        <p:attrNameLst>
                                          <p:attrName>style.visibility</p:attrName>
                                        </p:attrNameLst>
                                      </p:cBhvr>
                                      <p:to>
                                        <p:strVal val="visible"/>
                                      </p:to>
                                    </p:set>
                                  </p:childTnLst>
                                </p:cTn>
                              </p:par>
                              <p:par>
                                <p:cTn id="40" presetID="1" presetClass="entr" presetSubtype="0" fill="hold" nodeType="withEffect" restart="never">
                                  <p:stCondLst>
                                    <p:cond delay="1700"/>
                                  </p:stCondLst>
                                  <p:childTnLst>
                                    <p:set>
                                      <p:cBhvr>
                                        <p:cTn id="41" dur="1" fill="hold">
                                          <p:stCondLst>
                                            <p:cond delay="0"/>
                                          </p:stCondLst>
                                        </p:cTn>
                                        <p:tgtEl>
                                          <p:spTgt spid="32"/>
                                        </p:tgtEl>
                                        <p:attrNameLst>
                                          <p:attrName>style.visibility</p:attrName>
                                        </p:attrNameLst>
                                      </p:cBhvr>
                                      <p:to>
                                        <p:strVal val="visible"/>
                                      </p:to>
                                    </p:set>
                                  </p:childTnLst>
                                </p:cTn>
                              </p:par>
                              <p:par>
                                <p:cTn id="42" presetID="1" presetClass="entr" presetSubtype="0" fill="hold" nodeType="withEffect" restart="never">
                                  <p:stCondLst>
                                    <p:cond delay="1820"/>
                                  </p:stCondLst>
                                  <p:childTnLst>
                                    <p:set>
                                      <p:cBhvr>
                                        <p:cTn id="43" dur="1" fill="hold">
                                          <p:stCondLst>
                                            <p:cond delay="0"/>
                                          </p:stCondLst>
                                        </p:cTn>
                                        <p:tgtEl>
                                          <p:spTgt spid="33"/>
                                        </p:tgtEl>
                                        <p:attrNameLst>
                                          <p:attrName>style.visibility</p:attrName>
                                        </p:attrNameLst>
                                      </p:cBhvr>
                                      <p:to>
                                        <p:strVal val="visible"/>
                                      </p:to>
                                    </p:set>
                                  </p:childTnLst>
                                </p:cTn>
                              </p:par>
                              <p:par>
                                <p:cTn id="44" presetID="1" presetClass="entr" presetSubtype="0" fill="hold" nodeType="withEffect" restart="never">
                                  <p:stCondLst>
                                    <p:cond delay="1940"/>
                                  </p:stCondLst>
                                  <p:childTnLst>
                                    <p:set>
                                      <p:cBhvr>
                                        <p:cTn id="45" dur="1" fill="hold">
                                          <p:stCondLst>
                                            <p:cond delay="0"/>
                                          </p:stCondLst>
                                        </p:cTn>
                                        <p:tgtEl>
                                          <p:spTgt spid="34"/>
                                        </p:tgtEl>
                                        <p:attrNameLst>
                                          <p:attrName>style.visibility</p:attrName>
                                        </p:attrNameLst>
                                      </p:cBhvr>
                                      <p:to>
                                        <p:strVal val="visible"/>
                                      </p:to>
                                    </p:set>
                                  </p:childTnLst>
                                </p:cTn>
                              </p:par>
                              <p:par>
                                <p:cTn id="46" presetID="1" presetClass="entr" presetSubtype="0" fill="hold" nodeType="withEffect" restart="never">
                                  <p:stCondLst>
                                    <p:cond delay="2060"/>
                                  </p:stCondLst>
                                  <p:childTnLst>
                                    <p:set>
                                      <p:cBhvr>
                                        <p:cTn id="47" dur="1" fill="hold">
                                          <p:stCondLst>
                                            <p:cond delay="0"/>
                                          </p:stCondLst>
                                        </p:cTn>
                                        <p:tgtEl>
                                          <p:spTgt spid="35"/>
                                        </p:tgtEl>
                                        <p:attrNameLst>
                                          <p:attrName>style.visibility</p:attrName>
                                        </p:attrNameLst>
                                      </p:cBhvr>
                                      <p:to>
                                        <p:strVal val="visible"/>
                                      </p:to>
                                    </p:set>
                                  </p:childTnLst>
                                </p:cTn>
                              </p:par>
                              <p:par>
                                <p:cTn id="48" presetID="1" presetClass="entr" presetSubtype="0" fill="hold" nodeType="withEffect" restart="never">
                                  <p:stCondLst>
                                    <p:cond delay="2180"/>
                                  </p:stCondLst>
                                  <p:childTnLst>
                                    <p:set>
                                      <p:cBhvr>
                                        <p:cTn id="49" dur="1" fill="hold">
                                          <p:stCondLst>
                                            <p:cond delay="0"/>
                                          </p:stCondLst>
                                        </p:cTn>
                                        <p:tgtEl>
                                          <p:spTgt spid="36"/>
                                        </p:tgtEl>
                                        <p:attrNameLst>
                                          <p:attrName>style.visibility</p:attrName>
                                        </p:attrNameLst>
                                      </p:cBhvr>
                                      <p:to>
                                        <p:strVal val="visible"/>
                                      </p:to>
                                    </p:set>
                                  </p:childTnLst>
                                </p:cTn>
                              </p:par>
                              <p:par>
                                <p:cTn id="50" presetID="1" presetClass="entr" presetSubtype="0" fill="hold" nodeType="withEffect" restart="never">
                                  <p:stCondLst>
                                    <p:cond delay="2300"/>
                                  </p:stCondLst>
                                  <p:childTnLst>
                                    <p:set>
                                      <p:cBhvr>
                                        <p:cTn id="51" dur="1" fill="hold">
                                          <p:stCondLst>
                                            <p:cond delay="0"/>
                                          </p:stCondLst>
                                        </p:cTn>
                                        <p:tgtEl>
                                          <p:spTgt spid="37"/>
                                        </p:tgtEl>
                                        <p:attrNameLst>
                                          <p:attrName>style.visibility</p:attrName>
                                        </p:attrNameLst>
                                      </p:cBhvr>
                                      <p:to>
                                        <p:strVal val="visible"/>
                                      </p:to>
                                    </p:set>
                                  </p:childTnLst>
                                </p:cTn>
                              </p:par>
                              <p:par>
                                <p:cTn id="52" presetID="1" presetClass="entr" presetSubtype="0" fill="hold" nodeType="withEffect" restart="never">
                                  <p:stCondLst>
                                    <p:cond delay="2420"/>
                                  </p:stCondLst>
                                  <p:childTnLst>
                                    <p:set>
                                      <p:cBhvr>
                                        <p:cTn id="53" dur="1" fill="hold">
                                          <p:stCondLst>
                                            <p:cond delay="0"/>
                                          </p:stCondLst>
                                        </p:cTn>
                                        <p:tgtEl>
                                          <p:spTgt spid="38"/>
                                        </p:tgtEl>
                                        <p:attrNameLst>
                                          <p:attrName>style.visibility</p:attrName>
                                        </p:attrNameLst>
                                      </p:cBhvr>
                                      <p:to>
                                        <p:strVal val="visible"/>
                                      </p:to>
                                    </p:set>
                                  </p:childTnLst>
                                </p:cTn>
                              </p:par>
                              <p:par>
                                <p:cTn id="54" presetID="1" presetClass="entr" presetSubtype="0" fill="hold" nodeType="withEffect" restart="never">
                                  <p:stCondLst>
                                    <p:cond delay="254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nodeType="withEffect" restart="never">
                                  <p:stCondLst>
                                    <p:cond delay="2660"/>
                                  </p:stCondLst>
                                  <p:childTnLst>
                                    <p:set>
                                      <p:cBhvr>
                                        <p:cTn id="57" dur="1" fill="hold">
                                          <p:stCondLst>
                                            <p:cond delay="0"/>
                                          </p:stCondLst>
                                        </p:cTn>
                                        <p:tgtEl>
                                          <p:spTgt spid="40"/>
                                        </p:tgtEl>
                                        <p:attrNameLst>
                                          <p:attrName>style.visibility</p:attrName>
                                        </p:attrNameLst>
                                      </p:cBhvr>
                                      <p:to>
                                        <p:strVal val="visible"/>
                                      </p:to>
                                    </p:set>
                                  </p:childTnLst>
                                </p:cTn>
                              </p:par>
                              <p:par>
                                <p:cTn id="58" presetID="1" presetClass="entr" presetSubtype="0" fill="hold" nodeType="withEffect" restart="never">
                                  <p:stCondLst>
                                    <p:cond delay="2780"/>
                                  </p:stCondLst>
                                  <p:childTnLst>
                                    <p:set>
                                      <p:cBhvr>
                                        <p:cTn id="59" dur="1" fill="hold">
                                          <p:stCondLst>
                                            <p:cond delay="0"/>
                                          </p:stCondLst>
                                        </p:cTn>
                                        <p:tgtEl>
                                          <p:spTgt spid="41"/>
                                        </p:tgtEl>
                                        <p:attrNameLst>
                                          <p:attrName>style.visibility</p:attrName>
                                        </p:attrNameLst>
                                      </p:cBhvr>
                                      <p:to>
                                        <p:strVal val="visible"/>
                                      </p:to>
                                    </p:set>
                                  </p:childTnLst>
                                </p:cTn>
                              </p:par>
                              <p:par>
                                <p:cTn id="60" presetID="1" presetClass="entr" presetSubtype="0" fill="hold" nodeType="withEffect" restart="never">
                                  <p:stCondLst>
                                    <p:cond delay="2900"/>
                                  </p:stCondLst>
                                  <p:childTnLst>
                                    <p:set>
                                      <p:cBhvr>
                                        <p:cTn id="61" dur="1" fill="hold">
                                          <p:stCondLst>
                                            <p:cond delay="0"/>
                                          </p:stCondLst>
                                        </p:cTn>
                                        <p:tgtEl>
                                          <p:spTgt spid="42"/>
                                        </p:tgtEl>
                                        <p:attrNameLst>
                                          <p:attrName>style.visibility</p:attrName>
                                        </p:attrNameLst>
                                      </p:cBhvr>
                                      <p:to>
                                        <p:strVal val="visible"/>
                                      </p:to>
                                    </p:set>
                                  </p:childTnLst>
                                </p:cTn>
                              </p:par>
                              <p:par>
                                <p:cTn id="62" presetID="1" presetClass="entr" presetSubtype="0" fill="hold" nodeType="withEffect" restart="never">
                                  <p:stCondLst>
                                    <p:cond delay="3020"/>
                                  </p:stCondLst>
                                  <p:childTnLst>
                                    <p:set>
                                      <p:cBhvr>
                                        <p:cTn id="63" dur="1" fill="hold">
                                          <p:stCondLst>
                                            <p:cond delay="0"/>
                                          </p:stCondLst>
                                        </p:cTn>
                                        <p:tgtEl>
                                          <p:spTgt spid="43"/>
                                        </p:tgtEl>
                                        <p:attrNameLst>
                                          <p:attrName>style.visibility</p:attrName>
                                        </p:attrNameLst>
                                      </p:cBhvr>
                                      <p:to>
                                        <p:strVal val="visible"/>
                                      </p:to>
                                    </p:set>
                                  </p:childTnLst>
                                </p:cTn>
                              </p:par>
                              <p:par>
                                <p:cTn id="64" presetID="1" presetClass="entr" presetSubtype="0" fill="hold" nodeType="withEffect" restart="never">
                                  <p:stCondLst>
                                    <p:cond delay="3140"/>
                                  </p:stCondLst>
                                  <p:childTnLst>
                                    <p:set>
                                      <p:cBhvr>
                                        <p:cTn id="65" dur="1" fill="hold">
                                          <p:stCondLst>
                                            <p:cond delay="0"/>
                                          </p:stCondLst>
                                        </p:cTn>
                                        <p:tgtEl>
                                          <p:spTgt spid="44"/>
                                        </p:tgtEl>
                                        <p:attrNameLst>
                                          <p:attrName>style.visibility</p:attrName>
                                        </p:attrNameLst>
                                      </p:cBhvr>
                                      <p:to>
                                        <p:strVal val="visible"/>
                                      </p:to>
                                    </p:set>
                                  </p:childTnLst>
                                </p:cTn>
                              </p:par>
                              <p:par>
                                <p:cTn id="66" presetID="1" presetClass="entr" presetSubtype="0" fill="hold" nodeType="withEffect" restart="never">
                                  <p:stCondLst>
                                    <p:cond delay="3260"/>
                                  </p:stCondLst>
                                  <p:childTnLst>
                                    <p:set>
                                      <p:cBhvr>
                                        <p:cTn id="67" dur="1" fill="hold">
                                          <p:stCondLst>
                                            <p:cond delay="0"/>
                                          </p:stCondLst>
                                        </p:cTn>
                                        <p:tgtEl>
                                          <p:spTgt spid="45"/>
                                        </p:tgtEl>
                                        <p:attrNameLst>
                                          <p:attrName>style.visibility</p:attrName>
                                        </p:attrNameLst>
                                      </p:cBhvr>
                                      <p:to>
                                        <p:strVal val="visible"/>
                                      </p:to>
                                    </p:set>
                                  </p:childTnLst>
                                </p:cTn>
                              </p:par>
                              <p:par>
                                <p:cTn id="68" presetID="1" presetClass="entr" presetSubtype="0" fill="hold" nodeType="withEffect" restart="never">
                                  <p:stCondLst>
                                    <p:cond delay="3380"/>
                                  </p:stCondLst>
                                  <p:childTnLst>
                                    <p:set>
                                      <p:cBhvr>
                                        <p:cTn id="69" dur="1" fill="hold">
                                          <p:stCondLst>
                                            <p:cond delay="0"/>
                                          </p:stCondLst>
                                        </p:cTn>
                                        <p:tgtEl>
                                          <p:spTgt spid="46"/>
                                        </p:tgtEl>
                                        <p:attrNameLst>
                                          <p:attrName>style.visibility</p:attrName>
                                        </p:attrNameLst>
                                      </p:cBhvr>
                                      <p:to>
                                        <p:strVal val="visible"/>
                                      </p:to>
                                    </p:set>
                                  </p:childTnLst>
                                </p:cTn>
                              </p:par>
                              <p:par>
                                <p:cTn id="70" presetID="1" presetClass="entr" presetSubtype="0" fill="hold" nodeType="withEffect" restart="never">
                                  <p:stCondLst>
                                    <p:cond delay="3500"/>
                                  </p:stCondLst>
                                  <p:childTnLst>
                                    <p:set>
                                      <p:cBhvr>
                                        <p:cTn id="71" dur="1" fill="hold">
                                          <p:stCondLst>
                                            <p:cond delay="0"/>
                                          </p:stCondLst>
                                        </p:cTn>
                                        <p:tgtEl>
                                          <p:spTgt spid="47"/>
                                        </p:tgtEl>
                                        <p:attrNameLst>
                                          <p:attrName>style.visibility</p:attrName>
                                        </p:attrNameLst>
                                      </p:cBhvr>
                                      <p:to>
                                        <p:strVal val="visible"/>
                                      </p:to>
                                    </p:set>
                                  </p:childTnLst>
                                </p:cTn>
                              </p:par>
                              <p:par>
                                <p:cTn id="72" presetID="1" presetClass="entr" presetSubtype="0" fill="hold" nodeType="withEffect" restart="never">
                                  <p:stCondLst>
                                    <p:cond delay="3620"/>
                                  </p:stCondLst>
                                  <p:childTnLst>
                                    <p:set>
                                      <p:cBhvr>
                                        <p:cTn id="73" dur="1" fill="hold">
                                          <p:stCondLst>
                                            <p:cond delay="0"/>
                                          </p:stCondLst>
                                        </p:cTn>
                                        <p:tgtEl>
                                          <p:spTgt spid="48"/>
                                        </p:tgtEl>
                                        <p:attrNameLst>
                                          <p:attrName>style.visibility</p:attrName>
                                        </p:attrNameLst>
                                      </p:cBhvr>
                                      <p:to>
                                        <p:strVal val="visible"/>
                                      </p:to>
                                    </p:set>
                                  </p:childTnLst>
                                </p:cTn>
                              </p:par>
                              <p:par>
                                <p:cTn id="74" presetID="1" presetClass="entr" presetSubtype="0" fill="hold" nodeType="withEffect" restart="never">
                                  <p:stCondLst>
                                    <p:cond delay="3740"/>
                                  </p:stCondLst>
                                  <p:childTnLst>
                                    <p:set>
                                      <p:cBhvr>
                                        <p:cTn id="75" dur="1" fill="hold">
                                          <p:stCondLst>
                                            <p:cond delay="0"/>
                                          </p:stCondLst>
                                        </p:cTn>
                                        <p:tgtEl>
                                          <p:spTgt spid="49"/>
                                        </p:tgtEl>
                                        <p:attrNameLst>
                                          <p:attrName>style.visibility</p:attrName>
                                        </p:attrNameLst>
                                      </p:cBhvr>
                                      <p:to>
                                        <p:strVal val="visible"/>
                                      </p:to>
                                    </p:set>
                                  </p:childTnLst>
                                </p:cTn>
                              </p:par>
                              <p:par>
                                <p:cTn id="76" presetID="1" presetClass="entr" presetSubtype="0" fill="hold" nodeType="withEffect" restart="never">
                                  <p:stCondLst>
                                    <p:cond delay="3860"/>
                                  </p:stCondLst>
                                  <p:childTnLst>
                                    <p:set>
                                      <p:cBhvr>
                                        <p:cTn id="77" dur="1" fill="hold">
                                          <p:stCondLst>
                                            <p:cond delay="0"/>
                                          </p:stCondLst>
                                        </p:cTn>
                                        <p:tgtEl>
                                          <p:spTgt spid="50"/>
                                        </p:tgtEl>
                                        <p:attrNameLst>
                                          <p:attrName>style.visibility</p:attrName>
                                        </p:attrNameLst>
                                      </p:cBhvr>
                                      <p:to>
                                        <p:strVal val="visible"/>
                                      </p:to>
                                    </p:set>
                                  </p:childTnLst>
                                </p:cTn>
                              </p:par>
                              <p:par>
                                <p:cTn id="78" presetID="1" presetClass="entr" presetSubtype="0" fill="hold" nodeType="withEffect" restart="never">
                                  <p:stCondLst>
                                    <p:cond delay="3980"/>
                                  </p:stCondLst>
                                  <p:childTnLst>
                                    <p:set>
                                      <p:cBhvr>
                                        <p:cTn id="79" dur="1" fill="hold">
                                          <p:stCondLst>
                                            <p:cond delay="0"/>
                                          </p:stCondLst>
                                        </p:cTn>
                                        <p:tgtEl>
                                          <p:spTgt spid="51"/>
                                        </p:tgtEl>
                                        <p:attrNameLst>
                                          <p:attrName>style.visibility</p:attrName>
                                        </p:attrNameLst>
                                      </p:cBhvr>
                                      <p:to>
                                        <p:strVal val="visible"/>
                                      </p:to>
                                    </p:set>
                                  </p:childTnLst>
                                </p:cTn>
                              </p:par>
                              <p:par>
                                <p:cTn id="80" presetID="1" presetClass="entr" presetSubtype="0" fill="hold" nodeType="withEffect" restart="never">
                                  <p:stCondLst>
                                    <p:cond delay="4100"/>
                                  </p:stCondLst>
                                  <p:childTnLst>
                                    <p:set>
                                      <p:cBhvr>
                                        <p:cTn id="81" dur="1" fill="hold">
                                          <p:stCondLst>
                                            <p:cond delay="0"/>
                                          </p:stCondLst>
                                        </p:cTn>
                                        <p:tgtEl>
                                          <p:spTgt spid="52"/>
                                        </p:tgtEl>
                                        <p:attrNameLst>
                                          <p:attrName>style.visibility</p:attrName>
                                        </p:attrNameLst>
                                      </p:cBhvr>
                                      <p:to>
                                        <p:strVal val="visible"/>
                                      </p:to>
                                    </p:set>
                                  </p:childTnLst>
                                </p:cTn>
                              </p:par>
                              <p:par>
                                <p:cTn id="82" presetID="1" presetClass="entr" presetSubtype="0" fill="hold" nodeType="withEffect" restart="never">
                                  <p:stCondLst>
                                    <p:cond delay="4220"/>
                                  </p:stCondLst>
                                  <p:childTnLst>
                                    <p:set>
                                      <p:cBhvr>
                                        <p:cTn id="83" dur="1" fill="hold">
                                          <p:stCondLst>
                                            <p:cond delay="0"/>
                                          </p:stCondLst>
                                        </p:cTn>
                                        <p:tgtEl>
                                          <p:spTgt spid="53"/>
                                        </p:tgtEl>
                                        <p:attrNameLst>
                                          <p:attrName>style.visibility</p:attrName>
                                        </p:attrNameLst>
                                      </p:cBhvr>
                                      <p:to>
                                        <p:strVal val="visible"/>
                                      </p:to>
                                    </p:set>
                                  </p:childTnLst>
                                </p:cTn>
                              </p:par>
                              <p:par>
                                <p:cTn id="84" presetID="1" presetClass="entr" presetSubtype="0" fill="hold" nodeType="withEffect" restart="never">
                                  <p:stCondLst>
                                    <p:cond delay="4340"/>
                                  </p:stCondLst>
                                  <p:childTnLst>
                                    <p:set>
                                      <p:cBhvr>
                                        <p:cTn id="85" dur="1" fill="hold">
                                          <p:stCondLst>
                                            <p:cond delay="0"/>
                                          </p:stCondLst>
                                        </p:cTn>
                                        <p:tgtEl>
                                          <p:spTgt spid="54"/>
                                        </p:tgtEl>
                                        <p:attrNameLst>
                                          <p:attrName>style.visibility</p:attrName>
                                        </p:attrNameLst>
                                      </p:cBhvr>
                                      <p:to>
                                        <p:strVal val="visible"/>
                                      </p:to>
                                    </p:set>
                                  </p:childTnLst>
                                </p:cTn>
                              </p:par>
                              <p:par>
                                <p:cTn id="86" presetID="1" presetClass="entr" presetSubtype="0" fill="hold" nodeType="withEffect" restart="never">
                                  <p:stCondLst>
                                    <p:cond delay="4460"/>
                                  </p:stCondLst>
                                  <p:childTnLst>
                                    <p:set>
                                      <p:cBhvr>
                                        <p:cTn id="87" dur="1" fill="hold">
                                          <p:stCondLst>
                                            <p:cond delay="0"/>
                                          </p:stCondLst>
                                        </p:cTn>
                                        <p:tgtEl>
                                          <p:spTgt spid="55"/>
                                        </p:tgtEl>
                                        <p:attrNameLst>
                                          <p:attrName>style.visibility</p:attrName>
                                        </p:attrNameLst>
                                      </p:cBhvr>
                                      <p:to>
                                        <p:strVal val="visible"/>
                                      </p:to>
                                    </p:set>
                                  </p:childTnLst>
                                </p:cTn>
                              </p:par>
                              <p:par>
                                <p:cTn id="88" presetID="1" presetClass="entr" presetSubtype="0" fill="hold" nodeType="withEffect" restart="never">
                                  <p:stCondLst>
                                    <p:cond delay="4580"/>
                                  </p:stCondLst>
                                  <p:childTnLst>
                                    <p:set>
                                      <p:cBhvr>
                                        <p:cTn id="89" dur="1" fill="hold">
                                          <p:stCondLst>
                                            <p:cond delay="0"/>
                                          </p:stCondLst>
                                        </p:cTn>
                                        <p:tgtEl>
                                          <p:spTgt spid="56"/>
                                        </p:tgtEl>
                                        <p:attrNameLst>
                                          <p:attrName>style.visibility</p:attrName>
                                        </p:attrNameLst>
                                      </p:cBhvr>
                                      <p:to>
                                        <p:strVal val="visible"/>
                                      </p:to>
                                    </p:set>
                                  </p:childTnLst>
                                </p:cTn>
                              </p:par>
                              <p:par>
                                <p:cTn id="90" presetID="1" presetClass="entr" presetSubtype="0" fill="hold" nodeType="withEffect" restart="never">
                                  <p:stCondLst>
                                    <p:cond delay="4700"/>
                                  </p:stCondLst>
                                  <p:childTnLst>
                                    <p:set>
                                      <p:cBhvr>
                                        <p:cTn id="91" dur="1" fill="hold">
                                          <p:stCondLst>
                                            <p:cond delay="0"/>
                                          </p:stCondLst>
                                        </p:cTn>
                                        <p:tgtEl>
                                          <p:spTgt spid="57"/>
                                        </p:tgtEl>
                                        <p:attrNameLst>
                                          <p:attrName>style.visibility</p:attrName>
                                        </p:attrNameLst>
                                      </p:cBhvr>
                                      <p:to>
                                        <p:strVal val="visible"/>
                                      </p:to>
                                    </p:set>
                                  </p:childTnLst>
                                </p:cTn>
                              </p:par>
                              <p:par>
                                <p:cTn id="92" presetID="1" presetClass="entr" presetSubtype="0" fill="hold" nodeType="withEffect" restart="never">
                                  <p:stCondLst>
                                    <p:cond delay="4820"/>
                                  </p:stCondLst>
                                  <p:childTnLst>
                                    <p:set>
                                      <p:cBhvr>
                                        <p:cTn id="93" dur="1" fill="hold">
                                          <p:stCondLst>
                                            <p:cond delay="0"/>
                                          </p:stCondLst>
                                        </p:cTn>
                                        <p:tgtEl>
                                          <p:spTgt spid="58"/>
                                        </p:tgtEl>
                                        <p:attrNameLst>
                                          <p:attrName>style.visibility</p:attrName>
                                        </p:attrNameLst>
                                      </p:cBhvr>
                                      <p:to>
                                        <p:strVal val="visible"/>
                                      </p:to>
                                    </p:set>
                                  </p:childTnLst>
                                </p:cTn>
                              </p:par>
                              <p:par>
                                <p:cTn id="94" presetID="1" presetClass="entr" presetSubtype="0" fill="hold" nodeType="withEffect" restart="never">
                                  <p:stCondLst>
                                    <p:cond delay="4940"/>
                                  </p:stCondLst>
                                  <p:childTnLst>
                                    <p:set>
                                      <p:cBhvr>
                                        <p:cTn id="95" dur="1" fill="hold">
                                          <p:stCondLst>
                                            <p:cond delay="0"/>
                                          </p:stCondLst>
                                        </p:cTn>
                                        <p:tgtEl>
                                          <p:spTgt spid="59"/>
                                        </p:tgtEl>
                                        <p:attrNameLst>
                                          <p:attrName>style.visibility</p:attrName>
                                        </p:attrNameLst>
                                      </p:cBhvr>
                                      <p:to>
                                        <p:strVal val="visible"/>
                                      </p:to>
                                    </p:set>
                                  </p:childTnLst>
                                </p:cTn>
                              </p:par>
                              <p:par>
                                <p:cTn id="96" presetID="1" presetClass="entr" presetSubtype="0" fill="hold" nodeType="withEffect" restart="never">
                                  <p:stCondLst>
                                    <p:cond delay="5060"/>
                                  </p:stCondLst>
                                  <p:childTnLst>
                                    <p:set>
                                      <p:cBhvr>
                                        <p:cTn id="97" dur="1" fill="hold">
                                          <p:stCondLst>
                                            <p:cond delay="0"/>
                                          </p:stCondLst>
                                        </p:cTn>
                                        <p:tgtEl>
                                          <p:spTgt spid="60"/>
                                        </p:tgtEl>
                                        <p:attrNameLst>
                                          <p:attrName>style.visibility</p:attrName>
                                        </p:attrNameLst>
                                      </p:cBhvr>
                                      <p:to>
                                        <p:strVal val="visible"/>
                                      </p:to>
                                    </p:set>
                                  </p:childTnLst>
                                </p:cTn>
                              </p:par>
                              <p:par>
                                <p:cTn id="98" presetID="1" presetClass="entr" presetSubtype="0" fill="hold" nodeType="withEffect" restart="never">
                                  <p:stCondLst>
                                    <p:cond delay="5180"/>
                                  </p:stCondLst>
                                  <p:childTnLst>
                                    <p:set>
                                      <p:cBhvr>
                                        <p:cTn id="99" dur="1" fill="hold">
                                          <p:stCondLst>
                                            <p:cond delay="0"/>
                                          </p:stCondLst>
                                        </p:cTn>
                                        <p:tgtEl>
                                          <p:spTgt spid="61"/>
                                        </p:tgtEl>
                                        <p:attrNameLst>
                                          <p:attrName>style.visibility</p:attrName>
                                        </p:attrNameLst>
                                      </p:cBhvr>
                                      <p:to>
                                        <p:strVal val="visible"/>
                                      </p:to>
                                    </p:set>
                                  </p:childTnLst>
                                </p:cTn>
                              </p:par>
                              <p:par>
                                <p:cTn id="100" presetID="1" presetClass="entr" presetSubtype="0" fill="hold" nodeType="withEffect" restart="never">
                                  <p:stCondLst>
                                    <p:cond delay="5300"/>
                                  </p:stCondLst>
                                  <p:childTnLst>
                                    <p:set>
                                      <p:cBhvr>
                                        <p:cTn id="101" dur="1" fill="hold">
                                          <p:stCondLst>
                                            <p:cond delay="0"/>
                                          </p:stCondLst>
                                        </p:cTn>
                                        <p:tgtEl>
                                          <p:spTgt spid="62"/>
                                        </p:tgtEl>
                                        <p:attrNameLst>
                                          <p:attrName>style.visibility</p:attrName>
                                        </p:attrNameLst>
                                      </p:cBhvr>
                                      <p:to>
                                        <p:strVal val="visible"/>
                                      </p:to>
                                    </p:set>
                                  </p:childTnLst>
                                </p:cTn>
                              </p:par>
                              <p:par>
                                <p:cTn id="102" presetID="1" presetClass="entr" presetSubtype="0" fill="hold" nodeType="withEffect" restart="never">
                                  <p:stCondLst>
                                    <p:cond delay="5420"/>
                                  </p:stCondLst>
                                  <p:childTnLst>
                                    <p:set>
                                      <p:cBhvr>
                                        <p:cTn id="103" dur="1" fill="hold">
                                          <p:stCondLst>
                                            <p:cond delay="0"/>
                                          </p:stCondLst>
                                        </p:cTn>
                                        <p:tgtEl>
                                          <p:spTgt spid="63"/>
                                        </p:tgtEl>
                                        <p:attrNameLst>
                                          <p:attrName>style.visibility</p:attrName>
                                        </p:attrNameLst>
                                      </p:cBhvr>
                                      <p:to>
                                        <p:strVal val="visible"/>
                                      </p:to>
                                    </p:set>
                                  </p:childTnLst>
                                </p:cTn>
                              </p:par>
                              <p:par>
                                <p:cTn id="104" presetID="1" presetClass="entr" presetSubtype="0" fill="hold" nodeType="withEffect" restart="never">
                                  <p:stCondLst>
                                    <p:cond delay="5540"/>
                                  </p:stCondLst>
                                  <p:childTnLst>
                                    <p:set>
                                      <p:cBhvr>
                                        <p:cTn id="105" dur="1" fill="hold">
                                          <p:stCondLst>
                                            <p:cond delay="0"/>
                                          </p:stCondLst>
                                        </p:cTn>
                                        <p:tgtEl>
                                          <p:spTgt spid="64"/>
                                        </p:tgtEl>
                                        <p:attrNameLst>
                                          <p:attrName>style.visibility</p:attrName>
                                        </p:attrNameLst>
                                      </p:cBhvr>
                                      <p:to>
                                        <p:strVal val="visible"/>
                                      </p:to>
                                    </p:set>
                                  </p:childTnLst>
                                </p:cTn>
                              </p:par>
                              <p:par>
                                <p:cTn id="106" presetID="1" presetClass="entr" presetSubtype="0" fill="hold" nodeType="withEffect" restart="never">
                                  <p:stCondLst>
                                    <p:cond delay="5660"/>
                                  </p:stCondLst>
                                  <p:childTnLst>
                                    <p:set>
                                      <p:cBhvr>
                                        <p:cTn id="107" dur="1" fill="hold">
                                          <p:stCondLst>
                                            <p:cond delay="0"/>
                                          </p:stCondLst>
                                        </p:cTn>
                                        <p:tgtEl>
                                          <p:spTgt spid="65"/>
                                        </p:tgtEl>
                                        <p:attrNameLst>
                                          <p:attrName>style.visibility</p:attrName>
                                        </p:attrNameLst>
                                      </p:cBhvr>
                                      <p:to>
                                        <p:strVal val="visible"/>
                                      </p:to>
                                    </p:set>
                                  </p:childTnLst>
                                </p:cTn>
                              </p:par>
                              <p:par>
                                <p:cTn id="108" presetID="1" presetClass="entr" presetSubtype="0" fill="hold" nodeType="withEffect" restart="never">
                                  <p:stCondLst>
                                    <p:cond delay="5780"/>
                                  </p:stCondLst>
                                  <p:childTnLst>
                                    <p:set>
                                      <p:cBhvr>
                                        <p:cTn id="109" dur="1" fill="hold">
                                          <p:stCondLst>
                                            <p:cond delay="0"/>
                                          </p:stCondLst>
                                        </p:cTn>
                                        <p:tgtEl>
                                          <p:spTgt spid="66"/>
                                        </p:tgtEl>
                                        <p:attrNameLst>
                                          <p:attrName>style.visibility</p:attrName>
                                        </p:attrNameLst>
                                      </p:cBhvr>
                                      <p:to>
                                        <p:strVal val="visible"/>
                                      </p:to>
                                    </p:set>
                                  </p:childTnLst>
                                </p:cTn>
                              </p:par>
                              <p:par>
                                <p:cTn id="110" presetID="1" presetClass="entr" presetSubtype="0" fill="hold" nodeType="withEffect" restart="never">
                                  <p:stCondLst>
                                    <p:cond delay="5900"/>
                                  </p:stCondLst>
                                  <p:childTnLst>
                                    <p:set>
                                      <p:cBhvr>
                                        <p:cTn id="111" dur="1" fill="hold">
                                          <p:stCondLst>
                                            <p:cond delay="0"/>
                                          </p:stCondLst>
                                        </p:cTn>
                                        <p:tgtEl>
                                          <p:spTgt spid="67"/>
                                        </p:tgtEl>
                                        <p:attrNameLst>
                                          <p:attrName>style.visibility</p:attrName>
                                        </p:attrNameLst>
                                      </p:cBhvr>
                                      <p:to>
                                        <p:strVal val="visible"/>
                                      </p:to>
                                    </p:set>
                                  </p:childTnLst>
                                </p:cTn>
                              </p:par>
                              <p:par>
                                <p:cTn id="112" presetID="1" presetClass="entr" presetSubtype="0" fill="hold" nodeType="withEffect" restart="never">
                                  <p:stCondLst>
                                    <p:cond delay="6020"/>
                                  </p:stCondLst>
                                  <p:childTnLst>
                                    <p:set>
                                      <p:cBhvr>
                                        <p:cTn id="113" dur="1" fill="hold">
                                          <p:stCondLst>
                                            <p:cond delay="0"/>
                                          </p:stCondLst>
                                        </p:cTn>
                                        <p:tgtEl>
                                          <p:spTgt spid="68"/>
                                        </p:tgtEl>
                                        <p:attrNameLst>
                                          <p:attrName>style.visibility</p:attrName>
                                        </p:attrNameLst>
                                      </p:cBhvr>
                                      <p:to>
                                        <p:strVal val="visible"/>
                                      </p:to>
                                    </p:set>
                                  </p:childTnLst>
                                </p:cTn>
                              </p:par>
                              <p:par>
                                <p:cTn id="114" presetID="1" presetClass="entr" presetSubtype="0" fill="hold" nodeType="withEffect" restart="never">
                                  <p:stCondLst>
                                    <p:cond delay="6140"/>
                                  </p:stCondLst>
                                  <p:childTnLst>
                                    <p:set>
                                      <p:cBhvr>
                                        <p:cTn id="115" dur="1" fill="hold">
                                          <p:stCondLst>
                                            <p:cond delay="0"/>
                                          </p:stCondLst>
                                        </p:cTn>
                                        <p:tgtEl>
                                          <p:spTgt spid="69"/>
                                        </p:tgtEl>
                                        <p:attrNameLst>
                                          <p:attrName>style.visibility</p:attrName>
                                        </p:attrNameLst>
                                      </p:cBhvr>
                                      <p:to>
                                        <p:strVal val="visible"/>
                                      </p:to>
                                    </p:set>
                                  </p:childTnLst>
                                </p:cTn>
                              </p:par>
                              <p:par>
                                <p:cTn id="116" presetID="1" presetClass="entr" presetSubtype="0" fill="hold" nodeType="withEffect" restart="never">
                                  <p:stCondLst>
                                    <p:cond delay="6260"/>
                                  </p:stCondLst>
                                  <p:childTnLst>
                                    <p:set>
                                      <p:cBhvr>
                                        <p:cTn id="117" dur="1" fill="hold">
                                          <p:stCondLst>
                                            <p:cond delay="0"/>
                                          </p:stCondLst>
                                        </p:cTn>
                                        <p:tgtEl>
                                          <p:spTgt spid="70"/>
                                        </p:tgtEl>
                                        <p:attrNameLst>
                                          <p:attrName>style.visibility</p:attrName>
                                        </p:attrNameLst>
                                      </p:cBhvr>
                                      <p:to>
                                        <p:strVal val="visible"/>
                                      </p:to>
                                    </p:set>
                                  </p:childTnLst>
                                </p:cTn>
                              </p:par>
                              <p:par>
                                <p:cTn id="118" presetID="1" presetClass="entr" presetSubtype="0" fill="hold" nodeType="withEffect" restart="never">
                                  <p:stCondLst>
                                    <p:cond delay="6380"/>
                                  </p:stCondLst>
                                  <p:childTnLst>
                                    <p:set>
                                      <p:cBhvr>
                                        <p:cTn id="119" dur="1" fill="hold">
                                          <p:stCondLst>
                                            <p:cond delay="0"/>
                                          </p:stCondLst>
                                        </p:cTn>
                                        <p:tgtEl>
                                          <p:spTgt spid="71"/>
                                        </p:tgtEl>
                                        <p:attrNameLst>
                                          <p:attrName>style.visibility</p:attrName>
                                        </p:attrNameLst>
                                      </p:cBhvr>
                                      <p:to>
                                        <p:strVal val="visible"/>
                                      </p:to>
                                    </p:set>
                                  </p:childTnLst>
                                </p:cTn>
                              </p:par>
                              <p:par>
                                <p:cTn id="120" presetID="1" presetClass="entr" presetSubtype="0" fill="hold" nodeType="withEffect" restart="never">
                                  <p:stCondLst>
                                    <p:cond delay="6500"/>
                                  </p:stCondLst>
                                  <p:childTnLst>
                                    <p:set>
                                      <p:cBhvr>
                                        <p:cTn id="121" dur="1" fill="hold">
                                          <p:stCondLst>
                                            <p:cond delay="0"/>
                                          </p:stCondLst>
                                        </p:cTn>
                                        <p:tgtEl>
                                          <p:spTgt spid="72"/>
                                        </p:tgtEl>
                                        <p:attrNameLst>
                                          <p:attrName>style.visibility</p:attrName>
                                        </p:attrNameLst>
                                      </p:cBhvr>
                                      <p:to>
                                        <p:strVal val="visible"/>
                                      </p:to>
                                    </p:set>
                                  </p:childTnLst>
                                </p:cTn>
                              </p:par>
                              <p:par>
                                <p:cTn id="122" presetID="1" presetClass="entr" presetSubtype="0" fill="hold" nodeType="withEffect" restart="never">
                                  <p:stCondLst>
                                    <p:cond delay="6620"/>
                                  </p:stCondLst>
                                  <p:childTnLst>
                                    <p:set>
                                      <p:cBhvr>
                                        <p:cTn id="123" dur="1" fill="hold">
                                          <p:stCondLst>
                                            <p:cond delay="0"/>
                                          </p:stCondLst>
                                        </p:cTn>
                                        <p:tgtEl>
                                          <p:spTgt spid="73"/>
                                        </p:tgtEl>
                                        <p:attrNameLst>
                                          <p:attrName>style.visibility</p:attrName>
                                        </p:attrNameLst>
                                      </p:cBhvr>
                                      <p:to>
                                        <p:strVal val="visible"/>
                                      </p:to>
                                    </p:set>
                                  </p:childTnLst>
                                </p:cTn>
                              </p:par>
                              <p:par>
                                <p:cTn id="124" presetID="1" presetClass="entr" presetSubtype="0" fill="hold" nodeType="withEffect" restart="never">
                                  <p:stCondLst>
                                    <p:cond delay="6740"/>
                                  </p:stCondLst>
                                  <p:childTnLst>
                                    <p:set>
                                      <p:cBhvr>
                                        <p:cTn id="125" dur="1" fill="hold">
                                          <p:stCondLst>
                                            <p:cond delay="0"/>
                                          </p:stCondLst>
                                        </p:cTn>
                                        <p:tgtEl>
                                          <p:spTgt spid="74"/>
                                        </p:tgtEl>
                                        <p:attrNameLst>
                                          <p:attrName>style.visibility</p:attrName>
                                        </p:attrNameLst>
                                      </p:cBhvr>
                                      <p:to>
                                        <p:strVal val="visible"/>
                                      </p:to>
                                    </p:set>
                                  </p:childTnLst>
                                </p:cTn>
                              </p:par>
                              <p:par>
                                <p:cTn id="126" presetID="1" presetClass="entr" presetSubtype="0" fill="hold" nodeType="withEffect" restart="never">
                                  <p:stCondLst>
                                    <p:cond delay="6860"/>
                                  </p:stCondLst>
                                  <p:childTnLst>
                                    <p:set>
                                      <p:cBhvr>
                                        <p:cTn id="127" dur="1" fill="hold">
                                          <p:stCondLst>
                                            <p:cond delay="0"/>
                                          </p:stCondLst>
                                        </p:cTn>
                                        <p:tgtEl>
                                          <p:spTgt spid="75"/>
                                        </p:tgtEl>
                                        <p:attrNameLst>
                                          <p:attrName>style.visibility</p:attrName>
                                        </p:attrNameLst>
                                      </p:cBhvr>
                                      <p:to>
                                        <p:strVal val="visible"/>
                                      </p:to>
                                    </p:set>
                                  </p:childTnLst>
                                </p:cTn>
                              </p:par>
                              <p:par>
                                <p:cTn id="128" presetID="1" presetClass="entr" presetSubtype="0" fill="hold" nodeType="withEffect" restart="never">
                                  <p:stCondLst>
                                    <p:cond delay="6980"/>
                                  </p:stCondLst>
                                  <p:childTnLst>
                                    <p:set>
                                      <p:cBhvr>
                                        <p:cTn id="129" dur="1" fill="hold">
                                          <p:stCondLst>
                                            <p:cond delay="0"/>
                                          </p:stCondLst>
                                        </p:cTn>
                                        <p:tgtEl>
                                          <p:spTgt spid="76"/>
                                        </p:tgtEl>
                                        <p:attrNameLst>
                                          <p:attrName>style.visibility</p:attrName>
                                        </p:attrNameLst>
                                      </p:cBhvr>
                                      <p:to>
                                        <p:strVal val="visible"/>
                                      </p:to>
                                    </p:set>
                                  </p:childTnLst>
                                </p:cTn>
                              </p:par>
                              <p:par>
                                <p:cTn id="130" presetID="1" presetClass="entr" presetSubtype="0" fill="hold" nodeType="withEffect" restart="never">
                                  <p:stCondLst>
                                    <p:cond delay="7100"/>
                                  </p:stCondLst>
                                  <p:childTnLst>
                                    <p:set>
                                      <p:cBhvr>
                                        <p:cTn id="131" dur="1" fill="hold">
                                          <p:stCondLst>
                                            <p:cond delay="0"/>
                                          </p:stCondLst>
                                        </p:cTn>
                                        <p:tgtEl>
                                          <p:spTgt spid="77"/>
                                        </p:tgtEl>
                                        <p:attrNameLst>
                                          <p:attrName>style.visibility</p:attrName>
                                        </p:attrNameLst>
                                      </p:cBhvr>
                                      <p:to>
                                        <p:strVal val="visible"/>
                                      </p:to>
                                    </p:set>
                                  </p:childTnLst>
                                </p:cTn>
                              </p:par>
                              <p:par>
                                <p:cTn id="132" presetID="1" presetClass="entr" presetSubtype="0" fill="hold" nodeType="withEffect" restart="never">
                                  <p:stCondLst>
                                    <p:cond delay="7220"/>
                                  </p:stCondLst>
                                  <p:childTnLst>
                                    <p:set>
                                      <p:cBhvr>
                                        <p:cTn id="133" dur="1" fill="hold">
                                          <p:stCondLst>
                                            <p:cond delay="0"/>
                                          </p:stCondLst>
                                        </p:cTn>
                                        <p:tgtEl>
                                          <p:spTgt spid="78"/>
                                        </p:tgtEl>
                                        <p:attrNameLst>
                                          <p:attrName>style.visibility</p:attrName>
                                        </p:attrNameLst>
                                      </p:cBhvr>
                                      <p:to>
                                        <p:strVal val="visible"/>
                                      </p:to>
                                    </p:set>
                                  </p:childTnLst>
                                </p:cTn>
                              </p:par>
                              <p:par>
                                <p:cTn id="134" presetID="1" presetClass="entr" presetSubtype="0" fill="hold" nodeType="withEffect" restart="never">
                                  <p:stCondLst>
                                    <p:cond delay="7340"/>
                                  </p:stCondLst>
                                  <p:childTnLst>
                                    <p:set>
                                      <p:cBhvr>
                                        <p:cTn id="135" dur="1" fill="hold">
                                          <p:stCondLst>
                                            <p:cond delay="0"/>
                                          </p:stCondLst>
                                        </p:cTn>
                                        <p:tgtEl>
                                          <p:spTgt spid="79"/>
                                        </p:tgtEl>
                                        <p:attrNameLst>
                                          <p:attrName>style.visibility</p:attrName>
                                        </p:attrNameLst>
                                      </p:cBhvr>
                                      <p:to>
                                        <p:strVal val="visible"/>
                                      </p:to>
                                    </p:set>
                                  </p:childTnLst>
                                </p:cTn>
                              </p:par>
                              <p:par>
                                <p:cTn id="136" presetID="1" presetClass="entr" presetSubtype="0" fill="hold" nodeType="withEffect" restart="never">
                                  <p:stCondLst>
                                    <p:cond delay="7460"/>
                                  </p:stCondLst>
                                  <p:childTnLst>
                                    <p:set>
                                      <p:cBhvr>
                                        <p:cTn id="137" dur="1" fill="hold">
                                          <p:stCondLst>
                                            <p:cond delay="0"/>
                                          </p:stCondLst>
                                        </p:cTn>
                                        <p:tgtEl>
                                          <p:spTgt spid="80"/>
                                        </p:tgtEl>
                                        <p:attrNameLst>
                                          <p:attrName>style.visibility</p:attrName>
                                        </p:attrNameLst>
                                      </p:cBhvr>
                                      <p:to>
                                        <p:strVal val="visible"/>
                                      </p:to>
                                    </p:set>
                                  </p:childTnLst>
                                </p:cTn>
                              </p:par>
                              <p:par>
                                <p:cTn id="138" presetID="1" presetClass="entr" presetSubtype="0" fill="hold" nodeType="withEffect" restart="never">
                                  <p:stCondLst>
                                    <p:cond delay="7580"/>
                                  </p:stCondLst>
                                  <p:childTnLst>
                                    <p:set>
                                      <p:cBhvr>
                                        <p:cTn id="139" dur="1" fill="hold">
                                          <p:stCondLst>
                                            <p:cond delay="0"/>
                                          </p:stCondLst>
                                        </p:cTn>
                                        <p:tgtEl>
                                          <p:spTgt spid="81"/>
                                        </p:tgtEl>
                                        <p:attrNameLst>
                                          <p:attrName>style.visibility</p:attrName>
                                        </p:attrNameLst>
                                      </p:cBhvr>
                                      <p:to>
                                        <p:strVal val="visible"/>
                                      </p:to>
                                    </p:set>
                                  </p:childTnLst>
                                </p:cTn>
                              </p:par>
                              <p:par>
                                <p:cTn id="140" presetID="1" presetClass="entr" presetSubtype="0" fill="hold" nodeType="withEffect" restart="never">
                                  <p:stCondLst>
                                    <p:cond delay="7700"/>
                                  </p:stCondLst>
                                  <p:childTnLst>
                                    <p:set>
                                      <p:cBhvr>
                                        <p:cTn id="141" dur="1" fill="hold">
                                          <p:stCondLst>
                                            <p:cond delay="0"/>
                                          </p:stCondLst>
                                        </p:cTn>
                                        <p:tgtEl>
                                          <p:spTgt spid="82"/>
                                        </p:tgtEl>
                                        <p:attrNameLst>
                                          <p:attrName>style.visibility</p:attrName>
                                        </p:attrNameLst>
                                      </p:cBhvr>
                                      <p:to>
                                        <p:strVal val="visible"/>
                                      </p:to>
                                    </p:set>
                                  </p:childTnLst>
                                </p:cTn>
                              </p:par>
                              <p:par>
                                <p:cTn id="142" presetID="1" presetClass="entr" presetSubtype="0" fill="hold" nodeType="withEffect" restart="never">
                                  <p:stCondLst>
                                    <p:cond delay="7820"/>
                                  </p:stCondLst>
                                  <p:childTnLst>
                                    <p:set>
                                      <p:cBhvr>
                                        <p:cTn id="143" dur="1" fill="hold">
                                          <p:stCondLst>
                                            <p:cond delay="0"/>
                                          </p:stCondLst>
                                        </p:cTn>
                                        <p:tgtEl>
                                          <p:spTgt spid="83"/>
                                        </p:tgtEl>
                                        <p:attrNameLst>
                                          <p:attrName>style.visibility</p:attrName>
                                        </p:attrNameLst>
                                      </p:cBhvr>
                                      <p:to>
                                        <p:strVal val="visible"/>
                                      </p:to>
                                    </p:set>
                                  </p:childTnLst>
                                </p:cTn>
                              </p:par>
                              <p:par>
                                <p:cTn id="144" presetID="1" presetClass="entr" presetSubtype="0" fill="hold" nodeType="withEffect" restart="never">
                                  <p:stCondLst>
                                    <p:cond delay="7940"/>
                                  </p:stCondLst>
                                  <p:childTnLst>
                                    <p:set>
                                      <p:cBhvr>
                                        <p:cTn id="145" dur="1" fill="hold">
                                          <p:stCondLst>
                                            <p:cond delay="0"/>
                                          </p:stCondLst>
                                        </p:cTn>
                                        <p:tgtEl>
                                          <p:spTgt spid="84"/>
                                        </p:tgtEl>
                                        <p:attrNameLst>
                                          <p:attrName>style.visibility</p:attrName>
                                        </p:attrNameLst>
                                      </p:cBhvr>
                                      <p:to>
                                        <p:strVal val="visible"/>
                                      </p:to>
                                    </p:set>
                                  </p:childTnLst>
                                </p:cTn>
                              </p:par>
                              <p:par>
                                <p:cTn id="146" presetID="1" presetClass="entr" presetSubtype="0" fill="hold" nodeType="withEffect" restart="never">
                                  <p:stCondLst>
                                    <p:cond delay="8060"/>
                                  </p:stCondLst>
                                  <p:childTnLst>
                                    <p:set>
                                      <p:cBhvr>
                                        <p:cTn id="147" dur="1" fill="hold">
                                          <p:stCondLst>
                                            <p:cond delay="0"/>
                                          </p:stCondLst>
                                        </p:cTn>
                                        <p:tgtEl>
                                          <p:spTgt spid="85"/>
                                        </p:tgtEl>
                                        <p:attrNameLst>
                                          <p:attrName>style.visibility</p:attrName>
                                        </p:attrNameLst>
                                      </p:cBhvr>
                                      <p:to>
                                        <p:strVal val="visible"/>
                                      </p:to>
                                    </p:set>
                                  </p:childTnLst>
                                </p:cTn>
                              </p:par>
                              <p:par>
                                <p:cTn id="148" presetID="1" presetClass="entr" presetSubtype="0" fill="hold" nodeType="withEffect" restart="never">
                                  <p:stCondLst>
                                    <p:cond delay="8180"/>
                                  </p:stCondLst>
                                  <p:childTnLst>
                                    <p:set>
                                      <p:cBhvr>
                                        <p:cTn id="149" dur="1" fill="hold">
                                          <p:stCondLst>
                                            <p:cond delay="0"/>
                                          </p:stCondLst>
                                        </p:cTn>
                                        <p:tgtEl>
                                          <p:spTgt spid="86"/>
                                        </p:tgtEl>
                                        <p:attrNameLst>
                                          <p:attrName>style.visibility</p:attrName>
                                        </p:attrNameLst>
                                      </p:cBhvr>
                                      <p:to>
                                        <p:strVal val="visible"/>
                                      </p:to>
                                    </p:set>
                                  </p:childTnLst>
                                </p:cTn>
                              </p:par>
                              <p:par>
                                <p:cTn id="150" presetID="1" presetClass="entr" presetSubtype="0" fill="hold" nodeType="withEffect" restart="never">
                                  <p:stCondLst>
                                    <p:cond delay="8300"/>
                                  </p:stCondLst>
                                  <p:childTnLst>
                                    <p:set>
                                      <p:cBhvr>
                                        <p:cTn id="151" dur="1" fill="hold">
                                          <p:stCondLst>
                                            <p:cond delay="0"/>
                                          </p:stCondLst>
                                        </p:cTn>
                                        <p:tgtEl>
                                          <p:spTgt spid="87"/>
                                        </p:tgtEl>
                                        <p:attrNameLst>
                                          <p:attrName>style.visibility</p:attrName>
                                        </p:attrNameLst>
                                      </p:cBhvr>
                                      <p:to>
                                        <p:strVal val="visible"/>
                                      </p:to>
                                    </p:set>
                                  </p:childTnLst>
                                </p:cTn>
                              </p:par>
                              <p:par>
                                <p:cTn id="152" presetID="1" presetClass="entr" presetSubtype="0" fill="hold" nodeType="withEffect" restart="never">
                                  <p:stCondLst>
                                    <p:cond delay="8420"/>
                                  </p:stCondLst>
                                  <p:childTnLst>
                                    <p:set>
                                      <p:cBhvr>
                                        <p:cTn id="153" dur="1" fill="hold">
                                          <p:stCondLst>
                                            <p:cond delay="0"/>
                                          </p:stCondLst>
                                        </p:cTn>
                                        <p:tgtEl>
                                          <p:spTgt spid="88"/>
                                        </p:tgtEl>
                                        <p:attrNameLst>
                                          <p:attrName>style.visibility</p:attrName>
                                        </p:attrNameLst>
                                      </p:cBhvr>
                                      <p:to>
                                        <p:strVal val="visible"/>
                                      </p:to>
                                    </p:set>
                                  </p:childTnLst>
                                </p:cTn>
                              </p:par>
                              <p:par>
                                <p:cTn id="154" presetID="1" presetClass="entr" presetSubtype="0" fill="hold" nodeType="withEffect" restart="never">
                                  <p:stCondLst>
                                    <p:cond delay="8540"/>
                                  </p:stCondLst>
                                  <p:childTnLst>
                                    <p:set>
                                      <p:cBhvr>
                                        <p:cTn id="155" dur="1" fill="hold">
                                          <p:stCondLst>
                                            <p:cond delay="0"/>
                                          </p:stCondLst>
                                        </p:cTn>
                                        <p:tgtEl>
                                          <p:spTgt spid="89"/>
                                        </p:tgtEl>
                                        <p:attrNameLst>
                                          <p:attrName>style.visibility</p:attrName>
                                        </p:attrNameLst>
                                      </p:cBhvr>
                                      <p:to>
                                        <p:strVal val="visible"/>
                                      </p:to>
                                    </p:set>
                                  </p:childTnLst>
                                </p:cTn>
                              </p:par>
                              <p:par>
                                <p:cTn id="156" presetID="1" presetClass="entr" presetSubtype="0" fill="hold" nodeType="withEffect" restart="never">
                                  <p:stCondLst>
                                    <p:cond delay="8660"/>
                                  </p:stCondLst>
                                  <p:childTnLst>
                                    <p:set>
                                      <p:cBhvr>
                                        <p:cTn id="157" dur="1" fill="hold">
                                          <p:stCondLst>
                                            <p:cond delay="0"/>
                                          </p:stCondLst>
                                        </p:cTn>
                                        <p:tgtEl>
                                          <p:spTgt spid="90"/>
                                        </p:tgtEl>
                                        <p:attrNameLst>
                                          <p:attrName>style.visibility</p:attrName>
                                        </p:attrNameLst>
                                      </p:cBhvr>
                                      <p:to>
                                        <p:strVal val="visible"/>
                                      </p:to>
                                    </p:set>
                                  </p:childTnLst>
                                </p:cTn>
                              </p:par>
                              <p:par>
                                <p:cTn id="158" presetID="1" presetClass="entr" presetSubtype="0" fill="hold" nodeType="withEffect" restart="never">
                                  <p:stCondLst>
                                    <p:cond delay="8780"/>
                                  </p:stCondLst>
                                  <p:childTnLst>
                                    <p:set>
                                      <p:cBhvr>
                                        <p:cTn id="159" dur="1" fill="hold">
                                          <p:stCondLst>
                                            <p:cond delay="0"/>
                                          </p:stCondLst>
                                        </p:cTn>
                                        <p:tgtEl>
                                          <p:spTgt spid="91"/>
                                        </p:tgtEl>
                                        <p:attrNameLst>
                                          <p:attrName>style.visibility</p:attrName>
                                        </p:attrNameLst>
                                      </p:cBhvr>
                                      <p:to>
                                        <p:strVal val="visible"/>
                                      </p:to>
                                    </p:set>
                                  </p:childTnLst>
                                </p:cTn>
                              </p:par>
                              <p:par>
                                <p:cTn id="160" presetID="1" presetClass="entr" presetSubtype="0" fill="hold" nodeType="withEffect" restart="never">
                                  <p:stCondLst>
                                    <p:cond delay="8900"/>
                                  </p:stCondLst>
                                  <p:childTnLst>
                                    <p:set>
                                      <p:cBhvr>
                                        <p:cTn id="161" dur="1" fill="hold">
                                          <p:stCondLst>
                                            <p:cond delay="0"/>
                                          </p:stCondLst>
                                        </p:cTn>
                                        <p:tgtEl>
                                          <p:spTgt spid="92"/>
                                        </p:tgtEl>
                                        <p:attrNameLst>
                                          <p:attrName>style.visibility</p:attrName>
                                        </p:attrNameLst>
                                      </p:cBhvr>
                                      <p:to>
                                        <p:strVal val="visible"/>
                                      </p:to>
                                    </p:set>
                                  </p:childTnLst>
                                </p:cTn>
                              </p:par>
                              <p:par>
                                <p:cTn id="162" presetID="1" presetClass="entr" presetSubtype="0" fill="hold" nodeType="withEffect" restart="never">
                                  <p:stCondLst>
                                    <p:cond delay="9020"/>
                                  </p:stCondLst>
                                  <p:childTnLst>
                                    <p:set>
                                      <p:cBhvr>
                                        <p:cTn id="163" dur="1" fill="hold">
                                          <p:stCondLst>
                                            <p:cond delay="0"/>
                                          </p:stCondLst>
                                        </p:cTn>
                                        <p:tgtEl>
                                          <p:spTgt spid="93"/>
                                        </p:tgtEl>
                                        <p:attrNameLst>
                                          <p:attrName>style.visibility</p:attrName>
                                        </p:attrNameLst>
                                      </p:cBhvr>
                                      <p:to>
                                        <p:strVal val="visible"/>
                                      </p:to>
                                    </p:set>
                                  </p:childTnLst>
                                </p:cTn>
                              </p:par>
                              <p:par>
                                <p:cTn id="164" presetID="1" presetClass="entr" presetSubtype="0" fill="hold" nodeType="withEffect" restart="never">
                                  <p:stCondLst>
                                    <p:cond delay="9140"/>
                                  </p:stCondLst>
                                  <p:childTnLst>
                                    <p:set>
                                      <p:cBhvr>
                                        <p:cTn id="165" dur="1" fill="hold">
                                          <p:stCondLst>
                                            <p:cond delay="0"/>
                                          </p:stCondLst>
                                        </p:cTn>
                                        <p:tgtEl>
                                          <p:spTgt spid="94"/>
                                        </p:tgtEl>
                                        <p:attrNameLst>
                                          <p:attrName>style.visibility</p:attrName>
                                        </p:attrNameLst>
                                      </p:cBhvr>
                                      <p:to>
                                        <p:strVal val="visible"/>
                                      </p:to>
                                    </p:set>
                                  </p:childTnLst>
                                </p:cTn>
                              </p:par>
                              <p:par>
                                <p:cTn id="166" presetID="1" presetClass="entr" presetSubtype="0" fill="hold" nodeType="withEffect" restart="never">
                                  <p:stCondLst>
                                    <p:cond delay="9260"/>
                                  </p:stCondLst>
                                  <p:childTnLst>
                                    <p:set>
                                      <p:cBhvr>
                                        <p:cTn id="167" dur="1" fill="hold">
                                          <p:stCondLst>
                                            <p:cond delay="0"/>
                                          </p:stCondLst>
                                        </p:cTn>
                                        <p:tgtEl>
                                          <p:spTgt spid="95"/>
                                        </p:tgtEl>
                                        <p:attrNameLst>
                                          <p:attrName>style.visibility</p:attrName>
                                        </p:attrNameLst>
                                      </p:cBhvr>
                                      <p:to>
                                        <p:strVal val="visible"/>
                                      </p:to>
                                    </p:set>
                                  </p:childTnLst>
                                </p:cTn>
                              </p:par>
                              <p:par>
                                <p:cTn id="168" presetID="1" presetClass="entr" presetSubtype="0" fill="hold" nodeType="withEffect" restart="never">
                                  <p:stCondLst>
                                    <p:cond delay="9380"/>
                                  </p:stCondLst>
                                  <p:childTnLst>
                                    <p:set>
                                      <p:cBhvr>
                                        <p:cTn id="169" dur="1" fill="hold">
                                          <p:stCondLst>
                                            <p:cond delay="0"/>
                                          </p:stCondLst>
                                        </p:cTn>
                                        <p:tgtEl>
                                          <p:spTgt spid="96"/>
                                        </p:tgtEl>
                                        <p:attrNameLst>
                                          <p:attrName>style.visibility</p:attrName>
                                        </p:attrNameLst>
                                      </p:cBhvr>
                                      <p:to>
                                        <p:strVal val="visible"/>
                                      </p:to>
                                    </p:set>
                                  </p:childTnLst>
                                </p:cTn>
                              </p:par>
                              <p:par>
                                <p:cTn id="170" presetID="1" presetClass="entr" presetSubtype="0" fill="hold" nodeType="withEffect" restart="never">
                                  <p:stCondLst>
                                    <p:cond delay="9500"/>
                                  </p:stCondLst>
                                  <p:childTnLst>
                                    <p:set>
                                      <p:cBhvr>
                                        <p:cTn id="171" dur="1" fill="hold">
                                          <p:stCondLst>
                                            <p:cond delay="0"/>
                                          </p:stCondLst>
                                        </p:cTn>
                                        <p:tgtEl>
                                          <p:spTgt spid="97"/>
                                        </p:tgtEl>
                                        <p:attrNameLst>
                                          <p:attrName>style.visibility</p:attrName>
                                        </p:attrNameLst>
                                      </p:cBhvr>
                                      <p:to>
                                        <p:strVal val="visible"/>
                                      </p:to>
                                    </p:set>
                                  </p:childTnLst>
                                </p:cTn>
                              </p:par>
                              <p:par>
                                <p:cTn id="172" presetID="1" presetClass="entr" presetSubtype="0" fill="hold" nodeType="withEffect" restart="never">
                                  <p:stCondLst>
                                    <p:cond delay="9620"/>
                                  </p:stCondLst>
                                  <p:childTnLst>
                                    <p:set>
                                      <p:cBhvr>
                                        <p:cTn id="173" dur="1" fill="hold">
                                          <p:stCondLst>
                                            <p:cond delay="0"/>
                                          </p:stCondLst>
                                        </p:cTn>
                                        <p:tgtEl>
                                          <p:spTgt spid="98"/>
                                        </p:tgtEl>
                                        <p:attrNameLst>
                                          <p:attrName>style.visibility</p:attrName>
                                        </p:attrNameLst>
                                      </p:cBhvr>
                                      <p:to>
                                        <p:strVal val="visible"/>
                                      </p:to>
                                    </p:set>
                                  </p:childTnLst>
                                </p:cTn>
                              </p:par>
                              <p:par>
                                <p:cTn id="174" presetID="1" presetClass="entr" presetSubtype="0" fill="hold" nodeType="withEffect" restart="never">
                                  <p:stCondLst>
                                    <p:cond delay="9740"/>
                                  </p:stCondLst>
                                  <p:childTnLst>
                                    <p:set>
                                      <p:cBhvr>
                                        <p:cTn id="175" dur="1" fill="hold">
                                          <p:stCondLst>
                                            <p:cond delay="0"/>
                                          </p:stCondLst>
                                        </p:cTn>
                                        <p:tgtEl>
                                          <p:spTgt spid="99"/>
                                        </p:tgtEl>
                                        <p:attrNameLst>
                                          <p:attrName>style.visibility</p:attrName>
                                        </p:attrNameLst>
                                      </p:cBhvr>
                                      <p:to>
                                        <p:strVal val="visible"/>
                                      </p:to>
                                    </p:set>
                                  </p:childTnLst>
                                </p:cTn>
                              </p:par>
                              <p:par>
                                <p:cTn id="176" presetID="1" presetClass="entr" presetSubtype="0" fill="hold" nodeType="withEffect" restart="never">
                                  <p:stCondLst>
                                    <p:cond delay="9860"/>
                                  </p:stCondLst>
                                  <p:childTnLst>
                                    <p:set>
                                      <p:cBhvr>
                                        <p:cTn id="177" dur="1" fill="hold">
                                          <p:stCondLst>
                                            <p:cond delay="0"/>
                                          </p:stCondLst>
                                        </p:cTn>
                                        <p:tgtEl>
                                          <p:spTgt spid="100"/>
                                        </p:tgtEl>
                                        <p:attrNameLst>
                                          <p:attrName>style.visibility</p:attrName>
                                        </p:attrNameLst>
                                      </p:cBhvr>
                                      <p:to>
                                        <p:strVal val="visible"/>
                                      </p:to>
                                    </p:set>
                                  </p:childTnLst>
                                </p:cTn>
                              </p:par>
                              <p:par>
                                <p:cTn id="178" presetID="1" presetClass="entr" presetSubtype="0" fill="hold" nodeType="withEffect" restart="never">
                                  <p:stCondLst>
                                    <p:cond delay="9980"/>
                                  </p:stCondLst>
                                  <p:childTnLst>
                                    <p:set>
                                      <p:cBhvr>
                                        <p:cTn id="179" dur="1" fill="hold">
                                          <p:stCondLst>
                                            <p:cond delay="0"/>
                                          </p:stCondLst>
                                        </p:cTn>
                                        <p:tgtEl>
                                          <p:spTgt spid="101"/>
                                        </p:tgtEl>
                                        <p:attrNameLst>
                                          <p:attrName>style.visibility</p:attrName>
                                        </p:attrNameLst>
                                      </p:cBhvr>
                                      <p:to>
                                        <p:strVal val="visible"/>
                                      </p:to>
                                    </p:set>
                                  </p:childTnLst>
                                </p:cTn>
                              </p:par>
                              <p:par>
                                <p:cTn id="180" presetID="1" presetClass="entr" presetSubtype="0" fill="hold" nodeType="withEffect" restart="never">
                                  <p:stCondLst>
                                    <p:cond delay="10100"/>
                                  </p:stCondLst>
                                  <p:childTnLst>
                                    <p:set>
                                      <p:cBhvr>
                                        <p:cTn id="181" dur="1" fill="hold">
                                          <p:stCondLst>
                                            <p:cond delay="0"/>
                                          </p:stCondLst>
                                        </p:cTn>
                                        <p:tgtEl>
                                          <p:spTgt spid="102"/>
                                        </p:tgtEl>
                                        <p:attrNameLst>
                                          <p:attrName>style.visibility</p:attrName>
                                        </p:attrNameLst>
                                      </p:cBhvr>
                                      <p:to>
                                        <p:strVal val="visible"/>
                                      </p:to>
                                    </p:set>
                                  </p:childTnLst>
                                </p:cTn>
                              </p:par>
                              <p:par>
                                <p:cTn id="182" presetID="1" presetClass="entr" presetSubtype="0" fill="hold" nodeType="withEffect" restart="never">
                                  <p:stCondLst>
                                    <p:cond delay="10220"/>
                                  </p:stCondLst>
                                  <p:childTnLst>
                                    <p:set>
                                      <p:cBhvr>
                                        <p:cTn id="183" dur="1" fill="hold">
                                          <p:stCondLst>
                                            <p:cond delay="0"/>
                                          </p:stCondLst>
                                        </p:cTn>
                                        <p:tgtEl>
                                          <p:spTgt spid="103"/>
                                        </p:tgtEl>
                                        <p:attrNameLst>
                                          <p:attrName>style.visibility</p:attrName>
                                        </p:attrNameLst>
                                      </p:cBhvr>
                                      <p:to>
                                        <p:strVal val="visible"/>
                                      </p:to>
                                    </p:set>
                                  </p:childTnLst>
                                </p:cTn>
                              </p:par>
                              <p:par>
                                <p:cTn id="184" presetID="1" presetClass="entr" presetSubtype="0" fill="hold" nodeType="withEffect" restart="never">
                                  <p:stCondLst>
                                    <p:cond delay="10340"/>
                                  </p:stCondLst>
                                  <p:childTnLst>
                                    <p:set>
                                      <p:cBhvr>
                                        <p:cTn id="185" dur="1" fill="hold">
                                          <p:stCondLst>
                                            <p:cond delay="0"/>
                                          </p:stCondLst>
                                        </p:cTn>
                                        <p:tgtEl>
                                          <p:spTgt spid="104"/>
                                        </p:tgtEl>
                                        <p:attrNameLst>
                                          <p:attrName>style.visibility</p:attrName>
                                        </p:attrNameLst>
                                      </p:cBhvr>
                                      <p:to>
                                        <p:strVal val="visible"/>
                                      </p:to>
                                    </p:set>
                                  </p:childTnLst>
                                </p:cTn>
                              </p:par>
                              <p:par>
                                <p:cTn id="186" presetID="1" presetClass="entr" presetSubtype="0" fill="hold" nodeType="withEffect" restart="never">
                                  <p:stCondLst>
                                    <p:cond delay="10460"/>
                                  </p:stCondLst>
                                  <p:childTnLst>
                                    <p:set>
                                      <p:cBhvr>
                                        <p:cTn id="187" dur="1" fill="hold">
                                          <p:stCondLst>
                                            <p:cond delay="0"/>
                                          </p:stCondLst>
                                        </p:cTn>
                                        <p:tgtEl>
                                          <p:spTgt spid="10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1. Subtract the centre</a:t>
            </a:r>
          </a:p>
        </p:txBody>
      </p:sp>
      <p:sp>
        <p:nvSpPr>
          <p:cNvPr id="3" name="operation-0-box">
            <a:extLst xmlns:a="http://schemas.openxmlformats.org/drawingml/2006/main">
              <a:ext uri="{FF2B5EF4-FFF2-40B4-BE49-F238E27FC236}">
                <a16:creationId xmlns:a16="http://schemas.microsoft.com/office/drawing/2014/main" id="{CF89C3FB-D4B7-4CAD-869D-38362F62A4C2}"/>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6F17322-DDCE-43D7-891D-CFAEA41CD59B}"/>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2A7E83C6-6DB2-4A93-B773-D3C41A55C709}"/>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3C0F868-48DE-4144-A4FA-1E891C2ABDBC}"/>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D8A3AD41-60B2-448F-96F7-8F1005A49629}"/>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751955D-44DF-4C7A-857F-D3129C344A9C}"/>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9650BE3A-629D-493A-A91D-081E27C04A1F}"/>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9156B2A2-D34D-417C-A248-CBFB0BD6800C}"/>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1822CD7B-AF70-45AE-BC33-0FF987AABE1B}"/>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6F8FB9ED-BA59-45FE-86C8-355BA30D205D}"/>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pic>
        <p:nvPicPr>
          <p:cNvPr id="13" name="subtract" descr="Rotate-point lesson: subtract; static entry, one click, held result.">
            <a:extLst xmlns:a="http://schemas.openxmlformats.org/drawingml/2006/main">
              <a:ext uri="{FF2B5EF4-FFF2-40B4-BE49-F238E27FC236}">
                <a16:creationId xmlns:a16="http://schemas.microsoft.com/office/drawing/2014/main" id="{65770ADB-BC6E-4526-B00F-D6284AE37BA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0" name="subtract--t4-click-frame-001"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1" name="subtract--t4-click-frame-002"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subtract--t4-click-frame-003"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subtract--t4-click-frame-004"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subtract--t4-click-frame-005"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subtract--t4-click-frame-006"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subtract--t4-click-frame-007"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subtract--t4-click-frame-008"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subtract--t4-click-frame-009"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subtract--t4-click-frame-010"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subtract--t4-click-frame-011"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subtract--t4-click-frame-012"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subtract--t4-click-frame-013"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subtract--t4-click-frame-014"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subtract--t4-click-frame-015"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subtract--t4-click-frame-016"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subtract--t4-click-frame-017"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7" name="subtract--t4-click-frame-018"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8" name="subtract--t4-click-frame-019"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9" name="subtract--t4-click-frame-020"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0" name="subtract--t4-click-frame-021"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1" name="subtract--t4-click-frame-022"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2" name="subtract--t4-click-frame-023"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3" name="subtract--t4-click-frame-024"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4" name="subtract--t4-click-frame-025"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5" name="subtract--t4-click-frame-026"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6" name="subtract--t4-click-frame-027"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7" name="subtract--t4-click-frame-028" descr="Rotate-point lesson: subtract;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sp>
        <p:nvSpPr>
          <p:cNvPr id="14" name="subtract-answer-underline">
            <a:extLst xmlns:a="http://schemas.openxmlformats.org/drawingml/2006/main">
              <a:ext uri="{FF2B5EF4-FFF2-40B4-BE49-F238E27FC236}">
                <a16:creationId xmlns:a16="http://schemas.microsoft.com/office/drawing/2014/main" id="{8E4FCD75-D9CA-454E-B5DF-7C6300F8F141}"/>
              </a:ext>
            </a:extLst>
          </p:cNvPr>
          <p:cNvSpPr>
            <a:spLocks xmlns:a="http://schemas.openxmlformats.org/drawingml/2006/main" noGrp="1"/>
          </p:cNvSpPr>
          <p:nvPr/>
        </p:nvSpPr>
        <p:spPr>
          <a:xfrm xmlns:a="http://schemas.openxmlformats.org/drawingml/2006/main">
            <a:off x="666750" y="64103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5" name="route-input" descr="P=(4,2),\ C=(2,1)">
            <a:extLst xmlns:a="http://schemas.openxmlformats.org/drawingml/2006/main">
              <a:ext uri="{FF2B5EF4-FFF2-40B4-BE49-F238E27FC236}">
                <a16:creationId xmlns:a16="http://schemas.microsoft.com/office/drawing/2014/main" id="{89F2907E-3262-4EBB-8E05-D8BD135A235D}"/>
              </a:ext>
            </a:extLst>
          </p:cNvPr>
          <p:cNvPicPr>
            <a:picLocks xmlns:a="http://schemas.openxmlformats.org/drawingml/2006/main" noChangeAspect="1"/>
          </p:cNvPicPr>
          <p:nvPr/>
        </p:nvPicPr>
        <p:blipFill>
          <a:blip xmlns:r="http://schemas.openxmlformats.org/officeDocument/2006/relationships" xmlns:a="http://schemas.openxmlformats.org/drawingml/2006/main" r:embed="Rdabe5342ad41454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894"/>
            <a:ext cx="2524125" cy="236637"/>
          </a:xfrm>
          <a:prstGeom xmlns:a="http://schemas.openxmlformats.org/drawingml/2006/main" prst="rect">
            <a:avLst/>
          </a:prstGeom>
        </p:spPr>
      </p:pic>
      <p:pic>
        <p:nvPicPr>
          <p:cNvPr id="16" name="route-offset" descr="Q=P-C">
            <a:extLst xmlns:a="http://schemas.openxmlformats.org/drawingml/2006/main">
              <a:ext uri="{FF2B5EF4-FFF2-40B4-BE49-F238E27FC236}">
                <a16:creationId xmlns:a16="http://schemas.microsoft.com/office/drawing/2014/main" id="{871524D7-71B3-4969-9EEA-47C20774F732}"/>
              </a:ext>
            </a:extLst>
          </p:cNvPr>
          <p:cNvPicPr>
            <a:picLocks xmlns:a="http://schemas.openxmlformats.org/drawingml/2006/main" noChangeAspect="1"/>
          </p:cNvPicPr>
          <p:nvPr/>
        </p:nvPicPr>
        <p:blipFill>
          <a:blip xmlns:r="http://schemas.openxmlformats.org/officeDocument/2006/relationships" xmlns:a="http://schemas.openxmlformats.org/drawingml/2006/main" r:embed="R62ba0a6c1c29421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77033"/>
            <a:ext cx="1285875" cy="208359"/>
          </a:xfrm>
          <a:prstGeom xmlns:a="http://schemas.openxmlformats.org/drawingml/2006/main" prst="rect">
            <a:avLst/>
          </a:prstGeom>
        </p:spPr>
      </p:pic>
      <p:pic>
        <p:nvPicPr>
          <p:cNvPr id="17" name="route-output" descr="P'=C+Q'">
            <a:extLst xmlns:a="http://schemas.openxmlformats.org/drawingml/2006/main">
              <a:ext uri="{FF2B5EF4-FFF2-40B4-BE49-F238E27FC236}">
                <a16:creationId xmlns:a16="http://schemas.microsoft.com/office/drawing/2014/main" id="{79DB1B09-ECDA-4FAA-9498-2323C0EC5FC7}"/>
              </a:ext>
            </a:extLst>
          </p:cNvPr>
          <p:cNvPicPr>
            <a:picLocks xmlns:a="http://schemas.openxmlformats.org/drawingml/2006/main" noChangeAspect="1"/>
          </p:cNvPicPr>
          <p:nvPr/>
        </p:nvPicPr>
        <p:blipFill>
          <a:blip xmlns:r="http://schemas.openxmlformats.org/officeDocument/2006/relationships" xmlns:a="http://schemas.openxmlformats.org/drawingml/2006/main" r:embed="R447128d5573a433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8" name="subtract-answer" descr="Q=P-C=(4-2,\ 2-1)=(2,1)">
            <a:extLst xmlns:a="http://schemas.openxmlformats.org/drawingml/2006/main">
              <a:ext uri="{FF2B5EF4-FFF2-40B4-BE49-F238E27FC236}">
                <a16:creationId xmlns:a16="http://schemas.microsoft.com/office/drawing/2014/main" id="{41F1556A-D91F-4940-A34B-ECF7B12A2A99}"/>
              </a:ext>
            </a:extLst>
          </p:cNvPr>
          <p:cNvPicPr>
            <a:picLocks xmlns:a="http://schemas.openxmlformats.org/drawingml/2006/main" noChangeAspect="1"/>
          </p:cNvPicPr>
          <p:nvPr/>
        </p:nvPicPr>
        <p:blipFill>
          <a:blip xmlns:r="http://schemas.openxmlformats.org/officeDocument/2006/relationships" xmlns:a="http://schemas.openxmlformats.org/drawingml/2006/main" r:embed="Rf63e88a06d16410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919788"/>
            <a:ext cx="5967413" cy="333375"/>
          </a:xfrm>
          <a:prstGeom xmlns:a="http://schemas.openxmlformats.org/drawingml/2006/main" prst="rect">
            <a:avLst/>
          </a:prstGeom>
        </p:spPr>
      </p:pic>
    </p:spTree>
    <p:extLst>
      <p:ext uri="{BB962C8B-B14F-4D97-AF65-F5344CB8AC3E}">
        <p14:creationId xmlns:p14="http://schemas.microsoft.com/office/powerpoint/2010/main" val="176410909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8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restart="never">
                                  <p:stCondLst>
                                    <p:cond delay="62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restart="never">
                                  <p:stCondLst>
                                    <p:cond delay="74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restart="never">
                                  <p:stCondLst>
                                    <p:cond delay="86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restart="never">
                                  <p:stCondLst>
                                    <p:cond delay="98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restart="never">
                                  <p:stCondLst>
                                    <p:cond delay="110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restart="never">
                                  <p:stCondLst>
                                    <p:cond delay="122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restart="never">
                                  <p:stCondLst>
                                    <p:cond delay="134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restart="never">
                                  <p:stCondLst>
                                    <p:cond delay="146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restart="never">
                                  <p:stCondLst>
                                    <p:cond delay="158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restart="never">
                                  <p:stCondLst>
                                    <p:cond delay="170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restart="never">
                                  <p:stCondLst>
                                    <p:cond delay="182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restart="never">
                                  <p:stCondLst>
                                    <p:cond delay="194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restart="never">
                                  <p:stCondLst>
                                    <p:cond delay="206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restart="never">
                                  <p:stCondLst>
                                    <p:cond delay="218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restart="never">
                                  <p:stCondLst>
                                    <p:cond delay="230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restart="never">
                                  <p:stCondLst>
                                    <p:cond delay="254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restart="never">
                                  <p:stCondLst>
                                    <p:cond delay="266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restart="never">
                                  <p:stCondLst>
                                    <p:cond delay="278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restart="never">
                                  <p:stCondLst>
                                    <p:cond delay="302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nodeType="withEffect" restart="never">
                                  <p:stCondLst>
                                    <p:cond delay="314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nodeType="withEffect" restart="never">
                                  <p:stCondLst>
                                    <p:cond delay="326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restart="never">
                                  <p:stCondLst>
                                    <p:cond delay="338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restart="never">
                                  <p:stCondLst>
                                    <p:cond delay="350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restart="never">
                                  <p:stCondLst>
                                    <p:cond delay="362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nodeType="withEffect" restart="never">
                                  <p:stCondLst>
                                    <p:cond delay="374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2. Turn the offset 90 degrees counterclockwise</a:t>
            </a:r>
          </a:p>
        </p:txBody>
      </p:sp>
      <p:sp>
        <p:nvSpPr>
          <p:cNvPr id="3" name="operation-0-box">
            <a:extLst xmlns:a="http://schemas.openxmlformats.org/drawingml/2006/main">
              <a:ext uri="{FF2B5EF4-FFF2-40B4-BE49-F238E27FC236}">
                <a16:creationId xmlns:a16="http://schemas.microsoft.com/office/drawing/2014/main" id="{C0959209-552F-41AD-8D1F-C71F15A82572}"/>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B46C1FB-1695-4EA5-994E-A50604D6C9EA}"/>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EA13B892-030E-4D89-8CCB-18BFEDADA12D}"/>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69B46E2-9CC0-4F7A-B119-03C1F0BAFA70}"/>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EF99340E-6158-4018-9466-1AA6F1CF2A0D}"/>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295F5DC-361F-4511-9361-A1865386BB7F}"/>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0654A783-A7E2-4B92-A161-FD7973A61DF7}"/>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6BCD2DEE-81E9-402E-9AEF-1264AA2805F2}"/>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B915AD87-D275-4554-BB6F-98480FE98307}"/>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52DFE81A-3F71-4534-8C37-96ACF90AAE04}"/>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pic>
        <p:nvPicPr>
          <p:cNvPr id="13" name="quarter" descr="Rotate-point lesson: quarter; static entry, one click, held result.">
            <a:extLst xmlns:a="http://schemas.openxmlformats.org/drawingml/2006/main">
              <a:ext uri="{FF2B5EF4-FFF2-40B4-BE49-F238E27FC236}">
                <a16:creationId xmlns:a16="http://schemas.microsoft.com/office/drawing/2014/main" id="{33675DA2-B270-4E44-963C-F5E9F8A9B62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0" name="quarter--t4-click-frame-001"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1" name="quarter--t4-click-frame-002"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quarter--t4-click-frame-003"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quarter--t4-click-frame-004"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quarter--t4-click-frame-005"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quarter--t4-click-frame-006"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quarter--t4-click-frame-007"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quarter--t4-click-frame-008"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quarter--t4-click-frame-009"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quarter--t4-click-frame-010"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quarter--t4-click-frame-011"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quarter--t4-click-frame-012"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quarter--t4-click-frame-013"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quarter--t4-click-frame-014"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quarter--t4-click-frame-015"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quarter--t4-click-frame-016"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quarter--t4-click-frame-017"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7" name="quarter--t4-click-frame-018"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8" name="quarter--t4-click-frame-019"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9" name="quarter--t4-click-frame-020"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0" name="quarter--t4-click-frame-021"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1" name="quarter--t4-click-frame-022"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2" name="quarter--t4-click-frame-023"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3" name="quarter--t4-click-frame-024"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4" name="quarter--t4-click-frame-025"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5" name="quarter--t4-click-frame-026"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6" name="quarter--t4-click-frame-027"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7" name="quarter--t4-click-frame-028" descr="Rotate-point lesson: quarter;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sp>
        <p:nvSpPr>
          <p:cNvPr id="14" name="quarter-answer-underline">
            <a:extLst xmlns:a="http://schemas.openxmlformats.org/drawingml/2006/main">
              <a:ext uri="{FF2B5EF4-FFF2-40B4-BE49-F238E27FC236}">
                <a16:creationId xmlns:a16="http://schemas.microsoft.com/office/drawing/2014/main" id="{323671EA-30BA-43E9-819C-70A5D5F37270}"/>
              </a:ext>
            </a:extLst>
          </p:cNvPr>
          <p:cNvSpPr>
            <a:spLocks xmlns:a="http://schemas.openxmlformats.org/drawingml/2006/main" noGrp="1"/>
          </p:cNvSpPr>
          <p:nvPr/>
        </p:nvSpPr>
        <p:spPr>
          <a:xfrm xmlns:a="http://schemas.openxmlformats.org/drawingml/2006/main">
            <a:off x="666750" y="64103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5" name="route-input" descr="P=(4,2),\ C=(2,1)">
            <a:extLst xmlns:a="http://schemas.openxmlformats.org/drawingml/2006/main">
              <a:ext uri="{FF2B5EF4-FFF2-40B4-BE49-F238E27FC236}">
                <a16:creationId xmlns:a16="http://schemas.microsoft.com/office/drawing/2014/main" id="{3B2E67DC-260A-4676-AE6D-4781579A581B}"/>
              </a:ext>
            </a:extLst>
          </p:cNvPr>
          <p:cNvPicPr>
            <a:picLocks xmlns:a="http://schemas.openxmlformats.org/drawingml/2006/main" noChangeAspect="1"/>
          </p:cNvPicPr>
          <p:nvPr/>
        </p:nvPicPr>
        <p:blipFill>
          <a:blip xmlns:r="http://schemas.openxmlformats.org/officeDocument/2006/relationships" xmlns:a="http://schemas.openxmlformats.org/drawingml/2006/main" r:embed="Rf1f5308c0cd4422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894"/>
            <a:ext cx="2524125" cy="236637"/>
          </a:xfrm>
          <a:prstGeom xmlns:a="http://schemas.openxmlformats.org/drawingml/2006/main" prst="rect">
            <a:avLst/>
          </a:prstGeom>
        </p:spPr>
      </p:pic>
      <p:pic>
        <p:nvPicPr>
          <p:cNvPr id="16" name="route-offset" descr="Q=(u,v)=(2,1)">
            <a:extLst xmlns:a="http://schemas.openxmlformats.org/drawingml/2006/main">
              <a:ext uri="{FF2B5EF4-FFF2-40B4-BE49-F238E27FC236}">
                <a16:creationId xmlns:a16="http://schemas.microsoft.com/office/drawing/2014/main" id="{DAFDD6E7-868B-4070-833E-BD50D7410484}"/>
              </a:ext>
            </a:extLst>
          </p:cNvPr>
          <p:cNvPicPr>
            <a:picLocks xmlns:a="http://schemas.openxmlformats.org/drawingml/2006/main" noChangeAspect="1"/>
          </p:cNvPicPr>
          <p:nvPr/>
        </p:nvPicPr>
        <p:blipFill>
          <a:blip xmlns:r="http://schemas.openxmlformats.org/officeDocument/2006/relationships" xmlns:a="http://schemas.openxmlformats.org/drawingml/2006/main" r:embed="R4c9b843ccbda41c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2894"/>
            <a:ext cx="2166938" cy="236637"/>
          </a:xfrm>
          <a:prstGeom xmlns:a="http://schemas.openxmlformats.org/drawingml/2006/main" prst="rect">
            <a:avLst/>
          </a:prstGeom>
        </p:spPr>
      </p:pic>
      <p:pic>
        <p:nvPicPr>
          <p:cNvPr id="17" name="route-output" descr="P'=C+Q'">
            <a:extLst xmlns:a="http://schemas.openxmlformats.org/drawingml/2006/main">
              <a:ext uri="{FF2B5EF4-FFF2-40B4-BE49-F238E27FC236}">
                <a16:creationId xmlns:a16="http://schemas.microsoft.com/office/drawing/2014/main" id="{2E1B174C-1D4F-4782-829C-94EBB0259212}"/>
              </a:ext>
            </a:extLst>
          </p:cNvPr>
          <p:cNvPicPr>
            <a:picLocks xmlns:a="http://schemas.openxmlformats.org/drawingml/2006/main" noChangeAspect="1"/>
          </p:cNvPicPr>
          <p:nvPr/>
        </p:nvPicPr>
        <p:blipFill>
          <a:blip xmlns:r="http://schemas.openxmlformats.org/officeDocument/2006/relationships" xmlns:a="http://schemas.openxmlformats.org/drawingml/2006/main" r:embed="R7043c978ddfe48f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8" name="quarter-answer" descr="(u,v)\mapsto(-v,u),\qquad (2,1)\mapsto Q'=(-1,2)">
            <a:extLst xmlns:a="http://schemas.openxmlformats.org/drawingml/2006/main">
              <a:ext uri="{FF2B5EF4-FFF2-40B4-BE49-F238E27FC236}">
                <a16:creationId xmlns:a16="http://schemas.microsoft.com/office/drawing/2014/main" id="{2C98EB5D-2E01-4ED8-816D-4A673E80B0BB}"/>
              </a:ext>
            </a:extLst>
          </p:cNvPr>
          <p:cNvPicPr>
            <a:picLocks xmlns:a="http://schemas.openxmlformats.org/drawingml/2006/main" noChangeAspect="1"/>
          </p:cNvPicPr>
          <p:nvPr/>
        </p:nvPicPr>
        <p:blipFill>
          <a:blip xmlns:r="http://schemas.openxmlformats.org/officeDocument/2006/relationships" xmlns:a="http://schemas.openxmlformats.org/drawingml/2006/main" r:embed="Ree2c298b2e994d4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919788"/>
            <a:ext cx="7100888" cy="333375"/>
          </a:xfrm>
          <a:prstGeom xmlns:a="http://schemas.openxmlformats.org/drawingml/2006/main" prst="rect">
            <a:avLst/>
          </a:prstGeom>
        </p:spPr>
      </p:pic>
    </p:spTree>
    <p:extLst>
      <p:ext uri="{BB962C8B-B14F-4D97-AF65-F5344CB8AC3E}">
        <p14:creationId xmlns:p14="http://schemas.microsoft.com/office/powerpoint/2010/main" val="323477117"/>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8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restart="never">
                                  <p:stCondLst>
                                    <p:cond delay="62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restart="never">
                                  <p:stCondLst>
                                    <p:cond delay="74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restart="never">
                                  <p:stCondLst>
                                    <p:cond delay="86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restart="never">
                                  <p:stCondLst>
                                    <p:cond delay="98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restart="never">
                                  <p:stCondLst>
                                    <p:cond delay="110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restart="never">
                                  <p:stCondLst>
                                    <p:cond delay="122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restart="never">
                                  <p:stCondLst>
                                    <p:cond delay="134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restart="never">
                                  <p:stCondLst>
                                    <p:cond delay="146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restart="never">
                                  <p:stCondLst>
                                    <p:cond delay="158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restart="never">
                                  <p:stCondLst>
                                    <p:cond delay="170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restart="never">
                                  <p:stCondLst>
                                    <p:cond delay="182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restart="never">
                                  <p:stCondLst>
                                    <p:cond delay="194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restart="never">
                                  <p:stCondLst>
                                    <p:cond delay="206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restart="never">
                                  <p:stCondLst>
                                    <p:cond delay="218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restart="never">
                                  <p:stCondLst>
                                    <p:cond delay="230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restart="never">
                                  <p:stCondLst>
                                    <p:cond delay="254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restart="never">
                                  <p:stCondLst>
                                    <p:cond delay="266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restart="never">
                                  <p:stCondLst>
                                    <p:cond delay="278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restart="never">
                                  <p:stCondLst>
                                    <p:cond delay="302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nodeType="withEffect" restart="never">
                                  <p:stCondLst>
                                    <p:cond delay="314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nodeType="withEffect" restart="never">
                                  <p:stCondLst>
                                    <p:cond delay="326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restart="never">
                                  <p:stCondLst>
                                    <p:cond delay="338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restart="never">
                                  <p:stCondLst>
                                    <p:cond delay="350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restart="never">
                                  <p:stCondLst>
                                    <p:cond delay="362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nodeType="withEffect" restart="never">
                                  <p:stCondLst>
                                    <p:cond delay="374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3. Add the same centre back</a:t>
            </a:r>
          </a:p>
        </p:txBody>
      </p:sp>
      <p:sp>
        <p:nvSpPr>
          <p:cNvPr id="3" name="operation-0-box">
            <a:extLst xmlns:a="http://schemas.openxmlformats.org/drawingml/2006/main">
              <a:ext uri="{FF2B5EF4-FFF2-40B4-BE49-F238E27FC236}">
                <a16:creationId xmlns:a16="http://schemas.microsoft.com/office/drawing/2014/main" id="{FAD42867-BBAE-4859-9B3A-62784EE6CEB0}"/>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3C61E69-2975-4B18-ACCA-4E367FE23867}"/>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526956B9-F605-4D7A-9733-5A6F73AB10FC}"/>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8623CE6-16FB-483C-AE52-0EF589C992DA}"/>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B22C328E-5413-4662-84E2-602ADADA6BB9}"/>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B56F5DBF-4BCC-4569-9116-4EA1DECCB471}"/>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34223D2D-99F3-4715-BB9A-5B7D490844CA}"/>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6AA3093E-65BF-4473-AB09-F417426C16FC}"/>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988B1DF2-930A-42E6-BFF7-506D2A32FFB5}"/>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942E77F1-913D-45A0-BC3A-E1E44A79999B}"/>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pic>
        <p:nvPicPr>
          <p:cNvPr id="13" name="add" descr="Rotate-point lesson: add; static entry, one click, held result.">
            <a:extLst xmlns:a="http://schemas.openxmlformats.org/drawingml/2006/main">
              <a:ext uri="{FF2B5EF4-FFF2-40B4-BE49-F238E27FC236}">
                <a16:creationId xmlns:a16="http://schemas.microsoft.com/office/drawing/2014/main" id="{A7AC3A9B-DF00-4A4E-BEBC-C023B8F0E00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0" name="add--t4-click-frame-001"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1" name="add--t4-click-frame-002"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2" name="add--t4-click-frame-003"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3" name="add--t4-click-frame-004"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4" name="add--t4-click-frame-005"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5" name="add--t4-click-frame-006"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6" name="add--t4-click-frame-007"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7" name="add--t4-click-frame-008"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8" name="add--t4-click-frame-009"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29" name="add--t4-click-frame-010"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0" name="add--t4-click-frame-011"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1" name="add--t4-click-frame-012"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2" name="add--t4-click-frame-013"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3" name="add--t4-click-frame-014"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4" name="add--t4-click-frame-015"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5" name="add--t4-click-frame-016"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6" name="add--t4-click-frame-017"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7" name="add--t4-click-frame-018"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8" name="add--t4-click-frame-019"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39" name="add--t4-click-frame-020"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0" name="add--t4-click-frame-021"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1" name="add--t4-click-frame-022"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2" name="add--t4-click-frame-023"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3" name="add--t4-click-frame-024"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4" name="add--t4-click-frame-025"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5" name="add--t4-click-frame-026"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6" name="add--t4-click-frame-027"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pic>
        <p:nvPicPr>
          <p:cNvPr id="47" name="add--t4-click-frame-028" descr="Rotate-point lesson: add;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857500"/>
          </a:xfrm>
          <a:prstGeom xmlns:a="http://schemas.openxmlformats.org/drawingml/2006/main" prst="rect">
            <a:avLst/>
          </a:prstGeom>
        </p:spPr>
      </p:pic>
      <p:sp>
        <p:nvSpPr>
          <p:cNvPr id="14" name="example-answer-underline">
            <a:extLst xmlns:a="http://schemas.openxmlformats.org/drawingml/2006/main">
              <a:ext uri="{FF2B5EF4-FFF2-40B4-BE49-F238E27FC236}">
                <a16:creationId xmlns:a16="http://schemas.microsoft.com/office/drawing/2014/main" id="{81F0B3DC-3185-48D5-B2F4-E68494E60B8F}"/>
              </a:ext>
            </a:extLst>
          </p:cNvPr>
          <p:cNvSpPr>
            <a:spLocks xmlns:a="http://schemas.openxmlformats.org/drawingml/2006/main" noGrp="1"/>
          </p:cNvSpPr>
          <p:nvPr/>
        </p:nvSpPr>
        <p:spPr>
          <a:xfrm xmlns:a="http://schemas.openxmlformats.org/drawingml/2006/main">
            <a:off x="666750" y="64103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5" name="route-input" descr="P=(4,2),\ C=(2,1)">
            <a:extLst xmlns:a="http://schemas.openxmlformats.org/drawingml/2006/main">
              <a:ext uri="{FF2B5EF4-FFF2-40B4-BE49-F238E27FC236}">
                <a16:creationId xmlns:a16="http://schemas.microsoft.com/office/drawing/2014/main" id="{C573B51F-728E-4E1E-9898-CF9B5AB68D6F}"/>
              </a:ext>
            </a:extLst>
          </p:cNvPr>
          <p:cNvPicPr>
            <a:picLocks xmlns:a="http://schemas.openxmlformats.org/drawingml/2006/main" noChangeAspect="1"/>
          </p:cNvPicPr>
          <p:nvPr/>
        </p:nvPicPr>
        <p:blipFill>
          <a:blip xmlns:r="http://schemas.openxmlformats.org/officeDocument/2006/relationships" xmlns:a="http://schemas.openxmlformats.org/drawingml/2006/main" r:embed="R5a8a82a13abf4ac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894"/>
            <a:ext cx="2524125" cy="236637"/>
          </a:xfrm>
          <a:prstGeom xmlns:a="http://schemas.openxmlformats.org/drawingml/2006/main" prst="rect">
            <a:avLst/>
          </a:prstGeom>
        </p:spPr>
      </p:pic>
      <p:pic>
        <p:nvPicPr>
          <p:cNvPr id="16" name="route-offset" descr="Q=(u,v)=(2,1)">
            <a:extLst xmlns:a="http://schemas.openxmlformats.org/drawingml/2006/main">
              <a:ext uri="{FF2B5EF4-FFF2-40B4-BE49-F238E27FC236}">
                <a16:creationId xmlns:a16="http://schemas.microsoft.com/office/drawing/2014/main" id="{40F5FA42-26A2-4171-A7E5-111F7B6FFAA9}"/>
              </a:ext>
            </a:extLst>
          </p:cNvPr>
          <p:cNvPicPr>
            <a:picLocks xmlns:a="http://schemas.openxmlformats.org/drawingml/2006/main" noChangeAspect="1"/>
          </p:cNvPicPr>
          <p:nvPr/>
        </p:nvPicPr>
        <p:blipFill>
          <a:blip xmlns:r="http://schemas.openxmlformats.org/officeDocument/2006/relationships" xmlns:a="http://schemas.openxmlformats.org/drawingml/2006/main" r:embed="R10588d177bbe4e6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2894"/>
            <a:ext cx="2166938" cy="236637"/>
          </a:xfrm>
          <a:prstGeom xmlns:a="http://schemas.openxmlformats.org/drawingml/2006/main" prst="rect">
            <a:avLst/>
          </a:prstGeom>
        </p:spPr>
      </p:pic>
      <p:pic>
        <p:nvPicPr>
          <p:cNvPr id="17" name="route-output" descr="P'=C+Q'">
            <a:extLst xmlns:a="http://schemas.openxmlformats.org/drawingml/2006/main">
              <a:ext uri="{FF2B5EF4-FFF2-40B4-BE49-F238E27FC236}">
                <a16:creationId xmlns:a16="http://schemas.microsoft.com/office/drawing/2014/main" id="{EDA19EAF-81C0-4889-BEA3-472175B15C86}"/>
              </a:ext>
            </a:extLst>
          </p:cNvPr>
          <p:cNvPicPr>
            <a:picLocks xmlns:a="http://schemas.openxmlformats.org/drawingml/2006/main" noChangeAspect="1"/>
          </p:cNvPicPr>
          <p:nvPr/>
        </p:nvPicPr>
        <p:blipFill>
          <a:blip xmlns:r="http://schemas.openxmlformats.org/officeDocument/2006/relationships" xmlns:a="http://schemas.openxmlformats.org/drawingml/2006/main" r:embed="Rfe0dde5b4b8d426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8" name="example-answer" descr="P'=C+Q'=(2,1)+(-1,2)=(1,3)">
            <a:extLst xmlns:a="http://schemas.openxmlformats.org/drawingml/2006/main">
              <a:ext uri="{FF2B5EF4-FFF2-40B4-BE49-F238E27FC236}">
                <a16:creationId xmlns:a16="http://schemas.microsoft.com/office/drawing/2014/main" id="{FF1E30AF-82EF-44C3-A80C-CE041612B5D8}"/>
              </a:ext>
            </a:extLst>
          </p:cNvPr>
          <p:cNvPicPr>
            <a:picLocks xmlns:a="http://schemas.openxmlformats.org/drawingml/2006/main" noChangeAspect="1"/>
          </p:cNvPicPr>
          <p:nvPr/>
        </p:nvPicPr>
        <p:blipFill>
          <a:blip xmlns:r="http://schemas.openxmlformats.org/officeDocument/2006/relationships" xmlns:a="http://schemas.openxmlformats.org/drawingml/2006/main" r:embed="Rba471888dbdf4332">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920829"/>
            <a:ext cx="6334125" cy="331291"/>
          </a:xfrm>
          <a:prstGeom xmlns:a="http://schemas.openxmlformats.org/drawingml/2006/main" prst="rect">
            <a:avLst/>
          </a:prstGeom>
        </p:spPr>
      </p:pic>
    </p:spTree>
    <p:extLst>
      <p:ext uri="{BB962C8B-B14F-4D97-AF65-F5344CB8AC3E}">
        <p14:creationId xmlns:p14="http://schemas.microsoft.com/office/powerpoint/2010/main" val="149003808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8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restart="never">
                                  <p:stCondLst>
                                    <p:cond delay="62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restart="never">
                                  <p:stCondLst>
                                    <p:cond delay="74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restart="never">
                                  <p:stCondLst>
                                    <p:cond delay="86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restart="never">
                                  <p:stCondLst>
                                    <p:cond delay="98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restart="never">
                                  <p:stCondLst>
                                    <p:cond delay="110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restart="never">
                                  <p:stCondLst>
                                    <p:cond delay="122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restart="never">
                                  <p:stCondLst>
                                    <p:cond delay="134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restart="never">
                                  <p:stCondLst>
                                    <p:cond delay="146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restart="never">
                                  <p:stCondLst>
                                    <p:cond delay="158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restart="never">
                                  <p:stCondLst>
                                    <p:cond delay="170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restart="never">
                                  <p:stCondLst>
                                    <p:cond delay="182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restart="never">
                                  <p:stCondLst>
                                    <p:cond delay="194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restart="never">
                                  <p:stCondLst>
                                    <p:cond delay="206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restart="never">
                                  <p:stCondLst>
                                    <p:cond delay="218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restart="never">
                                  <p:stCondLst>
                                    <p:cond delay="230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restart="never">
                                  <p:stCondLst>
                                    <p:cond delay="254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restart="never">
                                  <p:stCondLst>
                                    <p:cond delay="266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restart="never">
                                  <p:stCondLst>
                                    <p:cond delay="278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restart="never">
                                  <p:stCondLst>
                                    <p:cond delay="302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nodeType="withEffect" restart="never">
                                  <p:stCondLst>
                                    <p:cond delay="314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nodeType="withEffect" restart="never">
                                  <p:stCondLst>
                                    <p:cond delay="326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restart="never">
                                  <p:stCondLst>
                                    <p:cond delay="338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restart="never">
                                  <p:stCondLst>
                                    <p:cond delay="350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restart="never">
                                  <p:stCondLst>
                                    <p:cond delay="362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nodeType="withEffect" restart="never">
                                  <p:stCondLst>
                                    <p:cond delay="374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The same process, now with any angle</a:t>
            </a:r>
          </a:p>
        </p:txBody>
      </p:sp>
      <p:sp>
        <p:nvSpPr>
          <p:cNvPr id="3" name="operation-0-box">
            <a:extLst xmlns:a="http://schemas.openxmlformats.org/drawingml/2006/main">
              <a:ext uri="{FF2B5EF4-FFF2-40B4-BE49-F238E27FC236}">
                <a16:creationId xmlns:a16="http://schemas.microsoft.com/office/drawing/2014/main" id="{30A582DB-AD1E-42C7-846E-E1B7ED01F914}"/>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EE0A8AE-D113-43C2-8D66-347F248F12C7}"/>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E5E6A88D-376C-4392-9FCE-3C24C7ADDDBA}"/>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49BF007-B8E6-4846-B0FB-CC7A50E0A2A4}"/>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A4E79C5B-B9DE-498E-8B4E-EE2BB17971B0}"/>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014CE12C-2F3F-4CE2-A48E-399F626F07FD}"/>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4FDF6AC5-0659-43DE-88B8-3161BAEF30AB}"/>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F7FA5ED4-6601-4FE7-ACAE-D3DFB373284E}"/>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5430957A-7D2E-4DBC-B5BB-4706DB4307A7}"/>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DB967791-8B81-4CF2-B36D-74603BBDE47E}"/>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selected-rotation">
            <a:extLst xmlns:a="http://schemas.openxmlformats.org/drawingml/2006/main">
              <a:ext uri="{FF2B5EF4-FFF2-40B4-BE49-F238E27FC236}">
                <a16:creationId xmlns:a16="http://schemas.microsoft.com/office/drawing/2014/main" id="{38D81D2A-1D7E-4305-8663-C3D49FBE3295}"/>
              </a:ext>
            </a:extLst>
          </p:cNvPr>
          <p:cNvSpPr>
            <a:spLocks xmlns:a="http://schemas.openxmlformats.org/drawingml/2006/main" noGrp="1"/>
          </p:cNvSpPr>
          <p:nvPr/>
        </p:nvSpPr>
        <p:spPr>
          <a:xfrm xmlns:a="http://schemas.openxmlformats.org/drawingml/2006/main">
            <a:off x="4352925" y="1219200"/>
            <a:ext cx="3467100" cy="581025"/>
          </a:xfrm>
          <a:prstGeom xmlns:a="http://schemas.openxmlformats.org/drawingml/2006/main" prst="rect">
            <a:avLst/>
          </a:prstGeom>
          <a:noFill xmlns:a="http://schemas.openxmlformats.org/drawingml/2006/main"/>
          <a:ln xmlns:a="http://schemas.openxmlformats.org/drawingml/2006/main" w="24765">
            <a:solidFill>
              <a:srgbClr val="202020"/>
            </a:solidFill>
          </a:ln>
        </p:spPr>
      </p:sp>
      <p:sp>
        <p:nvSpPr>
          <p:cNvPr id="14" name="need-question">
            <a:extLst xmlns:a="http://schemas.openxmlformats.org/drawingml/2006/main">
              <a:ext uri="{FF2B5EF4-FFF2-40B4-BE49-F238E27FC236}">
                <a16:creationId xmlns:a16="http://schemas.microsoft.com/office/drawing/2014/main" id="{8881A121-9E57-4256-9247-655250C2A886}"/>
              </a:ext>
            </a:extLst>
          </p:cNvPr>
          <p:cNvSpPr>
            <a:spLocks xmlns:a="http://schemas.openxmlformats.org/drawingml/2006/main" noGrp="1"/>
          </p:cNvSpPr>
          <p:nvPr/>
        </p:nvSpPr>
        <p:spPr>
          <a:xfrm xmlns:a="http://schemas.openxmlformats.org/drawingml/2006/main">
            <a:off x="666750" y="23336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For any angle, how do the two legs of Q determine Q'?</a:t>
            </a:r>
          </a:p>
        </p:txBody>
      </p:sp>
      <p:pic>
        <p:nvPicPr>
          <p:cNvPr id="15" name="focus" descr="Rotate-point lesson: focus; static entry, one click, held result.">
            <a:extLst xmlns:a="http://schemas.openxmlformats.org/drawingml/2006/main">
              <a:ext uri="{FF2B5EF4-FFF2-40B4-BE49-F238E27FC236}">
                <a16:creationId xmlns:a16="http://schemas.microsoft.com/office/drawing/2014/main" id="{3D44019C-24AA-4B72-90A5-1CFF866DC51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2" name="focus--t4-click-frame-001"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3" name="focus--t4-click-frame-002"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4" name="focus--t4-click-frame-003"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5" name="focus--t4-click-frame-004"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6" name="focus--t4-click-frame-005"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7" name="focus--t4-click-frame-006"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8" name="focus--t4-click-frame-007"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9" name="focus--t4-click-frame-008"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0" name="focus--t4-click-frame-009"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1" name="focus--t4-click-frame-010"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2" name="focus--t4-click-frame-011"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3" name="focus--t4-click-frame-012"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4" name="focus--t4-click-frame-013"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5" name="focus--t4-click-frame-014"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6" name="focus--t4-click-frame-015"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7" name="focus--t4-click-frame-016"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8" name="focus--t4-click-frame-017"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9" name="focus--t4-click-frame-018"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0" name="focus--t4-click-frame-019"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1" name="focus--t4-click-frame-020"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2" name="focus--t4-click-frame-021"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3" name="focus--t4-click-frame-022"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4" name="focus--t4-click-frame-023"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5" name="focus--t4-click-frame-024"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6" name="focus--t4-click-frame-025"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7" name="focus--t4-click-frame-026"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8" name="focus--t4-click-frame-027"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9" name="focus--t4-click-frame-028" descr="Rotate-point lesson: focus;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sp>
        <p:nvSpPr>
          <p:cNvPr id="16" name="prior-result">
            <a:extLst xmlns:a="http://schemas.openxmlformats.org/drawingml/2006/main">
              <a:ext uri="{FF2B5EF4-FFF2-40B4-BE49-F238E27FC236}">
                <a16:creationId xmlns:a16="http://schemas.microsoft.com/office/drawing/2014/main" id="{CB753E11-695E-4BAF-BE28-E09809691BD8}"/>
              </a:ext>
            </a:extLst>
          </p:cNvPr>
          <p:cNvSpPr>
            <a:spLocks xmlns:a="http://schemas.openxmlformats.org/drawingml/2006/main" noGrp="1"/>
          </p:cNvSpPr>
          <p:nvPr/>
        </p:nvSpPr>
        <p:spPr>
          <a:xfrm xmlns:a="http://schemas.openxmlformats.org/drawingml/2006/main">
            <a:off x="666750" y="642937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777777"/>
                </a:solidFill>
                <a:latin typeface="Times New Roman"/>
                <a:ea typeface="Times New Roman"/>
                <a:cs typeface="Times New Roman"/>
              </a:defRPr>
            </a:defPPr>
          </a:lstStyle>
          <a:p xmlns:a="http://schemas.openxmlformats.org/drawingml/2006/main">
            <a:pPr algn="l">
              <a:defRPr sz="1875" b="0" i="0">
                <a:solidFill>
                  <a:srgbClr val="777777"/>
                </a:solidFill>
                <a:latin typeface="Times New Roman"/>
                <a:ea typeface="Times New Roman"/>
                <a:cs typeface="Times New Roman"/>
              </a:defRPr>
            </a:pPr>
            <a:r>
              <a:rPr sz="1875" b="0" i="0">
                <a:solidFill>
                  <a:srgbClr val="777777"/>
                </a:solidFill>
                <a:latin typeface="Times New Roman"/>
                <a:ea typeface="Times New Roman"/>
                <a:cs typeface="Times New Roman"/>
              </a:rPr>
              <a:t>90-degree check retained: Q'=(-v,u), giving P'=(1,3).</a:t>
            </a:r>
          </a:p>
        </p:txBody>
      </p:sp>
      <p:pic>
        <p:nvPicPr>
          <p:cNvPr id="17" name="route-input" descr="P=(x,y),\ C=(a,b)">
            <a:extLst xmlns:a="http://schemas.openxmlformats.org/drawingml/2006/main">
              <a:ext uri="{FF2B5EF4-FFF2-40B4-BE49-F238E27FC236}">
                <a16:creationId xmlns:a16="http://schemas.microsoft.com/office/drawing/2014/main" id="{89E022E0-F14F-43A1-AF76-285AF40B44ED}"/>
              </a:ext>
            </a:extLst>
          </p:cNvPr>
          <p:cNvPicPr>
            <a:picLocks xmlns:a="http://schemas.openxmlformats.org/drawingml/2006/main" noChangeAspect="1"/>
          </p:cNvPicPr>
          <p:nvPr/>
        </p:nvPicPr>
        <p:blipFill>
          <a:blip xmlns:r="http://schemas.openxmlformats.org/officeDocument/2006/relationships" xmlns:a="http://schemas.openxmlformats.org/drawingml/2006/main" r:embed="Rfdca4b160fea491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150"/>
            <a:ext cx="2571750" cy="238125"/>
          </a:xfrm>
          <a:prstGeom xmlns:a="http://schemas.openxmlformats.org/drawingml/2006/main" prst="rect">
            <a:avLst/>
          </a:prstGeom>
        </p:spPr>
      </p:pic>
      <p:pic>
        <p:nvPicPr>
          <p:cNvPr id="18" name="route-offset" descr="Q=(u,v)=(x-a,y-b)">
            <a:extLst xmlns:a="http://schemas.openxmlformats.org/drawingml/2006/main">
              <a:ext uri="{FF2B5EF4-FFF2-40B4-BE49-F238E27FC236}">
                <a16:creationId xmlns:a16="http://schemas.microsoft.com/office/drawing/2014/main" id="{65473DF4-E179-4DAE-9080-0D0E0BF69F36}"/>
              </a:ext>
            </a:extLst>
          </p:cNvPr>
          <p:cNvPicPr>
            <a:picLocks xmlns:a="http://schemas.openxmlformats.org/drawingml/2006/main" noChangeAspect="1"/>
          </p:cNvPicPr>
          <p:nvPr/>
        </p:nvPicPr>
        <p:blipFill>
          <a:blip xmlns:r="http://schemas.openxmlformats.org/officeDocument/2006/relationships" xmlns:a="http://schemas.openxmlformats.org/drawingml/2006/main" r:embed="R9e97e31780fb4be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2894"/>
            <a:ext cx="3143250" cy="236637"/>
          </a:xfrm>
          <a:prstGeom xmlns:a="http://schemas.openxmlformats.org/drawingml/2006/main" prst="rect">
            <a:avLst/>
          </a:prstGeom>
        </p:spPr>
      </p:pic>
      <p:pic>
        <p:nvPicPr>
          <p:cNvPr id="19" name="route-output" descr="P'=C+Q'">
            <a:extLst xmlns:a="http://schemas.openxmlformats.org/drawingml/2006/main">
              <a:ext uri="{FF2B5EF4-FFF2-40B4-BE49-F238E27FC236}">
                <a16:creationId xmlns:a16="http://schemas.microsoft.com/office/drawing/2014/main" id="{3A1466CB-649A-4342-9363-8BFE509B8E78}"/>
              </a:ext>
            </a:extLst>
          </p:cNvPr>
          <p:cNvPicPr>
            <a:picLocks xmlns:a="http://schemas.openxmlformats.org/drawingml/2006/main" noChangeAspect="1"/>
          </p:cNvPicPr>
          <p:nvPr/>
        </p:nvPicPr>
        <p:blipFill>
          <a:blip xmlns:r="http://schemas.openxmlformats.org/officeDocument/2006/relationships" xmlns:a="http://schemas.openxmlformats.org/drawingml/2006/main" r:embed="R1b603d2cb7014af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20" name="known-outer" descr="Q=(u,v)=(x-a,y-b),\qquad Q'=(U,V)">
            <a:extLst xmlns:a="http://schemas.openxmlformats.org/drawingml/2006/main">
              <a:ext uri="{FF2B5EF4-FFF2-40B4-BE49-F238E27FC236}">
                <a16:creationId xmlns:a16="http://schemas.microsoft.com/office/drawing/2014/main" id="{5DF7F0D2-A21F-42DC-9D90-1100C385EC54}"/>
              </a:ext>
            </a:extLst>
          </p:cNvPr>
          <p:cNvPicPr>
            <a:picLocks xmlns:a="http://schemas.openxmlformats.org/drawingml/2006/main" noChangeAspect="1"/>
          </p:cNvPicPr>
          <p:nvPr/>
        </p:nvPicPr>
        <p:blipFill>
          <a:blip xmlns:r="http://schemas.openxmlformats.org/officeDocument/2006/relationships" xmlns:a="http://schemas.openxmlformats.org/drawingml/2006/main" r:embed="Rb2f9873be4d4406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886450"/>
            <a:ext cx="6257925" cy="285750"/>
          </a:xfrm>
          <a:prstGeom xmlns:a="http://schemas.openxmlformats.org/drawingml/2006/main" prst="rect">
            <a:avLst/>
          </a:prstGeom>
        </p:spPr>
      </p:pic>
    </p:spTree>
    <p:extLst>
      <p:ext uri="{BB962C8B-B14F-4D97-AF65-F5344CB8AC3E}">
        <p14:creationId xmlns:p14="http://schemas.microsoft.com/office/powerpoint/2010/main" val="722716096"/>
      </p:ext>
    </p:extLst>
  </p:cSld>
  <p:timing>
    <p:tnLst>
      <p:par>
        <p:cTn id="1" dur="indefinite" restart="never" nodeType="tmRoot">
          <p:childTnLst>
            <p:seq concurrent="1" nextAc="seek">
              <p:cTn id="2" dur="indefinite" nodeType="mainSeq">
                <p:childTnLst>
                  <p:par>
                    <p:cTn id="3" fill="hold" restart="never" repeatCount="1000">
                      <p:stCondLst>
                        <p:cond delay="indefinite"/>
                      </p:stCondLst>
                      <p:childTnLst>
                        <p:par>
                          <p:cTn id="4" fill="hold" dur="4840">
                            <p:stCondLst>
                              <p:cond delay="0"/>
                            </p:stCondLst>
                            <p:childTnLst>
                              <p:par>
                                <p:cTn id="5" presetID="1" presetClass="entr" presetSubtype="0" fill="hold" nodeType="clickEffect" restart="never">
                                  <p:stCondLst>
                                    <p:cond delay="50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restart="never">
                                  <p:stCondLst>
                                    <p:cond delay="62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restart="never">
                                  <p:stCondLst>
                                    <p:cond delay="74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restart="never">
                                  <p:stCondLst>
                                    <p:cond delay="86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restart="never">
                                  <p:stCondLst>
                                    <p:cond delay="98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restart="never">
                                  <p:stCondLst>
                                    <p:cond delay="110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restart="never">
                                  <p:stCondLst>
                                    <p:cond delay="122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restart="never">
                                  <p:stCondLst>
                                    <p:cond delay="134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restart="never">
                                  <p:stCondLst>
                                    <p:cond delay="146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restart="never">
                                  <p:stCondLst>
                                    <p:cond delay="158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restart="never">
                                  <p:stCondLst>
                                    <p:cond delay="170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restart="never">
                                  <p:stCondLst>
                                    <p:cond delay="182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restart="never">
                                  <p:stCondLst>
                                    <p:cond delay="194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restart="never">
                                  <p:stCondLst>
                                    <p:cond delay="206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restart="never">
                                  <p:stCondLst>
                                    <p:cond delay="218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restart="never">
                                  <p:stCondLst>
                                    <p:cond delay="230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restart="never">
                                  <p:stCondLst>
                                    <p:cond delay="242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restart="never">
                                  <p:stCondLst>
                                    <p:cond delay="254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restart="never">
                                  <p:stCondLst>
                                    <p:cond delay="266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restart="never">
                                  <p:stCondLst>
                                    <p:cond delay="278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restart="never">
                                  <p:stCondLst>
                                    <p:cond delay="290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nodeType="withEffect" restart="never">
                                  <p:stCondLst>
                                    <p:cond delay="302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nodeType="withEffect" restart="never">
                                  <p:stCondLst>
                                    <p:cond delay="314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restart="never">
                                  <p:stCondLst>
                                    <p:cond delay="326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nodeType="withEffect" restart="never">
                                  <p:stCondLst>
                                    <p:cond delay="338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nodeType="withEffect" restart="never">
                                  <p:stCondLst>
                                    <p:cond delay="350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nodeType="withEffect" restart="never">
                                  <p:stCondLst>
                                    <p:cond delay="362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restart="never">
                                  <p:stCondLst>
                                    <p:cond delay="3740"/>
                                  </p:stCondLst>
                                  <p:childTnLst>
                                    <p:set>
                                      <p:cBhvr>
                                        <p:cTn id="6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Inside the rotation: follow the horizontal leg</a:t>
            </a:r>
          </a:p>
        </p:txBody>
      </p:sp>
      <p:sp>
        <p:nvSpPr>
          <p:cNvPr id="3" name="focus-context">
            <a:extLst xmlns:a="http://schemas.openxmlformats.org/drawingml/2006/main">
              <a:ext uri="{FF2B5EF4-FFF2-40B4-BE49-F238E27FC236}">
                <a16:creationId xmlns:a16="http://schemas.microsoft.com/office/drawing/2014/main" id="{9AEF2806-5A42-4333-9977-F6CB73EFBF8E}"/>
              </a:ext>
            </a:extLst>
          </p:cNvPr>
          <p:cNvSpPr>
            <a:spLocks xmlns:a="http://schemas.openxmlformats.org/drawingml/2006/main" noGrp="1"/>
          </p:cNvSpPr>
          <p:nvPr/>
        </p:nvSpPr>
        <p:spPr>
          <a:xfrm xmlns:a="http://schemas.openxmlformats.org/drawingml/2006/main">
            <a:off x="666750" y="12287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Q=(u,v) from subtracting C  -&gt;  Rotate about zero  -&gt;  Q'</a:t>
            </a:r>
          </a:p>
        </p:txBody>
      </p:sp>
      <p:pic>
        <p:nvPicPr>
          <p:cNvPr id="4" name="horizontal" descr="Rotate-point lesson: horizontal; static entry, one click, held result.">
            <a:extLst xmlns:a="http://schemas.openxmlformats.org/drawingml/2006/main">
              <a:ext uri="{FF2B5EF4-FFF2-40B4-BE49-F238E27FC236}">
                <a16:creationId xmlns:a16="http://schemas.microsoft.com/office/drawing/2014/main" id="{4A610147-40AF-4870-AEA8-E2E72544276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9" name="horizontal--t4-click-frame-001"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0" name="horizontal--t4-click-frame-002"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1" name="horizontal--t4-click-frame-003"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2" name="horizontal--t4-click-frame-004"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3" name="horizontal--t4-click-frame-005"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4" name="horizontal--t4-click-frame-006"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5" name="horizontal--t4-click-frame-007"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6" name="horizontal--t4-click-frame-008"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7" name="horizontal--t4-click-frame-009"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8" name="horizontal--t4-click-frame-010"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9" name="horizontal--t4-click-frame-011"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0" name="horizontal--t4-click-frame-012"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1" name="horizontal--t4-click-frame-013"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2" name="horizontal--t4-click-frame-014"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3" name="horizontal--t4-click-frame-015"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4" name="horizontal--t4-click-frame-016"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5" name="horizontal--t4-click-frame-017"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6" name="horizontal--t4-click-frame-018"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7" name="horizontal--t4-click-frame-019"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8" name="horizontal--t4-click-frame-020"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9" name="horizontal--t4-click-frame-021"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0" name="horizontal--t4-click-frame-022"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1" name="horizontal--t4-click-frame-023"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2" name="horizontal--t4-click-frame-024"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3" name="horizontal--t4-click-frame-025"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4" name="horizontal--t4-click-frame-026"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5" name="horizontal--t4-click-frame-027"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6" name="horizontal--t4-click-frame-028" descr="Rotate-point lesson: horizont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sp>
        <p:nvSpPr>
          <p:cNvPr id="5" name="horizontal-answer-underline">
            <a:extLst xmlns:a="http://schemas.openxmlformats.org/drawingml/2006/main">
              <a:ext uri="{FF2B5EF4-FFF2-40B4-BE49-F238E27FC236}">
                <a16:creationId xmlns:a16="http://schemas.microsoft.com/office/drawing/2014/main" id="{F9DA7636-2034-45E5-9174-050F18C2D2AE}"/>
              </a:ext>
            </a:extLst>
          </p:cNvPr>
          <p:cNvSpPr>
            <a:spLocks xmlns:a="http://schemas.openxmlformats.org/drawingml/2006/main" noGrp="1"/>
          </p:cNvSpPr>
          <p:nvPr/>
        </p:nvSpPr>
        <p:spPr>
          <a:xfrm xmlns:a="http://schemas.openxmlformats.org/drawingml/2006/main">
            <a:off x="666750" y="64103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6" name="split" descr="Q=(u,0)+(0,v)">
            <a:extLst xmlns:a="http://schemas.openxmlformats.org/drawingml/2006/main">
              <a:ext uri="{FF2B5EF4-FFF2-40B4-BE49-F238E27FC236}">
                <a16:creationId xmlns:a16="http://schemas.microsoft.com/office/drawing/2014/main" id="{49C70BA6-FD31-4845-AC0F-48CB097E9D64}"/>
              </a:ext>
            </a:extLst>
          </p:cNvPr>
          <p:cNvPicPr>
            <a:picLocks xmlns:a="http://schemas.openxmlformats.org/drawingml/2006/main" noChangeAspect="1"/>
          </p:cNvPicPr>
          <p:nvPr/>
        </p:nvPicPr>
        <p:blipFill>
          <a:blip xmlns:r="http://schemas.openxmlformats.org/officeDocument/2006/relationships" xmlns:a="http://schemas.openxmlformats.org/drawingml/2006/main" r:embed="Rd79747698bde493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6913"/>
            <a:ext cx="2657475" cy="295275"/>
          </a:xfrm>
          <a:prstGeom xmlns:a="http://schemas.openxmlformats.org/drawingml/2006/main" prst="rect">
            <a:avLst/>
          </a:prstGeom>
        </p:spPr>
      </p:pic>
      <p:pic>
        <p:nvPicPr>
          <p:cNvPr id="7" name="horizontal-answer" descr="(u,0)\mapsto H=(u\cos\theta,\ u\sin\theta)">
            <a:extLst xmlns:a="http://schemas.openxmlformats.org/drawingml/2006/main">
              <a:ext uri="{FF2B5EF4-FFF2-40B4-BE49-F238E27FC236}">
                <a16:creationId xmlns:a16="http://schemas.microsoft.com/office/drawing/2014/main" id="{5BCDE35C-568C-4EA1-8C93-FA4F29B1E37B}"/>
              </a:ext>
            </a:extLst>
          </p:cNvPr>
          <p:cNvPicPr>
            <a:picLocks xmlns:a="http://schemas.openxmlformats.org/drawingml/2006/main" noChangeAspect="1"/>
          </p:cNvPicPr>
          <p:nvPr/>
        </p:nvPicPr>
        <p:blipFill>
          <a:blip xmlns:r="http://schemas.openxmlformats.org/officeDocument/2006/relationships" xmlns:a="http://schemas.openxmlformats.org/drawingml/2006/main" r:embed="R08456810f49b4cb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66750" y="5919788"/>
            <a:ext cx="4967288" cy="333375"/>
          </a:xfrm>
          <a:prstGeom xmlns:a="http://schemas.openxmlformats.org/drawingml/2006/main" prst="rect">
            <a:avLst/>
          </a:prstGeom>
        </p:spPr>
      </p:pic>
    </p:spTree>
    <p:extLst>
      <p:ext uri="{BB962C8B-B14F-4D97-AF65-F5344CB8AC3E}">
        <p14:creationId xmlns:p14="http://schemas.microsoft.com/office/powerpoint/2010/main" val="2005419015"/>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8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restart="never">
                                  <p:stCondLst>
                                    <p:cond delay="62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restart="never">
                                  <p:stCondLst>
                                    <p:cond delay="74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restart="never">
                                  <p:stCondLst>
                                    <p:cond delay="86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restart="never">
                                  <p:stCondLst>
                                    <p:cond delay="98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restart="never">
                                  <p:stCondLst>
                                    <p:cond delay="110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restart="never">
                                  <p:stCondLst>
                                    <p:cond delay="122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restart="never">
                                  <p:stCondLst>
                                    <p:cond delay="134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restart="never">
                                  <p:stCondLst>
                                    <p:cond delay="146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restart="never">
                                  <p:stCondLst>
                                    <p:cond delay="158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restart="never">
                                  <p:stCondLst>
                                    <p:cond delay="170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restart="never">
                                  <p:stCondLst>
                                    <p:cond delay="182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restart="never">
                                  <p:stCondLst>
                                    <p:cond delay="194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restart="never">
                                  <p:stCondLst>
                                    <p:cond delay="206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nodeType="withEffect" restart="never">
                                  <p:stCondLst>
                                    <p:cond delay="218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restart="never">
                                  <p:stCondLst>
                                    <p:cond delay="230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restart="never">
                                  <p:stCondLst>
                                    <p:cond delay="254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nodeType="withEffect" restart="never">
                                  <p:stCondLst>
                                    <p:cond delay="266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nodeType="withEffect" restart="never">
                                  <p:stCondLst>
                                    <p:cond delay="278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nodeType="withEffect" restart="never">
                                  <p:stCondLst>
                                    <p:cond delay="302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nodeType="withEffect" restart="never">
                                  <p:stCondLst>
                                    <p:cond delay="314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nodeType="withEffect" restart="never">
                                  <p:stCondLst>
                                    <p:cond delay="326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restart="never">
                                  <p:stCondLst>
                                    <p:cond delay="338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restart="never">
                                  <p:stCondLst>
                                    <p:cond delay="350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nodeType="withEffect" restart="never">
                                  <p:stCondLst>
                                    <p:cond delay="3620"/>
                                  </p:stCondLst>
                                  <p:childTnLst>
                                    <p:set>
                                      <p:cBhvr>
                                        <p:cTn id="66" dur="1" fill="hold">
                                          <p:stCondLst>
                                            <p:cond delay="0"/>
                                          </p:stCondLst>
                                        </p:cTn>
                                        <p:tgtEl>
                                          <p:spTgt spid="35"/>
                                        </p:tgtEl>
                                        <p:attrNameLst>
                                          <p:attrName>style.visibility</p:attrName>
                                        </p:attrNameLst>
                                      </p:cBhvr>
                                      <p:to>
                                        <p:strVal val="visible"/>
                                      </p:to>
                                    </p:set>
                                  </p:childTnLst>
                                </p:cTn>
                              </p:par>
                              <p:par>
                                <p:cTn id="67" presetID="1" presetClass="entr" presetSubtype="0" fill="hold" nodeType="withEffect" restart="never">
                                  <p:stCondLst>
                                    <p:cond delay="3740"/>
                                  </p:stCondLst>
                                  <p:childTnLst>
                                    <p:set>
                                      <p:cBhvr>
                                        <p:cTn id="68" dur="1" fill="hold">
                                          <p:stCondLst>
                                            <p:cond delay="0"/>
                                          </p:stCondLst>
                                        </p:cTn>
                                        <p:tgtEl>
                                          <p:spTgt spid="36"/>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Inside the rotation: turn the other leg and join</a:t>
            </a:r>
          </a:p>
        </p:txBody>
      </p:sp>
      <p:sp>
        <p:nvSpPr>
          <p:cNvPr id="3" name="focus-context">
            <a:extLst xmlns:a="http://schemas.openxmlformats.org/drawingml/2006/main">
              <a:ext uri="{FF2B5EF4-FFF2-40B4-BE49-F238E27FC236}">
                <a16:creationId xmlns:a16="http://schemas.microsoft.com/office/drawing/2014/main" id="{6776716C-B7A7-482F-A08E-F6A3995E60B2}"/>
              </a:ext>
            </a:extLst>
          </p:cNvPr>
          <p:cNvSpPr>
            <a:spLocks xmlns:a="http://schemas.openxmlformats.org/drawingml/2006/main" noGrp="1"/>
          </p:cNvSpPr>
          <p:nvPr/>
        </p:nvSpPr>
        <p:spPr>
          <a:xfrm xmlns:a="http://schemas.openxmlformats.org/drawingml/2006/main">
            <a:off x="666750" y="12287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Same Q=(u,v): retain H and turn the remaining vertical leg.</a:t>
            </a:r>
          </a:p>
        </p:txBody>
      </p:sp>
      <p:pic>
        <p:nvPicPr>
          <p:cNvPr id="4" name="vertical" descr="Rotate-point lesson: vertical; static entry, one click, held result.">
            <a:extLst xmlns:a="http://schemas.openxmlformats.org/drawingml/2006/main">
              <a:ext uri="{FF2B5EF4-FFF2-40B4-BE49-F238E27FC236}">
                <a16:creationId xmlns:a16="http://schemas.microsoft.com/office/drawing/2014/main" id="{663FF111-B981-4C2A-BC83-48D04666E69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1" name="vertical--t4-click-frame-001"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2" name="vertical--t4-click-frame-002"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3" name="vertical--t4-click-frame-003"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4" name="vertical--t4-click-frame-004"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5" name="vertical--t4-click-frame-005"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6" name="vertical--t4-click-frame-006"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7" name="vertical--t4-click-frame-007"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8" name="vertical--t4-click-frame-008"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19" name="vertical--t4-click-frame-009"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0" name="vertical--t4-click-frame-010"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1" name="vertical--t4-click-frame-011"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2" name="vertical--t4-click-frame-012"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3" name="vertical--t4-click-frame-013"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4" name="vertical--t4-click-frame-014"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5" name="vertical--t4-click-frame-015"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6" name="vertical--t4-click-frame-016"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7" name="vertical--t4-click-frame-017"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8" name="vertical--t4-click-frame-018"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9" name="vertical--t4-click-frame-019"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0" name="vertical--t4-click-frame-020"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1" name="vertical--t4-click-frame-021"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2" name="vertical--t4-click-frame-022"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3" name="vertical--t4-click-frame-023"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4" name="vertical--t4-click-frame-024"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5" name="vertical--t4-click-frame-025"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6" name="vertical--t4-click-frame-026"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7" name="vertical--t4-click-frame-027"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8" name="vertical--t4-click-frame-028" descr="Rotate-point lesson: vertical;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sp>
        <p:nvSpPr>
          <p:cNvPr id="5" name="rotation-answer-underline">
            <a:extLst xmlns:a="http://schemas.openxmlformats.org/drawingml/2006/main">
              <a:ext uri="{FF2B5EF4-FFF2-40B4-BE49-F238E27FC236}">
                <a16:creationId xmlns:a16="http://schemas.microsoft.com/office/drawing/2014/main" id="{2AA0B1EF-6D06-4ABD-A204-A850C29B6A56}"/>
              </a:ext>
            </a:extLst>
          </p:cNvPr>
          <p:cNvSpPr>
            <a:spLocks xmlns:a="http://schemas.openxmlformats.org/drawingml/2006/main" noGrp="1"/>
          </p:cNvSpPr>
          <p:nvPr/>
        </p:nvSpPr>
        <p:spPr>
          <a:xfrm xmlns:a="http://schemas.openxmlformats.org/drawingml/2006/main">
            <a:off x="666750" y="67151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6" name="retained-horizontal" descr="H=(u\cos\theta,\ u\sin\theta)">
            <a:extLst xmlns:a="http://schemas.openxmlformats.org/drawingml/2006/main">
              <a:ext uri="{FF2B5EF4-FFF2-40B4-BE49-F238E27FC236}">
                <a16:creationId xmlns:a16="http://schemas.microsoft.com/office/drawing/2014/main" id="{117A3CEB-8147-414F-A9AD-AD94E459107A}"/>
              </a:ext>
            </a:extLst>
          </p:cNvPr>
          <p:cNvPicPr>
            <a:picLocks xmlns:a="http://schemas.openxmlformats.org/drawingml/2006/main" noChangeAspect="1"/>
          </p:cNvPicPr>
          <p:nvPr/>
        </p:nvPicPr>
        <p:blipFill>
          <a:blip xmlns:r="http://schemas.openxmlformats.org/officeDocument/2006/relationships" xmlns:a="http://schemas.openxmlformats.org/drawingml/2006/main" r:embed="R24e64e845b29487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52625"/>
            <a:ext cx="2800350" cy="266700"/>
          </a:xfrm>
          <a:prstGeom xmlns:a="http://schemas.openxmlformats.org/drawingml/2006/main" prst="rect">
            <a:avLst/>
          </a:prstGeom>
        </p:spPr>
      </p:pic>
      <p:pic>
        <p:nvPicPr>
          <p:cNvPr id="7" name="perpendicular-reason" descr="(\cos\theta,\sin\theta)\xrightarrow{\,90^\circ\ \text{CCW}\,}(-\sin\theta,\cos\theta)">
            <a:extLst xmlns:a="http://schemas.openxmlformats.org/drawingml/2006/main">
              <a:ext uri="{FF2B5EF4-FFF2-40B4-BE49-F238E27FC236}">
                <a16:creationId xmlns:a16="http://schemas.microsoft.com/office/drawing/2014/main" id="{1564594F-A0B3-4FB6-83E7-2274DB59609D}"/>
              </a:ext>
            </a:extLst>
          </p:cNvPr>
          <p:cNvPicPr>
            <a:picLocks xmlns:a="http://schemas.openxmlformats.org/drawingml/2006/main" noChangeAspect="1"/>
          </p:cNvPicPr>
          <p:nvPr/>
        </p:nvPicPr>
        <p:blipFill>
          <a:blip xmlns:r="http://schemas.openxmlformats.org/officeDocument/2006/relationships" xmlns:a="http://schemas.openxmlformats.org/drawingml/2006/main" r:embed="R5f47766b59d9433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66750" y="2363153"/>
            <a:ext cx="4809173" cy="360045"/>
          </a:xfrm>
          <a:prstGeom xmlns:a="http://schemas.openxmlformats.org/drawingml/2006/main" prst="rect">
            <a:avLst/>
          </a:prstGeom>
        </p:spPr>
      </p:pic>
      <p:pic>
        <p:nvPicPr>
          <p:cNvPr id="8" name="vertical-leg" descr="(0,v)\mapsto K=(-v\sin\theta,\ v\cos\theta)">
            <a:extLst xmlns:a="http://schemas.openxmlformats.org/drawingml/2006/main">
              <a:ext uri="{FF2B5EF4-FFF2-40B4-BE49-F238E27FC236}">
                <a16:creationId xmlns:a16="http://schemas.microsoft.com/office/drawing/2014/main" id="{11A9CFE1-251C-40F3-841E-4DA408AC8784}"/>
              </a:ext>
            </a:extLst>
          </p:cNvPr>
          <p:cNvPicPr>
            <a:picLocks xmlns:a="http://schemas.openxmlformats.org/drawingml/2006/main" noChangeAspect="1"/>
          </p:cNvPicPr>
          <p:nvPr/>
        </p:nvPicPr>
        <p:blipFill>
          <a:blip xmlns:r="http://schemas.openxmlformats.org/officeDocument/2006/relationships" xmlns:a="http://schemas.openxmlformats.org/drawingml/2006/main" r:embed="R9ab52808a87c43a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66750" y="5601533"/>
            <a:ext cx="4187190" cy="265033"/>
          </a:xfrm>
          <a:prstGeom xmlns:a="http://schemas.openxmlformats.org/drawingml/2006/main" prst="rect">
            <a:avLst/>
          </a:prstGeom>
        </p:spPr>
      </p:pic>
      <p:pic>
        <p:nvPicPr>
          <p:cNvPr id="9" name="rotation-answer" descr="Q'=H+K=(u\cos\theta-v\sin\theta,\ u\sin\theta+v\cos\theta)">
            <a:extLst xmlns:a="http://schemas.openxmlformats.org/drawingml/2006/main">
              <a:ext uri="{FF2B5EF4-FFF2-40B4-BE49-F238E27FC236}">
                <a16:creationId xmlns:a16="http://schemas.microsoft.com/office/drawing/2014/main" id="{7C3A6FB6-1437-4AC0-AEDB-7B36EE9145D0}"/>
              </a:ext>
            </a:extLst>
          </p:cNvPr>
          <p:cNvPicPr>
            <a:picLocks xmlns:a="http://schemas.openxmlformats.org/drawingml/2006/main" noChangeAspect="1"/>
          </p:cNvPicPr>
          <p:nvPr/>
        </p:nvPicPr>
        <p:blipFill>
          <a:blip xmlns:r="http://schemas.openxmlformats.org/officeDocument/2006/relationships" xmlns:a="http://schemas.openxmlformats.org/drawingml/2006/main" r:embed="R0958efe5642944d5">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6224588"/>
            <a:ext cx="8167688" cy="333375"/>
          </a:xfrm>
          <a:prstGeom xmlns:a="http://schemas.openxmlformats.org/drawingml/2006/main" prst="rect">
            <a:avLst/>
          </a:prstGeom>
        </p:spPr>
      </p:pic>
    </p:spTree>
    <p:extLst>
      <p:ext uri="{BB962C8B-B14F-4D97-AF65-F5344CB8AC3E}">
        <p14:creationId xmlns:p14="http://schemas.microsoft.com/office/powerpoint/2010/main" val="1141212976"/>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484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nodeType="withEffect" restart="never">
                                  <p:stCondLst>
                                    <p:cond delay="62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nodeType="withEffect" restart="never">
                                  <p:stCondLst>
                                    <p:cond delay="74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nodeType="withEffect" restart="never">
                                  <p:stCondLst>
                                    <p:cond delay="860"/>
                                  </p:stCondLst>
                                  <p:childTnLst>
                                    <p:set>
                                      <p:cBhvr>
                                        <p:cTn id="25" dur="1" fill="hold">
                                          <p:stCondLst>
                                            <p:cond delay="0"/>
                                          </p:stCondLst>
                                        </p:cTn>
                                        <p:tgtEl>
                                          <p:spTgt spid="14"/>
                                        </p:tgtEl>
                                        <p:attrNameLst>
                                          <p:attrName>style.visibility</p:attrName>
                                        </p:attrNameLst>
                                      </p:cBhvr>
                                      <p:to>
                                        <p:strVal val="visible"/>
                                      </p:to>
                                    </p:set>
                                  </p:childTnLst>
                                </p:cTn>
                              </p:par>
                              <p:par>
                                <p:cTn id="26" presetID="1" presetClass="entr" presetSubtype="0" fill="hold" nodeType="withEffect" restart="never">
                                  <p:stCondLst>
                                    <p:cond delay="980"/>
                                  </p:stCondLst>
                                  <p:childTnLst>
                                    <p:set>
                                      <p:cBhvr>
                                        <p:cTn id="27" dur="1" fill="hold">
                                          <p:stCondLst>
                                            <p:cond delay="0"/>
                                          </p:stCondLst>
                                        </p:cTn>
                                        <p:tgtEl>
                                          <p:spTgt spid="15"/>
                                        </p:tgtEl>
                                        <p:attrNameLst>
                                          <p:attrName>style.visibility</p:attrName>
                                        </p:attrNameLst>
                                      </p:cBhvr>
                                      <p:to>
                                        <p:strVal val="visible"/>
                                      </p:to>
                                    </p:set>
                                  </p:childTnLst>
                                </p:cTn>
                              </p:par>
                              <p:par>
                                <p:cTn id="28" presetID="1" presetClass="entr" presetSubtype="0" fill="hold" nodeType="withEffect" restart="never">
                                  <p:stCondLst>
                                    <p:cond delay="1100"/>
                                  </p:stCondLst>
                                  <p:childTnLst>
                                    <p:set>
                                      <p:cBhvr>
                                        <p:cTn id="29" dur="1" fill="hold">
                                          <p:stCondLst>
                                            <p:cond delay="0"/>
                                          </p:stCondLst>
                                        </p:cTn>
                                        <p:tgtEl>
                                          <p:spTgt spid="16"/>
                                        </p:tgtEl>
                                        <p:attrNameLst>
                                          <p:attrName>style.visibility</p:attrName>
                                        </p:attrNameLst>
                                      </p:cBhvr>
                                      <p:to>
                                        <p:strVal val="visible"/>
                                      </p:to>
                                    </p:set>
                                  </p:childTnLst>
                                </p:cTn>
                              </p:par>
                              <p:par>
                                <p:cTn id="30" presetID="1" presetClass="entr" presetSubtype="0" fill="hold" nodeType="withEffect" restart="never">
                                  <p:stCondLst>
                                    <p:cond delay="1220"/>
                                  </p:stCondLst>
                                  <p:childTnLst>
                                    <p:set>
                                      <p:cBhvr>
                                        <p:cTn id="31" dur="1" fill="hold">
                                          <p:stCondLst>
                                            <p:cond delay="0"/>
                                          </p:stCondLst>
                                        </p:cTn>
                                        <p:tgtEl>
                                          <p:spTgt spid="17"/>
                                        </p:tgtEl>
                                        <p:attrNameLst>
                                          <p:attrName>style.visibility</p:attrName>
                                        </p:attrNameLst>
                                      </p:cBhvr>
                                      <p:to>
                                        <p:strVal val="visible"/>
                                      </p:to>
                                    </p:set>
                                  </p:childTnLst>
                                </p:cTn>
                              </p:par>
                              <p:par>
                                <p:cTn id="32" presetID="1" presetClass="entr" presetSubtype="0" fill="hold" nodeType="withEffect" restart="never">
                                  <p:stCondLst>
                                    <p:cond delay="1340"/>
                                  </p:stCondLst>
                                  <p:childTnLst>
                                    <p:set>
                                      <p:cBhvr>
                                        <p:cTn id="33" dur="1" fill="hold">
                                          <p:stCondLst>
                                            <p:cond delay="0"/>
                                          </p:stCondLst>
                                        </p:cTn>
                                        <p:tgtEl>
                                          <p:spTgt spid="18"/>
                                        </p:tgtEl>
                                        <p:attrNameLst>
                                          <p:attrName>style.visibility</p:attrName>
                                        </p:attrNameLst>
                                      </p:cBhvr>
                                      <p:to>
                                        <p:strVal val="visible"/>
                                      </p:to>
                                    </p:set>
                                  </p:childTnLst>
                                </p:cTn>
                              </p:par>
                              <p:par>
                                <p:cTn id="34" presetID="1" presetClass="entr" presetSubtype="0" fill="hold" nodeType="withEffect" restart="never">
                                  <p:stCondLst>
                                    <p:cond delay="1460"/>
                                  </p:stCondLst>
                                  <p:childTnLst>
                                    <p:set>
                                      <p:cBhvr>
                                        <p:cTn id="35" dur="1" fill="hold">
                                          <p:stCondLst>
                                            <p:cond delay="0"/>
                                          </p:stCondLst>
                                        </p:cTn>
                                        <p:tgtEl>
                                          <p:spTgt spid="19"/>
                                        </p:tgtEl>
                                        <p:attrNameLst>
                                          <p:attrName>style.visibility</p:attrName>
                                        </p:attrNameLst>
                                      </p:cBhvr>
                                      <p:to>
                                        <p:strVal val="visible"/>
                                      </p:to>
                                    </p:set>
                                  </p:childTnLst>
                                </p:cTn>
                              </p:par>
                              <p:par>
                                <p:cTn id="36" presetID="1" presetClass="entr" presetSubtype="0" fill="hold" nodeType="withEffect" restart="never">
                                  <p:stCondLst>
                                    <p:cond delay="158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ntr" presetSubtype="0" fill="hold" nodeType="withEffect" restart="never">
                                  <p:stCondLst>
                                    <p:cond delay="1700"/>
                                  </p:stCondLst>
                                  <p:childTnLst>
                                    <p:set>
                                      <p:cBhvr>
                                        <p:cTn id="39" dur="1" fill="hold">
                                          <p:stCondLst>
                                            <p:cond delay="0"/>
                                          </p:stCondLst>
                                        </p:cTn>
                                        <p:tgtEl>
                                          <p:spTgt spid="21"/>
                                        </p:tgtEl>
                                        <p:attrNameLst>
                                          <p:attrName>style.visibility</p:attrName>
                                        </p:attrNameLst>
                                      </p:cBhvr>
                                      <p:to>
                                        <p:strVal val="visible"/>
                                      </p:to>
                                    </p:set>
                                  </p:childTnLst>
                                </p:cTn>
                              </p:par>
                              <p:par>
                                <p:cTn id="40" presetID="1" presetClass="entr" presetSubtype="0" fill="hold" nodeType="withEffect" restart="never">
                                  <p:stCondLst>
                                    <p:cond delay="1820"/>
                                  </p:stCondLst>
                                  <p:childTnLst>
                                    <p:set>
                                      <p:cBhvr>
                                        <p:cTn id="41" dur="1" fill="hold">
                                          <p:stCondLst>
                                            <p:cond delay="0"/>
                                          </p:stCondLst>
                                        </p:cTn>
                                        <p:tgtEl>
                                          <p:spTgt spid="22"/>
                                        </p:tgtEl>
                                        <p:attrNameLst>
                                          <p:attrName>style.visibility</p:attrName>
                                        </p:attrNameLst>
                                      </p:cBhvr>
                                      <p:to>
                                        <p:strVal val="visible"/>
                                      </p:to>
                                    </p:set>
                                  </p:childTnLst>
                                </p:cTn>
                              </p:par>
                              <p:par>
                                <p:cTn id="42" presetID="1" presetClass="entr" presetSubtype="0" fill="hold" nodeType="withEffect" restart="never">
                                  <p:stCondLst>
                                    <p:cond delay="1940"/>
                                  </p:stCondLst>
                                  <p:childTnLst>
                                    <p:set>
                                      <p:cBhvr>
                                        <p:cTn id="43" dur="1" fill="hold">
                                          <p:stCondLst>
                                            <p:cond delay="0"/>
                                          </p:stCondLst>
                                        </p:cTn>
                                        <p:tgtEl>
                                          <p:spTgt spid="23"/>
                                        </p:tgtEl>
                                        <p:attrNameLst>
                                          <p:attrName>style.visibility</p:attrName>
                                        </p:attrNameLst>
                                      </p:cBhvr>
                                      <p:to>
                                        <p:strVal val="visible"/>
                                      </p:to>
                                    </p:set>
                                  </p:childTnLst>
                                </p:cTn>
                              </p:par>
                              <p:par>
                                <p:cTn id="44" presetID="1" presetClass="entr" presetSubtype="0" fill="hold" nodeType="withEffect" restart="never">
                                  <p:stCondLst>
                                    <p:cond delay="2060"/>
                                  </p:stCondLst>
                                  <p:childTnLst>
                                    <p:set>
                                      <p:cBhvr>
                                        <p:cTn id="45" dur="1" fill="hold">
                                          <p:stCondLst>
                                            <p:cond delay="0"/>
                                          </p:stCondLst>
                                        </p:cTn>
                                        <p:tgtEl>
                                          <p:spTgt spid="24"/>
                                        </p:tgtEl>
                                        <p:attrNameLst>
                                          <p:attrName>style.visibility</p:attrName>
                                        </p:attrNameLst>
                                      </p:cBhvr>
                                      <p:to>
                                        <p:strVal val="visible"/>
                                      </p:to>
                                    </p:set>
                                  </p:childTnLst>
                                </p:cTn>
                              </p:par>
                              <p:par>
                                <p:cTn id="46" presetID="1" presetClass="entr" presetSubtype="0" fill="hold" nodeType="withEffect" restart="never">
                                  <p:stCondLst>
                                    <p:cond delay="2180"/>
                                  </p:stCondLst>
                                  <p:childTnLst>
                                    <p:set>
                                      <p:cBhvr>
                                        <p:cTn id="47" dur="1" fill="hold">
                                          <p:stCondLst>
                                            <p:cond delay="0"/>
                                          </p:stCondLst>
                                        </p:cTn>
                                        <p:tgtEl>
                                          <p:spTgt spid="25"/>
                                        </p:tgtEl>
                                        <p:attrNameLst>
                                          <p:attrName>style.visibility</p:attrName>
                                        </p:attrNameLst>
                                      </p:cBhvr>
                                      <p:to>
                                        <p:strVal val="visible"/>
                                      </p:to>
                                    </p:set>
                                  </p:childTnLst>
                                </p:cTn>
                              </p:par>
                              <p:par>
                                <p:cTn id="48" presetID="1" presetClass="entr" presetSubtype="0" fill="hold" nodeType="withEffect" restart="never">
                                  <p:stCondLst>
                                    <p:cond delay="2300"/>
                                  </p:stCondLst>
                                  <p:childTnLst>
                                    <p:set>
                                      <p:cBhvr>
                                        <p:cTn id="49" dur="1" fill="hold">
                                          <p:stCondLst>
                                            <p:cond delay="0"/>
                                          </p:stCondLst>
                                        </p:cTn>
                                        <p:tgtEl>
                                          <p:spTgt spid="26"/>
                                        </p:tgtEl>
                                        <p:attrNameLst>
                                          <p:attrName>style.visibility</p:attrName>
                                        </p:attrNameLst>
                                      </p:cBhvr>
                                      <p:to>
                                        <p:strVal val="visible"/>
                                      </p:to>
                                    </p:set>
                                  </p:childTnLst>
                                </p:cTn>
                              </p:par>
                              <p:par>
                                <p:cTn id="50" presetID="1" presetClass="entr" presetSubtype="0" fill="hold" nodeType="withEffect" restart="never">
                                  <p:stCondLst>
                                    <p:cond delay="2420"/>
                                  </p:stCondLst>
                                  <p:childTnLst>
                                    <p:set>
                                      <p:cBhvr>
                                        <p:cTn id="51" dur="1" fill="hold">
                                          <p:stCondLst>
                                            <p:cond delay="0"/>
                                          </p:stCondLst>
                                        </p:cTn>
                                        <p:tgtEl>
                                          <p:spTgt spid="27"/>
                                        </p:tgtEl>
                                        <p:attrNameLst>
                                          <p:attrName>style.visibility</p:attrName>
                                        </p:attrNameLst>
                                      </p:cBhvr>
                                      <p:to>
                                        <p:strVal val="visible"/>
                                      </p:to>
                                    </p:set>
                                  </p:childTnLst>
                                </p:cTn>
                              </p:par>
                              <p:par>
                                <p:cTn id="52" presetID="1" presetClass="entr" presetSubtype="0" fill="hold" nodeType="withEffect" restart="never">
                                  <p:stCondLst>
                                    <p:cond delay="2540"/>
                                  </p:stCondLst>
                                  <p:childTnLst>
                                    <p:set>
                                      <p:cBhvr>
                                        <p:cTn id="53" dur="1" fill="hold">
                                          <p:stCondLst>
                                            <p:cond delay="0"/>
                                          </p:stCondLst>
                                        </p:cTn>
                                        <p:tgtEl>
                                          <p:spTgt spid="28"/>
                                        </p:tgtEl>
                                        <p:attrNameLst>
                                          <p:attrName>style.visibility</p:attrName>
                                        </p:attrNameLst>
                                      </p:cBhvr>
                                      <p:to>
                                        <p:strVal val="visible"/>
                                      </p:to>
                                    </p:set>
                                  </p:childTnLst>
                                </p:cTn>
                              </p:par>
                              <p:par>
                                <p:cTn id="54" presetID="1" presetClass="entr" presetSubtype="0" fill="hold" nodeType="withEffect" restart="never">
                                  <p:stCondLst>
                                    <p:cond delay="2660"/>
                                  </p:stCondLst>
                                  <p:childTnLst>
                                    <p:set>
                                      <p:cBhvr>
                                        <p:cTn id="55" dur="1" fill="hold">
                                          <p:stCondLst>
                                            <p:cond delay="0"/>
                                          </p:stCondLst>
                                        </p:cTn>
                                        <p:tgtEl>
                                          <p:spTgt spid="29"/>
                                        </p:tgtEl>
                                        <p:attrNameLst>
                                          <p:attrName>style.visibility</p:attrName>
                                        </p:attrNameLst>
                                      </p:cBhvr>
                                      <p:to>
                                        <p:strVal val="visible"/>
                                      </p:to>
                                    </p:set>
                                  </p:childTnLst>
                                </p:cTn>
                              </p:par>
                              <p:par>
                                <p:cTn id="56" presetID="1" presetClass="entr" presetSubtype="0" fill="hold" nodeType="withEffect" restart="never">
                                  <p:stCondLst>
                                    <p:cond delay="2780"/>
                                  </p:stCondLst>
                                  <p:childTnLst>
                                    <p:set>
                                      <p:cBhvr>
                                        <p:cTn id="57" dur="1" fill="hold">
                                          <p:stCondLst>
                                            <p:cond delay="0"/>
                                          </p:stCondLst>
                                        </p:cTn>
                                        <p:tgtEl>
                                          <p:spTgt spid="30"/>
                                        </p:tgtEl>
                                        <p:attrNameLst>
                                          <p:attrName>style.visibility</p:attrName>
                                        </p:attrNameLst>
                                      </p:cBhvr>
                                      <p:to>
                                        <p:strVal val="visible"/>
                                      </p:to>
                                    </p:set>
                                  </p:childTnLst>
                                </p:cTn>
                              </p:par>
                              <p:par>
                                <p:cTn id="58" presetID="1" presetClass="entr" presetSubtype="0" fill="hold" nodeType="withEffect" restart="never">
                                  <p:stCondLst>
                                    <p:cond delay="2900"/>
                                  </p:stCondLst>
                                  <p:childTnLst>
                                    <p:set>
                                      <p:cBhvr>
                                        <p:cTn id="59" dur="1" fill="hold">
                                          <p:stCondLst>
                                            <p:cond delay="0"/>
                                          </p:stCondLst>
                                        </p:cTn>
                                        <p:tgtEl>
                                          <p:spTgt spid="31"/>
                                        </p:tgtEl>
                                        <p:attrNameLst>
                                          <p:attrName>style.visibility</p:attrName>
                                        </p:attrNameLst>
                                      </p:cBhvr>
                                      <p:to>
                                        <p:strVal val="visible"/>
                                      </p:to>
                                    </p:set>
                                  </p:childTnLst>
                                </p:cTn>
                              </p:par>
                              <p:par>
                                <p:cTn id="60" presetID="1" presetClass="entr" presetSubtype="0" fill="hold" nodeType="withEffect" restart="never">
                                  <p:stCondLst>
                                    <p:cond delay="3020"/>
                                  </p:stCondLst>
                                  <p:childTnLst>
                                    <p:set>
                                      <p:cBhvr>
                                        <p:cTn id="61" dur="1" fill="hold">
                                          <p:stCondLst>
                                            <p:cond delay="0"/>
                                          </p:stCondLst>
                                        </p:cTn>
                                        <p:tgtEl>
                                          <p:spTgt spid="32"/>
                                        </p:tgtEl>
                                        <p:attrNameLst>
                                          <p:attrName>style.visibility</p:attrName>
                                        </p:attrNameLst>
                                      </p:cBhvr>
                                      <p:to>
                                        <p:strVal val="visible"/>
                                      </p:to>
                                    </p:set>
                                  </p:childTnLst>
                                </p:cTn>
                              </p:par>
                              <p:par>
                                <p:cTn id="62" presetID="1" presetClass="entr" presetSubtype="0" fill="hold" nodeType="withEffect" restart="never">
                                  <p:stCondLst>
                                    <p:cond delay="3140"/>
                                  </p:stCondLst>
                                  <p:childTnLst>
                                    <p:set>
                                      <p:cBhvr>
                                        <p:cTn id="63" dur="1" fill="hold">
                                          <p:stCondLst>
                                            <p:cond delay="0"/>
                                          </p:stCondLst>
                                        </p:cTn>
                                        <p:tgtEl>
                                          <p:spTgt spid="33"/>
                                        </p:tgtEl>
                                        <p:attrNameLst>
                                          <p:attrName>style.visibility</p:attrName>
                                        </p:attrNameLst>
                                      </p:cBhvr>
                                      <p:to>
                                        <p:strVal val="visible"/>
                                      </p:to>
                                    </p:set>
                                  </p:childTnLst>
                                </p:cTn>
                              </p:par>
                              <p:par>
                                <p:cTn id="64" presetID="1" presetClass="entr" presetSubtype="0" fill="hold" nodeType="withEffect" restart="never">
                                  <p:stCondLst>
                                    <p:cond delay="3260"/>
                                  </p:stCondLst>
                                  <p:childTnLst>
                                    <p:set>
                                      <p:cBhvr>
                                        <p:cTn id="65" dur="1" fill="hold">
                                          <p:stCondLst>
                                            <p:cond delay="0"/>
                                          </p:stCondLst>
                                        </p:cTn>
                                        <p:tgtEl>
                                          <p:spTgt spid="34"/>
                                        </p:tgtEl>
                                        <p:attrNameLst>
                                          <p:attrName>style.visibility</p:attrName>
                                        </p:attrNameLst>
                                      </p:cBhvr>
                                      <p:to>
                                        <p:strVal val="visible"/>
                                      </p:to>
                                    </p:set>
                                  </p:childTnLst>
                                </p:cTn>
                              </p:par>
                              <p:par>
                                <p:cTn id="66" presetID="1" presetClass="entr" presetSubtype="0" fill="hold" nodeType="withEffect" restart="never">
                                  <p:stCondLst>
                                    <p:cond delay="3380"/>
                                  </p:stCondLst>
                                  <p:childTnLst>
                                    <p:set>
                                      <p:cBhvr>
                                        <p:cTn id="67" dur="1" fill="hold">
                                          <p:stCondLst>
                                            <p:cond delay="0"/>
                                          </p:stCondLst>
                                        </p:cTn>
                                        <p:tgtEl>
                                          <p:spTgt spid="35"/>
                                        </p:tgtEl>
                                        <p:attrNameLst>
                                          <p:attrName>style.visibility</p:attrName>
                                        </p:attrNameLst>
                                      </p:cBhvr>
                                      <p:to>
                                        <p:strVal val="visible"/>
                                      </p:to>
                                    </p:set>
                                  </p:childTnLst>
                                </p:cTn>
                              </p:par>
                              <p:par>
                                <p:cTn id="68" presetID="1" presetClass="entr" presetSubtype="0" fill="hold" nodeType="withEffect" restart="never">
                                  <p:stCondLst>
                                    <p:cond delay="3500"/>
                                  </p:stCondLst>
                                  <p:childTnLst>
                                    <p:set>
                                      <p:cBhvr>
                                        <p:cTn id="69" dur="1" fill="hold">
                                          <p:stCondLst>
                                            <p:cond delay="0"/>
                                          </p:stCondLst>
                                        </p:cTn>
                                        <p:tgtEl>
                                          <p:spTgt spid="36"/>
                                        </p:tgtEl>
                                        <p:attrNameLst>
                                          <p:attrName>style.visibility</p:attrName>
                                        </p:attrNameLst>
                                      </p:cBhvr>
                                      <p:to>
                                        <p:strVal val="visible"/>
                                      </p:to>
                                    </p:set>
                                  </p:childTnLst>
                                </p:cTn>
                              </p:par>
                              <p:par>
                                <p:cTn id="70" presetID="1" presetClass="entr" presetSubtype="0" fill="hold" nodeType="withEffect" restart="never">
                                  <p:stCondLst>
                                    <p:cond delay="3620"/>
                                  </p:stCondLst>
                                  <p:childTnLst>
                                    <p:set>
                                      <p:cBhvr>
                                        <p:cTn id="71" dur="1" fill="hold">
                                          <p:stCondLst>
                                            <p:cond delay="0"/>
                                          </p:stCondLst>
                                        </p:cTn>
                                        <p:tgtEl>
                                          <p:spTgt spid="37"/>
                                        </p:tgtEl>
                                        <p:attrNameLst>
                                          <p:attrName>style.visibility</p:attrName>
                                        </p:attrNameLst>
                                      </p:cBhvr>
                                      <p:to>
                                        <p:strVal val="visible"/>
                                      </p:to>
                                    </p:set>
                                  </p:childTnLst>
                                </p:cTn>
                              </p:par>
                              <p:par>
                                <p:cTn id="72" presetID="1" presetClass="entr" presetSubtype="0" fill="hold" nodeType="withEffect" restart="never">
                                  <p:stCondLst>
                                    <p:cond delay="3740"/>
                                  </p:stCondLst>
                                  <p:childTnLst>
                                    <p:set>
                                      <p:cBhvr>
                                        <p:cTn id="73" dur="1" fill="hold">
                                          <p:stCondLst>
                                            <p:cond delay="0"/>
                                          </p:stCondLst>
                                        </p:cTn>
                                        <p:tgtEl>
                                          <p:spTgt spid="38"/>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Return: put the result into the same middle operation</a:t>
            </a:r>
          </a:p>
        </p:txBody>
      </p:sp>
      <p:sp>
        <p:nvSpPr>
          <p:cNvPr id="3" name="operation-0-box">
            <a:extLst xmlns:a="http://schemas.openxmlformats.org/drawingml/2006/main">
              <a:ext uri="{FF2B5EF4-FFF2-40B4-BE49-F238E27FC236}">
                <a16:creationId xmlns:a16="http://schemas.microsoft.com/office/drawing/2014/main" id="{0DC1B9E4-9A5D-498B-9C41-FC6DDBFB7D6B}"/>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7F19175-C588-4F16-AB2C-C1E2C06C8569}"/>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8992F1B5-669D-4A21-97EA-7D233C1BAAB5}"/>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7DF43B8-9B86-4DAD-8CE5-434E0631478A}"/>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F6E2CC42-A990-453E-A551-3DEAC1921C08}"/>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F622C638-8B28-4288-B759-4341439C3DDC}"/>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55A790F4-EF08-431F-8E91-38AF18CCEA11}"/>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7FBDFDE8-D58C-46EC-83CE-5424AD41D973}"/>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30758709-9369-4074-8BA1-AA0FB054283B}"/>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7AE3B2CB-6072-48C5-B8A5-0EC2DCE15EDE}"/>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selected-rotation">
            <a:extLst xmlns:a="http://schemas.openxmlformats.org/drawingml/2006/main">
              <a:ext uri="{FF2B5EF4-FFF2-40B4-BE49-F238E27FC236}">
                <a16:creationId xmlns:a16="http://schemas.microsoft.com/office/drawing/2014/main" id="{BF1013F7-58E7-4650-B283-62D338E99E1E}"/>
              </a:ext>
            </a:extLst>
          </p:cNvPr>
          <p:cNvSpPr>
            <a:spLocks xmlns:a="http://schemas.openxmlformats.org/drawingml/2006/main" noGrp="1"/>
          </p:cNvSpPr>
          <p:nvPr/>
        </p:nvSpPr>
        <p:spPr>
          <a:xfrm xmlns:a="http://schemas.openxmlformats.org/drawingml/2006/main">
            <a:off x="4352925" y="1219200"/>
            <a:ext cx="3467100" cy="581025"/>
          </a:xfrm>
          <a:prstGeom xmlns:a="http://schemas.openxmlformats.org/drawingml/2006/main" prst="rect">
            <a:avLst/>
          </a:prstGeom>
          <a:noFill xmlns:a="http://schemas.openxmlformats.org/drawingml/2006/main"/>
          <a:ln xmlns:a="http://schemas.openxmlformats.org/drawingml/2006/main" w="24765">
            <a:solidFill>
              <a:srgbClr val="202020"/>
            </a:solidFill>
          </a:ln>
        </p:spPr>
      </p:sp>
      <p:pic>
        <p:nvPicPr>
          <p:cNvPr id="14" name="return" descr="Rotate-point lesson: return; static entry, one click, held result.">
            <a:extLst xmlns:a="http://schemas.openxmlformats.org/drawingml/2006/main">
              <a:ext uri="{FF2B5EF4-FFF2-40B4-BE49-F238E27FC236}">
                <a16:creationId xmlns:a16="http://schemas.microsoft.com/office/drawing/2014/main" id="{3A443B2A-49E3-4A11-91FE-2097F86B4C8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3" name="return--t4-click-frame-001"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4" name="return--t4-click-frame-002"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5" name="return--t4-click-frame-003"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6" name="return--t4-click-frame-004"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7" name="return--t4-click-frame-005"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8" name="return--t4-click-frame-006"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29" name="return--t4-click-frame-007"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0" name="return--t4-click-frame-008"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1" name="return--t4-click-frame-009"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2" name="return--t4-click-frame-010"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3" name="return--t4-click-frame-011"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4" name="return--t4-click-frame-012"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5" name="return--t4-click-frame-013"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6" name="return--t4-click-frame-014"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7" name="return--t4-click-frame-015"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8" name="return--t4-click-frame-016"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39" name="return--t4-click-frame-017"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0" name="return--t4-click-frame-018"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1" name="return--t4-click-frame-019"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2" name="return--t4-click-frame-020"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3" name="return--t4-click-frame-021"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4" name="return--t4-click-frame-022"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5" name="return--t4-click-frame-023"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6" name="return--t4-click-frame-024"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7" name="return--t4-click-frame-025"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8" name="return--t4-click-frame-026"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49" name="return--t4-click-frame-027"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pic>
        <p:nvPicPr>
          <p:cNvPr id="50" name="return--t4-click-frame-028" descr="Rotate-point lesson: return;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377950" y="2857500"/>
            <a:ext cx="9245600" cy="2476500"/>
          </a:xfrm>
          <a:prstGeom xmlns:a="http://schemas.openxmlformats.org/drawingml/2006/main" prst="rect">
            <a:avLst/>
          </a:prstGeom>
        </p:spPr>
      </p:pic>
      <p:sp>
        <p:nvSpPr>
          <p:cNvPr id="15" name="retained-example">
            <a:extLst xmlns:a="http://schemas.openxmlformats.org/drawingml/2006/main">
              <a:ext uri="{FF2B5EF4-FFF2-40B4-BE49-F238E27FC236}">
                <a16:creationId xmlns:a16="http://schemas.microsoft.com/office/drawing/2014/main" id="{07A13819-51C8-4404-AD02-32D3275214D5}"/>
              </a:ext>
            </a:extLst>
          </p:cNvPr>
          <p:cNvSpPr>
            <a:spLocks xmlns:a="http://schemas.openxmlformats.org/drawingml/2006/main" noGrp="1"/>
          </p:cNvSpPr>
          <p:nvPr/>
        </p:nvSpPr>
        <p:spPr>
          <a:xfrm xmlns:a="http://schemas.openxmlformats.org/drawingml/2006/main">
            <a:off x="666750" y="6486525"/>
            <a:ext cx="1081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i="0">
                <a:solidFill>
                  <a:srgbClr val="777777"/>
                </a:solidFill>
                <a:latin typeface="Times New Roman"/>
                <a:ea typeface="Times New Roman"/>
                <a:cs typeface="Times New Roman"/>
              </a:defRPr>
            </a:defPPr>
          </a:lstStyle>
          <a:p xmlns:a="http://schemas.openxmlformats.org/drawingml/2006/main">
            <a:pPr algn="l">
              <a:defRPr sz="1800" b="0" i="0">
                <a:solidFill>
                  <a:srgbClr val="777777"/>
                </a:solidFill>
                <a:latin typeface="Times New Roman"/>
                <a:ea typeface="Times New Roman"/>
                <a:cs typeface="Times New Roman"/>
              </a:defRPr>
            </a:pPr>
            <a:r>
              <a:rPr sz="1800" b="0" i="0">
                <a:solidFill>
                  <a:srgbClr val="777777"/>
                </a:solidFill>
                <a:latin typeface="Times New Roman"/>
                <a:ea typeface="Times New Roman"/>
                <a:cs typeface="Times New Roman"/>
              </a:rPr>
              <a:t>Negative u or v: reverse the leg. Zero: omit it. Positive theta: CCW.</a:t>
            </a:r>
          </a:p>
        </p:txBody>
      </p:sp>
      <p:pic>
        <p:nvPicPr>
          <p:cNvPr id="16" name="route-input" descr="P=(x,y),\ C=(a,b)">
            <a:extLst xmlns:a="http://schemas.openxmlformats.org/drawingml/2006/main">
              <a:ext uri="{FF2B5EF4-FFF2-40B4-BE49-F238E27FC236}">
                <a16:creationId xmlns:a16="http://schemas.microsoft.com/office/drawing/2014/main" id="{7C7C6672-EBDE-47E1-99EF-5BA471238861}"/>
              </a:ext>
            </a:extLst>
          </p:cNvPr>
          <p:cNvPicPr>
            <a:picLocks xmlns:a="http://schemas.openxmlformats.org/drawingml/2006/main" noChangeAspect="1"/>
          </p:cNvPicPr>
          <p:nvPr/>
        </p:nvPicPr>
        <p:blipFill>
          <a:blip xmlns:r="http://schemas.openxmlformats.org/officeDocument/2006/relationships" xmlns:a="http://schemas.openxmlformats.org/drawingml/2006/main" r:embed="Rdee4c97f74014ac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150"/>
            <a:ext cx="2571750" cy="238125"/>
          </a:xfrm>
          <a:prstGeom xmlns:a="http://schemas.openxmlformats.org/drawingml/2006/main" prst="rect">
            <a:avLst/>
          </a:prstGeom>
        </p:spPr>
      </p:pic>
      <p:pic>
        <p:nvPicPr>
          <p:cNvPr id="17" name="route-offset" descr="Q=(u,v)=(x-a,y-b)">
            <a:extLst xmlns:a="http://schemas.openxmlformats.org/drawingml/2006/main">
              <a:ext uri="{FF2B5EF4-FFF2-40B4-BE49-F238E27FC236}">
                <a16:creationId xmlns:a16="http://schemas.microsoft.com/office/drawing/2014/main" id="{FEE2C7FF-74D9-4FDC-8DF4-F129250CF086}"/>
              </a:ext>
            </a:extLst>
          </p:cNvPr>
          <p:cNvPicPr>
            <a:picLocks xmlns:a="http://schemas.openxmlformats.org/drawingml/2006/main" noChangeAspect="1"/>
          </p:cNvPicPr>
          <p:nvPr/>
        </p:nvPicPr>
        <p:blipFill>
          <a:blip xmlns:r="http://schemas.openxmlformats.org/officeDocument/2006/relationships" xmlns:a="http://schemas.openxmlformats.org/drawingml/2006/main" r:embed="R90fac5ae06e3454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2894"/>
            <a:ext cx="3143250" cy="236637"/>
          </a:xfrm>
          <a:prstGeom xmlns:a="http://schemas.openxmlformats.org/drawingml/2006/main" prst="rect">
            <a:avLst/>
          </a:prstGeom>
        </p:spPr>
      </p:pic>
      <p:pic>
        <p:nvPicPr>
          <p:cNvPr id="18" name="route-output" descr="P'=C+Q'">
            <a:extLst xmlns:a="http://schemas.openxmlformats.org/drawingml/2006/main">
              <a:ext uri="{FF2B5EF4-FFF2-40B4-BE49-F238E27FC236}">
                <a16:creationId xmlns:a16="http://schemas.microsoft.com/office/drawing/2014/main" id="{E649A81E-3718-44A7-997F-A13FFA6238CA}"/>
              </a:ext>
            </a:extLst>
          </p:cNvPr>
          <p:cNvPicPr>
            <a:picLocks xmlns:a="http://schemas.openxmlformats.org/drawingml/2006/main" noChangeAspect="1"/>
          </p:cNvPicPr>
          <p:nvPr/>
        </p:nvPicPr>
        <p:blipFill>
          <a:blip xmlns:r="http://schemas.openxmlformats.org/officeDocument/2006/relationships" xmlns:a="http://schemas.openxmlformats.org/drawingml/2006/main" r:embed="Raa5ab65d8e3e485b">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9" name="returned-rule" descr="U=u\cos\theta-v\sin\theta,\qquad V=u\sin\theta+v\cos\theta">
            <a:extLst xmlns:a="http://schemas.openxmlformats.org/drawingml/2006/main">
              <a:ext uri="{FF2B5EF4-FFF2-40B4-BE49-F238E27FC236}">
                <a16:creationId xmlns:a16="http://schemas.microsoft.com/office/drawing/2014/main" id="{40C26DC2-33EB-4F21-92BE-9F815D48201D}"/>
              </a:ext>
            </a:extLst>
          </p:cNvPr>
          <p:cNvPicPr>
            <a:picLocks xmlns:a="http://schemas.openxmlformats.org/drawingml/2006/main" noChangeAspect="1"/>
          </p:cNvPicPr>
          <p:nvPr/>
        </p:nvPicPr>
        <p:blipFill>
          <a:blip xmlns:r="http://schemas.openxmlformats.org/officeDocument/2006/relationships" xmlns:a="http://schemas.openxmlformats.org/drawingml/2006/main" r:embed="R7a115cf3c038485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2438787"/>
            <a:ext cx="6325553" cy="246876"/>
          </a:xfrm>
          <a:prstGeom xmlns:a="http://schemas.openxmlformats.org/drawingml/2006/main" prst="rect">
            <a:avLst/>
          </a:prstGeom>
        </p:spPr>
      </p:pic>
      <p:pic>
        <p:nvPicPr>
          <p:cNvPr id="20" name="general-x" descr="x'=a+(x-a)\cos\theta-(y-b)\sin\theta">
            <a:extLst xmlns:a="http://schemas.openxmlformats.org/drawingml/2006/main">
              <a:ext uri="{FF2B5EF4-FFF2-40B4-BE49-F238E27FC236}">
                <a16:creationId xmlns:a16="http://schemas.microsoft.com/office/drawing/2014/main" id="{1ACD4367-4D8C-4190-8643-F1CDE8E67528}"/>
              </a:ext>
            </a:extLst>
          </p:cNvPr>
          <p:cNvPicPr>
            <a:picLocks xmlns:a="http://schemas.openxmlformats.org/drawingml/2006/main" noChangeAspect="1"/>
          </p:cNvPicPr>
          <p:nvPr/>
        </p:nvPicPr>
        <p:blipFill>
          <a:blip xmlns:r="http://schemas.openxmlformats.org/officeDocument/2006/relationships" xmlns:a="http://schemas.openxmlformats.org/drawingml/2006/main" r:embed="R670c6ec9bf75422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66750" y="5495925"/>
            <a:ext cx="5086350" cy="285750"/>
          </a:xfrm>
          <a:prstGeom xmlns:a="http://schemas.openxmlformats.org/drawingml/2006/main" prst="rect">
            <a:avLst/>
          </a:prstGeom>
        </p:spPr>
      </p:pic>
      <p:pic>
        <p:nvPicPr>
          <p:cNvPr id="21" name="general-y" descr="y'=b+(x-a)\sin\theta+(y-b)\cos\theta">
            <a:extLst xmlns:a="http://schemas.openxmlformats.org/drawingml/2006/main">
              <a:ext uri="{FF2B5EF4-FFF2-40B4-BE49-F238E27FC236}">
                <a16:creationId xmlns:a16="http://schemas.microsoft.com/office/drawing/2014/main" id="{785B755F-2B6F-4C21-AC46-8C4306F6806B}"/>
              </a:ext>
            </a:extLst>
          </p:cNvPr>
          <p:cNvPicPr>
            <a:picLocks xmlns:a="http://schemas.openxmlformats.org/drawingml/2006/main" noChangeAspect="1"/>
          </p:cNvPicPr>
          <p:nvPr/>
        </p:nvPicPr>
        <p:blipFill>
          <a:blip xmlns:r="http://schemas.openxmlformats.org/officeDocument/2006/relationships" xmlns:a="http://schemas.openxmlformats.org/drawingml/2006/main" r:embed="Rbb10a5c073dd44b9">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66750" y="6029325"/>
            <a:ext cx="5114925" cy="285750"/>
          </a:xfrm>
          <a:prstGeom xmlns:a="http://schemas.openxmlformats.org/drawingml/2006/main" prst="rect">
            <a:avLst/>
          </a:prstGeom>
        </p:spPr>
      </p:pic>
    </p:spTree>
    <p:extLst>
      <p:ext uri="{BB962C8B-B14F-4D97-AF65-F5344CB8AC3E}">
        <p14:creationId xmlns:p14="http://schemas.microsoft.com/office/powerpoint/2010/main" val="418581590"/>
      </p:ext>
    </p:extLst>
  </p:cSld>
  <p:timing>
    <p:tnLst>
      <p:par>
        <p:cTn id="1" dur="indefinite" restart="never" nodeType="tmRoot">
          <p:childTnLst>
            <p:seq concurrent="1" nextAc="seek">
              <p:cTn id="2" dur="indefinite" nodeType="mainSeq">
                <p:childTnLst>
                  <p:par>
                    <p:cTn id="13" fill="hold" restart="never" repeatCount="1000">
                      <p:stCondLst>
                        <p:cond delay="indefinite"/>
                      </p:stCondLst>
                      <p:childTnLst>
                        <p:par>
                          <p:cTn id="14" fill="hold" dur="4840">
                            <p:stCondLst>
                              <p:cond delay="0"/>
                            </p:stCondLst>
                            <p:childTnLst>
                              <p:par>
                                <p:cTn id="15" presetID="1" presetClass="entr" presetSubtype="0" fill="hold" nodeType="clickEffect" restart="never">
                                  <p:stCondLst>
                                    <p:cond delay="50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restart="never">
                                  <p:stCondLst>
                                    <p:cond delay="62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restart="never">
                                  <p:stCondLst>
                                    <p:cond delay="74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restart="never">
                                  <p:stCondLst>
                                    <p:cond delay="86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restart="never">
                                  <p:stCondLst>
                                    <p:cond delay="98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restart="never">
                                  <p:stCondLst>
                                    <p:cond delay="110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restart="never">
                                  <p:stCondLst>
                                    <p:cond delay="122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restart="never">
                                  <p:stCondLst>
                                    <p:cond delay="134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restart="never">
                                  <p:stCondLst>
                                    <p:cond delay="146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restart="never">
                                  <p:stCondLst>
                                    <p:cond delay="158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nodeType="withEffect" restart="never">
                                  <p:stCondLst>
                                    <p:cond delay="170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nodeType="withEffect" restart="never">
                                  <p:stCondLst>
                                    <p:cond delay="182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restart="never">
                                  <p:stCondLst>
                                    <p:cond delay="194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restart="never">
                                  <p:stCondLst>
                                    <p:cond delay="206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restart="never">
                                  <p:stCondLst>
                                    <p:cond delay="218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restart="never">
                                  <p:stCondLst>
                                    <p:cond delay="230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restart="never">
                                  <p:stCondLst>
                                    <p:cond delay="242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nodeType="withEffect" restart="never">
                                  <p:stCondLst>
                                    <p:cond delay="254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restart="never">
                                  <p:stCondLst>
                                    <p:cond delay="266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restart="never">
                                  <p:stCondLst>
                                    <p:cond delay="2780"/>
                                  </p:stCondLst>
                                  <p:childTnLst>
                                    <p:set>
                                      <p:cBhvr>
                                        <p:cTn id="54" dur="1" fill="hold">
                                          <p:stCondLst>
                                            <p:cond delay="0"/>
                                          </p:stCondLst>
                                        </p:cTn>
                                        <p:tgtEl>
                                          <p:spTgt spid="42"/>
                                        </p:tgtEl>
                                        <p:attrNameLst>
                                          <p:attrName>style.visibility</p:attrName>
                                        </p:attrNameLst>
                                      </p:cBhvr>
                                      <p:to>
                                        <p:strVal val="visible"/>
                                      </p:to>
                                    </p:set>
                                  </p:childTnLst>
                                </p:cTn>
                              </p:par>
                              <p:par>
                                <p:cTn id="55" presetID="1" presetClass="entr" presetSubtype="0" fill="hold" nodeType="withEffect" restart="never">
                                  <p:stCondLst>
                                    <p:cond delay="2900"/>
                                  </p:stCondLst>
                                  <p:childTnLst>
                                    <p:set>
                                      <p:cBhvr>
                                        <p:cTn id="56" dur="1" fill="hold">
                                          <p:stCondLst>
                                            <p:cond delay="0"/>
                                          </p:stCondLst>
                                        </p:cTn>
                                        <p:tgtEl>
                                          <p:spTgt spid="43"/>
                                        </p:tgtEl>
                                        <p:attrNameLst>
                                          <p:attrName>style.visibility</p:attrName>
                                        </p:attrNameLst>
                                      </p:cBhvr>
                                      <p:to>
                                        <p:strVal val="visible"/>
                                      </p:to>
                                    </p:set>
                                  </p:childTnLst>
                                </p:cTn>
                              </p:par>
                              <p:par>
                                <p:cTn id="57" presetID="1" presetClass="entr" presetSubtype="0" fill="hold" nodeType="withEffect" restart="never">
                                  <p:stCondLst>
                                    <p:cond delay="3020"/>
                                  </p:stCondLst>
                                  <p:childTnLst>
                                    <p:set>
                                      <p:cBhvr>
                                        <p:cTn id="58" dur="1" fill="hold">
                                          <p:stCondLst>
                                            <p:cond delay="0"/>
                                          </p:stCondLst>
                                        </p:cTn>
                                        <p:tgtEl>
                                          <p:spTgt spid="44"/>
                                        </p:tgtEl>
                                        <p:attrNameLst>
                                          <p:attrName>style.visibility</p:attrName>
                                        </p:attrNameLst>
                                      </p:cBhvr>
                                      <p:to>
                                        <p:strVal val="visible"/>
                                      </p:to>
                                    </p:set>
                                  </p:childTnLst>
                                </p:cTn>
                              </p:par>
                              <p:par>
                                <p:cTn id="59" presetID="1" presetClass="entr" presetSubtype="0" fill="hold" nodeType="withEffect" restart="never">
                                  <p:stCondLst>
                                    <p:cond delay="314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nodeType="withEffect" restart="never">
                                  <p:stCondLst>
                                    <p:cond delay="326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nodeType="withEffect" restart="never">
                                  <p:stCondLst>
                                    <p:cond delay="338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nodeType="withEffect" restart="never">
                                  <p:stCondLst>
                                    <p:cond delay="350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nodeType="withEffect" restart="never">
                                  <p:stCondLst>
                                    <p:cond delay="362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restart="never">
                                  <p:stCondLst>
                                    <p:cond delay="374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Use it: the same P and C, now 30 degrees</a:t>
            </a:r>
          </a:p>
        </p:txBody>
      </p:sp>
      <p:pic>
        <p:nvPicPr>
          <p:cNvPr id="3" name="thirty" descr="Rotate-point lesson: thirty; static entry, one click, held result.">
            <a:extLst xmlns:a="http://schemas.openxmlformats.org/drawingml/2006/main">
              <a:ext uri="{FF2B5EF4-FFF2-40B4-BE49-F238E27FC236}">
                <a16:creationId xmlns:a16="http://schemas.microsoft.com/office/drawing/2014/main" id="{7E0E21CC-22EF-44FC-9B11-101A1F227A8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0" name="thirty--t4-click-frame-001"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1" name="thirty--t4-click-frame-002"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2" name="thirty--t4-click-frame-003"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3" name="thirty--t4-click-frame-004"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4" name="thirty--t4-click-frame-005"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5" name="thirty--t4-click-frame-006"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6" name="thirty--t4-click-frame-007"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7" name="thirty--t4-click-frame-008"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8" name="thirty--t4-click-frame-009"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19" name="thirty--t4-click-frame-010"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0" name="thirty--t4-click-frame-011"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1" name="thirty--t4-click-frame-012"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2" name="thirty--t4-click-frame-013"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3" name="thirty--t4-click-frame-014"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4" name="thirty--t4-click-frame-015"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5" name="thirty--t4-click-frame-016"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6" name="thirty--t4-click-frame-017"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7" name="thirty--t4-click-frame-018"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8" name="thirty--t4-click-frame-019"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29" name="thirty--t4-click-frame-020"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0" name="thirty--t4-click-frame-021"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1" name="thirty--t4-click-frame-022"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2" name="thirty--t4-click-frame-023"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3" name="thirty--t4-click-frame-024"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4" name="thirty--t4-click-frame-025"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5" name="thirty--t4-click-frame-026"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6" name="thirty--t4-click-frame-027"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pic>
        <p:nvPicPr>
          <p:cNvPr id="37" name="thirty--t4-click-frame-028" descr="Rotate-point lesson: thirty; static entry, one click, held result."/>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555750" y="3190875"/>
            <a:ext cx="8890000" cy="2381250"/>
          </a:xfrm>
          <a:prstGeom xmlns:a="http://schemas.openxmlformats.org/drawingml/2006/main" prst="rect">
            <a:avLst/>
          </a:prstGeom>
        </p:spPr>
      </p:pic>
      <p:sp>
        <p:nvSpPr>
          <p:cNvPr id="4" name="thirty-answer-underline">
            <a:extLst xmlns:a="http://schemas.openxmlformats.org/drawingml/2006/main">
              <a:ext uri="{FF2B5EF4-FFF2-40B4-BE49-F238E27FC236}">
                <a16:creationId xmlns:a16="http://schemas.microsoft.com/office/drawing/2014/main" id="{C57334CA-AE4B-4F50-98BE-62C1F3E82770}"/>
              </a:ext>
            </a:extLst>
          </p:cNvPr>
          <p:cNvSpPr>
            <a:spLocks xmlns:a="http://schemas.openxmlformats.org/drawingml/2006/main" noGrp="1"/>
          </p:cNvSpPr>
          <p:nvPr/>
        </p:nvSpPr>
        <p:spPr>
          <a:xfrm xmlns:a="http://schemas.openxmlformats.org/drawingml/2006/main">
            <a:off x="666750" y="6524625"/>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5" name="changed-angle" descr="P=(4,2),\ C=(2,1),\ (u,v)=(2,1),\quad \theta:\ 90^\circ\to30^\circ">
            <a:extLst xmlns:a="http://schemas.openxmlformats.org/drawingml/2006/main">
              <a:ext uri="{FF2B5EF4-FFF2-40B4-BE49-F238E27FC236}">
                <a16:creationId xmlns:a16="http://schemas.microsoft.com/office/drawing/2014/main" id="{23AEA757-3E32-480B-B594-29FBFEE0305A}"/>
              </a:ext>
            </a:extLst>
          </p:cNvPr>
          <p:cNvPicPr>
            <a:picLocks xmlns:a="http://schemas.openxmlformats.org/drawingml/2006/main" noChangeAspect="1"/>
          </p:cNvPicPr>
          <p:nvPr/>
        </p:nvPicPr>
        <p:blipFill>
          <a:blip xmlns:r="http://schemas.openxmlformats.org/officeDocument/2006/relationships" xmlns:a="http://schemas.openxmlformats.org/drawingml/2006/main" r:embed="R97092ca9fb3f407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329601"/>
            <a:ext cx="7430453" cy="274499"/>
          </a:xfrm>
          <a:prstGeom xmlns:a="http://schemas.openxmlformats.org/drawingml/2006/main" prst="rect">
            <a:avLst/>
          </a:prstGeom>
        </p:spPr>
      </p:pic>
      <p:pic>
        <p:nvPicPr>
          <p:cNvPr id="6" name="used-rule" descr="U=u\cos\theta-v\sin\theta,\quad V=u\sin\theta+v\cos\theta">
            <a:extLst xmlns:a="http://schemas.openxmlformats.org/drawingml/2006/main">
              <a:ext uri="{FF2B5EF4-FFF2-40B4-BE49-F238E27FC236}">
                <a16:creationId xmlns:a16="http://schemas.microsoft.com/office/drawing/2014/main" id="{FF579CF0-8CB4-4720-A308-3E7A0D736ADF}"/>
              </a:ext>
            </a:extLst>
          </p:cNvPr>
          <p:cNvPicPr>
            <a:picLocks xmlns:a="http://schemas.openxmlformats.org/drawingml/2006/main" noChangeAspect="1"/>
          </p:cNvPicPr>
          <p:nvPr/>
        </p:nvPicPr>
        <p:blipFill>
          <a:blip xmlns:r="http://schemas.openxmlformats.org/officeDocument/2006/relationships" xmlns:a="http://schemas.openxmlformats.org/drawingml/2006/main" r:embed="R6afcb4d0609643a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66750" y="1976824"/>
            <a:ext cx="6021705" cy="246876"/>
          </a:xfrm>
          <a:prstGeom xmlns:a="http://schemas.openxmlformats.org/drawingml/2006/main" prst="rect">
            <a:avLst/>
          </a:prstGeom>
        </p:spPr>
      </p:pic>
      <p:pic>
        <p:nvPicPr>
          <p:cNvPr id="7" name="substitution" descr="U=2\cdot\frac{\sqrt3}{2}-\frac12=\sqrt3-\frac12,\qquad V=2\cdot\frac12+\frac{\sqrt3}{2}=1+\frac{\sqrt3}{2}">
            <a:extLst xmlns:a="http://schemas.openxmlformats.org/drawingml/2006/main">
              <a:ext uri="{FF2B5EF4-FFF2-40B4-BE49-F238E27FC236}">
                <a16:creationId xmlns:a16="http://schemas.microsoft.com/office/drawing/2014/main" id="{D46F6A10-FA4B-4CDE-A5B5-D15C1693ECFF}"/>
              </a:ext>
            </a:extLst>
          </p:cNvPr>
          <p:cNvPicPr>
            <a:picLocks xmlns:a="http://schemas.openxmlformats.org/drawingml/2006/main" noChangeAspect="1"/>
          </p:cNvPicPr>
          <p:nvPr/>
        </p:nvPicPr>
        <p:blipFill>
          <a:blip xmlns:r="http://schemas.openxmlformats.org/officeDocument/2006/relationships" xmlns:a="http://schemas.openxmlformats.org/drawingml/2006/main" r:embed="R1ec1934cf64c4a59">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66750" y="2500491"/>
            <a:ext cx="7568565" cy="390168"/>
          </a:xfrm>
          <a:prstGeom xmlns:a="http://schemas.openxmlformats.org/drawingml/2006/main" prst="rect">
            <a:avLst/>
          </a:prstGeom>
        </p:spPr>
      </p:pic>
      <p:pic>
        <p:nvPicPr>
          <p:cNvPr id="8" name="thirty-answer" descr="P'=\left(\frac32+\sqrt3,\ 2+\frac{\sqrt3}{2}\right)\approx(3.232,\ 2.866)">
            <a:extLst xmlns:a="http://schemas.openxmlformats.org/drawingml/2006/main">
              <a:ext uri="{FF2B5EF4-FFF2-40B4-BE49-F238E27FC236}">
                <a16:creationId xmlns:a16="http://schemas.microsoft.com/office/drawing/2014/main" id="{7FB5B2A9-65BE-4085-B880-8B98575B77BA}"/>
              </a:ext>
            </a:extLst>
          </p:cNvPr>
          <p:cNvPicPr>
            <a:picLocks xmlns:a="http://schemas.openxmlformats.org/drawingml/2006/main" noChangeAspect="1"/>
          </p:cNvPicPr>
          <p:nvPr/>
        </p:nvPicPr>
        <p:blipFill>
          <a:blip xmlns:r="http://schemas.openxmlformats.org/officeDocument/2006/relationships" xmlns:a="http://schemas.openxmlformats.org/drawingml/2006/main" r:embed="R3c31917e4ee84a9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5905500"/>
            <a:ext cx="6683298" cy="590550"/>
          </a:xfrm>
          <a:prstGeom xmlns:a="http://schemas.openxmlformats.org/drawingml/2006/main" prst="rect">
            <a:avLst/>
          </a:prstGeom>
        </p:spPr>
      </p:pic>
    </p:spTree>
    <p:extLst>
      <p:ext uri="{BB962C8B-B14F-4D97-AF65-F5344CB8AC3E}">
        <p14:creationId xmlns:p14="http://schemas.microsoft.com/office/powerpoint/2010/main" val="122780778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16" fill="hold" restart="never" repeatCount="1000">
                      <p:stCondLst>
                        <p:cond delay="indefinite"/>
                      </p:stCondLst>
                      <p:childTnLst>
                        <p:par>
                          <p:cTn id="17" fill="hold" dur="484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restart="never">
                                  <p:stCondLst>
                                    <p:cond delay="62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restart="never">
                                  <p:stCondLst>
                                    <p:cond delay="74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nodeType="withEffect" restart="never">
                                  <p:stCondLst>
                                    <p:cond delay="86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ntr" presetSubtype="0" fill="hold" nodeType="withEffect" restart="never">
                                  <p:stCondLst>
                                    <p:cond delay="98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nodeType="withEffect" restart="never">
                                  <p:stCondLst>
                                    <p:cond delay="1100"/>
                                  </p:stCondLst>
                                  <p:childTnLst>
                                    <p:set>
                                      <p:cBhvr>
                                        <p:cTn id="29" dur="1" fill="hold">
                                          <p:stCondLst>
                                            <p:cond delay="0"/>
                                          </p:stCondLst>
                                        </p:cTn>
                                        <p:tgtEl>
                                          <p:spTgt spid="15"/>
                                        </p:tgtEl>
                                        <p:attrNameLst>
                                          <p:attrName>style.visibility</p:attrName>
                                        </p:attrNameLst>
                                      </p:cBhvr>
                                      <p:to>
                                        <p:strVal val="visible"/>
                                      </p:to>
                                    </p:set>
                                  </p:childTnLst>
                                </p:cTn>
                              </p:par>
                              <p:par>
                                <p:cTn id="30" presetID="1" presetClass="entr" presetSubtype="0" fill="hold" nodeType="withEffect" restart="never">
                                  <p:stCondLst>
                                    <p:cond delay="1220"/>
                                  </p:stCondLst>
                                  <p:childTnLst>
                                    <p:set>
                                      <p:cBhvr>
                                        <p:cTn id="31" dur="1" fill="hold">
                                          <p:stCondLst>
                                            <p:cond delay="0"/>
                                          </p:stCondLst>
                                        </p:cTn>
                                        <p:tgtEl>
                                          <p:spTgt spid="16"/>
                                        </p:tgtEl>
                                        <p:attrNameLst>
                                          <p:attrName>style.visibility</p:attrName>
                                        </p:attrNameLst>
                                      </p:cBhvr>
                                      <p:to>
                                        <p:strVal val="visible"/>
                                      </p:to>
                                    </p:set>
                                  </p:childTnLst>
                                </p:cTn>
                              </p:par>
                              <p:par>
                                <p:cTn id="32" presetID="1" presetClass="entr" presetSubtype="0" fill="hold" nodeType="withEffect" restart="never">
                                  <p:stCondLst>
                                    <p:cond delay="1340"/>
                                  </p:stCondLst>
                                  <p:childTnLst>
                                    <p:set>
                                      <p:cBhvr>
                                        <p:cTn id="33" dur="1" fill="hold">
                                          <p:stCondLst>
                                            <p:cond delay="0"/>
                                          </p:stCondLst>
                                        </p:cTn>
                                        <p:tgtEl>
                                          <p:spTgt spid="17"/>
                                        </p:tgtEl>
                                        <p:attrNameLst>
                                          <p:attrName>style.visibility</p:attrName>
                                        </p:attrNameLst>
                                      </p:cBhvr>
                                      <p:to>
                                        <p:strVal val="visible"/>
                                      </p:to>
                                    </p:set>
                                  </p:childTnLst>
                                </p:cTn>
                              </p:par>
                              <p:par>
                                <p:cTn id="34" presetID="1" presetClass="entr" presetSubtype="0" fill="hold" nodeType="withEffect" restart="never">
                                  <p:stCondLst>
                                    <p:cond delay="1460"/>
                                  </p:stCondLst>
                                  <p:childTnLst>
                                    <p:set>
                                      <p:cBhvr>
                                        <p:cTn id="35" dur="1" fill="hold">
                                          <p:stCondLst>
                                            <p:cond delay="0"/>
                                          </p:stCondLst>
                                        </p:cTn>
                                        <p:tgtEl>
                                          <p:spTgt spid="18"/>
                                        </p:tgtEl>
                                        <p:attrNameLst>
                                          <p:attrName>style.visibility</p:attrName>
                                        </p:attrNameLst>
                                      </p:cBhvr>
                                      <p:to>
                                        <p:strVal val="visible"/>
                                      </p:to>
                                    </p:set>
                                  </p:childTnLst>
                                </p:cTn>
                              </p:par>
                              <p:par>
                                <p:cTn id="36" presetID="1" presetClass="entr" presetSubtype="0" fill="hold" nodeType="withEffect" restart="never">
                                  <p:stCondLst>
                                    <p:cond delay="1580"/>
                                  </p:stCondLst>
                                  <p:childTnLst>
                                    <p:set>
                                      <p:cBhvr>
                                        <p:cTn id="37" dur="1" fill="hold">
                                          <p:stCondLst>
                                            <p:cond delay="0"/>
                                          </p:stCondLst>
                                        </p:cTn>
                                        <p:tgtEl>
                                          <p:spTgt spid="19"/>
                                        </p:tgtEl>
                                        <p:attrNameLst>
                                          <p:attrName>style.visibility</p:attrName>
                                        </p:attrNameLst>
                                      </p:cBhvr>
                                      <p:to>
                                        <p:strVal val="visible"/>
                                      </p:to>
                                    </p:set>
                                  </p:childTnLst>
                                </p:cTn>
                              </p:par>
                              <p:par>
                                <p:cTn id="38" presetID="1" presetClass="entr" presetSubtype="0" fill="hold" nodeType="withEffect" restart="never">
                                  <p:stCondLst>
                                    <p:cond delay="1700"/>
                                  </p:stCondLst>
                                  <p:childTnLst>
                                    <p:set>
                                      <p:cBhvr>
                                        <p:cTn id="39" dur="1" fill="hold">
                                          <p:stCondLst>
                                            <p:cond delay="0"/>
                                          </p:stCondLst>
                                        </p:cTn>
                                        <p:tgtEl>
                                          <p:spTgt spid="20"/>
                                        </p:tgtEl>
                                        <p:attrNameLst>
                                          <p:attrName>style.visibility</p:attrName>
                                        </p:attrNameLst>
                                      </p:cBhvr>
                                      <p:to>
                                        <p:strVal val="visible"/>
                                      </p:to>
                                    </p:set>
                                  </p:childTnLst>
                                </p:cTn>
                              </p:par>
                              <p:par>
                                <p:cTn id="40" presetID="1" presetClass="entr" presetSubtype="0" fill="hold" nodeType="withEffect" restart="never">
                                  <p:stCondLst>
                                    <p:cond delay="182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ntr" presetSubtype="0" fill="hold" nodeType="withEffect" restart="never">
                                  <p:stCondLst>
                                    <p:cond delay="1940"/>
                                  </p:stCondLst>
                                  <p:childTnLst>
                                    <p:set>
                                      <p:cBhvr>
                                        <p:cTn id="43" dur="1" fill="hold">
                                          <p:stCondLst>
                                            <p:cond delay="0"/>
                                          </p:stCondLst>
                                        </p:cTn>
                                        <p:tgtEl>
                                          <p:spTgt spid="22"/>
                                        </p:tgtEl>
                                        <p:attrNameLst>
                                          <p:attrName>style.visibility</p:attrName>
                                        </p:attrNameLst>
                                      </p:cBhvr>
                                      <p:to>
                                        <p:strVal val="visible"/>
                                      </p:to>
                                    </p:set>
                                  </p:childTnLst>
                                </p:cTn>
                              </p:par>
                              <p:par>
                                <p:cTn id="44" presetID="1" presetClass="entr" presetSubtype="0" fill="hold" nodeType="withEffect" restart="never">
                                  <p:stCondLst>
                                    <p:cond delay="2060"/>
                                  </p:stCondLst>
                                  <p:childTnLst>
                                    <p:set>
                                      <p:cBhvr>
                                        <p:cTn id="45" dur="1" fill="hold">
                                          <p:stCondLst>
                                            <p:cond delay="0"/>
                                          </p:stCondLst>
                                        </p:cTn>
                                        <p:tgtEl>
                                          <p:spTgt spid="23"/>
                                        </p:tgtEl>
                                        <p:attrNameLst>
                                          <p:attrName>style.visibility</p:attrName>
                                        </p:attrNameLst>
                                      </p:cBhvr>
                                      <p:to>
                                        <p:strVal val="visible"/>
                                      </p:to>
                                    </p:set>
                                  </p:childTnLst>
                                </p:cTn>
                              </p:par>
                              <p:par>
                                <p:cTn id="46" presetID="1" presetClass="entr" presetSubtype="0" fill="hold" nodeType="withEffect" restart="never">
                                  <p:stCondLst>
                                    <p:cond delay="2180"/>
                                  </p:stCondLst>
                                  <p:childTnLst>
                                    <p:set>
                                      <p:cBhvr>
                                        <p:cTn id="47" dur="1" fill="hold">
                                          <p:stCondLst>
                                            <p:cond delay="0"/>
                                          </p:stCondLst>
                                        </p:cTn>
                                        <p:tgtEl>
                                          <p:spTgt spid="24"/>
                                        </p:tgtEl>
                                        <p:attrNameLst>
                                          <p:attrName>style.visibility</p:attrName>
                                        </p:attrNameLst>
                                      </p:cBhvr>
                                      <p:to>
                                        <p:strVal val="visible"/>
                                      </p:to>
                                    </p:set>
                                  </p:childTnLst>
                                </p:cTn>
                              </p:par>
                              <p:par>
                                <p:cTn id="48" presetID="1" presetClass="entr" presetSubtype="0" fill="hold" nodeType="withEffect" restart="never">
                                  <p:stCondLst>
                                    <p:cond delay="2300"/>
                                  </p:stCondLst>
                                  <p:childTnLst>
                                    <p:set>
                                      <p:cBhvr>
                                        <p:cTn id="49" dur="1" fill="hold">
                                          <p:stCondLst>
                                            <p:cond delay="0"/>
                                          </p:stCondLst>
                                        </p:cTn>
                                        <p:tgtEl>
                                          <p:spTgt spid="25"/>
                                        </p:tgtEl>
                                        <p:attrNameLst>
                                          <p:attrName>style.visibility</p:attrName>
                                        </p:attrNameLst>
                                      </p:cBhvr>
                                      <p:to>
                                        <p:strVal val="visible"/>
                                      </p:to>
                                    </p:set>
                                  </p:childTnLst>
                                </p:cTn>
                              </p:par>
                              <p:par>
                                <p:cTn id="50" presetID="1" presetClass="entr" presetSubtype="0" fill="hold" nodeType="withEffect" restart="never">
                                  <p:stCondLst>
                                    <p:cond delay="2420"/>
                                  </p:stCondLst>
                                  <p:childTnLst>
                                    <p:set>
                                      <p:cBhvr>
                                        <p:cTn id="51" dur="1" fill="hold">
                                          <p:stCondLst>
                                            <p:cond delay="0"/>
                                          </p:stCondLst>
                                        </p:cTn>
                                        <p:tgtEl>
                                          <p:spTgt spid="26"/>
                                        </p:tgtEl>
                                        <p:attrNameLst>
                                          <p:attrName>style.visibility</p:attrName>
                                        </p:attrNameLst>
                                      </p:cBhvr>
                                      <p:to>
                                        <p:strVal val="visible"/>
                                      </p:to>
                                    </p:set>
                                  </p:childTnLst>
                                </p:cTn>
                              </p:par>
                              <p:par>
                                <p:cTn id="52" presetID="1" presetClass="entr" presetSubtype="0" fill="hold" nodeType="withEffect" restart="never">
                                  <p:stCondLst>
                                    <p:cond delay="2540"/>
                                  </p:stCondLst>
                                  <p:childTnLst>
                                    <p:set>
                                      <p:cBhvr>
                                        <p:cTn id="53" dur="1" fill="hold">
                                          <p:stCondLst>
                                            <p:cond delay="0"/>
                                          </p:stCondLst>
                                        </p:cTn>
                                        <p:tgtEl>
                                          <p:spTgt spid="27"/>
                                        </p:tgtEl>
                                        <p:attrNameLst>
                                          <p:attrName>style.visibility</p:attrName>
                                        </p:attrNameLst>
                                      </p:cBhvr>
                                      <p:to>
                                        <p:strVal val="visible"/>
                                      </p:to>
                                    </p:set>
                                  </p:childTnLst>
                                </p:cTn>
                              </p:par>
                              <p:par>
                                <p:cTn id="54" presetID="1" presetClass="entr" presetSubtype="0" fill="hold" nodeType="withEffect" restart="never">
                                  <p:stCondLst>
                                    <p:cond delay="2660"/>
                                  </p:stCondLst>
                                  <p:childTnLst>
                                    <p:set>
                                      <p:cBhvr>
                                        <p:cTn id="55" dur="1" fill="hold">
                                          <p:stCondLst>
                                            <p:cond delay="0"/>
                                          </p:stCondLst>
                                        </p:cTn>
                                        <p:tgtEl>
                                          <p:spTgt spid="28"/>
                                        </p:tgtEl>
                                        <p:attrNameLst>
                                          <p:attrName>style.visibility</p:attrName>
                                        </p:attrNameLst>
                                      </p:cBhvr>
                                      <p:to>
                                        <p:strVal val="visible"/>
                                      </p:to>
                                    </p:set>
                                  </p:childTnLst>
                                </p:cTn>
                              </p:par>
                              <p:par>
                                <p:cTn id="56" presetID="1" presetClass="entr" presetSubtype="0" fill="hold" nodeType="withEffect" restart="never">
                                  <p:stCondLst>
                                    <p:cond delay="2780"/>
                                  </p:stCondLst>
                                  <p:childTnLst>
                                    <p:set>
                                      <p:cBhvr>
                                        <p:cTn id="57" dur="1" fill="hold">
                                          <p:stCondLst>
                                            <p:cond delay="0"/>
                                          </p:stCondLst>
                                        </p:cTn>
                                        <p:tgtEl>
                                          <p:spTgt spid="29"/>
                                        </p:tgtEl>
                                        <p:attrNameLst>
                                          <p:attrName>style.visibility</p:attrName>
                                        </p:attrNameLst>
                                      </p:cBhvr>
                                      <p:to>
                                        <p:strVal val="visible"/>
                                      </p:to>
                                    </p:set>
                                  </p:childTnLst>
                                </p:cTn>
                              </p:par>
                              <p:par>
                                <p:cTn id="58" presetID="1" presetClass="entr" presetSubtype="0" fill="hold" nodeType="withEffect" restart="never">
                                  <p:stCondLst>
                                    <p:cond delay="2900"/>
                                  </p:stCondLst>
                                  <p:childTnLst>
                                    <p:set>
                                      <p:cBhvr>
                                        <p:cTn id="59" dur="1" fill="hold">
                                          <p:stCondLst>
                                            <p:cond delay="0"/>
                                          </p:stCondLst>
                                        </p:cTn>
                                        <p:tgtEl>
                                          <p:spTgt spid="30"/>
                                        </p:tgtEl>
                                        <p:attrNameLst>
                                          <p:attrName>style.visibility</p:attrName>
                                        </p:attrNameLst>
                                      </p:cBhvr>
                                      <p:to>
                                        <p:strVal val="visible"/>
                                      </p:to>
                                    </p:set>
                                  </p:childTnLst>
                                </p:cTn>
                              </p:par>
                              <p:par>
                                <p:cTn id="60" presetID="1" presetClass="entr" presetSubtype="0" fill="hold" nodeType="withEffect" restart="never">
                                  <p:stCondLst>
                                    <p:cond delay="3020"/>
                                  </p:stCondLst>
                                  <p:childTnLst>
                                    <p:set>
                                      <p:cBhvr>
                                        <p:cTn id="61" dur="1" fill="hold">
                                          <p:stCondLst>
                                            <p:cond delay="0"/>
                                          </p:stCondLst>
                                        </p:cTn>
                                        <p:tgtEl>
                                          <p:spTgt spid="31"/>
                                        </p:tgtEl>
                                        <p:attrNameLst>
                                          <p:attrName>style.visibility</p:attrName>
                                        </p:attrNameLst>
                                      </p:cBhvr>
                                      <p:to>
                                        <p:strVal val="visible"/>
                                      </p:to>
                                    </p:set>
                                  </p:childTnLst>
                                </p:cTn>
                              </p:par>
                              <p:par>
                                <p:cTn id="62" presetID="1" presetClass="entr" presetSubtype="0" fill="hold" nodeType="withEffect" restart="never">
                                  <p:stCondLst>
                                    <p:cond delay="3140"/>
                                  </p:stCondLst>
                                  <p:childTnLst>
                                    <p:set>
                                      <p:cBhvr>
                                        <p:cTn id="63" dur="1" fill="hold">
                                          <p:stCondLst>
                                            <p:cond delay="0"/>
                                          </p:stCondLst>
                                        </p:cTn>
                                        <p:tgtEl>
                                          <p:spTgt spid="32"/>
                                        </p:tgtEl>
                                        <p:attrNameLst>
                                          <p:attrName>style.visibility</p:attrName>
                                        </p:attrNameLst>
                                      </p:cBhvr>
                                      <p:to>
                                        <p:strVal val="visible"/>
                                      </p:to>
                                    </p:set>
                                  </p:childTnLst>
                                </p:cTn>
                              </p:par>
                              <p:par>
                                <p:cTn id="64" presetID="1" presetClass="entr" presetSubtype="0" fill="hold" nodeType="withEffect" restart="never">
                                  <p:stCondLst>
                                    <p:cond delay="3260"/>
                                  </p:stCondLst>
                                  <p:childTnLst>
                                    <p:set>
                                      <p:cBhvr>
                                        <p:cTn id="65" dur="1" fill="hold">
                                          <p:stCondLst>
                                            <p:cond delay="0"/>
                                          </p:stCondLst>
                                        </p:cTn>
                                        <p:tgtEl>
                                          <p:spTgt spid="33"/>
                                        </p:tgtEl>
                                        <p:attrNameLst>
                                          <p:attrName>style.visibility</p:attrName>
                                        </p:attrNameLst>
                                      </p:cBhvr>
                                      <p:to>
                                        <p:strVal val="visible"/>
                                      </p:to>
                                    </p:set>
                                  </p:childTnLst>
                                </p:cTn>
                              </p:par>
                              <p:par>
                                <p:cTn id="66" presetID="1" presetClass="entr" presetSubtype="0" fill="hold" nodeType="withEffect" restart="never">
                                  <p:stCondLst>
                                    <p:cond delay="3380"/>
                                  </p:stCondLst>
                                  <p:childTnLst>
                                    <p:set>
                                      <p:cBhvr>
                                        <p:cTn id="67" dur="1" fill="hold">
                                          <p:stCondLst>
                                            <p:cond delay="0"/>
                                          </p:stCondLst>
                                        </p:cTn>
                                        <p:tgtEl>
                                          <p:spTgt spid="34"/>
                                        </p:tgtEl>
                                        <p:attrNameLst>
                                          <p:attrName>style.visibility</p:attrName>
                                        </p:attrNameLst>
                                      </p:cBhvr>
                                      <p:to>
                                        <p:strVal val="visible"/>
                                      </p:to>
                                    </p:set>
                                  </p:childTnLst>
                                </p:cTn>
                              </p:par>
                              <p:par>
                                <p:cTn id="68" presetID="1" presetClass="entr" presetSubtype="0" fill="hold" nodeType="withEffect" restart="never">
                                  <p:stCondLst>
                                    <p:cond delay="3500"/>
                                  </p:stCondLst>
                                  <p:childTnLst>
                                    <p:set>
                                      <p:cBhvr>
                                        <p:cTn id="69" dur="1" fill="hold">
                                          <p:stCondLst>
                                            <p:cond delay="0"/>
                                          </p:stCondLst>
                                        </p:cTn>
                                        <p:tgtEl>
                                          <p:spTgt spid="35"/>
                                        </p:tgtEl>
                                        <p:attrNameLst>
                                          <p:attrName>style.visibility</p:attrName>
                                        </p:attrNameLst>
                                      </p:cBhvr>
                                      <p:to>
                                        <p:strVal val="visible"/>
                                      </p:to>
                                    </p:set>
                                  </p:childTnLst>
                                </p:cTn>
                              </p:par>
                              <p:par>
                                <p:cTn id="70" presetID="1" presetClass="entr" presetSubtype="0" fill="hold" nodeType="withEffect" restart="never">
                                  <p:stCondLst>
                                    <p:cond delay="3620"/>
                                  </p:stCondLst>
                                  <p:childTnLst>
                                    <p:set>
                                      <p:cBhvr>
                                        <p:cTn id="71" dur="1" fill="hold">
                                          <p:stCondLst>
                                            <p:cond delay="0"/>
                                          </p:stCondLst>
                                        </p:cTn>
                                        <p:tgtEl>
                                          <p:spTgt spid="36"/>
                                        </p:tgtEl>
                                        <p:attrNameLst>
                                          <p:attrName>style.visibility</p:attrName>
                                        </p:attrNameLst>
                                      </p:cBhvr>
                                      <p:to>
                                        <p:strVal val="visible"/>
                                      </p:to>
                                    </p:set>
                                  </p:childTnLst>
                                </p:cTn>
                              </p:par>
                              <p:par>
                                <p:cTn id="72" presetID="1" presetClass="entr" presetSubtype="0" fill="hold" nodeType="withEffect" restart="never">
                                  <p:stCondLst>
                                    <p:cond delay="3740"/>
                                  </p:stCondLst>
                                  <p:childTnLst>
                                    <p:set>
                                      <p:cBhvr>
                                        <p:cTn id="73" dur="1" fill="hold">
                                          <p:stCondLst>
                                            <p:cond delay="0"/>
                                          </p:stCondLst>
                                        </p:cTn>
                                        <p:tgtEl>
                                          <p:spTgt spid="37"/>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Rotate a point about a centre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Subtract the centre. Turn the offset. Add it back.</a:t>
            </a:r>
          </a:p>
        </p:txBody>
      </p:sp>
      <p:sp>
        <p:nvSpPr>
          <p:cNvPr id="3" name="operation-0-box">
            <a:extLst xmlns:a="http://schemas.openxmlformats.org/drawingml/2006/main">
              <a:ext uri="{FF2B5EF4-FFF2-40B4-BE49-F238E27FC236}">
                <a16:creationId xmlns:a16="http://schemas.microsoft.com/office/drawing/2014/main" id="{11B4FA92-EA3B-4487-BFAD-463B075C1A5F}"/>
              </a:ext>
            </a:extLst>
          </p:cNvPr>
          <p:cNvSpPr>
            <a:spLocks xmlns:a="http://schemas.openxmlformats.org/drawingml/2006/main" noGrp="1"/>
          </p:cNvSpPr>
          <p:nvPr/>
        </p:nvSpPr>
        <p:spPr>
          <a:xfrm xmlns:a="http://schemas.openxmlformats.org/drawingml/2006/main">
            <a:off x="6667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 name="operation-0-tex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C788072-ADA3-41B4-B853-B9555FA4F340}"/>
              </a:ext>
            </a:extLst>
          </p:cNvPr>
          <p:cNvSpPr>
            <a:spLocks xmlns:a="http://schemas.openxmlformats.org/drawingml/2006/main" noGrp="1"/>
          </p:cNvSpPr>
          <p:nvPr/>
        </p:nvSpPr>
        <p:spPr>
          <a:xfrm xmlns:a="http://schemas.openxmlformats.org/drawingml/2006/main">
            <a:off x="7429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Subtract C</a:t>
            </a:r>
          </a:p>
        </p:txBody>
      </p:sp>
      <p:sp>
        <p:nvSpPr>
          <p:cNvPr id="5" name="operation-1-box">
            <a:extLst xmlns:a="http://schemas.openxmlformats.org/drawingml/2006/main">
              <a:ext uri="{FF2B5EF4-FFF2-40B4-BE49-F238E27FC236}">
                <a16:creationId xmlns:a16="http://schemas.microsoft.com/office/drawing/2014/main" id="{149B2C5C-94CF-462D-ADCB-6F0BD0301B0B}"/>
              </a:ext>
            </a:extLst>
          </p:cNvPr>
          <p:cNvSpPr>
            <a:spLocks xmlns:a="http://schemas.openxmlformats.org/drawingml/2006/main" noGrp="1"/>
          </p:cNvSpPr>
          <p:nvPr/>
        </p:nvSpPr>
        <p:spPr>
          <a:xfrm xmlns:a="http://schemas.openxmlformats.org/drawingml/2006/main">
            <a:off x="44005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6" name="operation-1-tex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466F5B5-21F8-4AED-9D8E-BF64F672CC33}"/>
              </a:ext>
            </a:extLst>
          </p:cNvPr>
          <p:cNvSpPr>
            <a:spLocks xmlns:a="http://schemas.openxmlformats.org/drawingml/2006/main" noGrp="1"/>
          </p:cNvSpPr>
          <p:nvPr/>
        </p:nvSpPr>
        <p:spPr>
          <a:xfrm xmlns:a="http://schemas.openxmlformats.org/drawingml/2006/main">
            <a:off x="44767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Rotate about zero</a:t>
            </a:r>
          </a:p>
        </p:txBody>
      </p:sp>
      <p:sp>
        <p:nvSpPr>
          <p:cNvPr id="7" name="operation-2-box">
            <a:extLst xmlns:a="http://schemas.openxmlformats.org/drawingml/2006/main">
              <a:ext uri="{FF2B5EF4-FFF2-40B4-BE49-F238E27FC236}">
                <a16:creationId xmlns:a16="http://schemas.microsoft.com/office/drawing/2014/main" id="{453B1E1A-64C9-429F-A02B-FF6F5AF3BF49}"/>
              </a:ext>
            </a:extLst>
          </p:cNvPr>
          <p:cNvSpPr>
            <a:spLocks xmlns:a="http://schemas.openxmlformats.org/drawingml/2006/main" noGrp="1"/>
          </p:cNvSpPr>
          <p:nvPr/>
        </p:nvSpPr>
        <p:spPr>
          <a:xfrm xmlns:a="http://schemas.openxmlformats.org/drawingml/2006/main">
            <a:off x="8134350" y="1266825"/>
            <a:ext cx="3371850" cy="4857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8" name="operation-2-tex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34C817A-5F39-4745-AD42-4B87FA3D1C1E}"/>
              </a:ext>
            </a:extLst>
          </p:cNvPr>
          <p:cNvSpPr>
            <a:spLocks xmlns:a="http://schemas.openxmlformats.org/drawingml/2006/main" noGrp="1"/>
          </p:cNvSpPr>
          <p:nvPr/>
        </p:nvSpPr>
        <p:spPr>
          <a:xfrm xmlns:a="http://schemas.openxmlformats.org/drawingml/2006/main">
            <a:off x="8210550" y="13430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C</a:t>
            </a:r>
          </a:p>
        </p:txBody>
      </p:sp>
      <p:sp>
        <p:nvSpPr>
          <p:cNvPr id="9" name="route-1-shaft">
            <a:extLst xmlns:a="http://schemas.openxmlformats.org/drawingml/2006/main">
              <a:ext uri="{FF2B5EF4-FFF2-40B4-BE49-F238E27FC236}">
                <a16:creationId xmlns:a16="http://schemas.microsoft.com/office/drawing/2014/main" id="{2658C9E0-8512-4DF1-A773-551CEF0F410C}"/>
              </a:ext>
            </a:extLst>
          </p:cNvPr>
          <p:cNvSpPr>
            <a:spLocks xmlns:a="http://schemas.openxmlformats.org/drawingml/2006/main" noGrp="1"/>
          </p:cNvSpPr>
          <p:nvPr/>
        </p:nvSpPr>
        <p:spPr>
          <a:xfrm xmlns:a="http://schemas.openxmlformats.org/drawingml/2006/main">
            <a:off x="40862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route-1-head">
            <a:extLst xmlns:a="http://schemas.openxmlformats.org/drawingml/2006/main">
              <a:ext uri="{FF2B5EF4-FFF2-40B4-BE49-F238E27FC236}">
                <a16:creationId xmlns:a16="http://schemas.microsoft.com/office/drawing/2014/main" id="{AB3D47FA-8019-4942-B9E5-CD15E092CB62}"/>
              </a:ext>
            </a:extLst>
          </p:cNvPr>
          <p:cNvSpPr>
            <a:spLocks xmlns:a="http://schemas.openxmlformats.org/drawingml/2006/main" noGrp="1"/>
          </p:cNvSpPr>
          <p:nvPr/>
        </p:nvSpPr>
        <p:spPr>
          <a:xfrm xmlns:a="http://schemas.openxmlformats.org/drawingml/2006/main" rot="5400000">
            <a:off x="42386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route-2-shaft">
            <a:extLst xmlns:a="http://schemas.openxmlformats.org/drawingml/2006/main">
              <a:ext uri="{FF2B5EF4-FFF2-40B4-BE49-F238E27FC236}">
                <a16:creationId xmlns:a16="http://schemas.microsoft.com/office/drawing/2014/main" id="{8FF39101-D5C2-451E-B8DF-F4EFD1234650}"/>
              </a:ext>
            </a:extLst>
          </p:cNvPr>
          <p:cNvSpPr>
            <a:spLocks xmlns:a="http://schemas.openxmlformats.org/drawingml/2006/main" noGrp="1"/>
          </p:cNvSpPr>
          <p:nvPr/>
        </p:nvSpPr>
        <p:spPr>
          <a:xfrm xmlns:a="http://schemas.openxmlformats.org/drawingml/2006/main">
            <a:off x="7820025" y="1504950"/>
            <a:ext cx="1714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route-2-head">
            <a:extLst xmlns:a="http://schemas.openxmlformats.org/drawingml/2006/main">
              <a:ext uri="{FF2B5EF4-FFF2-40B4-BE49-F238E27FC236}">
                <a16:creationId xmlns:a16="http://schemas.microsoft.com/office/drawing/2014/main" id="{A7FCCCF8-ACDF-4DA3-AB34-28206C922DE4}"/>
              </a:ext>
            </a:extLst>
          </p:cNvPr>
          <p:cNvSpPr>
            <a:spLocks xmlns:a="http://schemas.openxmlformats.org/drawingml/2006/main" noGrp="1"/>
          </p:cNvSpPr>
          <p:nvPr/>
        </p:nvSpPr>
        <p:spPr>
          <a:xfrm xmlns:a="http://schemas.openxmlformats.org/drawingml/2006/main" rot="5400000">
            <a:off x="7972425" y="14620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conditions">
            <a:extLst xmlns:a="http://schemas.openxmlformats.org/drawingml/2006/main">
              <a:ext uri="{FF2B5EF4-FFF2-40B4-BE49-F238E27FC236}">
                <a16:creationId xmlns:a16="http://schemas.microsoft.com/office/drawing/2014/main" id="{ACED072D-1B27-457A-8C38-19E1F8C99E20}"/>
              </a:ext>
            </a:extLst>
          </p:cNvPr>
          <p:cNvSpPr>
            <a:spLocks xmlns:a="http://schemas.openxmlformats.org/drawingml/2006/main" noGrp="1"/>
          </p:cNvSpPr>
          <p:nvPr/>
        </p:nvSpPr>
        <p:spPr>
          <a:xfrm xmlns:a="http://schemas.openxmlformats.org/drawingml/2006/main">
            <a:off x="666750" y="46767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Equal axis scales. Positive theta: counterclockwise; negative: clockwise.</a:t>
            </a:r>
          </a:p>
        </p:txBody>
      </p:sp>
      <p:sp>
        <p:nvSpPr>
          <p:cNvPr id="14" name="checks">
            <a:extLst xmlns:a="http://schemas.openxmlformats.org/drawingml/2006/main">
              <a:ext uri="{FF2B5EF4-FFF2-40B4-BE49-F238E27FC236}">
                <a16:creationId xmlns:a16="http://schemas.microsoft.com/office/drawing/2014/main" id="{F7135D33-E6AD-4763-8DC3-BA6D6475CA16}"/>
              </a:ext>
            </a:extLst>
          </p:cNvPr>
          <p:cNvSpPr>
            <a:spLocks xmlns:a="http://schemas.openxmlformats.org/drawingml/2006/main" noGrp="1"/>
          </p:cNvSpPr>
          <p:nvPr/>
        </p:nvSpPr>
        <p:spPr>
          <a:xfrm xmlns:a="http://schemas.openxmlformats.org/drawingml/2006/main">
            <a:off x="666750" y="52387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Checks: C stays fixed; distance to C stays fixed; zero turn gives P.</a:t>
            </a:r>
          </a:p>
        </p:txBody>
      </p:sp>
      <p:sp>
        <p:nvSpPr>
          <p:cNvPr id="15" name="final-example-underline">
            <a:extLst xmlns:a="http://schemas.openxmlformats.org/drawingml/2006/main">
              <a:ext uri="{FF2B5EF4-FFF2-40B4-BE49-F238E27FC236}">
                <a16:creationId xmlns:a16="http://schemas.microsoft.com/office/drawing/2014/main" id="{6D036D35-57A8-40EC-A8C7-28BC12496530}"/>
              </a:ext>
            </a:extLst>
          </p:cNvPr>
          <p:cNvSpPr>
            <a:spLocks xmlns:a="http://schemas.openxmlformats.org/drawingml/2006/main" noGrp="1"/>
          </p:cNvSpPr>
          <p:nvPr/>
        </p:nvSpPr>
        <p:spPr>
          <a:xfrm xmlns:a="http://schemas.openxmlformats.org/drawingml/2006/main">
            <a:off x="666750" y="6572250"/>
            <a:ext cx="10810875" cy="9525"/>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6" name="route-input" descr="P=(x,y),\ C=(a,b)">
            <a:extLst xmlns:a="http://schemas.openxmlformats.org/drawingml/2006/main">
              <a:ext uri="{FF2B5EF4-FFF2-40B4-BE49-F238E27FC236}">
                <a16:creationId xmlns:a16="http://schemas.microsoft.com/office/drawing/2014/main" id="{A416B8B3-D5CB-40E4-99F0-ED00106358A6}"/>
              </a:ext>
            </a:extLst>
          </p:cNvPr>
          <p:cNvPicPr>
            <a:picLocks xmlns:a="http://schemas.openxmlformats.org/drawingml/2006/main" noChangeAspect="1"/>
          </p:cNvPicPr>
          <p:nvPr/>
        </p:nvPicPr>
        <p:blipFill>
          <a:blip xmlns:r="http://schemas.openxmlformats.org/officeDocument/2006/relationships" xmlns:a="http://schemas.openxmlformats.org/drawingml/2006/main" r:embed="R644b082bbdeb4ef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66750" y="1962150"/>
            <a:ext cx="2571750" cy="238125"/>
          </a:xfrm>
          <a:prstGeom xmlns:a="http://schemas.openxmlformats.org/drawingml/2006/main" prst="rect">
            <a:avLst/>
          </a:prstGeom>
        </p:spPr>
      </p:pic>
      <p:pic>
        <p:nvPicPr>
          <p:cNvPr id="17" name="route-offset" descr="Q=(u,v)=(x-a,y-b)">
            <a:extLst xmlns:a="http://schemas.openxmlformats.org/drawingml/2006/main">
              <a:ext uri="{FF2B5EF4-FFF2-40B4-BE49-F238E27FC236}">
                <a16:creationId xmlns:a16="http://schemas.microsoft.com/office/drawing/2014/main" id="{D2F52C0C-2991-4EC4-AAF8-543FB1259F19}"/>
              </a:ext>
            </a:extLst>
          </p:cNvPr>
          <p:cNvPicPr>
            <a:picLocks xmlns:a="http://schemas.openxmlformats.org/drawingml/2006/main" noChangeAspect="1"/>
          </p:cNvPicPr>
          <p:nvPr/>
        </p:nvPicPr>
        <p:blipFill>
          <a:blip xmlns:r="http://schemas.openxmlformats.org/officeDocument/2006/relationships" xmlns:a="http://schemas.openxmlformats.org/drawingml/2006/main" r:embed="R2a8de1d0d47746a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400550" y="1962894"/>
            <a:ext cx="3143250" cy="236637"/>
          </a:xfrm>
          <a:prstGeom xmlns:a="http://schemas.openxmlformats.org/drawingml/2006/main" prst="rect">
            <a:avLst/>
          </a:prstGeom>
        </p:spPr>
      </p:pic>
      <p:pic>
        <p:nvPicPr>
          <p:cNvPr id="18" name="route-output" descr="P'=C+Q'">
            <a:extLst xmlns:a="http://schemas.openxmlformats.org/drawingml/2006/main">
              <a:ext uri="{FF2B5EF4-FFF2-40B4-BE49-F238E27FC236}">
                <a16:creationId xmlns:a16="http://schemas.microsoft.com/office/drawing/2014/main" id="{A7A45968-E481-439A-84D4-FBC75141D33B}"/>
              </a:ext>
            </a:extLst>
          </p:cNvPr>
          <p:cNvPicPr>
            <a:picLocks xmlns:a="http://schemas.openxmlformats.org/drawingml/2006/main" noChangeAspect="1"/>
          </p:cNvPicPr>
          <p:nvPr/>
        </p:nvPicPr>
        <p:blipFill>
          <a:blip xmlns:r="http://schemas.openxmlformats.org/officeDocument/2006/relationships" xmlns:a="http://schemas.openxmlformats.org/drawingml/2006/main" r:embed="Rf112cf4779fc44dc">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134350" y="1968847"/>
            <a:ext cx="1428750" cy="224730"/>
          </a:xfrm>
          <a:prstGeom xmlns:a="http://schemas.openxmlformats.org/drawingml/2006/main" prst="rect">
            <a:avLst/>
          </a:prstGeom>
        </p:spPr>
      </p:pic>
      <p:pic>
        <p:nvPicPr>
          <p:cNvPr id="19" name="takeaway-rotation" descr="(U,V)=(u\cos\theta-v\sin\theta,\ u\sin\theta+v\cos\theta)">
            <a:extLst xmlns:a="http://schemas.openxmlformats.org/drawingml/2006/main">
              <a:ext uri="{FF2B5EF4-FFF2-40B4-BE49-F238E27FC236}">
                <a16:creationId xmlns:a16="http://schemas.microsoft.com/office/drawing/2014/main" id="{49D2333D-CA02-4CD0-A86D-809DDEE5F062}"/>
              </a:ext>
            </a:extLst>
          </p:cNvPr>
          <p:cNvPicPr>
            <a:picLocks xmlns:a="http://schemas.openxmlformats.org/drawingml/2006/main" noChangeAspect="1"/>
          </p:cNvPicPr>
          <p:nvPr/>
        </p:nvPicPr>
        <p:blipFill>
          <a:blip xmlns:r="http://schemas.openxmlformats.org/officeDocument/2006/relationships" xmlns:a="http://schemas.openxmlformats.org/drawingml/2006/main" r:embed="Rb3a060ad7b9f408a">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2857500"/>
            <a:ext cx="6644640" cy="304800"/>
          </a:xfrm>
          <a:prstGeom xmlns:a="http://schemas.openxmlformats.org/drawingml/2006/main" prst="rect">
            <a:avLst/>
          </a:prstGeom>
        </p:spPr>
      </p:pic>
      <p:pic>
        <p:nvPicPr>
          <p:cNvPr id="20" name="takeaway-output" descr="P'=(a+U,\ b+V),\qquad (u,v)=(x-a,y-b)">
            <a:extLst xmlns:a="http://schemas.openxmlformats.org/drawingml/2006/main">
              <a:ext uri="{FF2B5EF4-FFF2-40B4-BE49-F238E27FC236}">
                <a16:creationId xmlns:a16="http://schemas.microsoft.com/office/drawing/2014/main" id="{A38CD4AC-8F62-4A62-9E5E-2E86DE190366}"/>
              </a:ext>
            </a:extLst>
          </p:cNvPr>
          <p:cNvPicPr>
            <a:picLocks xmlns:a="http://schemas.openxmlformats.org/drawingml/2006/main" noChangeAspect="1"/>
          </p:cNvPicPr>
          <p:nvPr/>
        </p:nvPicPr>
        <p:blipFill>
          <a:blip xmlns:r="http://schemas.openxmlformats.org/officeDocument/2006/relationships" xmlns:a="http://schemas.openxmlformats.org/drawingml/2006/main" r:embed="R43cd4069112b43d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66750" y="3843338"/>
            <a:ext cx="7934325" cy="333375"/>
          </a:xfrm>
          <a:prstGeom xmlns:a="http://schemas.openxmlformats.org/drawingml/2006/main" prst="rect">
            <a:avLst/>
          </a:prstGeom>
        </p:spPr>
      </p:pic>
      <p:pic>
        <p:nvPicPr>
          <p:cNvPr id="21" name="final-example" descr="P=(4,2),\quad C=(2,1),\quad \theta=90^\circ\quad\Longrightarrow\quad P'=(1,3)">
            <a:extLst xmlns:a="http://schemas.openxmlformats.org/drawingml/2006/main">
              <a:ext uri="{FF2B5EF4-FFF2-40B4-BE49-F238E27FC236}">
                <a16:creationId xmlns:a16="http://schemas.microsoft.com/office/drawing/2014/main" id="{05538EA0-2C52-4F03-AA68-4F063A667C22}"/>
              </a:ext>
            </a:extLst>
          </p:cNvPr>
          <p:cNvPicPr>
            <a:picLocks xmlns:a="http://schemas.openxmlformats.org/drawingml/2006/main" noChangeAspect="1"/>
          </p:cNvPicPr>
          <p:nvPr/>
        </p:nvPicPr>
        <p:blipFill>
          <a:blip xmlns:r="http://schemas.openxmlformats.org/officeDocument/2006/relationships" xmlns:a="http://schemas.openxmlformats.org/drawingml/2006/main" r:embed="R5f573870d2dd42f8">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66750" y="6082754"/>
            <a:ext cx="8934450" cy="331291"/>
          </a:xfrm>
          <a:prstGeom xmlns:a="http://schemas.openxmlformats.org/drawingml/2006/main" prst="rect">
            <a:avLst/>
          </a:prstGeom>
        </p:spPr>
      </p:pic>
    </p:spTree>
    <p:extLst>
      <p:ext uri="{BB962C8B-B14F-4D97-AF65-F5344CB8AC3E}">
        <p14:creationId xmlns:p14="http://schemas.microsoft.com/office/powerpoint/2010/main" val="6729515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2026-10-17T17:57:14.9840000Z</dcterms:created>
  <dcterms:modified xsi:type="dcterms:W3CDTF">2026-10-17T17:57:14.9840000Z</dcterms:modified>
</coreProperties>
</file>