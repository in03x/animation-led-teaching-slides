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svg" ContentType="image/svg+xml"/>
  <Default Extension="gif" ContentType="image/gif"/>
  <Override PartName="/ppt/slideLayouts/t3_reference_methods_slideLayout1.xml" ContentType="application/vnd.openxmlformats-officedocument.presentationml.slideLayout+xml"/>
  <Override PartName="/ppt/slideMasters/t3_reference_methods_slideMaster1.xml" ContentType="application/vnd.openxmlformats-officedocument.presentationml.slideMaster+xml"/>
  <Override PartName="/ppt/slideMasters/theme/t3_reference_methods_theme2.xml" ContentType="application/vnd.openxmlformats-officedocument.theme+xml"/>
</Types>
</file>

<file path=_rels/.rels>&#65279;<?xml version="1.0" encoding="utf-8"?><Relationships xmlns="http://schemas.openxmlformats.org/package/2006/relationships"><Relationship Type="http://schemas.openxmlformats.org/package/2006/relationships/metadata/core-properties" Target="/docProps/core.xml" Id="R0ebae60770be450f" /><Relationship Type="http://schemas.openxmlformats.org/officeDocument/2006/relationships/extended-properties" Target="/docProps/app.xml" Id="Rdde6c0bff2a94f9a" /><Relationship Type="http://schemas.openxmlformats.org/officeDocument/2006/relationships/officeDocument" Target="/ppt/presentation.xml" Id="R7f8abd2a64784371" /></Relationships>
</file>

<file path=ppt/presentation.xml><?xml version="1.0" encoding="utf-8"?>
<p:presentation xmlns:p="http://schemas.openxmlformats.org/presentationml/2006/main">
  <p:sldMasterIdLst>
    <p:sldMasterId xmlns:r="http://schemas.openxmlformats.org/officeDocument/2006/relationships" id="2147483648" r:id="R2b8f4a6280404c28"/>
    <p:sldMasterId xmlns:ns0="http://schemas.openxmlformats.org/officeDocument/2006/relationships" id="2147490001" ns0:id="rIdT3Master17"/>
  </p:sldMasterIdLst>
  <p:notesMasterIdLst>
    <p:notesMasterId xmlns:r="http://schemas.openxmlformats.org/officeDocument/2006/relationships" r:id="R7ef693e122724a98"/>
  </p:notesMasterIdLst>
  <p:sldIdLst>
    <p:sldId xmlns:r="http://schemas.openxmlformats.org/officeDocument/2006/relationships" id="256" r:id="Rfd10b83efcd5469a"/>
    <p:sldId xmlns:r="http://schemas.openxmlformats.org/officeDocument/2006/relationships" id="257" r:id="R756856e7faaf453c"/>
    <p:sldId xmlns:r="http://schemas.openxmlformats.org/officeDocument/2006/relationships" id="258" r:id="Re728fe03c7dc460b"/>
    <p:sldId xmlns:r="http://schemas.openxmlformats.org/officeDocument/2006/relationships" id="259" r:id="Ra63bcf18ed214ff5"/>
    <p:sldId xmlns:r="http://schemas.openxmlformats.org/officeDocument/2006/relationships" id="260" r:id="R451bf8ab436d4479"/>
    <p:sldId xmlns:r="http://schemas.openxmlformats.org/officeDocument/2006/relationships" id="261" r:id="Ra9096459d93f4717"/>
    <p:sldId xmlns:r="http://schemas.openxmlformats.org/officeDocument/2006/relationships" id="262" r:id="R5f2322976f2741ea"/>
    <p:sldId xmlns:r="http://schemas.openxmlformats.org/officeDocument/2006/relationships" id="263" r:id="R5af3ea8a7f954940"/>
    <p:sldId xmlns:r="http://schemas.openxmlformats.org/officeDocument/2006/relationships" id="264" r:id="R771ede0f46ba48d7"/>
    <p:sldId xmlns:r="http://schemas.openxmlformats.org/officeDocument/2006/relationships" id="265" r:id="Rbfdbfa2a049b409c"/>
    <p:sldId xmlns:r="http://schemas.openxmlformats.org/officeDocument/2006/relationships" id="266" r:id="R6a9d3b1eba7a49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321b146cfc3457b"/><Relationship Type="http://schemas.openxmlformats.org/officeDocument/2006/relationships/slideMaster" Target="/ppt/slideMasters/slideMaster1.xml" Id="R2b8f4a6280404c28"/><Relationship Type="http://schemas.openxmlformats.org/officeDocument/2006/relationships/notesMaster" Target="/ppt/notesMasters/notesMaster1.xml" Id="R7ef693e122724a98"/><Relationship Type="http://schemas.openxmlformats.org/officeDocument/2006/relationships/presProps" Target="/ppt/presProps.xml" Id="Rb5b2857aa52642fa"/><Relationship Type="http://schemas.openxmlformats.org/officeDocument/2006/relationships/tableStyles" Target="/ppt/tableStyles.xml" Id="R2baa5d4ead5d42ce"/><Relationship Type="http://schemas.openxmlformats.org/officeDocument/2006/relationships/slide" Target="/ppt/slides/slide1.xml" Id="Rfd10b83efcd5469a"/><Relationship Type="http://schemas.openxmlformats.org/officeDocument/2006/relationships/slide" Target="/ppt/slides/slide2.xml" Id="R756856e7faaf453c"/><Relationship Type="http://schemas.openxmlformats.org/officeDocument/2006/relationships/slide" Target="/ppt/slides/slide3.xml" Id="Re728fe03c7dc460b"/><Relationship Type="http://schemas.openxmlformats.org/officeDocument/2006/relationships/slide" Target="/ppt/slides/slide4.xml" Id="Ra63bcf18ed214ff5"/><Relationship Type="http://schemas.openxmlformats.org/officeDocument/2006/relationships/slide" Target="/ppt/slides/slide5.xml" Id="R451bf8ab436d4479"/><Relationship Type="http://schemas.openxmlformats.org/officeDocument/2006/relationships/slide" Target="/ppt/slides/slide6.xml" Id="Ra9096459d93f4717"/><Relationship Type="http://schemas.openxmlformats.org/officeDocument/2006/relationships/slide" Target="/ppt/slides/slide7.xml" Id="R5f2322976f2741ea"/><Relationship Type="http://schemas.openxmlformats.org/officeDocument/2006/relationships/slide" Target="/ppt/slides/slide8.xml" Id="R5af3ea8a7f954940"/><Relationship Type="http://schemas.openxmlformats.org/officeDocument/2006/relationships/slide" Target="/ppt/slides/slide9.xml" Id="R771ede0f46ba48d7"/><Relationship Type="http://schemas.openxmlformats.org/officeDocument/2006/relationships/slide" Target="/ppt/slides/slide10.xml" Id="Rbfdbfa2a049b409c"/><Relationship Type="http://schemas.openxmlformats.org/officeDocument/2006/relationships/slide" Target="/ppt/slides/slide11.xml" Id="R6a9d3b1eba7a49cb"/><Relationship Id="rIdT3Master17" Type="http://schemas.openxmlformats.org/officeDocument/2006/relationships/slideMaster" Target="slideMasters/t3_reference_methods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bd1d445d934d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28e47c679948e6" /><Relationship Type="http://schemas.openxmlformats.org/officeDocument/2006/relationships/notesMaster" Target="/ppt/notesMasters/notesMaster1.xml" Id="R56c32ad1193144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7247bfcd164691" /><Relationship Type="http://schemas.openxmlformats.org/officeDocument/2006/relationships/notesMaster" Target="/ppt/notesMasters/notesMaster1.xml" Id="Rd39fba9920fb43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168fb8a1854135" /><Relationship Type="http://schemas.openxmlformats.org/officeDocument/2006/relationships/notesMaster" Target="/ppt/notesMasters/notesMaster1.xml" Id="R2058baf4ad1840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0d40e18c3b4f70" /><Relationship Type="http://schemas.openxmlformats.org/officeDocument/2006/relationships/notesMaster" Target="/ppt/notesMasters/notesMaster1.xml" Id="R71791cb2ecc64f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8a80e0b6d34ed0" /><Relationship Type="http://schemas.openxmlformats.org/officeDocument/2006/relationships/notesMaster" Target="/ppt/notesMasters/notesMaster1.xml" Id="Re3d2cfbcad9043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0c66a20cb54eb4" /><Relationship Type="http://schemas.openxmlformats.org/officeDocument/2006/relationships/notesMaster" Target="/ppt/notesMasters/notesMaster1.xml" Id="R63f27a7b112b47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151a2d40a946c0" /><Relationship Type="http://schemas.openxmlformats.org/officeDocument/2006/relationships/notesMaster" Target="/ppt/notesMasters/notesMaster1.xml" Id="Rb4bd63e8a5db46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8b73a904a04545" /><Relationship Type="http://schemas.openxmlformats.org/officeDocument/2006/relationships/notesMaster" Target="/ppt/notesMasters/notesMaster1.xml" Id="R8272bb75efbe46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32a26149c44d6a" /><Relationship Type="http://schemas.openxmlformats.org/officeDocument/2006/relationships/notesMaster" Target="/ppt/notesMasters/notesMaster1.xml" Id="R90551aa62ccc41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736ce531524d19" /><Relationship Type="http://schemas.openxmlformats.org/officeDocument/2006/relationships/notesMaster" Target="/ppt/notesMasters/notesMaster1.xml" Id="Rb2a77ac9cb3c4f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407bd31a7f4b7b" /><Relationship Type="http://schemas.openxmlformats.org/officeDocument/2006/relationships/notesMaster" Target="/ppt/notesMasters/notesMaster1.xml" Id="R515adaa697f646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known points P=(4,2) and C=(2,1). We want a quarter turn counterclockwise about C. The centre stays fixed and the distance CP stays fixed. Coordinates use rightward x and upward y with equal scales. The light circle is the set of possible positions at the same distance from C. First identify which point must remain fixed. About 30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Moving the origin to C lets us turn around zero, where the coordinate directions are familiar. Q names the displacement from C to P. The scaffolding is fixed; each click fills the next actual object. Subtract C, rotate Q, then add C to get the world point P prime. We will now carry out these exact operations. About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 the coordinate differences first. A click translates both P and C by (-2,-1); the original points remain as light outlines. C arrives at zero, and P arrives at Q=(2,1). This is the same offset, with length sqrt(5), now based at zero. A later click records the subtraction. This coordinate move prepares the rotation; it has not turned the point. About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offset is 2 right and 1 up. Under a counterclockwise quarter turn, the rightward leg becomes 2 up, and the upward leg becomes 1 left. The first click turns the actual offset and both coordinate legs once, then holds. Read the endpoint (-1,2). The next click writes Q prime=(-v,u). A positive quarter turn swaps the coordinates and negates the new horizontal coordinate. About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turned only the offset. The world point must be based at C=(2,1). A click moves the rotated arrow from zero back to the same C, keeping the arrow direction and length. It ends at P prime=(1,3). Then record (2,1)+(-1,2). Check CP and CP prime both have length sqrt(5), and the angle is counterclockwise 90 degrees. About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concrete example is complete. Now replace 90 degrees by a signed angle theta and use P=(x,y), C=(a,b). The outer operations already work: subtract the centre and add it back. Only the middle operation needs a rule for the rotated coordinates U,V. Its selected outline marks the object we now inspect. The next two pages answer this precise missing question. About 30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inspecting the selected middle operation, not changing the process. Split Q=(u,v) into a horizontal arrow (u,0) followed by a vertical arrow (0,v). The endpoint is still Q. Turn the first arrow by theta. By the coordinate definition of cosine and sine its projections are u cos(theta) and u sin(theta). The illustration uses u=2,v=1,theta=35 degrees to keep the legs visible; the formula is general. The next page turns the remaining leg and joins it back. About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vertical unit direction is a counterclockwise quarter turn from the horizontal unit direction. After turning by theta the two remain perpendicular. Apply the already justified quarter-turn rule to (cos(theta),sin(theta)): it becomes (-sin(theta),cos(theta)). Multiply by signed v for the second leg. A rigid rotation preserves head-to-tail joins, so translate the turned vertical leg to the end of H and add its coordinates. The animation shows this turn and joining operation once. Negative u or v reverses the relevant leg; signed sine and cosine cover all quadrants. Zero legs simply vanish. About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return to the exact subtract-rotate-add layout from the question page. The centre and input keep their identities. The derived rule now fills the previously unresolved rotation operation, with its signed counterclockwise condition. Add the same centre to its two output coordinates. This establishes the general world-coordinate answer. The example at 90 degrees remains available as a check. Next we use this rule at a different angle, not begin another topic. About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angle changes visibly from 90 to 30 degrees; P,C and their offset (2,1) stay fixed. Retain the returned rule while substituting cos(30)=sqrt(3)/2 and sin(30)=1/2. First compute U=sqrt(3)-1/2 and V=1+sqrt(3)/2. The next click animates this actual 30-degree rotation about C once; it holds at the new point. The last click adds C, yielding (3/2+sqrt(3),2+sqrt(3)/2), approximately (3.232,2.866). About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one process: P to P-C to the rotated offset to C plus that offset. State the conditions: Cartesian coordinates with equal axis scale; positive angle counterclockwise, negative clockwise. The coordinate rule follows from the two rotated legs, not a matrix. At zero angle the point returns to itself, and a point equal to C remains C for every angle. Distance to C is preserved. For the given 90-degree example the answer is (1,3). This is the completed lesson. About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18dd3a312e4c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d7adc5922641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095c8417b84d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c4f35c110c4f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8efcffdaa54d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481fac984e479a" /></Relationships>
</file>

<file path=ppt/slideLayouts/_rels/t3_reference_methods_slideLayout1.xml.rels><?xml version='1.0' encoding='UTF-8' standalone='yes'?>
<Relationships xmlns="http://schemas.openxmlformats.org/package/2006/relationships"><Relationship Type="http://schemas.openxmlformats.org/officeDocument/2006/relationships/slideMaster" Target="../slideMasters/t3_reference_methods_slideMaster1.xml" Id="Rb871d85dee314de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206318-25D7-4D41-95D9-CCEB5C55903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112FAA-B508-4DAF-9CC6-578FAE15BF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CEB19D-4032-4E63-ADDE-975675EC24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D6775C-4D34-41A2-BF1F-3CEB047376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91BB3A-FECE-43B9-B4AD-473F6F04877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95903C-2000-4F53-9CC3-58DE09D3B2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40CE66-E489-4C31-AF96-41DCEE0D73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4D9433-A4AA-465D-A166-6A0E8AB408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50092E-25B8-4437-8F78-DF97F9C5ED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8A1D57-BD55-477C-BF8F-AC5F3E0416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e7d790578640e5" /><Relationship Type="http://schemas.openxmlformats.org/officeDocument/2006/relationships/slideLayout" Target="/ppt/slideLayouts/slideLayout1.xml" Id="R3117fbe74d0a4a66" /><Relationship Type="http://schemas.openxmlformats.org/officeDocument/2006/relationships/slideLayout" Target="/ppt/slideLayouts/slideLayout2.xml" Id="R7feea9c806554fb6" /><Relationship Type="http://schemas.openxmlformats.org/officeDocument/2006/relationships/slideLayout" Target="/ppt/slideLayouts/slideLayout3.xml" Id="R5297d701e93641eb" /><Relationship Type="http://schemas.openxmlformats.org/officeDocument/2006/relationships/slideLayout" Target="/ppt/slideLayouts/slideLayout4.xml" Id="Rde88325833274119" /><Relationship Type="http://schemas.openxmlformats.org/officeDocument/2006/relationships/slideLayout" Target="/ppt/slideLayouts/slideLayout5.xml" Id="R0bc53e0099404a03" /><Relationship Type="http://schemas.openxmlformats.org/officeDocument/2006/relationships/slideLayout" Target="/ppt/slideLayouts/slideLayout6.xml" Id="R6efe600bc9fc4786" /></Relationships>
</file>

<file path=ppt/slideMasters/_rels/t3_reference_methods_slideMaster1.xml.rels><?xml version='1.0' encoding='UTF-8' standalone='yes'?>
<Relationships xmlns="http://schemas.openxmlformats.org/package/2006/relationships"><Relationship Type="http://schemas.openxmlformats.org/officeDocument/2006/relationships/theme" Target="theme/t3_reference_methods_theme2.xml" Id="R1607b95a764944df"/><Relationship Type="http://schemas.openxmlformats.org/officeDocument/2006/relationships/slideLayout" Target="../slideLayouts/t3_reference_methods_slideLayout1.xml" Id="R6e2dbe7aaf214e86"/></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17fbe74d0a4a66"/>
    <p:sldLayoutId xmlns:r="http://schemas.openxmlformats.org/officeDocument/2006/relationships" id="2147483650" r:id="R7feea9c806554fb6"/>
    <p:sldLayoutId xmlns:r="http://schemas.openxmlformats.org/officeDocument/2006/relationships" id="2147483651" r:id="R5297d701e93641eb"/>
    <p:sldLayoutId xmlns:r="http://schemas.openxmlformats.org/officeDocument/2006/relationships" id="2147483652" r:id="Rde88325833274119"/>
    <p:sldLayoutId xmlns:r="http://schemas.openxmlformats.org/officeDocument/2006/relationships" id="2147483653" r:id="R0bc53e0099404a03"/>
    <p:sldLayoutId xmlns:r="http://schemas.openxmlformats.org/officeDocument/2006/relationships" id="2147483654" r:id="R6efe600bc9fc47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2"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t3_reference_methods_slideLayout1.xml" Id="Rb848192e655d47e6"/><Relationship Type="http://schemas.openxmlformats.org/officeDocument/2006/relationships/image" Target="/ppt/media/image.png" Id="R4ba398a294ec4ed6"/><Relationship Type="http://schemas.openxmlformats.org/officeDocument/2006/relationships/notesSlide" Target="/ppt/notesSlides/notesSlide1.xml" Id="R1c4b1b7fa85741b6"/><Relationship Id="rIdMathSvg0" Type="http://schemas.openxmlformats.org/officeDocument/2006/relationships/image" Target="../media/t4_26d3cdc6d86e02d8bdaf9834.svg"/><Relationship Id="rIdNav0" Type="http://schemas.openxmlformats.org/officeDocument/2006/relationships/slide" Target="slide1.xml"/></Relationships>
</file>

<file path=ppt/slides/_rels/slide2.xml.rels><?xml version='1.0' encoding='UTF-8' standalone='yes'?>
<Relationships xmlns="http://schemas.openxmlformats.org/package/2006/relationships"><Relationship Type="http://schemas.openxmlformats.org/officeDocument/2006/relationships/slideLayout" Target="../slideLayouts/t3_reference_methods_slideLayout1.xml" Id="R69b3f7c7a7b747d7"/><Relationship Type="http://schemas.openxmlformats.org/officeDocument/2006/relationships/image" Target="/ppt/media/image2.png" Id="R4024759e1ccf4a6a"/><Relationship Type="http://schemas.openxmlformats.org/officeDocument/2006/relationships/image" Target="/ppt/media/image3.png" Id="R39c410dc79504412"/><Relationship Type="http://schemas.openxmlformats.org/officeDocument/2006/relationships/image" Target="/ppt/media/image4.png" Id="R3c968b4f80384e8f"/><Relationship Type="http://schemas.openxmlformats.org/officeDocument/2006/relationships/image" Target="/ppt/media/image5.png" Id="R3fa4819ecce445a6"/><Relationship Type="http://schemas.openxmlformats.org/officeDocument/2006/relationships/image" Target="/ppt/media/image6.png" Id="R24199955f02643d8"/><Relationship Type="http://schemas.openxmlformats.org/officeDocument/2006/relationships/image" Target="/ppt/media/image7.png" Id="Rff216505c2754d19"/><Relationship Type="http://schemas.openxmlformats.org/officeDocument/2006/relationships/notesSlide" Target="/ppt/notesSlides/notesSlide2.xml" Id="Reef50a3095854f11"/><Relationship Id="rIdMathSvg0" Type="http://schemas.openxmlformats.org/officeDocument/2006/relationships/image" Target="../media/t4_93c3335567a796fdd93ef82e.svg"/><Relationship Id="rIdMathSvg1" Type="http://schemas.openxmlformats.org/officeDocument/2006/relationships/image" Target="../media/t4_d698e307613ffe1e09531287.svg"/><Relationship Id="rIdMathSvg2" Type="http://schemas.openxmlformats.org/officeDocument/2006/relationships/image" Target="../media/t4_b9b2e9ac93b5a7349e369dc0.svg"/><Relationship Id="rIdMathSvg3" Type="http://schemas.openxmlformats.org/officeDocument/2006/relationships/image" Target="../media/t4_d65d3acebfd33a6ce528a048.svg"/><Relationship Id="rIdMathSvg4" Type="http://schemas.openxmlformats.org/officeDocument/2006/relationships/image" Target="../media/t4_6d1e9afebdf76ebe90dcdad6.svg"/><Relationship Id="rIdMathSvg5" Type="http://schemas.openxmlformats.org/officeDocument/2006/relationships/image" Target="../media/t4_b9b2e9ac93b5a7349e369dc0.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6.xml"/><Relationship Id="rIdNav3" Type="http://schemas.openxmlformats.org/officeDocument/2006/relationships/slide" Target="slide5.xml"/></Relationships>
</file>

<file path=ppt/slides/_rels/slide3.xml.rels><?xml version='1.0' encoding='UTF-8' standalone='yes'?>
<Relationships xmlns="http://schemas.openxmlformats.org/package/2006/relationships"><Relationship Type="http://schemas.openxmlformats.org/officeDocument/2006/relationships/slideLayout" Target="../slideLayouts/t3_reference_methods_slideLayout1.xml" Id="Re29856c2f0c44ce4"/><Relationship Type="http://schemas.openxmlformats.org/officeDocument/2006/relationships/image" Target="/ppt/media/image8.png" Id="R054734010c94448c"/><Relationship Type="http://schemas.openxmlformats.org/officeDocument/2006/relationships/image" Target="/ppt/media/image9.png" Id="R9e13e0df56014210"/><Relationship Type="http://schemas.openxmlformats.org/officeDocument/2006/relationships/image" Target="/ppt/media/image10.png" Id="R740df61b432345d8"/><Relationship Type="http://schemas.openxmlformats.org/officeDocument/2006/relationships/image" Target="/ppt/media/image11.png" Id="Rcd20f90812ff4b92"/><Relationship Type="http://schemas.openxmlformats.org/officeDocument/2006/relationships/image" Target="/ppt/media/image12.png" Id="Rae11f2d5bf6c478b"/><Relationship Type="http://schemas.openxmlformats.org/officeDocument/2006/relationships/notesSlide" Target="/ppt/notesSlides/notesSlide3.xml" Id="R2810067473c748ca"/><Relationship Id="rIdMathSvg0" Type="http://schemas.openxmlformats.org/officeDocument/2006/relationships/image" Target="../media/t4_93c3335567a796fdd93ef82e.svg"/><Relationship Id="rIdMathSvg1" Type="http://schemas.openxmlformats.org/officeDocument/2006/relationships/image" Target="../media/t4_d698e307613ffe1e09531287.svg"/><Relationship Id="rIdMathSvg2" Type="http://schemas.openxmlformats.org/officeDocument/2006/relationships/image" Target="../media/t4_b9b2e9ac93b5a7349e369dc0.svg"/><Relationship Id="rIdMathSvg3" Type="http://schemas.openxmlformats.org/officeDocument/2006/relationships/image" Target="../media/t4_d65d3acebfd33a6ce528a048.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6.xml"/><Relationship Id="rIdNav3" Type="http://schemas.openxmlformats.org/officeDocument/2006/relationships/slide" Target="slide5.xml"/><Relationship Id="rIdT4ClickFrame1" Type="http://schemas.openxmlformats.org/officeDocument/2006/relationships/image" Target="../media/image8.png"/><Relationship Id="rIdT4ClickFrame2" Type="http://schemas.openxmlformats.org/officeDocument/2006/relationships/image" Target="../media/t4_click_a7e0eeb880a722e3ffe07dfbae19e8e15d2c7ba3c79f401ccc17bfad744d6a5d.png"/><Relationship Id="rIdT4ClickFrame3" Type="http://schemas.openxmlformats.org/officeDocument/2006/relationships/image" Target="../media/t4_click_d4a36d916b2b78f8e23b2cbd5d45223ce3d7f00b7d3c8a4a756ab9ce2ce24f71.png"/><Relationship Id="rIdT4ClickFrame4" Type="http://schemas.openxmlformats.org/officeDocument/2006/relationships/image" Target="../media/t4_click_8b5ce8ddb0dc400147422079de3dd9acee40b09820cafac9a41c82582b7b8f50.png"/><Relationship Id="rIdT4ClickFrame5" Type="http://schemas.openxmlformats.org/officeDocument/2006/relationships/image" Target="../media/t4_click_37dd20d0b566499d4ff6f30e23573ad8f7f4ed8cf864109b1b4108d567750e59.png"/><Relationship Id="rIdT4ClickFrame6" Type="http://schemas.openxmlformats.org/officeDocument/2006/relationships/image" Target="../media/t4_click_5ce62eb141df396b6940656989d6de028f879ba8dcb11a14322f8583efc3bbf1.png"/><Relationship Id="rIdT4ClickFrame7" Type="http://schemas.openxmlformats.org/officeDocument/2006/relationships/image" Target="../media/t4_click_059e299df050d211af5978216a12613384b78a2a0432ccf12ca2f58c4cf4d123.png"/><Relationship Id="rIdT4ClickFrame8" Type="http://schemas.openxmlformats.org/officeDocument/2006/relationships/image" Target="../media/t4_click_d7e0edba78f09e5f60f3fa670ed4d6b7c8889082324fb64d03df3687f6e7d7ea.png"/><Relationship Id="rIdT4ClickFrame9" Type="http://schemas.openxmlformats.org/officeDocument/2006/relationships/image" Target="../media/t4_click_239301de9d19ba258279fd00fedf3d723bef1f02bd11291f51d1cf91fda12301.png"/><Relationship Id="rIdT4ClickFrame10" Type="http://schemas.openxmlformats.org/officeDocument/2006/relationships/image" Target="../media/t4_click_e3dfa9ca0431be298f6b76059b22ed9d336a46d4b2bec5d38add14e81d0954e1.png"/><Relationship Id="rIdT4ClickFrame11" Type="http://schemas.openxmlformats.org/officeDocument/2006/relationships/image" Target="../media/t4_click_9311e88617d0e1f417968c94577902f1bbd7341a89fa71f4befe33f292200023.png"/><Relationship Id="rIdT4ClickFrame12" Type="http://schemas.openxmlformats.org/officeDocument/2006/relationships/image" Target="../media/t4_click_e34dae239ce4466ad188193c0aa755cd57e83e7e63b3becd8470bfdd77e63b78.png"/><Relationship Id="rIdT4ClickFrame13" Type="http://schemas.openxmlformats.org/officeDocument/2006/relationships/image" Target="../media/t4_click_eee355c19325fb3ac755acb52f6317726460598ebfcbfd95c807da7e0c66ebe8.png"/><Relationship Id="rIdT4ClickFrame14" Type="http://schemas.openxmlformats.org/officeDocument/2006/relationships/image" Target="../media/t4_click_cb691b5013cc61d71b6c8ad55a60426e9226ea210737f082e446bde230c02b3e.png"/><Relationship Id="rIdT4ClickFrame15" Type="http://schemas.openxmlformats.org/officeDocument/2006/relationships/image" Target="../media/t4_click_4bdd75c8d609a03889f20890bc845533b2eb40b0ef61f1c45c90cc167792f8da.png"/><Relationship Id="rIdT4ClickFrame16" Type="http://schemas.openxmlformats.org/officeDocument/2006/relationships/image" Target="../media/t4_click_ba256006d7c917b41154571e6fb5821ef166dd37d0eb7a1fca8969dd525040d6.png"/><Relationship Id="rIdT4ClickFrame17" Type="http://schemas.openxmlformats.org/officeDocument/2006/relationships/image" Target="../media/t4_click_5ccec0ab40ffe47cf9fe6152dca5e1cbc1396c82ac1403223b3c6b1cffaf23d2.png"/><Relationship Id="rIdT4ClickFrame18" Type="http://schemas.openxmlformats.org/officeDocument/2006/relationships/image" Target="../media/t4_click_19186605002d351dafa3ecc02da54e6e2dbc3572513d661623b38daeff588df7.png"/><Relationship Id="rIdT4ClickFrame19" Type="http://schemas.openxmlformats.org/officeDocument/2006/relationships/image" Target="../media/t4_click_a651446d8fe9910568194d4926ba46f971a30d7832e94212e609174c986d954d.png"/><Relationship Id="rIdT4ClickFrame20" Type="http://schemas.openxmlformats.org/officeDocument/2006/relationships/image" Target="../media/t4_click_589b9b77c0335554e5cbc2d85b4a7820151e0b4caee60b403128be09114b677b.png"/><Relationship Id="rIdT4ClickFrame21" Type="http://schemas.openxmlformats.org/officeDocument/2006/relationships/image" Target="../media/t4_click_33bc9625ba801b5579ae5af42970d80b181f19ebbd2138bc584cc996eb74072d.png"/><Relationship Id="rIdT4ClickFrame22" Type="http://schemas.openxmlformats.org/officeDocument/2006/relationships/image" Target="../media/t4_click_7798a0e118a4b47e92edc970fc55b7e1d0a753503de1571827a0f8bb55294bec.png"/><Relationship Id="rIdT4ClickFrame23" Type="http://schemas.openxmlformats.org/officeDocument/2006/relationships/image" Target="../media/t4_click_c99f101d474a87c86a113da9cc516c093b0eaf465e8da9e137c61de4ab93036c.png"/><Relationship Id="rIdT4ClickFrame24" Type="http://schemas.openxmlformats.org/officeDocument/2006/relationships/image" Target="../media/t4_click_eb6e63cf3cc75e51d94b00727ea1449e5cb197f0be55def1596f985ae392488e.png"/><Relationship Id="rIdT4ClickFrame25" Type="http://schemas.openxmlformats.org/officeDocument/2006/relationships/image" Target="../media/t4_click_57d9469699b1fa59182fa71b96b2a7eef79783a33ea7818d08536331112e5cfd.png"/><Relationship Id="rIdT4ClickFrame26" Type="http://schemas.openxmlformats.org/officeDocument/2006/relationships/image" Target="../media/t4_click_a49b3ba02dc4ba8c54ccbef0498ff714c8f10328406b8d8893235fd63d23048d.png"/><Relationship Id="rIdT4ClickFrame27" Type="http://schemas.openxmlformats.org/officeDocument/2006/relationships/image" Target="../media/t4_click_93fb5790cd732cfa720ebc419cfdaa6b34998a373708fff11afab0bb47330eb0.png"/><Relationship Id="rIdT4ClickFrame28" Type="http://schemas.openxmlformats.org/officeDocument/2006/relationships/image" Target="../media/t4_click_d7c9963475e61896a909a05d038adb6dd2593a009023d5bc347bf138053bab47.png"/><Relationship Id="rIdT4ClickFrame29" Type="http://schemas.openxmlformats.org/officeDocument/2006/relationships/image" Target="../media/t4_click_77cc6ae98364fa86b38a86abc8788709723ad35d021f284a14fd1b653d08243a.png"/></Relationships>
</file>

<file path=ppt/slides/_rels/slide4.xml.rels><?xml version='1.0' encoding='UTF-8' standalone='yes'?>
<Relationships xmlns="http://schemas.openxmlformats.org/package/2006/relationships"><Relationship Type="http://schemas.openxmlformats.org/officeDocument/2006/relationships/slideLayout" Target="../slideLayouts/t3_reference_methods_slideLayout1.xml" Id="R50f4d7961864436c"/><Relationship Type="http://schemas.openxmlformats.org/officeDocument/2006/relationships/image" Target="/ppt/media/image13.png" Id="R97c3f690c5264b66"/><Relationship Type="http://schemas.openxmlformats.org/officeDocument/2006/relationships/image" Target="/ppt/media/image14.png" Id="R000bf07cb9d74ce0"/><Relationship Type="http://schemas.openxmlformats.org/officeDocument/2006/relationships/image" Target="/ppt/media/image15.png" Id="R7968426ead384647"/><Relationship Type="http://schemas.openxmlformats.org/officeDocument/2006/relationships/image" Target="/ppt/media/image16.png" Id="Re6dfebe4afa9400d"/><Relationship Type="http://schemas.openxmlformats.org/officeDocument/2006/relationships/image" Target="/ppt/media/image17.png" Id="R888f25f2f8f94f27"/><Relationship Type="http://schemas.openxmlformats.org/officeDocument/2006/relationships/notesSlide" Target="/ppt/notesSlides/notesSlide4.xml" Id="Re8a1ea43d7e144b9"/><Relationship Id="rIdMathSvg0" Type="http://schemas.openxmlformats.org/officeDocument/2006/relationships/image" Target="../media/t4_93c3335567a796fdd93ef82e.svg"/><Relationship Id="rIdMathSvg1" Type="http://schemas.openxmlformats.org/officeDocument/2006/relationships/image" Target="../media/t4_d698e307613ffe1e09531287.svg"/><Relationship Id="rIdMathSvg2" Type="http://schemas.openxmlformats.org/officeDocument/2006/relationships/image" Target="../media/t4_b9b2e9ac93b5a7349e369dc0.svg"/><Relationship Id="rIdMathSvg3" Type="http://schemas.openxmlformats.org/officeDocument/2006/relationships/image" Target="../media/t4_5aebec8d5b6a15938aee4e78.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6.xml"/><Relationship Id="rIdNav3" Type="http://schemas.openxmlformats.org/officeDocument/2006/relationships/slide" Target="slide5.xml"/><Relationship Id="rIdT4ClickFrame1" Type="http://schemas.openxmlformats.org/officeDocument/2006/relationships/image" Target="../media/image13.png"/><Relationship Id="rIdT4ClickFrame2" Type="http://schemas.openxmlformats.org/officeDocument/2006/relationships/image" Target="../media/t4_click_d2f5164259da96ba14567632f930c3c1b59164ad805a60d0f41ad9d13bdecbef.png"/><Relationship Id="rIdT4ClickFrame3" Type="http://schemas.openxmlformats.org/officeDocument/2006/relationships/image" Target="../media/t4_click_d5367bf6c708de52a6369f2642b531503de599c08c950a58ab328ba81a6487f5.png"/><Relationship Id="rIdT4ClickFrame4" Type="http://schemas.openxmlformats.org/officeDocument/2006/relationships/image" Target="../media/t4_click_eaffc7c740b1eb3e92d7cd6dc028ccf2198c8a93615934f75cac695421aa36ee.png"/><Relationship Id="rIdT4ClickFrame5" Type="http://schemas.openxmlformats.org/officeDocument/2006/relationships/image" Target="../media/t4_click_7ac4bc54046626b7df214702cca1a59d0954195e41f2faccafff700131bb5578.png"/><Relationship Id="rIdT4ClickFrame6" Type="http://schemas.openxmlformats.org/officeDocument/2006/relationships/image" Target="../media/t4_click_551a31ef34626b3aa28ddd9dcf0032542891b1f71d62c12839159ea7caa42e7c.png"/><Relationship Id="rIdT4ClickFrame7" Type="http://schemas.openxmlformats.org/officeDocument/2006/relationships/image" Target="../media/t4_click_36a49ab490097b2aee11c15ad4a71e03cfa4100c612c9551ce63b43a28beb4c7.png"/><Relationship Id="rIdT4ClickFrame8" Type="http://schemas.openxmlformats.org/officeDocument/2006/relationships/image" Target="../media/t4_click_5fd6dd31745f98a3e5cdac63ee341d991eeb33e88babe275adf999fb3dbfae38.png"/><Relationship Id="rIdT4ClickFrame9" Type="http://schemas.openxmlformats.org/officeDocument/2006/relationships/image" Target="../media/t4_click_04aa1dcbf3df8d2e265ebab06fb6ebdec2bd74a06caf50fa0b6378a9bfa44a21.png"/><Relationship Id="rIdT4ClickFrame10" Type="http://schemas.openxmlformats.org/officeDocument/2006/relationships/image" Target="../media/t4_click_e6096ab1fc73d05bac79ca7ce4bd49bbd35e80dbbf50cf12d55cede7a3c77767.png"/><Relationship Id="rIdT4ClickFrame11" Type="http://schemas.openxmlformats.org/officeDocument/2006/relationships/image" Target="../media/t4_click_2d6a701c3d2eae14161968a21fbebd3f95bc528207e41da22bd9cd56aa9e390d.png"/><Relationship Id="rIdT4ClickFrame12" Type="http://schemas.openxmlformats.org/officeDocument/2006/relationships/image" Target="../media/t4_click_33d777183cbb844cdfc67e00f62db27a1133a28d784ca0e0f5b264728977ab43.png"/><Relationship Id="rIdT4ClickFrame13" Type="http://schemas.openxmlformats.org/officeDocument/2006/relationships/image" Target="../media/t4_click_cee944f23b82a9db24193d7e49a611a6ae7196ecdda42e0f1e59154c7fb95d91.png"/><Relationship Id="rIdT4ClickFrame14" Type="http://schemas.openxmlformats.org/officeDocument/2006/relationships/image" Target="../media/t4_click_71b6cbc9a5c3480178587253c95ef3a9bea5867ec43077808134e172a1f0d4de.png"/><Relationship Id="rIdT4ClickFrame15" Type="http://schemas.openxmlformats.org/officeDocument/2006/relationships/image" Target="../media/t4_click_1af5ef01e670d2a549105fcefba938f488a342593441c24dc4cbc6007e2c6a21.png"/><Relationship Id="rIdT4ClickFrame16" Type="http://schemas.openxmlformats.org/officeDocument/2006/relationships/image" Target="../media/t4_click_598f88aefe00e1b283f3f45d14c3274426004072edbc1670c0b6203aa574b4fc.png"/><Relationship Id="rIdT4ClickFrame17" Type="http://schemas.openxmlformats.org/officeDocument/2006/relationships/image" Target="../media/t4_click_3b100bca2f756b5d6b132987119bbfc10a4088c0540fd03665b26d9875c45000.png"/><Relationship Id="rIdT4ClickFrame18" Type="http://schemas.openxmlformats.org/officeDocument/2006/relationships/image" Target="../media/t4_click_898074eb1ed64754526b4b637aeca74a2910eb278c2d3cc36f03a681562394d9.png"/><Relationship Id="rIdT4ClickFrame19" Type="http://schemas.openxmlformats.org/officeDocument/2006/relationships/image" Target="../media/t4_click_b7e6117f30b3d33a8a5b0f35ecc1804fa970098e8b43edfe2f67819192a11d35.png"/><Relationship Id="rIdT4ClickFrame20" Type="http://schemas.openxmlformats.org/officeDocument/2006/relationships/image" Target="../media/t4_click_f7bd817c49dccb7821a7a39bff14346a4530473af98ca5e8a134744853cdd405.png"/><Relationship Id="rIdT4ClickFrame21" Type="http://schemas.openxmlformats.org/officeDocument/2006/relationships/image" Target="../media/t4_click_9d1e4afefb5d8a5baed41f7d9d1b61babd6f3f770a96b8bfa4d181d328421c2e.png"/><Relationship Id="rIdT4ClickFrame22" Type="http://schemas.openxmlformats.org/officeDocument/2006/relationships/image" Target="../media/t4_click_7b380e8613902d95d3f2dd6384c881c2cab944c2c82a1a3f4c9b7c14979b82d0.png"/><Relationship Id="rIdT4ClickFrame23" Type="http://schemas.openxmlformats.org/officeDocument/2006/relationships/image" Target="../media/t4_click_8ceb1fc0eb0a2372fb79b64d7ff8d6a9ab4a399234e91e3b880a77f6ade4e3b3.png"/><Relationship Id="rIdT4ClickFrame24" Type="http://schemas.openxmlformats.org/officeDocument/2006/relationships/image" Target="../media/t4_click_f1601ba4a5cc688b2a82b37d5e4fcb1825c34cc979a7555feca9df19eef88f8f.png"/><Relationship Id="rIdT4ClickFrame25" Type="http://schemas.openxmlformats.org/officeDocument/2006/relationships/image" Target="../media/t4_click_c51e9d37e0383bb7c384b208bd4ffb7535985c6d2d1cb632db5368e43113aabb.png"/><Relationship Id="rIdT4ClickFrame26" Type="http://schemas.openxmlformats.org/officeDocument/2006/relationships/image" Target="../media/t4_click_4c76834123bc182fdd1ea76529e6c5381903b343dbeb17b7c5b7c2ba45ba4a42.png"/><Relationship Id="rIdT4ClickFrame27" Type="http://schemas.openxmlformats.org/officeDocument/2006/relationships/image" Target="../media/t4_click_e62f6c7d9f2349c9eac9c286c0a73b093dec3f20619dbc0d67eff8947efb7971.png"/><Relationship Id="rIdT4ClickFrame28" Type="http://schemas.openxmlformats.org/officeDocument/2006/relationships/image" Target="../media/t4_click_adee6501545f156381f4017049a8a08692c8bc4ec79dd57e8e6c90982c8198e3.png"/><Relationship Id="rIdT4ClickFrame29" Type="http://schemas.openxmlformats.org/officeDocument/2006/relationships/image" Target="../media/t4_click_57dd5a814c8f774dc43193990930b75dd6cb0d291036a1533183c744838c2ec6.png"/></Relationships>
</file>

<file path=ppt/slides/_rels/slide5.xml.rels><?xml version='1.0' encoding='UTF-8' standalone='yes'?>
<Relationships xmlns="http://schemas.openxmlformats.org/package/2006/relationships"><Relationship Type="http://schemas.openxmlformats.org/officeDocument/2006/relationships/slideLayout" Target="../slideLayouts/t3_reference_methods_slideLayout1.xml" Id="Rbc4e75acba724697"/><Relationship Type="http://schemas.openxmlformats.org/officeDocument/2006/relationships/image" Target="/ppt/media/image18.png" Id="R76a226280dd648a6"/><Relationship Type="http://schemas.openxmlformats.org/officeDocument/2006/relationships/image" Target="/ppt/media/image19.png" Id="Rbaec1644ed884b12"/><Relationship Type="http://schemas.openxmlformats.org/officeDocument/2006/relationships/image" Target="/ppt/media/image20.png" Id="R68e1e58966674c71"/><Relationship Type="http://schemas.openxmlformats.org/officeDocument/2006/relationships/image" Target="/ppt/media/image21.png" Id="R42e949f4e4824386"/><Relationship Type="http://schemas.openxmlformats.org/officeDocument/2006/relationships/image" Target="/ppt/media/image22.png" Id="R1d60d0af9a7246cf"/><Relationship Type="http://schemas.openxmlformats.org/officeDocument/2006/relationships/notesSlide" Target="/ppt/notesSlides/notesSlide5.xml" Id="R2577f6e5ca034a90"/><Relationship Id="rIdMathSvg0" Type="http://schemas.openxmlformats.org/officeDocument/2006/relationships/image" Target="../media/t4_93c3335567a796fdd93ef82e.svg"/><Relationship Id="rIdMathSvg1" Type="http://schemas.openxmlformats.org/officeDocument/2006/relationships/image" Target="../media/t4_d698e307613ffe1e09531287.svg"/><Relationship Id="rIdMathSvg2" Type="http://schemas.openxmlformats.org/officeDocument/2006/relationships/image" Target="../media/t4_b9b2e9ac93b5a7349e369dc0.svg"/><Relationship Id="rIdMathSvg3" Type="http://schemas.openxmlformats.org/officeDocument/2006/relationships/image" Target="../media/t4_0106eddcfe698778f7954702.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6.xml"/><Relationship Id="rIdNav3" Type="http://schemas.openxmlformats.org/officeDocument/2006/relationships/slide" Target="slide5.xml"/><Relationship Id="rIdT4ClickFrame1" Type="http://schemas.openxmlformats.org/officeDocument/2006/relationships/image" Target="../media/image18.png"/><Relationship Id="rIdT4ClickFrame2" Type="http://schemas.openxmlformats.org/officeDocument/2006/relationships/image" Target="../media/t4_click_0124521cf6ffe589ffd83d9c88f7e9735fe5af0115fed320e946ae98f4db0cbc.png"/><Relationship Id="rIdT4ClickFrame3" Type="http://schemas.openxmlformats.org/officeDocument/2006/relationships/image" Target="../media/t4_click_dbbc1d739d27b3223a44c162511a8321c8bb2cc57b73b5ae61911e357ef4bc11.png"/><Relationship Id="rIdT4ClickFrame4" Type="http://schemas.openxmlformats.org/officeDocument/2006/relationships/image" Target="../media/t4_click_f1cfefdfb6ac6ba43c81cd711083a9d86e18607e3f3442cb2274dd5e67b1f7fb.png"/><Relationship Id="rIdT4ClickFrame5" Type="http://schemas.openxmlformats.org/officeDocument/2006/relationships/image" Target="../media/t4_click_b5bd166f88717865255d1147be33b648b660d5fd94daea5c59c95a16c2b6ff0d.png"/><Relationship Id="rIdT4ClickFrame6" Type="http://schemas.openxmlformats.org/officeDocument/2006/relationships/image" Target="../media/t4_click_89ad29944ebdd3515dfbe666d9b586357fc3d4d9343a974b1c4c29d829ffd7e3.png"/><Relationship Id="rIdT4ClickFrame7" Type="http://schemas.openxmlformats.org/officeDocument/2006/relationships/image" Target="../media/t4_click_0f1b4b3cefe156ef7b8553eac7f1bca59f157a5313bccd3b8af070564d672999.png"/><Relationship Id="rIdT4ClickFrame8" Type="http://schemas.openxmlformats.org/officeDocument/2006/relationships/image" Target="../media/t4_click_b42bfb82bb02743ec9483cc125ce7ef84d4486d032f80f369565b3bbb47c40b0.png"/><Relationship Id="rIdT4ClickFrame9" Type="http://schemas.openxmlformats.org/officeDocument/2006/relationships/image" Target="../media/t4_click_5fb23cbd0316abc4c87341279311f8f7d0ec135e64e6acd170157ed9b7a38102.png"/><Relationship Id="rIdT4ClickFrame10" Type="http://schemas.openxmlformats.org/officeDocument/2006/relationships/image" Target="../media/t4_click_e8e1ed0428475e73183d3343e804cb21a73d8b6bad1134b5955c2bac4c83681d.png"/><Relationship Id="rIdT4ClickFrame11" Type="http://schemas.openxmlformats.org/officeDocument/2006/relationships/image" Target="../media/t4_click_3b03fd764d637d9a3b9a6774f5a0f7a7ca225fa3b4063ed2be00f299b8a8b443.png"/><Relationship Id="rIdT4ClickFrame12" Type="http://schemas.openxmlformats.org/officeDocument/2006/relationships/image" Target="../media/t4_click_e6a8923fbde9b9df9ca54efc9da2e5c02c487a9d92acf39cb494e8d038a6edd2.png"/><Relationship Id="rIdT4ClickFrame13" Type="http://schemas.openxmlformats.org/officeDocument/2006/relationships/image" Target="../media/t4_click_93c7170437e4353e5e6c87d82581cedf9327e01200faa72d41b8759ff226d394.png"/><Relationship Id="rIdT4ClickFrame14" Type="http://schemas.openxmlformats.org/officeDocument/2006/relationships/image" Target="../media/t4_click_83f354381c1bd5270f2c6569beaa2c4d0e86b0e9040a6a91977fd4f9893f270f.png"/><Relationship Id="rIdT4ClickFrame15" Type="http://schemas.openxmlformats.org/officeDocument/2006/relationships/image" Target="../media/t4_click_e4f62236004071cb24625178d9b5b3b536cea161a8227ba8ae8dc32fdf270116.png"/><Relationship Id="rIdT4ClickFrame16" Type="http://schemas.openxmlformats.org/officeDocument/2006/relationships/image" Target="../media/t4_click_125bfc39cc540b4873e4216e676da8dcaf063f1de2634b0d9b24d62c29c53aab.png"/><Relationship Id="rIdT4ClickFrame17" Type="http://schemas.openxmlformats.org/officeDocument/2006/relationships/image" Target="../media/t4_click_b9fe5f004ebb5bd4dde0b73ac9e512ceda3d5ddc61315d9a41031ca841b3fe22.png"/><Relationship Id="rIdT4ClickFrame18" Type="http://schemas.openxmlformats.org/officeDocument/2006/relationships/image" Target="../media/t4_click_f71923a2e3c9a49686070911779634434e8dc2ea03a743b70b862c0051b90654.png"/><Relationship Id="rIdT4ClickFrame19" Type="http://schemas.openxmlformats.org/officeDocument/2006/relationships/image" Target="../media/t4_click_03b0dd8354b5d5b2e481cf76e76647f60017ca05e01571d17e6c7e6fdf38d8f2.png"/><Relationship Id="rIdT4ClickFrame20" Type="http://schemas.openxmlformats.org/officeDocument/2006/relationships/image" Target="../media/t4_click_9f9d3e4806a558b0a62e2071a7f05f8534f755457e2892e0c44d42941131b90f.png"/><Relationship Id="rIdT4ClickFrame21" Type="http://schemas.openxmlformats.org/officeDocument/2006/relationships/image" Target="../media/t4_click_6058050890766cd90bb0ed88356c34080855246a230cdfc3b005b62690a33a72.png"/><Relationship Id="rIdT4ClickFrame22" Type="http://schemas.openxmlformats.org/officeDocument/2006/relationships/image" Target="../media/t4_click_c5c59040fbdb277342a7eaddd8e5aca07ce3abbfa9960088cd5e0343f7264f78.png"/><Relationship Id="rIdT4ClickFrame23" Type="http://schemas.openxmlformats.org/officeDocument/2006/relationships/image" Target="../media/t4_click_2233babf852d03565425384f7772aa62931e9da1dc624bc9bfb20d478103998e.png"/><Relationship Id="rIdT4ClickFrame24" Type="http://schemas.openxmlformats.org/officeDocument/2006/relationships/image" Target="../media/t4_click_d6589fce56eb290f735559762151fbd556222bd046a580c8302dbfee69b90133.png"/><Relationship Id="rIdT4ClickFrame25" Type="http://schemas.openxmlformats.org/officeDocument/2006/relationships/image" Target="../media/t4_click_b91f60b59a8a1d1524da1b7b309c17b64cfe8359ca2e4f14328e97f8605faa0b.png"/><Relationship Id="rIdT4ClickFrame26" Type="http://schemas.openxmlformats.org/officeDocument/2006/relationships/image" Target="../media/t4_click_5e394a2d4aed4aecca3fdaed209d3a9d1ff091e0df3c432f560ce9c825d23331.png"/><Relationship Id="rIdT4ClickFrame27" Type="http://schemas.openxmlformats.org/officeDocument/2006/relationships/image" Target="../media/t4_click_25d950443682f8b2cea231fa13c46c832fb7ffd3e02854cd04f2d969d74f49a2.png"/><Relationship Id="rIdT4ClickFrame28" Type="http://schemas.openxmlformats.org/officeDocument/2006/relationships/image" Target="../media/t4_click_3ea2768c8f02fb1407f21c3cbabc422363b0fe65494df05dbd8eea270b297219.png"/><Relationship Id="rIdT4ClickFrame29" Type="http://schemas.openxmlformats.org/officeDocument/2006/relationships/image" Target="../media/t4_click_ee7f015138ad7c9999ced9b4979dfeb472833a3a755edc5fb09ed3a4b15f5f2b.png"/></Relationships>
</file>

<file path=ppt/slides/_rels/slide6.xml.rels><?xml version='1.0' encoding='UTF-8' standalone='yes'?>
<Relationships xmlns="http://schemas.openxmlformats.org/package/2006/relationships"><Relationship Type="http://schemas.openxmlformats.org/officeDocument/2006/relationships/slideLayout" Target="../slideLayouts/t3_reference_methods_slideLayout1.xml" Id="Rce9e0b734e334149"/><Relationship Type="http://schemas.openxmlformats.org/officeDocument/2006/relationships/image" Target="/ppt/media/image23.png" Id="R29b2f86bcd3e4dd3"/><Relationship Type="http://schemas.openxmlformats.org/officeDocument/2006/relationships/image" Target="/ppt/media/image24.png" Id="Rc767775f1fbf4dc5"/><Relationship Type="http://schemas.openxmlformats.org/officeDocument/2006/relationships/image" Target="/ppt/media/image25.png" Id="R3d09939690854d87"/><Relationship Type="http://schemas.openxmlformats.org/officeDocument/2006/relationships/image" Target="/ppt/media/image26.png" Id="R1a9657cc97c94fee"/><Relationship Type="http://schemas.openxmlformats.org/officeDocument/2006/relationships/notesSlide" Target="/ppt/notesSlides/notesSlide6.xml" Id="R020b76fc8a3b4b94"/><Relationship Id="rIdMathSvg0" Type="http://schemas.openxmlformats.org/officeDocument/2006/relationships/image" Target="../media/t4_785764d8e15a34ccb752f930.svg"/><Relationship Id="rIdMathSvg1" Type="http://schemas.openxmlformats.org/officeDocument/2006/relationships/image" Target="../media/t4_9e9850111a30ce36a5cf8a77.svg"/><Relationship Id="rIdMathSvg2" Type="http://schemas.openxmlformats.org/officeDocument/2006/relationships/image" Target="../media/t4_b9b2e9ac93b5a7349e369dc0.svg"/><Relationship Id="rIdMathSvg3" Type="http://schemas.openxmlformats.org/officeDocument/2006/relationships/image" Target="../media/t4_698ee5b7a4960dfc91e099c0.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6.xml"/><Relationship Id="rIdNav3" Type="http://schemas.openxmlformats.org/officeDocument/2006/relationships/slide" Target="slide5.xml"/></Relationships>
</file>

<file path=ppt/slides/_rels/slide7.xml.rels><?xml version='1.0' encoding='UTF-8' standalone='yes'?>
<Relationships xmlns="http://schemas.openxmlformats.org/package/2006/relationships"><Relationship Type="http://schemas.openxmlformats.org/officeDocument/2006/relationships/slideLayout" Target="../slideLayouts/t3_reference_methods_slideLayout1.xml" Id="Rbbafdabca9a643c8"/><Relationship Type="http://schemas.openxmlformats.org/officeDocument/2006/relationships/image" Target="/ppt/media/image27.png" Id="R45ea9dfe7c0d4883"/><Relationship Type="http://schemas.openxmlformats.org/officeDocument/2006/relationships/image" Target="/ppt/media/image28.png" Id="Rca7070e6991c42a8"/><Relationship Type="http://schemas.openxmlformats.org/officeDocument/2006/relationships/image" Target="/ppt/media/image29.png" Id="R0a54762c9d9046c4"/><Relationship Type="http://schemas.openxmlformats.org/officeDocument/2006/relationships/notesSlide" Target="/ppt/notesSlides/notesSlide7.xml" Id="Re8642883a0b44cb3"/><Relationship Id="rIdMathSvg0" Type="http://schemas.openxmlformats.org/officeDocument/2006/relationships/image" Target="../media/t4_c06b397f3498373f622289da.svg"/><Relationship Id="rIdMathSvg1" Type="http://schemas.openxmlformats.org/officeDocument/2006/relationships/image" Target="../media/t4_5fc065c9a57edf86efb01978.svg"/><Relationship Id="rIdNav0" Type="http://schemas.openxmlformats.org/officeDocument/2006/relationships/slide" Target="slide1.xml"/><Relationship Id="rIdT4ClickFrame1" Type="http://schemas.openxmlformats.org/officeDocument/2006/relationships/image" Target="../media/image27.png"/><Relationship Id="rIdT4ClickFrame2" Type="http://schemas.openxmlformats.org/officeDocument/2006/relationships/image" Target="../media/t4_click_bfd62852cc7eed8c543763cdbf0775452dde9e9754f0d09e56541b96bb049477.png"/><Relationship Id="rIdT4ClickFrame3" Type="http://schemas.openxmlformats.org/officeDocument/2006/relationships/image" Target="../media/t4_click_fa4a7cec45d1756b2b8e44c3a19f8ea04174f291a610c2441df59341894aa040.png"/><Relationship Id="rIdT4ClickFrame4" Type="http://schemas.openxmlformats.org/officeDocument/2006/relationships/image" Target="../media/t4_click_247bd298ecde568d3c3ec2c7d1130760a19890372981770d34db0413a1a43df6.png"/><Relationship Id="rIdT4ClickFrame5" Type="http://schemas.openxmlformats.org/officeDocument/2006/relationships/image" Target="../media/t4_click_967395c4dba69686db529925bd4d1b71cb834e0f4158a13ac15fbed6447108dc.png"/><Relationship Id="rIdT4ClickFrame6" Type="http://schemas.openxmlformats.org/officeDocument/2006/relationships/image" Target="../media/t4_click_871d93165491734eaaaa27c40c8a62332e65fa479e35234c05e77efae3f6af48.png"/><Relationship Id="rIdT4ClickFrame7" Type="http://schemas.openxmlformats.org/officeDocument/2006/relationships/image" Target="../media/t4_click_02fc50efdb0e43076659f3e8ecef17ed29624e3ed6c57ababad986230050c5b9.png"/><Relationship Id="rIdT4ClickFrame8" Type="http://schemas.openxmlformats.org/officeDocument/2006/relationships/image" Target="../media/t4_click_415b44805350e38886408b1037322cc302b92bd9f6a4f60dd3ba880483b09d5e.png"/><Relationship Id="rIdT4ClickFrame9" Type="http://schemas.openxmlformats.org/officeDocument/2006/relationships/image" Target="../media/t4_click_ea3b891128e0d611dfa7ffe75d949b6435e6c13ecfd8e2617eedb9813594a151.png"/><Relationship Id="rIdT4ClickFrame10" Type="http://schemas.openxmlformats.org/officeDocument/2006/relationships/image" Target="../media/t4_click_c10e1c76d2dba16ea608d852a99d3da8010151593267b93ffd4baf058e5faa98.png"/><Relationship Id="rIdT4ClickFrame11" Type="http://schemas.openxmlformats.org/officeDocument/2006/relationships/image" Target="../media/t4_click_5e4de938085905500ec975742cfebbe6fced10a6e7612b957bf7b7133b141799.png"/><Relationship Id="rIdT4ClickFrame12" Type="http://schemas.openxmlformats.org/officeDocument/2006/relationships/image" Target="../media/t4_click_63231e658aad4160a120fb4009633e5f3b8904d0994220aed8aced74fc41a27d.png"/><Relationship Id="rIdT4ClickFrame13" Type="http://schemas.openxmlformats.org/officeDocument/2006/relationships/image" Target="../media/t4_click_6b45036b422c79f86c77a67333521e582ad73064836763daa4a7a852249016dd.png"/><Relationship Id="rIdT4ClickFrame14" Type="http://schemas.openxmlformats.org/officeDocument/2006/relationships/image" Target="../media/t4_click_9209198e25c2215741aea59d3b7161c6a0d68a7d3fab244482b93be47d39c82a.png"/><Relationship Id="rIdT4ClickFrame15" Type="http://schemas.openxmlformats.org/officeDocument/2006/relationships/image" Target="../media/t4_click_8bfc56673b886dd24afa8836e62e2ecd841d88c51a5535802489371fbe096ceb.png"/><Relationship Id="rIdT4ClickFrame16" Type="http://schemas.openxmlformats.org/officeDocument/2006/relationships/image" Target="../media/t4_click_371147e43d8a39607b0943096e276ddf8408e07708e319b77cbeb2779cb5add3.png"/><Relationship Id="rIdT4ClickFrame17" Type="http://schemas.openxmlformats.org/officeDocument/2006/relationships/image" Target="../media/t4_click_42f1985c5310a2e869b3b0a001eff95bd48c9452666bce989559a1c0fc6daa81.png"/><Relationship Id="rIdT4ClickFrame18" Type="http://schemas.openxmlformats.org/officeDocument/2006/relationships/image" Target="../media/t4_click_afda0b4230d8693726c6e05410cfb35bc54bdd43321ef3accaef74ad643d484f.png"/><Relationship Id="rIdT4ClickFrame19" Type="http://schemas.openxmlformats.org/officeDocument/2006/relationships/image" Target="../media/t4_click_44f0eeb0378f4eb3b50ad280d6ba1b8f5cbd6489b5be746a4791d1b8fbeae647.png"/><Relationship Id="rIdT4ClickFrame20" Type="http://schemas.openxmlformats.org/officeDocument/2006/relationships/image" Target="../media/t4_click_11c73cdef1c6a2f9ef1285ef84c9909918a87479bb6d873fd567ca9438da9032.png"/><Relationship Id="rIdT4ClickFrame21" Type="http://schemas.openxmlformats.org/officeDocument/2006/relationships/image" Target="../media/t4_click_b78aa3cf95cda099f9112727150deb1a0f8ef4341d6544027e9ed94e95c43e96.png"/><Relationship Id="rIdT4ClickFrame22" Type="http://schemas.openxmlformats.org/officeDocument/2006/relationships/image" Target="../media/t4_click_4669d4baf4843b59c6f8e21d0c4c63f15e1de5aee6a0129d7829641fc79b9fe7.png"/><Relationship Id="rIdT4ClickFrame23" Type="http://schemas.openxmlformats.org/officeDocument/2006/relationships/image" Target="../media/t4_click_25bb07dbd5328cd5758074a6d5f7aecdb59fe1e758a5f34714fd39587c261448.png"/><Relationship Id="rIdT4ClickFrame24" Type="http://schemas.openxmlformats.org/officeDocument/2006/relationships/image" Target="../media/t4_click_af0a6cc252290a3e93cb766e1923fd8f9b42cf24e4c6f4a92837c87e4e1ab125.png"/><Relationship Id="rIdT4ClickFrame25" Type="http://schemas.openxmlformats.org/officeDocument/2006/relationships/image" Target="../media/t4_click_c4d03d4700e4be971b069c0dda2c73b99b3ed3bf5051ae0c84f2bf95a5f5d9f5.png"/><Relationship Id="rIdT4ClickFrame26" Type="http://schemas.openxmlformats.org/officeDocument/2006/relationships/image" Target="../media/t4_click_63ef0ca6748f8976cf9a8ab053688cce0a647d1ca9d03823175d2d42d3fe836d.png"/><Relationship Id="rIdT4ClickFrame27" Type="http://schemas.openxmlformats.org/officeDocument/2006/relationships/image" Target="../media/t4_click_c0372c052d6d916f1b579b9f1c6482030cf891ff1639d7fc01d3e34a235450d6.png"/><Relationship Id="rIdT4ClickFrame28" Type="http://schemas.openxmlformats.org/officeDocument/2006/relationships/image" Target="../media/t4_click_a14528230febf22ce60f3aac93a1bbf68c5e3f2b157c5092defc9dc104473402.png"/><Relationship Id="rIdT4ClickFrame29" Type="http://schemas.openxmlformats.org/officeDocument/2006/relationships/image" Target="../media/t4_click_c3fb681f4a838f62be8ae499b48defaa704dbf774ffde5409a42047dddb581fb.png"/></Relationships>
</file>

<file path=ppt/slides/_rels/slide8.xml.rels><?xml version='1.0' encoding='UTF-8' standalone='yes'?>
<Relationships xmlns="http://schemas.openxmlformats.org/package/2006/relationships"><Relationship Type="http://schemas.openxmlformats.org/officeDocument/2006/relationships/slideLayout" Target="../slideLayouts/t3_reference_methods_slideLayout1.xml" Id="Racc258456d5540fc"/><Relationship Type="http://schemas.openxmlformats.org/officeDocument/2006/relationships/image" Target="/ppt/media/image30.png" Id="R794eaac7681a490d"/><Relationship Type="http://schemas.openxmlformats.org/officeDocument/2006/relationships/image" Target="/ppt/media/image31.png" Id="R82575d0481874f5d"/><Relationship Type="http://schemas.openxmlformats.org/officeDocument/2006/relationships/image" Target="/ppt/media/image32.png" Id="Rcabc9cf2d18e4151"/><Relationship Type="http://schemas.openxmlformats.org/officeDocument/2006/relationships/image" Target="/ppt/media/image33.png" Id="R1598cb2d9ecb42df"/><Relationship Type="http://schemas.openxmlformats.org/officeDocument/2006/relationships/notesSlide" Target="/ppt/notesSlides/notesSlide8.xml" Id="R90d43cdefe2c4c23"/><Relationship Id="rIdMathSvg0" Type="http://schemas.openxmlformats.org/officeDocument/2006/relationships/image" Target="../media/t4_01451f9b9255fd35849218c9.svg"/><Relationship Id="rIdMathSvg1" Type="http://schemas.openxmlformats.org/officeDocument/2006/relationships/image" Target="../media/t4_eaf86916646f6b3080105fff.svg"/><Relationship Id="rIdMathSvg2" Type="http://schemas.openxmlformats.org/officeDocument/2006/relationships/image" Target="../media/t4_c5744250f7223152024227e6.svg"/><Relationship Id="rIdNav0" Type="http://schemas.openxmlformats.org/officeDocument/2006/relationships/slide" Target="slide1.xml"/><Relationship Id="rIdT4ClickFrame1" Type="http://schemas.openxmlformats.org/officeDocument/2006/relationships/image" Target="../media/image30.png"/><Relationship Id="rIdT4ClickFrame2" Type="http://schemas.openxmlformats.org/officeDocument/2006/relationships/image" Target="../media/t4_click_8cb0da117e6bb46674caec2066038036096a44164c56091733ff16edb2cfa2a3.png"/><Relationship Id="rIdT4ClickFrame3" Type="http://schemas.openxmlformats.org/officeDocument/2006/relationships/image" Target="../media/t4_click_3570d61c5ed71466db4d69995d9ea69f97d29b0cb3996bae5163d82e3e9dbd45.png"/><Relationship Id="rIdT4ClickFrame4" Type="http://schemas.openxmlformats.org/officeDocument/2006/relationships/image" Target="../media/t4_click_f97f95fa7ea94f15058f5a5b8a34169930582e595d0cc56fa2488a8ccf9c28e1.png"/><Relationship Id="rIdT4ClickFrame5" Type="http://schemas.openxmlformats.org/officeDocument/2006/relationships/image" Target="../media/t4_click_ed3ada2bd152a658a97b450a5db5eef2d5a6c806f17b7da0e52cb6e029b1b660.png"/><Relationship Id="rIdT4ClickFrame6" Type="http://schemas.openxmlformats.org/officeDocument/2006/relationships/image" Target="../media/t4_click_a3eb29b12cd2b6c3703a916d3759a6531ea6b68184ea7ab624a7decb763e8c5b.png"/><Relationship Id="rIdT4ClickFrame7" Type="http://schemas.openxmlformats.org/officeDocument/2006/relationships/image" Target="../media/t4_click_5830b13eaef3eeefbb469b629bcc86ad741821050b6383b8b111febc7228992d.png"/><Relationship Id="rIdT4ClickFrame8" Type="http://schemas.openxmlformats.org/officeDocument/2006/relationships/image" Target="../media/t4_click_1a912bcba1c4f0a16e6f487a5caaa0dcba0bab942413f53ddc5dfb601e5d91c7.png"/><Relationship Id="rIdT4ClickFrame9" Type="http://schemas.openxmlformats.org/officeDocument/2006/relationships/image" Target="../media/t4_click_c362594fbf5965efba06454ae724adb643bf4b2a7f6f6c0add622c278351fdc9.png"/><Relationship Id="rIdT4ClickFrame10" Type="http://schemas.openxmlformats.org/officeDocument/2006/relationships/image" Target="../media/t4_click_83fcd0e6d53d1203c19249e0c0fdf5968cd038717ab19fd8d75173fb45a91571.png"/><Relationship Id="rIdT4ClickFrame11" Type="http://schemas.openxmlformats.org/officeDocument/2006/relationships/image" Target="../media/t4_click_36a504544001cc56f67eb667289619b8a997e2b9af0154f5c4d0ff43eca09982.png"/><Relationship Id="rIdT4ClickFrame12" Type="http://schemas.openxmlformats.org/officeDocument/2006/relationships/image" Target="../media/t4_click_69ad6e2b3d22308a922d1c3facf2360f39ea10437cea5f8ec29e2ed7a2b44450.png"/><Relationship Id="rIdT4ClickFrame13" Type="http://schemas.openxmlformats.org/officeDocument/2006/relationships/image" Target="../media/t4_click_901cb016327d69621dd24c03cf528fdd425f88f83a63e0f3e61bdaa6620fd245.png"/><Relationship Id="rIdT4ClickFrame14" Type="http://schemas.openxmlformats.org/officeDocument/2006/relationships/image" Target="../media/t4_click_999a34e6e7e888ed2640d39de8ab26289264524d52c2b34e01f7e417b2ac168f.png"/><Relationship Id="rIdT4ClickFrame15" Type="http://schemas.openxmlformats.org/officeDocument/2006/relationships/image" Target="../media/t4_click_0026dedd34660a8ca61da1c610bac0c874fcbc46868c47e19355b2e840c2899b.png"/><Relationship Id="rIdT4ClickFrame16" Type="http://schemas.openxmlformats.org/officeDocument/2006/relationships/image" Target="../media/t4_click_5642732c4ab6b3f010bf9995b6054e3c017f774001a489095b1000d41247bf22.png"/><Relationship Id="rIdT4ClickFrame17" Type="http://schemas.openxmlformats.org/officeDocument/2006/relationships/image" Target="../media/t4_click_e22a0171ae9b23794cfdc1a21a4cb309080549d386f634be3e6b59583e816508.png"/><Relationship Id="rIdT4ClickFrame18" Type="http://schemas.openxmlformats.org/officeDocument/2006/relationships/image" Target="../media/t4_click_e8af80cc7db5a715f0a1aeed3167cb4fa66b51b610aa90b9b9a9cdca242b75e8.png"/><Relationship Id="rIdT4ClickFrame19" Type="http://schemas.openxmlformats.org/officeDocument/2006/relationships/image" Target="../media/t4_click_21c8a483aeb667d60acb723587cdc9470707c34ca61c0058fb40f9d4dbde85a3.png"/><Relationship Id="rIdT4ClickFrame20" Type="http://schemas.openxmlformats.org/officeDocument/2006/relationships/image" Target="../media/t4_click_2853ae439ab25e7f8a4d80454186fffff4f3533b5ec6ec033f6753aa4e3cb479.png"/><Relationship Id="rIdT4ClickFrame21" Type="http://schemas.openxmlformats.org/officeDocument/2006/relationships/image" Target="../media/t4_click_5f785142004209920557755a6fc3ed06265451935d6dba2169c276dd6787f1d9.png"/><Relationship Id="rIdT4ClickFrame22" Type="http://schemas.openxmlformats.org/officeDocument/2006/relationships/image" Target="../media/t4_click_b844601572d9cc093003db102059324081b16c06b0ece370f35a6a0b926707f4.png"/><Relationship Id="rIdT4ClickFrame23" Type="http://schemas.openxmlformats.org/officeDocument/2006/relationships/image" Target="../media/t4_click_d5b5d389dadbc77508b0fbdb18c86fd13672a5a55d71b265dee3208d66e15e34.png"/><Relationship Id="rIdT4ClickFrame24" Type="http://schemas.openxmlformats.org/officeDocument/2006/relationships/image" Target="../media/t4_click_a5c90c4a5c5c79279a56294c4e10d197c1fe62148c39e4e69ed156df34419088.png"/><Relationship Id="rIdT4ClickFrame25" Type="http://schemas.openxmlformats.org/officeDocument/2006/relationships/image" Target="../media/t4_click_f88398bbbd74610c5fd5724b4ad1eda91a235a01f6f9bb51ec222e4f44c47a44.png"/><Relationship Id="rIdT4ClickFrame26" Type="http://schemas.openxmlformats.org/officeDocument/2006/relationships/image" Target="../media/t4_click_60e330bd9511d0e91179fc05a255388688f2c41d39e97c39ac56bdc922478a32.png"/><Relationship Id="rIdT4ClickFrame27" Type="http://schemas.openxmlformats.org/officeDocument/2006/relationships/image" Target="../media/t4_click_b90b87264a405e02ffd48d9f6a156280fc3009a1e7f54304a338efbef036cd0f.png"/><Relationship Id="rIdT4ClickFrame28" Type="http://schemas.openxmlformats.org/officeDocument/2006/relationships/image" Target="../media/t4_click_0f15e3744d3016404f96a72d8cf4cbe9864aa13ceee35f671ebc643b8bab7e1d.png"/><Relationship Id="rIdT4ClickFrame29" Type="http://schemas.openxmlformats.org/officeDocument/2006/relationships/image" Target="../media/t4_click_3b1a4c1958a520ffc0deca8aa1dc2ab518cac6752ab2a595381afe785ccd43b1.png"/></Relationships>
</file>

<file path=ppt/slides/_rels/slide9.xml.rels><?xml version='1.0' encoding='UTF-8' standalone='yes'?>
<Relationships xmlns="http://schemas.openxmlformats.org/package/2006/relationships"><Relationship Type="http://schemas.openxmlformats.org/officeDocument/2006/relationships/slideLayout" Target="../slideLayouts/t3_reference_methods_slideLayout1.xml" Id="R81f1335bed8748c3"/><Relationship Type="http://schemas.openxmlformats.org/officeDocument/2006/relationships/image" Target="/ppt/media/image34.png" Id="Rbb02aeee080f4fe6"/><Relationship Type="http://schemas.openxmlformats.org/officeDocument/2006/relationships/image" Target="/ppt/media/image35.png" Id="R9e3e5b1f41ee480d"/><Relationship Type="http://schemas.openxmlformats.org/officeDocument/2006/relationships/image" Target="/ppt/media/image36.png" Id="R1e66cb67b41c46a5"/><Relationship Type="http://schemas.openxmlformats.org/officeDocument/2006/relationships/image" Target="/ppt/media/image37.png" Id="Rc61f0fbc51564bf8"/><Relationship Type="http://schemas.openxmlformats.org/officeDocument/2006/relationships/image" Target="/ppt/media/image38.png" Id="R5cc2ee2a9cf14ba3"/><Relationship Type="http://schemas.openxmlformats.org/officeDocument/2006/relationships/image" Target="/ppt/media/image39.png" Id="R902fa161535c47ad"/><Relationship Type="http://schemas.openxmlformats.org/officeDocument/2006/relationships/notesSlide" Target="/ppt/notesSlides/notesSlide9.xml" Id="Rfde898354eea47a6"/><Relationship Id="rIdMathSvg0" Type="http://schemas.openxmlformats.org/officeDocument/2006/relationships/image" Target="../media/t4_785764d8e15a34ccb752f930.svg"/><Relationship Id="rIdMathSvg1" Type="http://schemas.openxmlformats.org/officeDocument/2006/relationships/image" Target="../media/t4_9e9850111a30ce36a5cf8a77.svg"/><Relationship Id="rIdMathSvg2" Type="http://schemas.openxmlformats.org/officeDocument/2006/relationships/image" Target="../media/t4_b9b2e9ac93b5a7349e369dc0.svg"/><Relationship Id="rIdMathSvg3" Type="http://schemas.openxmlformats.org/officeDocument/2006/relationships/image" Target="../media/t4_c6f8998b31192b6ba6200c97.svg"/><Relationship Id="rIdMathSvg4" Type="http://schemas.openxmlformats.org/officeDocument/2006/relationships/image" Target="../media/t4_d09b6f23993532cf69b29429.svg"/><Relationship Id="rIdMathSvg5" Type="http://schemas.openxmlformats.org/officeDocument/2006/relationships/image" Target="../media/t4_6d33f7461de510e1094dfb00.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6.xml"/><Relationship Id="rIdNav3" Type="http://schemas.openxmlformats.org/officeDocument/2006/relationships/slide" Target="slide5.xml"/></Relationships>
</file>

<file path=ppt/slides/_rels/slide10.xml.rels><?xml version='1.0' encoding='UTF-8' standalone='yes'?>
<Relationships xmlns="http://schemas.openxmlformats.org/package/2006/relationships"><Relationship Type="http://schemas.openxmlformats.org/officeDocument/2006/relationships/slideLayout" Target="../slideLayouts/t3_reference_methods_slideLayout1.xml" Id="Rca6b9246803f4d91"/><Relationship Type="http://schemas.openxmlformats.org/officeDocument/2006/relationships/image" Target="/ppt/media/image40.png" Id="R4596d45278644fd4"/><Relationship Type="http://schemas.openxmlformats.org/officeDocument/2006/relationships/image" Target="/ppt/media/image41.png" Id="R8c0a570089a64619"/><Relationship Type="http://schemas.openxmlformats.org/officeDocument/2006/relationships/image" Target="/ppt/media/image42.png" Id="R7bb687ef2e494a0a"/><Relationship Type="http://schemas.openxmlformats.org/officeDocument/2006/relationships/image" Target="/ppt/media/image43.png" Id="Rc052b9972cd9498a"/><Relationship Type="http://schemas.openxmlformats.org/officeDocument/2006/relationships/image" Target="/ppt/media/image44.png" Id="R7e0d24a6f5e04ee3"/><Relationship Type="http://schemas.openxmlformats.org/officeDocument/2006/relationships/notesSlide" Target="/ppt/notesSlides/notesSlide10.xml" Id="R7ec28a21b21e4cbf"/><Relationship Id="rIdMathSvg0" Type="http://schemas.openxmlformats.org/officeDocument/2006/relationships/image" Target="../media/t4_a5dde6576a58a9e8677c4bd4.svg"/><Relationship Id="rIdMathSvg1" Type="http://schemas.openxmlformats.org/officeDocument/2006/relationships/image" Target="../media/t4_4c785b80173580a918694a2d.svg"/><Relationship Id="rIdMathSvg2" Type="http://schemas.openxmlformats.org/officeDocument/2006/relationships/image" Target="../media/t4_85008849fbb8d077676ac264.svg"/><Relationship Id="rIdMathSvg3" Type="http://schemas.openxmlformats.org/officeDocument/2006/relationships/image" Target="../media/t4_b163fbcbcdc0d23bbd1f7a1d.svg"/><Relationship Id="rIdNav0" Type="http://schemas.openxmlformats.org/officeDocument/2006/relationships/slide" Target="slide1.xml"/><Relationship Id="rIdT4ClickFrame1" Type="http://schemas.openxmlformats.org/officeDocument/2006/relationships/image" Target="../media/image40.png"/><Relationship Id="rIdT4ClickFrame2" Type="http://schemas.openxmlformats.org/officeDocument/2006/relationships/image" Target="../media/t4_click_ddeb52f2cc0e0a77ca32b407843cab185c26501a09acb2791b0becc79e0a0225.png"/><Relationship Id="rIdT4ClickFrame3" Type="http://schemas.openxmlformats.org/officeDocument/2006/relationships/image" Target="../media/t4_click_513fd4f707093274f03b9a583acc64fdeee83f1d82918fb42d3b5009003d960c.png"/><Relationship Id="rIdT4ClickFrame4" Type="http://schemas.openxmlformats.org/officeDocument/2006/relationships/image" Target="../media/t4_click_2bd2ab8c297d2e260642a31f592d35d9743aba8dfaa61aa479d2b10d23e2014c.png"/><Relationship Id="rIdT4ClickFrame5" Type="http://schemas.openxmlformats.org/officeDocument/2006/relationships/image" Target="../media/t4_click_9f5c321028b9e092c2e0860c18cce6d275007da7c9abc9b3603eaec7b30d5a6d.png"/><Relationship Id="rIdT4ClickFrame6" Type="http://schemas.openxmlformats.org/officeDocument/2006/relationships/image" Target="../media/t4_click_f406fd3a7cb541eef012febeb3df49a8de36f69d85f51c2e90310cdbd42e057f.png"/><Relationship Id="rIdT4ClickFrame7" Type="http://schemas.openxmlformats.org/officeDocument/2006/relationships/image" Target="../media/t4_click_a20ec52bf0d30c807027e1e6bf974de33856864363338e142e4caaee3781865f.png"/><Relationship Id="rIdT4ClickFrame8" Type="http://schemas.openxmlformats.org/officeDocument/2006/relationships/image" Target="../media/t4_click_0272d68733f5c4acd1f6ca6ea04ac0d18c91672176653489f0148a38cd9b5a11.png"/><Relationship Id="rIdT4ClickFrame9" Type="http://schemas.openxmlformats.org/officeDocument/2006/relationships/image" Target="../media/t4_click_22b7e69ffc693a9e181a3398b25195f0714c748677967b2a63c36e23de01d7c6.png"/><Relationship Id="rIdT4ClickFrame10" Type="http://schemas.openxmlformats.org/officeDocument/2006/relationships/image" Target="../media/t4_click_cb14b06e767eb446be942d9584e935cc85cd3789ffca1028540189de3df081f6.png"/><Relationship Id="rIdT4ClickFrame11" Type="http://schemas.openxmlformats.org/officeDocument/2006/relationships/image" Target="../media/t4_click_68dcc4c616393381d151d4a395a37a67c8cc901dfaa5e533c9910167be2d940b.png"/><Relationship Id="rIdT4ClickFrame12" Type="http://schemas.openxmlformats.org/officeDocument/2006/relationships/image" Target="../media/t4_click_1f5b6627c25332efb9784fecd4f63d64157e9513b853108c60e7069660a62b4f.png"/><Relationship Id="rIdT4ClickFrame13" Type="http://schemas.openxmlformats.org/officeDocument/2006/relationships/image" Target="../media/t4_click_99f8073bce6ce33a7a5750106666bee80b089408e61f55a00e779916710676c8.png"/><Relationship Id="rIdT4ClickFrame14" Type="http://schemas.openxmlformats.org/officeDocument/2006/relationships/image" Target="../media/t4_click_f62dbf7671ea4b185822b47115e9731cc8c8135d1b74cd0c969d101025f7852f.png"/><Relationship Id="rIdT4ClickFrame15" Type="http://schemas.openxmlformats.org/officeDocument/2006/relationships/image" Target="../media/t4_click_3154cbae558bb36a60008532080ba81fe332148224eb39ec664c0c75c08e8ea5.png"/><Relationship Id="rIdT4ClickFrame16" Type="http://schemas.openxmlformats.org/officeDocument/2006/relationships/image" Target="../media/t4_click_df7a7f91a3155e5a8f74f594b1f25473b5018363cc548852348d026b5ba28023.png"/><Relationship Id="rIdT4ClickFrame17" Type="http://schemas.openxmlformats.org/officeDocument/2006/relationships/image" Target="../media/t4_click_2dafbb2570ec4077d6135cf7d3d06bb6a332d906ede37b1b017bbed96f8d99ed.png"/><Relationship Id="rIdT4ClickFrame18" Type="http://schemas.openxmlformats.org/officeDocument/2006/relationships/image" Target="../media/t4_click_d07925cc4e9122563f7c8c8f1ebec4c7e812f0b4436b8527a9009b1a6756e0a9.png"/><Relationship Id="rIdT4ClickFrame19" Type="http://schemas.openxmlformats.org/officeDocument/2006/relationships/image" Target="../media/t4_click_014af0b0660159cedeb13ec60274a1bce34e4cadc1a9c0aeae1d46e27c69a452.png"/><Relationship Id="rIdT4ClickFrame20" Type="http://schemas.openxmlformats.org/officeDocument/2006/relationships/image" Target="../media/t4_click_35d783c3328b9b55a3949fd950768f4276229881e8e700136958b7d958707256.png"/><Relationship Id="rIdT4ClickFrame21" Type="http://schemas.openxmlformats.org/officeDocument/2006/relationships/image" Target="../media/t4_click_ef4e0edd4db8d8e27f4191b122c19d2715b4eee01cad70df15ebcd4ea7836b39.png"/><Relationship Id="rIdT4ClickFrame22" Type="http://schemas.openxmlformats.org/officeDocument/2006/relationships/image" Target="../media/t4_click_ebb8bbb3a64999fd2d3fc6888133815bc9344a90f0c25ed9a9e84fbf4814f2af.png"/><Relationship Id="rIdT4ClickFrame23" Type="http://schemas.openxmlformats.org/officeDocument/2006/relationships/image" Target="../media/t4_click_3af2cfa7aaace8e9f25a8964dd888be52fa3044629a6b49ddd0e461ae382c20a.png"/><Relationship Id="rIdT4ClickFrame24" Type="http://schemas.openxmlformats.org/officeDocument/2006/relationships/image" Target="../media/t4_click_e4e8c0e9e70239966a650c3ebbd052be3509a1d7c57c7b2dd228af240a348532.png"/><Relationship Id="rIdT4ClickFrame25" Type="http://schemas.openxmlformats.org/officeDocument/2006/relationships/image" Target="../media/t4_click_c7b57f54ca0fbda727472050b82b7fa9c278359f0dfe9e5793be5c160d14f981.png"/><Relationship Id="rIdT4ClickFrame26" Type="http://schemas.openxmlformats.org/officeDocument/2006/relationships/image" Target="../media/t4_click_5ee70eb751e7605df6fae8771f7db42d735541b19b9feb0e079044b05f994f38.png"/><Relationship Id="rIdT4ClickFrame27" Type="http://schemas.openxmlformats.org/officeDocument/2006/relationships/image" Target="../media/t4_click_a26c265ca923f380d20980809bba771b1cbf2fa5272ac1a930b1fd639631e806.png"/><Relationship Id="rIdT4ClickFrame28" Type="http://schemas.openxmlformats.org/officeDocument/2006/relationships/image" Target="../media/t4_click_3e809e9b7cf157afc468260598b31854d3859f18186c0df80d82b3cfc83203c2.png"/><Relationship Id="rIdT4ClickFrame29" Type="http://schemas.openxmlformats.org/officeDocument/2006/relationships/image" Target="../media/t4_click_90a8c65e196bd7097fb23924b31e0c5d97b13862d299be505df4b872eddf6426.png"/></Relationships>
</file>

<file path=ppt/slides/_rels/slide11.xml.rels><?xml version='1.0' encoding='UTF-8' standalone='yes'?>
<Relationships xmlns="http://schemas.openxmlformats.org/package/2006/relationships"><Relationship Type="http://schemas.openxmlformats.org/officeDocument/2006/relationships/slideLayout" Target="../slideLayouts/t3_reference_methods_slideLayout1.xml" Id="R5951bec28d0a4a3e"/><Relationship Type="http://schemas.openxmlformats.org/officeDocument/2006/relationships/image" Target="/ppt/media/image45.png" Id="R3e7de43b77714243"/><Relationship Type="http://schemas.openxmlformats.org/officeDocument/2006/relationships/image" Target="/ppt/media/image46.png" Id="Ra1afff9d8df84cd2"/><Relationship Type="http://schemas.openxmlformats.org/officeDocument/2006/relationships/image" Target="/ppt/media/image47.png" Id="Rb400a1114ec94773"/><Relationship Type="http://schemas.openxmlformats.org/officeDocument/2006/relationships/image" Target="/ppt/media/image48.png" Id="Rb820884e60464ec1"/><Relationship Type="http://schemas.openxmlformats.org/officeDocument/2006/relationships/image" Target="/ppt/media/image49.png" Id="Rac659260f7714e22"/><Relationship Type="http://schemas.openxmlformats.org/officeDocument/2006/relationships/image" Target="/ppt/media/image50.png" Id="R5d78d676b39b4d40"/><Relationship Type="http://schemas.openxmlformats.org/officeDocument/2006/relationships/notesSlide" Target="/ppt/notesSlides/notesSlide11.xml" Id="R1d356719c79a436a"/><Relationship Id="rIdMathSvg0" Type="http://schemas.openxmlformats.org/officeDocument/2006/relationships/image" Target="../media/t4_785764d8e15a34ccb752f930.svg"/><Relationship Id="rIdMathSvg1" Type="http://schemas.openxmlformats.org/officeDocument/2006/relationships/image" Target="../media/t4_9e9850111a30ce36a5cf8a77.svg"/><Relationship Id="rIdMathSvg2" Type="http://schemas.openxmlformats.org/officeDocument/2006/relationships/image" Target="../media/t4_b9b2e9ac93b5a7349e369dc0.svg"/><Relationship Id="rIdMathSvg3" Type="http://schemas.openxmlformats.org/officeDocument/2006/relationships/image" Target="../media/t4_58fdae474b4904ea49095b40.svg"/><Relationship Id="rIdMathSvg4" Type="http://schemas.openxmlformats.org/officeDocument/2006/relationships/image" Target="../media/t4_0d76b4525d7d08e8b4622764.svg"/><Relationship Id="rIdMathSvg5" Type="http://schemas.openxmlformats.org/officeDocument/2006/relationships/image" Target="../media/t4_8776ed44bce55f967cb55637.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6.xml"/><Relationship Id="rIdNav3" Type="http://schemas.openxmlformats.org/officeDocument/2006/relationships/slide" Target="slide5.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Turn around C, not around the origin</a:t>
            </a:r>
          </a:p>
        </p:txBody>
      </p:sp>
      <p:sp>
        <p:nvSpPr>
          <p:cNvPr id="3" name="x-axis">
            <a:extLst xmlns:a="http://schemas.openxmlformats.org/drawingml/2006/main">
              <a:ext uri="{FF2B5EF4-FFF2-40B4-BE49-F238E27FC236}">
                <a16:creationId xmlns:a16="http://schemas.microsoft.com/office/drawing/2014/main" id="{37C1FA4B-D7B5-402D-A563-C188B2545877}"/>
              </a:ext>
            </a:extLst>
          </p:cNvPr>
          <p:cNvSpPr>
            <a:spLocks xmlns:a="http://schemas.openxmlformats.org/drawingml/2006/main" noGrp="1"/>
          </p:cNvSpPr>
          <p:nvPr/>
        </p:nvSpPr>
        <p:spPr>
          <a:xfrm xmlns:a="http://schemas.openxmlformats.org/drawingml/2006/main">
            <a:off x="2428875" y="5048250"/>
            <a:ext cx="4857750" cy="95"/>
          </a:xfrm>
          <a:custGeom xmlns:a="http://schemas.openxmlformats.org/drawingml/2006/main">
            <a:pathLst>
              <a:path w="4857750" h="95">
                <a:moveTo>
                  <a:pt x="0" y="0"/>
                </a:moveTo>
                <a:lnTo>
                  <a:pt x="4857750" y="0"/>
                </a:lnTo>
              </a:path>
            </a:pathLst>
          </a:custGeom>
          <a:noFill xmlns:a="http://schemas.openxmlformats.org/drawingml/2006/main"/>
          <a:ln xmlns:a="http://schemas.openxmlformats.org/drawingml/2006/main" w="12383">
            <a:solidFill>
              <a:srgbClr val="9B9B9B"/>
            </a:solidFill>
          </a:ln>
        </p:spPr>
      </p:sp>
      <p:sp>
        <p:nvSpPr>
          <p:cNvPr id="4" name="y-axis">
            <a:extLst xmlns:a="http://schemas.openxmlformats.org/drawingml/2006/main">
              <a:ext uri="{FF2B5EF4-FFF2-40B4-BE49-F238E27FC236}">
                <a16:creationId xmlns:a16="http://schemas.microsoft.com/office/drawing/2014/main" id="{5627E053-7657-43F3-B6F8-C7FF07A5D6CD}"/>
              </a:ext>
            </a:extLst>
          </p:cNvPr>
          <p:cNvSpPr>
            <a:spLocks xmlns:a="http://schemas.openxmlformats.org/drawingml/2006/main" noGrp="1"/>
          </p:cNvSpPr>
          <p:nvPr/>
        </p:nvSpPr>
        <p:spPr>
          <a:xfrm xmlns:a="http://schemas.openxmlformats.org/drawingml/2006/main">
            <a:off x="3238500" y="2214563"/>
            <a:ext cx="95" cy="3319463"/>
          </a:xfrm>
          <a:custGeom xmlns:a="http://schemas.openxmlformats.org/drawingml/2006/main">
            <a:pathLst>
              <a:path w="95" h="3319463">
                <a:moveTo>
                  <a:pt x="0" y="3319463"/>
                </a:moveTo>
                <a:lnTo>
                  <a:pt x="0" y="0"/>
                </a:lnTo>
              </a:path>
            </a:pathLst>
          </a:custGeom>
          <a:noFill xmlns:a="http://schemas.openxmlformats.org/drawingml/2006/main"/>
          <a:ln xmlns:a="http://schemas.openxmlformats.org/drawingml/2006/main" w="12383">
            <a:solidFill>
              <a:srgbClr val="9B9B9B"/>
            </a:solidFill>
          </a:ln>
        </p:spPr>
      </p:sp>
      <p:sp>
        <p:nvSpPr>
          <p:cNvPr id="5" name="x">
            <a:extLst xmlns:a="http://schemas.openxmlformats.org/drawingml/2006/main">
              <a:ext uri="{FF2B5EF4-FFF2-40B4-BE49-F238E27FC236}">
                <a16:creationId xmlns:a16="http://schemas.microsoft.com/office/drawing/2014/main" id="{007C5840-ED31-4D4E-A7B3-CC7E3D7AE376}"/>
              </a:ext>
            </a:extLst>
          </p:cNvPr>
          <p:cNvSpPr>
            <a:spLocks xmlns:a="http://schemas.openxmlformats.org/drawingml/2006/main" noGrp="1"/>
          </p:cNvSpPr>
          <p:nvPr/>
        </p:nvSpPr>
        <p:spPr>
          <a:xfrm xmlns:a="http://schemas.openxmlformats.org/drawingml/2006/main">
            <a:off x="7381875" y="49530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x</a:t>
            </a:r>
          </a:p>
        </p:txBody>
      </p:sp>
      <p:sp>
        <p:nvSpPr>
          <p:cNvPr id="6" name="y">
            <a:extLst xmlns:a="http://schemas.openxmlformats.org/drawingml/2006/main">
              <a:ext uri="{FF2B5EF4-FFF2-40B4-BE49-F238E27FC236}">
                <a16:creationId xmlns:a16="http://schemas.microsoft.com/office/drawing/2014/main" id="{40612867-C26A-4835-B701-AF23F2F85170}"/>
              </a:ext>
            </a:extLst>
          </p:cNvPr>
          <p:cNvSpPr>
            <a:spLocks xmlns:a="http://schemas.openxmlformats.org/drawingml/2006/main" noGrp="1"/>
          </p:cNvSpPr>
          <p:nvPr/>
        </p:nvSpPr>
        <p:spPr>
          <a:xfrm xmlns:a="http://schemas.openxmlformats.org/drawingml/2006/main">
            <a:off x="3124200" y="1833563"/>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y</a:t>
            </a:r>
          </a:p>
        </p:txBody>
      </p:sp>
      <p:sp>
        <p:nvSpPr>
          <p:cNvPr id="7" name="tick-x-0">
            <a:extLst xmlns:a="http://schemas.openxmlformats.org/drawingml/2006/main">
              <a:ext uri="{FF2B5EF4-FFF2-40B4-BE49-F238E27FC236}">
                <a16:creationId xmlns:a16="http://schemas.microsoft.com/office/drawing/2014/main" id="{C9B935C6-5CE3-4C21-ACE2-0351AE47AF00}"/>
              </a:ext>
            </a:extLst>
          </p:cNvPr>
          <p:cNvSpPr>
            <a:spLocks xmlns:a="http://schemas.openxmlformats.org/drawingml/2006/main" noGrp="1"/>
          </p:cNvSpPr>
          <p:nvPr/>
        </p:nvSpPr>
        <p:spPr>
          <a:xfrm xmlns:a="http://schemas.openxmlformats.org/drawingml/2006/main">
            <a:off x="3124200"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0</a:t>
            </a:r>
          </a:p>
        </p:txBody>
      </p:sp>
      <p:sp>
        <p:nvSpPr>
          <p:cNvPr id="8" name="tick-x-1">
            <a:extLst xmlns:a="http://schemas.openxmlformats.org/drawingml/2006/main">
              <a:ext uri="{FF2B5EF4-FFF2-40B4-BE49-F238E27FC236}">
                <a16:creationId xmlns:a16="http://schemas.microsoft.com/office/drawing/2014/main" id="{4AC38BB2-4DA0-4B84-B22A-E00D192662CB}"/>
              </a:ext>
            </a:extLst>
          </p:cNvPr>
          <p:cNvSpPr>
            <a:spLocks xmlns:a="http://schemas.openxmlformats.org/drawingml/2006/main" noGrp="1"/>
          </p:cNvSpPr>
          <p:nvPr/>
        </p:nvSpPr>
        <p:spPr>
          <a:xfrm xmlns:a="http://schemas.openxmlformats.org/drawingml/2006/main">
            <a:off x="3933825"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1</a:t>
            </a:r>
          </a:p>
        </p:txBody>
      </p:sp>
      <p:sp>
        <p:nvSpPr>
          <p:cNvPr id="9" name="tick-x-2">
            <a:extLst xmlns:a="http://schemas.openxmlformats.org/drawingml/2006/main">
              <a:ext uri="{FF2B5EF4-FFF2-40B4-BE49-F238E27FC236}">
                <a16:creationId xmlns:a16="http://schemas.microsoft.com/office/drawing/2014/main" id="{E33CC0C6-2014-4566-AF23-729F07ACF1B1}"/>
              </a:ext>
            </a:extLst>
          </p:cNvPr>
          <p:cNvSpPr>
            <a:spLocks xmlns:a="http://schemas.openxmlformats.org/drawingml/2006/main" noGrp="1"/>
          </p:cNvSpPr>
          <p:nvPr/>
        </p:nvSpPr>
        <p:spPr>
          <a:xfrm xmlns:a="http://schemas.openxmlformats.org/drawingml/2006/main">
            <a:off x="4743450"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2</a:t>
            </a:r>
          </a:p>
        </p:txBody>
      </p:sp>
      <p:sp>
        <p:nvSpPr>
          <p:cNvPr id="10" name="tick-x-3">
            <a:extLst xmlns:a="http://schemas.openxmlformats.org/drawingml/2006/main">
              <a:ext uri="{FF2B5EF4-FFF2-40B4-BE49-F238E27FC236}">
                <a16:creationId xmlns:a16="http://schemas.microsoft.com/office/drawing/2014/main" id="{FFD5544B-9E26-4451-93D0-49AECC409061}"/>
              </a:ext>
            </a:extLst>
          </p:cNvPr>
          <p:cNvSpPr>
            <a:spLocks xmlns:a="http://schemas.openxmlformats.org/drawingml/2006/main" noGrp="1"/>
          </p:cNvSpPr>
          <p:nvPr/>
        </p:nvSpPr>
        <p:spPr>
          <a:xfrm xmlns:a="http://schemas.openxmlformats.org/drawingml/2006/main">
            <a:off x="5553075"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3</a:t>
            </a:r>
          </a:p>
        </p:txBody>
      </p:sp>
      <p:sp>
        <p:nvSpPr>
          <p:cNvPr id="11" name="tick-x-4">
            <a:extLst xmlns:a="http://schemas.openxmlformats.org/drawingml/2006/main">
              <a:ext uri="{FF2B5EF4-FFF2-40B4-BE49-F238E27FC236}">
                <a16:creationId xmlns:a16="http://schemas.microsoft.com/office/drawing/2014/main" id="{C5F3796F-CD32-4E79-99AB-3FAB628036C1}"/>
              </a:ext>
            </a:extLst>
          </p:cNvPr>
          <p:cNvSpPr>
            <a:spLocks xmlns:a="http://schemas.openxmlformats.org/drawingml/2006/main" noGrp="1"/>
          </p:cNvSpPr>
          <p:nvPr/>
        </p:nvSpPr>
        <p:spPr>
          <a:xfrm xmlns:a="http://schemas.openxmlformats.org/drawingml/2006/main">
            <a:off x="6362700"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4</a:t>
            </a:r>
          </a:p>
        </p:txBody>
      </p:sp>
      <p:sp>
        <p:nvSpPr>
          <p:cNvPr id="12" name="tick-y-1">
            <a:extLst xmlns:a="http://schemas.openxmlformats.org/drawingml/2006/main">
              <a:ext uri="{FF2B5EF4-FFF2-40B4-BE49-F238E27FC236}">
                <a16:creationId xmlns:a16="http://schemas.microsoft.com/office/drawing/2014/main" id="{D71FA80E-5D96-4D45-A141-5B945CC06B49}"/>
              </a:ext>
            </a:extLst>
          </p:cNvPr>
          <p:cNvSpPr>
            <a:spLocks xmlns:a="http://schemas.openxmlformats.org/drawingml/2006/main" noGrp="1"/>
          </p:cNvSpPr>
          <p:nvPr/>
        </p:nvSpPr>
        <p:spPr>
          <a:xfrm xmlns:a="http://schemas.openxmlformats.org/drawingml/2006/main">
            <a:off x="2857500" y="408622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i="0">
                <a:solidFill>
                  <a:srgbClr val="777777"/>
                </a:solidFill>
                <a:latin typeface="Times New Roman"/>
                <a:ea typeface="Times New Roman"/>
                <a:cs typeface="Times New Roman"/>
              </a:defRPr>
            </a:defPPr>
          </a:lstStyle>
          <a:p xmlns:a="http://schemas.openxmlformats.org/drawingml/2006/main">
            <a:pPr algn="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1</a:t>
            </a:r>
          </a:p>
        </p:txBody>
      </p:sp>
      <p:sp>
        <p:nvSpPr>
          <p:cNvPr id="13" name="tick-y-2">
            <a:extLst xmlns:a="http://schemas.openxmlformats.org/drawingml/2006/main">
              <a:ext uri="{FF2B5EF4-FFF2-40B4-BE49-F238E27FC236}">
                <a16:creationId xmlns:a16="http://schemas.microsoft.com/office/drawing/2014/main" id="{3933F10D-A955-434A-B76D-00688D10162E}"/>
              </a:ext>
            </a:extLst>
          </p:cNvPr>
          <p:cNvSpPr>
            <a:spLocks xmlns:a="http://schemas.openxmlformats.org/drawingml/2006/main" noGrp="1"/>
          </p:cNvSpPr>
          <p:nvPr/>
        </p:nvSpPr>
        <p:spPr>
          <a:xfrm xmlns:a="http://schemas.openxmlformats.org/drawingml/2006/main">
            <a:off x="2857500" y="327660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i="0">
                <a:solidFill>
                  <a:srgbClr val="777777"/>
                </a:solidFill>
                <a:latin typeface="Times New Roman"/>
                <a:ea typeface="Times New Roman"/>
                <a:cs typeface="Times New Roman"/>
              </a:defRPr>
            </a:defPPr>
          </a:lstStyle>
          <a:p xmlns:a="http://schemas.openxmlformats.org/drawingml/2006/main">
            <a:pPr algn="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2</a:t>
            </a:r>
          </a:p>
        </p:txBody>
      </p:sp>
      <p:sp>
        <p:nvSpPr>
          <p:cNvPr id="14" name="tick-y-3">
            <a:extLst xmlns:a="http://schemas.openxmlformats.org/drawingml/2006/main">
              <a:ext uri="{FF2B5EF4-FFF2-40B4-BE49-F238E27FC236}">
                <a16:creationId xmlns:a16="http://schemas.microsoft.com/office/drawing/2014/main" id="{EF766045-B341-4A80-A9FE-6F2F0743B2EA}"/>
              </a:ext>
            </a:extLst>
          </p:cNvPr>
          <p:cNvSpPr>
            <a:spLocks xmlns:a="http://schemas.openxmlformats.org/drawingml/2006/main" noGrp="1"/>
          </p:cNvSpPr>
          <p:nvPr/>
        </p:nvSpPr>
        <p:spPr>
          <a:xfrm xmlns:a="http://schemas.openxmlformats.org/drawingml/2006/main">
            <a:off x="2857500" y="246697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i="0">
                <a:solidFill>
                  <a:srgbClr val="777777"/>
                </a:solidFill>
                <a:latin typeface="Times New Roman"/>
                <a:ea typeface="Times New Roman"/>
                <a:cs typeface="Times New Roman"/>
              </a:defRPr>
            </a:defPPr>
          </a:lstStyle>
          <a:p xmlns:a="http://schemas.openxmlformats.org/drawingml/2006/main">
            <a:pPr algn="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3</a:t>
            </a:r>
          </a:p>
        </p:txBody>
      </p:sp>
      <p:sp>
        <p:nvSpPr>
          <p:cNvPr id="15" name="centre">
            <a:extLst xmlns:a="http://schemas.openxmlformats.org/drawingml/2006/main">
              <a:ext uri="{FF2B5EF4-FFF2-40B4-BE49-F238E27FC236}">
                <a16:creationId xmlns:a16="http://schemas.microsoft.com/office/drawing/2014/main" id="{1A2DF14A-12FB-4E2C-8CF6-EC5BFC6ABF3D}"/>
              </a:ext>
            </a:extLst>
          </p:cNvPr>
          <p:cNvSpPr>
            <a:spLocks xmlns:a="http://schemas.openxmlformats.org/drawingml/2006/main" noGrp="1"/>
          </p:cNvSpPr>
          <p:nvPr/>
        </p:nvSpPr>
        <p:spPr>
          <a:xfrm xmlns:a="http://schemas.openxmlformats.org/drawingml/2006/main">
            <a:off x="4810125" y="4191000"/>
            <a:ext cx="95250" cy="952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16" name="centre-label">
            <a:extLst xmlns:a="http://schemas.openxmlformats.org/drawingml/2006/main">
              <a:ext uri="{FF2B5EF4-FFF2-40B4-BE49-F238E27FC236}">
                <a16:creationId xmlns:a16="http://schemas.microsoft.com/office/drawing/2014/main" id="{59025149-839F-46F4-9AA7-AE09765FB0D5}"/>
              </a:ext>
            </a:extLst>
          </p:cNvPr>
          <p:cNvSpPr>
            <a:spLocks xmlns:a="http://schemas.openxmlformats.org/drawingml/2006/main" noGrp="1"/>
          </p:cNvSpPr>
          <p:nvPr/>
        </p:nvSpPr>
        <p:spPr>
          <a:xfrm xmlns:a="http://schemas.openxmlformats.org/drawingml/2006/main">
            <a:off x="5019675" y="431482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C=(2,1)</a:t>
            </a:r>
          </a:p>
        </p:txBody>
      </p:sp>
      <p:sp>
        <p:nvSpPr>
          <p:cNvPr id="17" name="point">
            <a:extLst xmlns:a="http://schemas.openxmlformats.org/drawingml/2006/main">
              <a:ext uri="{FF2B5EF4-FFF2-40B4-BE49-F238E27FC236}">
                <a16:creationId xmlns:a16="http://schemas.microsoft.com/office/drawing/2014/main" id="{E50C1DC7-3267-4885-827E-89E346AE145C}"/>
              </a:ext>
            </a:extLst>
          </p:cNvPr>
          <p:cNvSpPr>
            <a:spLocks xmlns:a="http://schemas.openxmlformats.org/drawingml/2006/main" noGrp="1"/>
          </p:cNvSpPr>
          <p:nvPr/>
        </p:nvSpPr>
        <p:spPr>
          <a:xfrm xmlns:a="http://schemas.openxmlformats.org/drawingml/2006/main">
            <a:off x="6419850" y="3371850"/>
            <a:ext cx="114300" cy="11430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18" name="point-label">
            <a:extLst xmlns:a="http://schemas.openxmlformats.org/drawingml/2006/main">
              <a:ext uri="{FF2B5EF4-FFF2-40B4-BE49-F238E27FC236}">
                <a16:creationId xmlns:a16="http://schemas.microsoft.com/office/drawing/2014/main" id="{6BCCDD37-E4D3-480B-B4AA-31BFFC8F8491}"/>
              </a:ext>
            </a:extLst>
          </p:cNvPr>
          <p:cNvSpPr>
            <a:spLocks xmlns:a="http://schemas.openxmlformats.org/drawingml/2006/main" noGrp="1"/>
          </p:cNvSpPr>
          <p:nvPr/>
        </p:nvSpPr>
        <p:spPr>
          <a:xfrm xmlns:a="http://schemas.openxmlformats.org/drawingml/2006/main">
            <a:off x="6619875" y="323850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P=(4,2)</a:t>
            </a:r>
          </a:p>
        </p:txBody>
      </p:sp>
      <p:sp>
        <p:nvSpPr>
          <p:cNvPr id="19" name="radius">
            <a:extLst xmlns:a="http://schemas.openxmlformats.org/drawingml/2006/main">
              <a:ext uri="{FF2B5EF4-FFF2-40B4-BE49-F238E27FC236}">
                <a16:creationId xmlns:a16="http://schemas.microsoft.com/office/drawing/2014/main" id="{EEC99926-19B9-4BDF-A098-68F7ABD69EC4}"/>
              </a:ext>
            </a:extLst>
          </p:cNvPr>
          <p:cNvSpPr>
            <a:spLocks xmlns:a="http://schemas.openxmlformats.org/drawingml/2006/main" noGrp="1"/>
          </p:cNvSpPr>
          <p:nvPr/>
        </p:nvSpPr>
        <p:spPr>
          <a:xfrm xmlns:a="http://schemas.openxmlformats.org/drawingml/2006/main">
            <a:off x="4857750" y="3429000"/>
            <a:ext cx="1619250" cy="809625"/>
          </a:xfrm>
          <a:custGeom xmlns:a="http://schemas.openxmlformats.org/drawingml/2006/main">
            <a:pathLst>
              <a:path w="1619250" h="809625">
                <a:moveTo>
                  <a:pt x="0" y="809625"/>
                </a:moveTo>
                <a:lnTo>
                  <a:pt x="1619250" y="0"/>
                </a:lnTo>
              </a:path>
            </a:pathLst>
          </a:custGeom>
          <a:noFill xmlns:a="http://schemas.openxmlformats.org/drawingml/2006/main"/>
          <a:ln xmlns:a="http://schemas.openxmlformats.org/drawingml/2006/main" w="20955">
            <a:solidFill>
              <a:srgbClr val="202020"/>
            </a:solidFill>
          </a:ln>
        </p:spPr>
      </p:sp>
      <p:sp>
        <p:nvSpPr>
          <p:cNvPr id="20" name="fixed-point">
            <a:extLst xmlns:a="http://schemas.openxmlformats.org/drawingml/2006/main">
              <a:ext uri="{FF2B5EF4-FFF2-40B4-BE49-F238E27FC236}">
                <a16:creationId xmlns:a16="http://schemas.microsoft.com/office/drawing/2014/main" id="{03D7ED05-05E4-42BE-85BA-B1C4816EBACE}"/>
              </a:ext>
            </a:extLst>
          </p:cNvPr>
          <p:cNvSpPr>
            <a:spLocks xmlns:a="http://schemas.openxmlformats.org/drawingml/2006/main" noGrp="1"/>
          </p:cNvSpPr>
          <p:nvPr/>
        </p:nvSpPr>
        <p:spPr>
          <a:xfrm xmlns:a="http://schemas.openxmlformats.org/drawingml/2006/main">
            <a:off x="8572500" y="31432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Keep C fixed.</a:t>
            </a:r>
          </a:p>
        </p:txBody>
      </p:sp>
      <p:sp>
        <p:nvSpPr>
          <p:cNvPr id="21" name="quarter-arc">
            <a:extLst xmlns:a="http://schemas.openxmlformats.org/drawingml/2006/main">
              <a:ext uri="{FF2B5EF4-FFF2-40B4-BE49-F238E27FC236}">
                <a16:creationId xmlns:a16="http://schemas.microsoft.com/office/drawing/2014/main" id="{CAF3BA1A-FFE0-4A93-BB74-2E4C6A30A315}"/>
              </a:ext>
            </a:extLst>
          </p:cNvPr>
          <p:cNvSpPr>
            <a:spLocks xmlns:a="http://schemas.openxmlformats.org/drawingml/2006/main" noGrp="1"/>
          </p:cNvSpPr>
          <p:nvPr/>
        </p:nvSpPr>
        <p:spPr>
          <a:xfrm xmlns:a="http://schemas.openxmlformats.org/drawingml/2006/main">
            <a:off x="4048125" y="2428276"/>
            <a:ext cx="2428875" cy="1000724"/>
          </a:xfrm>
          <a:custGeom xmlns:a="http://schemas.openxmlformats.org/drawingml/2006/main">
            <a:pathLst>
              <a:path w="2428875" h="1000724">
                <a:moveTo>
                  <a:pt x="2428875" y="1000724"/>
                </a:moveTo>
                <a:lnTo>
                  <a:pt x="2401518" y="948177"/>
                </a:lnTo>
                <a:lnTo>
                  <a:pt x="2372456" y="896554"/>
                </a:lnTo>
                <a:lnTo>
                  <a:pt x="2341721" y="845908"/>
                </a:lnTo>
                <a:lnTo>
                  <a:pt x="2309345" y="796296"/>
                </a:lnTo>
                <a:lnTo>
                  <a:pt x="2275363" y="747770"/>
                </a:lnTo>
                <a:lnTo>
                  <a:pt x="2239812" y="700381"/>
                </a:lnTo>
                <a:lnTo>
                  <a:pt x="2202729" y="654181"/>
                </a:lnTo>
                <a:lnTo>
                  <a:pt x="2164154" y="609219"/>
                </a:lnTo>
                <a:lnTo>
                  <a:pt x="2124129" y="565543"/>
                </a:lnTo>
                <a:lnTo>
                  <a:pt x="2082696" y="523200"/>
                </a:lnTo>
                <a:lnTo>
                  <a:pt x="2039900" y="482235"/>
                </a:lnTo>
                <a:lnTo>
                  <a:pt x="1995787" y="442693"/>
                </a:lnTo>
                <a:lnTo>
                  <a:pt x="1950403" y="404615"/>
                </a:lnTo>
                <a:lnTo>
                  <a:pt x="1903798" y="368043"/>
                </a:lnTo>
                <a:lnTo>
                  <a:pt x="1856021" y="333014"/>
                </a:lnTo>
                <a:lnTo>
                  <a:pt x="1807124" y="299568"/>
                </a:lnTo>
                <a:lnTo>
                  <a:pt x="1757159" y="267740"/>
                </a:lnTo>
                <a:lnTo>
                  <a:pt x="1706179" y="237563"/>
                </a:lnTo>
                <a:lnTo>
                  <a:pt x="1654238" y="209071"/>
                </a:lnTo>
                <a:lnTo>
                  <a:pt x="1601394" y="182294"/>
                </a:lnTo>
                <a:lnTo>
                  <a:pt x="1547702" y="157259"/>
                </a:lnTo>
                <a:lnTo>
                  <a:pt x="1493219" y="133995"/>
                </a:lnTo>
                <a:lnTo>
                  <a:pt x="1438004" y="112526"/>
                </a:lnTo>
                <a:lnTo>
                  <a:pt x="1382116" y="92875"/>
                </a:lnTo>
                <a:lnTo>
                  <a:pt x="1325616" y="75063"/>
                </a:lnTo>
                <a:lnTo>
                  <a:pt x="1268562" y="59110"/>
                </a:lnTo>
                <a:lnTo>
                  <a:pt x="1211018" y="45031"/>
                </a:lnTo>
                <a:lnTo>
                  <a:pt x="1153043" y="32843"/>
                </a:lnTo>
                <a:lnTo>
                  <a:pt x="1094701" y="22559"/>
                </a:lnTo>
                <a:lnTo>
                  <a:pt x="1036054" y="14188"/>
                </a:lnTo>
                <a:lnTo>
                  <a:pt x="977164" y="7742"/>
                </a:lnTo>
                <a:lnTo>
                  <a:pt x="918094" y="3225"/>
                </a:lnTo>
                <a:lnTo>
                  <a:pt x="858909" y="644"/>
                </a:lnTo>
                <a:lnTo>
                  <a:pt x="799670" y="0"/>
                </a:lnTo>
                <a:lnTo>
                  <a:pt x="740443" y="1295"/>
                </a:lnTo>
                <a:lnTo>
                  <a:pt x="681289" y="4527"/>
                </a:lnTo>
                <a:lnTo>
                  <a:pt x="622273" y="9693"/>
                </a:lnTo>
                <a:lnTo>
                  <a:pt x="563458" y="16787"/>
                </a:lnTo>
                <a:lnTo>
                  <a:pt x="504906" y="25802"/>
                </a:lnTo>
                <a:lnTo>
                  <a:pt x="446680" y="36727"/>
                </a:lnTo>
                <a:lnTo>
                  <a:pt x="388843" y="49552"/>
                </a:lnTo>
                <a:lnTo>
                  <a:pt x="331457" y="64263"/>
                </a:lnTo>
                <a:lnTo>
                  <a:pt x="274582" y="80843"/>
                </a:lnTo>
                <a:lnTo>
                  <a:pt x="218281" y="99275"/>
                </a:lnTo>
                <a:lnTo>
                  <a:pt x="162613" y="119539"/>
                </a:lnTo>
                <a:lnTo>
                  <a:pt x="107637" y="141614"/>
                </a:lnTo>
                <a:lnTo>
                  <a:pt x="53414" y="165476"/>
                </a:lnTo>
                <a:lnTo>
                  <a:pt x="0" y="191099"/>
                </a:lnTo>
              </a:path>
            </a:pathLst>
          </a:custGeom>
          <a:noFill xmlns:a="http://schemas.openxmlformats.org/drawingml/2006/main"/>
          <a:ln xmlns:a="http://schemas.openxmlformats.org/drawingml/2006/main" w="17145">
            <a:solidFill>
              <a:srgbClr val="777777"/>
            </a:solidFill>
          </a:ln>
        </p:spPr>
      </p:sp>
      <p:sp>
        <p:nvSpPr>
          <p:cNvPr id="22" name="turn-label">
            <a:extLst xmlns:a="http://schemas.openxmlformats.org/drawingml/2006/main">
              <a:ext uri="{FF2B5EF4-FFF2-40B4-BE49-F238E27FC236}">
                <a16:creationId xmlns:a16="http://schemas.microsoft.com/office/drawing/2014/main" id="{76380E9F-E6A4-463E-9944-2CE80E09EE07}"/>
              </a:ext>
            </a:extLst>
          </p:cNvPr>
          <p:cNvSpPr>
            <a:spLocks xmlns:a="http://schemas.openxmlformats.org/drawingml/2006/main" noGrp="1"/>
          </p:cNvSpPr>
          <p:nvPr/>
        </p:nvSpPr>
        <p:spPr>
          <a:xfrm xmlns:a="http://schemas.openxmlformats.org/drawingml/2006/main">
            <a:off x="7239000" y="23336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90 degrees counterclockwise</a:t>
            </a:r>
          </a:p>
        </p:txBody>
      </p:sp>
      <p:sp>
        <p:nvSpPr>
          <p:cNvPr id="23" name="radius-label">
            <a:extLst xmlns:a="http://schemas.openxmlformats.org/drawingml/2006/main">
              <a:ext uri="{FF2B5EF4-FFF2-40B4-BE49-F238E27FC236}">
                <a16:creationId xmlns:a16="http://schemas.microsoft.com/office/drawing/2014/main" id="{33E1B86E-A8F1-42BB-8A6E-21E1E669FEEB}"/>
              </a:ext>
            </a:extLst>
          </p:cNvPr>
          <p:cNvSpPr>
            <a:spLocks xmlns:a="http://schemas.openxmlformats.org/drawingml/2006/main" noGrp="1"/>
          </p:cNvSpPr>
          <p:nvPr/>
        </p:nvSpPr>
        <p:spPr>
          <a:xfrm xmlns:a="http://schemas.openxmlformats.org/drawingml/2006/main">
            <a:off x="8572500" y="366712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Keep the distance CP.</a:t>
            </a:r>
          </a:p>
        </p:txBody>
      </p:sp>
      <p:sp>
        <p:nvSpPr>
          <p:cNvPr id="24" name="goal">
            <a:extLst xmlns:a="http://schemas.openxmlformats.org/drawingml/2006/main">
              <a:ext uri="{FF2B5EF4-FFF2-40B4-BE49-F238E27FC236}">
                <a16:creationId xmlns:a16="http://schemas.microsoft.com/office/drawing/2014/main" id="{377B72E9-E5EC-4ECE-BF87-FEA32C74FED1}"/>
              </a:ext>
            </a:extLst>
          </p:cNvPr>
          <p:cNvSpPr>
            <a:spLocks xmlns:a="http://schemas.openxmlformats.org/drawingml/2006/main" noGrp="1"/>
          </p:cNvSpPr>
          <p:nvPr/>
        </p:nvSpPr>
        <p:spPr>
          <a:xfrm xmlns:a="http://schemas.openxmlformats.org/drawingml/2006/main">
            <a:off x="666750" y="606742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Find the new coordinates of the same point.</a:t>
            </a:r>
          </a:p>
        </p:txBody>
      </p:sp>
      <p:pic>
        <p:nvPicPr>
          <p:cNvPr id="25" name="givens" descr="P=(4,2),\quad C=(2,1),\quad \theta=90^\circ\ \text{counterclockwise}">
            <a:extLst xmlns:a="http://schemas.openxmlformats.org/drawingml/2006/main">
              <a:ext uri="{FF2B5EF4-FFF2-40B4-BE49-F238E27FC236}">
                <a16:creationId xmlns:a16="http://schemas.microsoft.com/office/drawing/2014/main" id="{031113B0-1CBD-4816-9A69-44D5482C818E}"/>
              </a:ext>
            </a:extLst>
          </p:cNvPr>
          <p:cNvPicPr>
            <a:picLocks xmlns:a="http://schemas.openxmlformats.org/drawingml/2006/main" noChangeAspect="1"/>
          </p:cNvPicPr>
          <p:nvPr/>
        </p:nvPicPr>
        <p:blipFill>
          <a:blip xmlns:r="http://schemas.openxmlformats.org/officeDocument/2006/relationships" xmlns:a="http://schemas.openxmlformats.org/drawingml/2006/main" r:embed="R4ba398a294ec4ed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381125"/>
            <a:ext cx="7343775" cy="285750"/>
          </a:xfrm>
          <a:prstGeom xmlns:a="http://schemas.openxmlformats.org/drawingml/2006/main" prst="rect">
            <a:avLst/>
          </a:prstGeom>
        </p:spPr>
      </p:pic>
    </p:spTree>
    <p:extLst>
      <p:ext uri="{BB962C8B-B14F-4D97-AF65-F5344CB8AC3E}">
        <p14:creationId xmlns:p14="http://schemas.microsoft.com/office/powerpoint/2010/main" val="51275731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Measure from C, turn, then put C back</a:t>
            </a:r>
          </a:p>
        </p:txBody>
      </p:sp>
      <p:sp>
        <p:nvSpPr>
          <p:cNvPr id="3" name="operation-0-box">
            <a:extLst xmlns:a="http://schemas.openxmlformats.org/drawingml/2006/main">
              <a:ext uri="{FF2B5EF4-FFF2-40B4-BE49-F238E27FC236}">
                <a16:creationId xmlns:a16="http://schemas.microsoft.com/office/drawing/2014/main" id="{03B25690-F948-4837-B003-1A0BA64665EC}"/>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5B73CF4-6B11-4DC7-B707-1A494F7B389C}"/>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D38AFD33-7C6B-44DE-97B5-3FAAB5495FBA}"/>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8217C4A-825C-44DD-9E6D-5C74333FC5D8}"/>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AB7B92CC-D597-49A9-B46D-9021C63E428D}"/>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91131C7-B64E-41DB-8FBC-13AB24CC86AD}"/>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5E68FEAC-D057-4CA3-94E3-1538CABB2C9C}"/>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B40A4C83-DE81-4E79-B023-956F882082A2}"/>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487B12CA-1698-45A4-A8B6-E54FE804C868}"/>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00525402-27D2-4B8A-B04D-71612FE78DF9}"/>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offset-meaning">
            <a:extLst xmlns:a="http://schemas.openxmlformats.org/drawingml/2006/main">
              <a:ext uri="{FF2B5EF4-FFF2-40B4-BE49-F238E27FC236}">
                <a16:creationId xmlns:a16="http://schemas.microsoft.com/office/drawing/2014/main" id="{E1EE581F-4D63-4779-AB0D-F8428ACF545C}"/>
              </a:ext>
            </a:extLst>
          </p:cNvPr>
          <p:cNvSpPr>
            <a:spLocks xmlns:a="http://schemas.openxmlformats.org/drawingml/2006/main" noGrp="1"/>
          </p:cNvSpPr>
          <p:nvPr/>
        </p:nvSpPr>
        <p:spPr>
          <a:xfrm xmlns:a="http://schemas.openxmlformats.org/drawingml/2006/main">
            <a:off x="666750" y="27146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Q is the arrow from C to P.</a:t>
            </a:r>
          </a:p>
        </p:txBody>
      </p:sp>
      <p:pic>
        <p:nvPicPr>
          <p:cNvPr id="14" name="route-input" descr="P=(4,2),\ C=(2,1)">
            <a:extLst xmlns:a="http://schemas.openxmlformats.org/drawingml/2006/main">
              <a:ext uri="{FF2B5EF4-FFF2-40B4-BE49-F238E27FC236}">
                <a16:creationId xmlns:a16="http://schemas.microsoft.com/office/drawing/2014/main" id="{D56E17E2-72E7-4782-BF9B-B9C3EBC25DA6}"/>
              </a:ext>
            </a:extLst>
          </p:cNvPr>
          <p:cNvPicPr>
            <a:picLocks xmlns:a="http://schemas.openxmlformats.org/drawingml/2006/main" noChangeAspect="1"/>
          </p:cNvPicPr>
          <p:nvPr/>
        </p:nvPicPr>
        <p:blipFill>
          <a:blip xmlns:r="http://schemas.openxmlformats.org/officeDocument/2006/relationships" xmlns:a="http://schemas.openxmlformats.org/drawingml/2006/main" r:embed="R4024759e1ccf4a6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894"/>
            <a:ext cx="2524125" cy="236637"/>
          </a:xfrm>
          <a:prstGeom xmlns:a="http://schemas.openxmlformats.org/drawingml/2006/main" prst="rect">
            <a:avLst/>
          </a:prstGeom>
        </p:spPr>
      </p:pic>
      <p:pic>
        <p:nvPicPr>
          <p:cNvPr id="15" name="route-offset" descr="Q=(2,1)">
            <a:extLst xmlns:a="http://schemas.openxmlformats.org/drawingml/2006/main">
              <a:ext uri="{FF2B5EF4-FFF2-40B4-BE49-F238E27FC236}">
                <a16:creationId xmlns:a16="http://schemas.microsoft.com/office/drawing/2014/main" id="{807FC237-BD2A-438D-B8DD-575C03822050}"/>
              </a:ext>
            </a:extLst>
          </p:cNvPr>
          <p:cNvPicPr>
            <a:picLocks xmlns:a="http://schemas.openxmlformats.org/drawingml/2006/main" noChangeAspect="1"/>
          </p:cNvPicPr>
          <p:nvPr/>
        </p:nvPicPr>
        <p:blipFill>
          <a:blip xmlns:r="http://schemas.openxmlformats.org/officeDocument/2006/relationships" xmlns:a="http://schemas.openxmlformats.org/drawingml/2006/main" r:embed="R39c410dc7950441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3638"/>
            <a:ext cx="1166813" cy="235148"/>
          </a:xfrm>
          <a:prstGeom xmlns:a="http://schemas.openxmlformats.org/drawingml/2006/main" prst="rect">
            <a:avLst/>
          </a:prstGeom>
        </p:spPr>
      </p:pic>
      <p:pic>
        <p:nvPicPr>
          <p:cNvPr id="16" name="route-output" descr="P'=C+Q'">
            <a:extLst xmlns:a="http://schemas.openxmlformats.org/drawingml/2006/main">
              <a:ext uri="{FF2B5EF4-FFF2-40B4-BE49-F238E27FC236}">
                <a16:creationId xmlns:a16="http://schemas.microsoft.com/office/drawing/2014/main" id="{3D3295FC-7DCB-47DE-922A-B40B9BBE5383}"/>
              </a:ext>
            </a:extLst>
          </p:cNvPr>
          <p:cNvPicPr>
            <a:picLocks xmlns:a="http://schemas.openxmlformats.org/drawingml/2006/main" noChangeAspect="1"/>
          </p:cNvPicPr>
          <p:nvPr/>
        </p:nvPicPr>
        <p:blipFill>
          <a:blip xmlns:r="http://schemas.openxmlformats.org/officeDocument/2006/relationships" xmlns:a="http://schemas.openxmlformats.org/drawingml/2006/main" r:embed="R3c968b4f80384e8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7" name="subtract-build" descr="Q=P-C=(4-2,\ 2-1)=(2,1)">
            <a:extLst xmlns:a="http://schemas.openxmlformats.org/drawingml/2006/main">
              <a:ext uri="{FF2B5EF4-FFF2-40B4-BE49-F238E27FC236}">
                <a16:creationId xmlns:a16="http://schemas.microsoft.com/office/drawing/2014/main" id="{BBC0619F-498F-47B7-BB3C-631A4E6D009E}"/>
              </a:ext>
            </a:extLst>
          </p:cNvPr>
          <p:cNvPicPr>
            <a:picLocks xmlns:a="http://schemas.openxmlformats.org/drawingml/2006/main" noChangeAspect="1"/>
          </p:cNvPicPr>
          <p:nvPr/>
        </p:nvPicPr>
        <p:blipFill>
          <a:blip xmlns:r="http://schemas.openxmlformats.org/officeDocument/2006/relationships" xmlns:a="http://schemas.openxmlformats.org/drawingml/2006/main" r:embed="R3fa4819ecce445a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3609975"/>
            <a:ext cx="5796915" cy="323850"/>
          </a:xfrm>
          <a:prstGeom xmlns:a="http://schemas.openxmlformats.org/drawingml/2006/main" prst="rect">
            <a:avLst/>
          </a:prstGeom>
        </p:spPr>
      </p:pic>
      <p:pic>
        <p:nvPicPr>
          <p:cNvPr id="18" name="rotation-build" descr="Q\ \xrightarrow{\,90^\circ\ \text{CCW}\,}\ Q'">
            <a:extLst xmlns:a="http://schemas.openxmlformats.org/drawingml/2006/main">
              <a:ext uri="{FF2B5EF4-FFF2-40B4-BE49-F238E27FC236}">
                <a16:creationId xmlns:a16="http://schemas.microsoft.com/office/drawing/2014/main" id="{649527D3-C253-4E1B-AC39-3A5EE2592CB3}"/>
              </a:ext>
            </a:extLst>
          </p:cNvPr>
          <p:cNvPicPr>
            <a:picLocks xmlns:a="http://schemas.openxmlformats.org/drawingml/2006/main" noChangeAspect="1"/>
          </p:cNvPicPr>
          <p:nvPr/>
        </p:nvPicPr>
        <p:blipFill>
          <a:blip xmlns:r="http://schemas.openxmlformats.org/officeDocument/2006/relationships" xmlns:a="http://schemas.openxmlformats.org/drawingml/2006/main" r:embed="R24199955f02643d8">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66750" y="4374833"/>
            <a:ext cx="2560320" cy="413385"/>
          </a:xfrm>
          <a:prstGeom xmlns:a="http://schemas.openxmlformats.org/drawingml/2006/main" prst="rect">
            <a:avLst/>
          </a:prstGeom>
        </p:spPr>
      </p:pic>
      <p:pic>
        <p:nvPicPr>
          <p:cNvPr id="19" name="add-build" descr="P'=C+Q'">
            <a:extLst xmlns:a="http://schemas.openxmlformats.org/drawingml/2006/main">
              <a:ext uri="{FF2B5EF4-FFF2-40B4-BE49-F238E27FC236}">
                <a16:creationId xmlns:a16="http://schemas.microsoft.com/office/drawing/2014/main" id="{7ED5B3D8-BD22-4BDF-8837-C1F9204D73E0}"/>
              </a:ext>
            </a:extLst>
          </p:cNvPr>
          <p:cNvPicPr>
            <a:picLocks xmlns:a="http://schemas.openxmlformats.org/drawingml/2006/main" noChangeAspect="1"/>
          </p:cNvPicPr>
          <p:nvPr/>
        </p:nvPicPr>
        <p:blipFill>
          <a:blip xmlns:r="http://schemas.openxmlformats.org/officeDocument/2006/relationships" xmlns:a="http://schemas.openxmlformats.org/drawingml/2006/main" r:embed="Rff216505c2754d19">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66750" y="5467469"/>
            <a:ext cx="2057400" cy="323612"/>
          </a:xfrm>
          <a:prstGeom xmlns:a="http://schemas.openxmlformats.org/drawingml/2006/main" prst="rect">
            <a:avLst/>
          </a:prstGeom>
        </p:spPr>
      </p:pic>
    </p:spTree>
    <p:extLst>
      <p:ext uri="{BB962C8B-B14F-4D97-AF65-F5344CB8AC3E}">
        <p14:creationId xmlns:p14="http://schemas.microsoft.com/office/powerpoint/2010/main" val="2680501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1. Subtract the centre</a:t>
            </a:r>
          </a:p>
        </p:txBody>
      </p:sp>
      <p:sp>
        <p:nvSpPr>
          <p:cNvPr id="3" name="operation-0-box">
            <a:extLst xmlns:a="http://schemas.openxmlformats.org/drawingml/2006/main">
              <a:ext uri="{FF2B5EF4-FFF2-40B4-BE49-F238E27FC236}">
                <a16:creationId xmlns:a16="http://schemas.microsoft.com/office/drawing/2014/main" id="{BF5EFAD0-C473-46D1-9206-393B40D6320F}"/>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D781315D-F94A-470A-9CF8-136DC1C6FA11}"/>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88742F33-6674-4386-94C9-AFDEAA0926E3}"/>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E87548CF-C905-413D-AE7F-1B4D3E1AA11E}"/>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97A378A5-7409-43B1-B193-3B48425CD966}"/>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A5FFDD5-6CCB-4039-942F-0426BEAC9880}"/>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EC4A7743-B91C-45C0-B690-1B8FC34F431F}"/>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00A6E1BD-AE99-4335-AAF8-FDB2AC64BC0E}"/>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9D3BB735-2D1B-4397-B60F-A0CA1ACA8B9A}"/>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0FD95B86-31C3-466F-BECA-7B0AC464EE07}"/>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pic>
        <p:nvPicPr>
          <p:cNvPr id="13" name="subtract" descr="Rotate-point lesson: subtract; static entry, one click, held result.">
            <a:extLst xmlns:a="http://schemas.openxmlformats.org/drawingml/2006/main">
              <a:ext uri="{FF2B5EF4-FFF2-40B4-BE49-F238E27FC236}">
                <a16:creationId xmlns:a16="http://schemas.microsoft.com/office/drawing/2014/main" id="{C3F5BDD1-A847-4AF7-B5D1-00209E842E5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0" name="subtract--t4-click-frame-001"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1" name="subtract--t4-click-frame-002"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subtract--t4-click-frame-003"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subtract--t4-click-frame-004"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subtract--t4-click-frame-005"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subtract--t4-click-frame-006"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subtract--t4-click-frame-007"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subtract--t4-click-frame-008"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subtract--t4-click-frame-009"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subtract--t4-click-frame-010"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subtract--t4-click-frame-011"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subtract--t4-click-frame-012"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subtract--t4-click-frame-013"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subtract--t4-click-frame-014"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subtract--t4-click-frame-015"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subtract--t4-click-frame-016"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subtract--t4-click-frame-017"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7" name="subtract--t4-click-frame-018"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8" name="subtract--t4-click-frame-019"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9" name="subtract--t4-click-frame-020"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0" name="subtract--t4-click-frame-021"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1" name="subtract--t4-click-frame-022"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2" name="subtract--t4-click-frame-023"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3" name="subtract--t4-click-frame-024"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4" name="subtract--t4-click-frame-025"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5" name="subtract--t4-click-frame-026"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6" name="subtract--t4-click-frame-027"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7" name="subtract--t4-click-frame-028"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sp>
        <p:nvSpPr>
          <p:cNvPr id="14" name="subtract-answer-underline">
            <a:extLst xmlns:a="http://schemas.openxmlformats.org/drawingml/2006/main">
              <a:ext uri="{FF2B5EF4-FFF2-40B4-BE49-F238E27FC236}">
                <a16:creationId xmlns:a16="http://schemas.microsoft.com/office/drawing/2014/main" id="{6B3BA460-22D6-4AA5-BD35-6E0A4FC88411}"/>
              </a:ext>
            </a:extLst>
          </p:cNvPr>
          <p:cNvSpPr>
            <a:spLocks xmlns:a="http://schemas.openxmlformats.org/drawingml/2006/main" noGrp="1"/>
          </p:cNvSpPr>
          <p:nvPr/>
        </p:nvSpPr>
        <p:spPr>
          <a:xfrm xmlns:a="http://schemas.openxmlformats.org/drawingml/2006/main">
            <a:off x="666750" y="64103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5" name="route-input" descr="P=(4,2),\ C=(2,1)">
            <a:extLst xmlns:a="http://schemas.openxmlformats.org/drawingml/2006/main">
              <a:ext uri="{FF2B5EF4-FFF2-40B4-BE49-F238E27FC236}">
                <a16:creationId xmlns:a16="http://schemas.microsoft.com/office/drawing/2014/main" id="{61869493-E89D-4A82-9BD5-EC07F9D18A55}"/>
              </a:ext>
            </a:extLst>
          </p:cNvPr>
          <p:cNvPicPr>
            <a:picLocks xmlns:a="http://schemas.openxmlformats.org/drawingml/2006/main" noChangeAspect="1"/>
          </p:cNvPicPr>
          <p:nvPr/>
        </p:nvPicPr>
        <p:blipFill>
          <a:blip xmlns:r="http://schemas.openxmlformats.org/officeDocument/2006/relationships" xmlns:a="http://schemas.openxmlformats.org/drawingml/2006/main" r:embed="R9e13e0df5601421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894"/>
            <a:ext cx="2524125" cy="236637"/>
          </a:xfrm>
          <a:prstGeom xmlns:a="http://schemas.openxmlformats.org/drawingml/2006/main" prst="rect">
            <a:avLst/>
          </a:prstGeom>
        </p:spPr>
      </p:pic>
      <p:pic>
        <p:nvPicPr>
          <p:cNvPr id="16" name="route-offset" descr="Q=(2,1)">
            <a:extLst xmlns:a="http://schemas.openxmlformats.org/drawingml/2006/main">
              <a:ext uri="{FF2B5EF4-FFF2-40B4-BE49-F238E27FC236}">
                <a16:creationId xmlns:a16="http://schemas.microsoft.com/office/drawing/2014/main" id="{56ED6E0C-D158-4621-820A-D5F7734D955C}"/>
              </a:ext>
            </a:extLst>
          </p:cNvPr>
          <p:cNvPicPr>
            <a:picLocks xmlns:a="http://schemas.openxmlformats.org/drawingml/2006/main" noChangeAspect="1"/>
          </p:cNvPicPr>
          <p:nvPr/>
        </p:nvPicPr>
        <p:blipFill>
          <a:blip xmlns:r="http://schemas.openxmlformats.org/officeDocument/2006/relationships" xmlns:a="http://schemas.openxmlformats.org/drawingml/2006/main" r:embed="R740df61b432345d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3638"/>
            <a:ext cx="1166813" cy="235148"/>
          </a:xfrm>
          <a:prstGeom xmlns:a="http://schemas.openxmlformats.org/drawingml/2006/main" prst="rect">
            <a:avLst/>
          </a:prstGeom>
        </p:spPr>
      </p:pic>
      <p:pic>
        <p:nvPicPr>
          <p:cNvPr id="17" name="route-output" descr="P'=C+Q'">
            <a:extLst xmlns:a="http://schemas.openxmlformats.org/drawingml/2006/main">
              <a:ext uri="{FF2B5EF4-FFF2-40B4-BE49-F238E27FC236}">
                <a16:creationId xmlns:a16="http://schemas.microsoft.com/office/drawing/2014/main" id="{918A3549-A64E-4AC2-A214-13998256CE64}"/>
              </a:ext>
            </a:extLst>
          </p:cNvPr>
          <p:cNvPicPr>
            <a:picLocks xmlns:a="http://schemas.openxmlformats.org/drawingml/2006/main" noChangeAspect="1"/>
          </p:cNvPicPr>
          <p:nvPr/>
        </p:nvPicPr>
        <p:blipFill>
          <a:blip xmlns:r="http://schemas.openxmlformats.org/officeDocument/2006/relationships" xmlns:a="http://schemas.openxmlformats.org/drawingml/2006/main" r:embed="Rcd20f90812ff4b9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8" name="subtract-answer" descr="Q=P-C=(4-2,\ 2-1)=(2,1)">
            <a:extLst xmlns:a="http://schemas.openxmlformats.org/drawingml/2006/main">
              <a:ext uri="{FF2B5EF4-FFF2-40B4-BE49-F238E27FC236}">
                <a16:creationId xmlns:a16="http://schemas.microsoft.com/office/drawing/2014/main" id="{8F5A5049-F6C4-40E0-B5C3-A54E2F4730CF}"/>
              </a:ext>
            </a:extLst>
          </p:cNvPr>
          <p:cNvPicPr>
            <a:picLocks xmlns:a="http://schemas.openxmlformats.org/drawingml/2006/main" noChangeAspect="1"/>
          </p:cNvPicPr>
          <p:nvPr/>
        </p:nvPicPr>
        <p:blipFill>
          <a:blip xmlns:r="http://schemas.openxmlformats.org/officeDocument/2006/relationships" xmlns:a="http://schemas.openxmlformats.org/drawingml/2006/main" r:embed="Rae11f2d5bf6c478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919788"/>
            <a:ext cx="5967413" cy="333375"/>
          </a:xfrm>
          <a:prstGeom xmlns:a="http://schemas.openxmlformats.org/drawingml/2006/main" prst="rect">
            <a:avLst/>
          </a:prstGeom>
        </p:spPr>
      </p:pic>
    </p:spTree>
    <p:extLst>
      <p:ext uri="{BB962C8B-B14F-4D97-AF65-F5344CB8AC3E}">
        <p14:creationId xmlns:p14="http://schemas.microsoft.com/office/powerpoint/2010/main" val="33662439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8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restart="never">
                                  <p:stCondLst>
                                    <p:cond delay="62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restart="never">
                                  <p:stCondLst>
                                    <p:cond delay="74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restart="never">
                                  <p:stCondLst>
                                    <p:cond delay="86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restart="never">
                                  <p:stCondLst>
                                    <p:cond delay="98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restart="never">
                                  <p:stCondLst>
                                    <p:cond delay="110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restart="never">
                                  <p:stCondLst>
                                    <p:cond delay="122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restart="never">
                                  <p:stCondLst>
                                    <p:cond delay="134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restart="never">
                                  <p:stCondLst>
                                    <p:cond delay="146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restart="never">
                                  <p:stCondLst>
                                    <p:cond delay="158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restart="never">
                                  <p:stCondLst>
                                    <p:cond delay="170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restart="never">
                                  <p:stCondLst>
                                    <p:cond delay="182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restart="never">
                                  <p:stCondLst>
                                    <p:cond delay="194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restart="never">
                                  <p:stCondLst>
                                    <p:cond delay="206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restart="never">
                                  <p:stCondLst>
                                    <p:cond delay="218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restart="never">
                                  <p:stCondLst>
                                    <p:cond delay="230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restart="never">
                                  <p:stCondLst>
                                    <p:cond delay="254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restart="never">
                                  <p:stCondLst>
                                    <p:cond delay="266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restart="never">
                                  <p:stCondLst>
                                    <p:cond delay="278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restart="never">
                                  <p:stCondLst>
                                    <p:cond delay="302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nodeType="withEffect" restart="never">
                                  <p:stCondLst>
                                    <p:cond delay="314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nodeType="withEffect" restart="never">
                                  <p:stCondLst>
                                    <p:cond delay="326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restart="never">
                                  <p:stCondLst>
                                    <p:cond delay="338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restart="never">
                                  <p:stCondLst>
                                    <p:cond delay="350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restart="never">
                                  <p:stCondLst>
                                    <p:cond delay="362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nodeType="withEffect" restart="never">
                                  <p:stCondLst>
                                    <p:cond delay="374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2. Turn the offset 90 degrees counterclockwise</a:t>
            </a:r>
          </a:p>
        </p:txBody>
      </p:sp>
      <p:sp>
        <p:nvSpPr>
          <p:cNvPr id="3" name="operation-0-box">
            <a:extLst xmlns:a="http://schemas.openxmlformats.org/drawingml/2006/main">
              <a:ext uri="{FF2B5EF4-FFF2-40B4-BE49-F238E27FC236}">
                <a16:creationId xmlns:a16="http://schemas.microsoft.com/office/drawing/2014/main" id="{C5965A4C-EC2C-4E48-96BB-B0B7B138031D}"/>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69D2A57-54C3-456C-BFA1-177633AF882A}"/>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44D6A85D-9357-4DF8-938F-8693E5E59A93}"/>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65B2D53-318E-443E-A74E-41BE3ABCC0DE}"/>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AF46B5B5-EF33-4327-B3B5-7EEA5EA275B2}"/>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B84FFCA-0C4D-4BB4-9657-7BB0C501EEC0}"/>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D4DAB72C-C257-43B8-B510-E469EBC2D348}"/>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6FF9D66C-6BF1-4C07-BC28-FB1A319319C3}"/>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866ABD4C-971A-4672-9FB8-498EFA5B4012}"/>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1F06537B-F9B5-4710-A186-3D6BBB2D13AB}"/>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pic>
        <p:nvPicPr>
          <p:cNvPr id="13" name="quarter" descr="Rotate-point lesson: quarter; static entry, one click, held result.">
            <a:extLst xmlns:a="http://schemas.openxmlformats.org/drawingml/2006/main">
              <a:ext uri="{FF2B5EF4-FFF2-40B4-BE49-F238E27FC236}">
                <a16:creationId xmlns:a16="http://schemas.microsoft.com/office/drawing/2014/main" id="{1F659AA0-52BA-4DE6-9A1A-BFBA8E248D4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0" name="quarter--t4-click-frame-001"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1" name="quarter--t4-click-frame-002"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quarter--t4-click-frame-003"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quarter--t4-click-frame-004"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quarter--t4-click-frame-005"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quarter--t4-click-frame-006"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quarter--t4-click-frame-007"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quarter--t4-click-frame-008"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quarter--t4-click-frame-009"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quarter--t4-click-frame-010"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quarter--t4-click-frame-011"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quarter--t4-click-frame-012"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quarter--t4-click-frame-013"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quarter--t4-click-frame-014"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quarter--t4-click-frame-015"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quarter--t4-click-frame-016"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quarter--t4-click-frame-017"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7" name="quarter--t4-click-frame-018"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8" name="quarter--t4-click-frame-019"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9" name="quarter--t4-click-frame-020"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0" name="quarter--t4-click-frame-021"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1" name="quarter--t4-click-frame-022"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2" name="quarter--t4-click-frame-023"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3" name="quarter--t4-click-frame-024"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4" name="quarter--t4-click-frame-025"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5" name="quarter--t4-click-frame-026"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6" name="quarter--t4-click-frame-027"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7" name="quarter--t4-click-frame-028"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sp>
        <p:nvSpPr>
          <p:cNvPr id="14" name="quarter-answer-underline">
            <a:extLst xmlns:a="http://schemas.openxmlformats.org/drawingml/2006/main">
              <a:ext uri="{FF2B5EF4-FFF2-40B4-BE49-F238E27FC236}">
                <a16:creationId xmlns:a16="http://schemas.microsoft.com/office/drawing/2014/main" id="{A89F6585-3ADD-48F9-8A57-AFBD71F0A054}"/>
              </a:ext>
            </a:extLst>
          </p:cNvPr>
          <p:cNvSpPr>
            <a:spLocks xmlns:a="http://schemas.openxmlformats.org/drawingml/2006/main" noGrp="1"/>
          </p:cNvSpPr>
          <p:nvPr/>
        </p:nvSpPr>
        <p:spPr>
          <a:xfrm xmlns:a="http://schemas.openxmlformats.org/drawingml/2006/main">
            <a:off x="666750" y="64103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5" name="route-input" descr="P=(4,2),\ C=(2,1)">
            <a:extLst xmlns:a="http://schemas.openxmlformats.org/drawingml/2006/main">
              <a:ext uri="{FF2B5EF4-FFF2-40B4-BE49-F238E27FC236}">
                <a16:creationId xmlns:a16="http://schemas.microsoft.com/office/drawing/2014/main" id="{B9387740-04F4-4B2E-86C0-BCB418D70FFE}"/>
              </a:ext>
            </a:extLst>
          </p:cNvPr>
          <p:cNvPicPr>
            <a:picLocks xmlns:a="http://schemas.openxmlformats.org/drawingml/2006/main" noChangeAspect="1"/>
          </p:cNvPicPr>
          <p:nvPr/>
        </p:nvPicPr>
        <p:blipFill>
          <a:blip xmlns:r="http://schemas.openxmlformats.org/officeDocument/2006/relationships" xmlns:a="http://schemas.openxmlformats.org/drawingml/2006/main" r:embed="R000bf07cb9d74ce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894"/>
            <a:ext cx="2524125" cy="236637"/>
          </a:xfrm>
          <a:prstGeom xmlns:a="http://schemas.openxmlformats.org/drawingml/2006/main" prst="rect">
            <a:avLst/>
          </a:prstGeom>
        </p:spPr>
      </p:pic>
      <p:pic>
        <p:nvPicPr>
          <p:cNvPr id="16" name="route-offset" descr="Q=(2,1)">
            <a:extLst xmlns:a="http://schemas.openxmlformats.org/drawingml/2006/main">
              <a:ext uri="{FF2B5EF4-FFF2-40B4-BE49-F238E27FC236}">
                <a16:creationId xmlns:a16="http://schemas.microsoft.com/office/drawing/2014/main" id="{996AD0F1-0AC1-493E-9647-B0955BE26887}"/>
              </a:ext>
            </a:extLst>
          </p:cNvPr>
          <p:cNvPicPr>
            <a:picLocks xmlns:a="http://schemas.openxmlformats.org/drawingml/2006/main" noChangeAspect="1"/>
          </p:cNvPicPr>
          <p:nvPr/>
        </p:nvPicPr>
        <p:blipFill>
          <a:blip xmlns:r="http://schemas.openxmlformats.org/officeDocument/2006/relationships" xmlns:a="http://schemas.openxmlformats.org/drawingml/2006/main" r:embed="R7968426ead38464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3638"/>
            <a:ext cx="1166813" cy="235148"/>
          </a:xfrm>
          <a:prstGeom xmlns:a="http://schemas.openxmlformats.org/drawingml/2006/main" prst="rect">
            <a:avLst/>
          </a:prstGeom>
        </p:spPr>
      </p:pic>
      <p:pic>
        <p:nvPicPr>
          <p:cNvPr id="17" name="route-output" descr="P'=C+Q'">
            <a:extLst xmlns:a="http://schemas.openxmlformats.org/drawingml/2006/main">
              <a:ext uri="{FF2B5EF4-FFF2-40B4-BE49-F238E27FC236}">
                <a16:creationId xmlns:a16="http://schemas.microsoft.com/office/drawing/2014/main" id="{88B8C448-00B2-4A9A-8476-F3656D58D4B2}"/>
              </a:ext>
            </a:extLst>
          </p:cNvPr>
          <p:cNvPicPr>
            <a:picLocks xmlns:a="http://schemas.openxmlformats.org/drawingml/2006/main" noChangeAspect="1"/>
          </p:cNvPicPr>
          <p:nvPr/>
        </p:nvPicPr>
        <p:blipFill>
          <a:blip xmlns:r="http://schemas.openxmlformats.org/officeDocument/2006/relationships" xmlns:a="http://schemas.openxmlformats.org/drawingml/2006/main" r:embed="Re6dfebe4afa9400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8" name="quarter-answer" descr="(u,v)\mapsto(-v,u),\qquad (2,1)\mapsto Q'=(-1,2)">
            <a:extLst xmlns:a="http://schemas.openxmlformats.org/drawingml/2006/main">
              <a:ext uri="{FF2B5EF4-FFF2-40B4-BE49-F238E27FC236}">
                <a16:creationId xmlns:a16="http://schemas.microsoft.com/office/drawing/2014/main" id="{4AB137DD-E647-412F-B319-372AA61D065B}"/>
              </a:ext>
            </a:extLst>
          </p:cNvPr>
          <p:cNvPicPr>
            <a:picLocks xmlns:a="http://schemas.openxmlformats.org/drawingml/2006/main" noChangeAspect="1"/>
          </p:cNvPicPr>
          <p:nvPr/>
        </p:nvPicPr>
        <p:blipFill>
          <a:blip xmlns:r="http://schemas.openxmlformats.org/officeDocument/2006/relationships" xmlns:a="http://schemas.openxmlformats.org/drawingml/2006/main" r:embed="R888f25f2f8f94f2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919788"/>
            <a:ext cx="7100888" cy="333375"/>
          </a:xfrm>
          <a:prstGeom xmlns:a="http://schemas.openxmlformats.org/drawingml/2006/main" prst="rect">
            <a:avLst/>
          </a:prstGeom>
        </p:spPr>
      </p:pic>
    </p:spTree>
    <p:extLst>
      <p:ext uri="{BB962C8B-B14F-4D97-AF65-F5344CB8AC3E}">
        <p14:creationId xmlns:p14="http://schemas.microsoft.com/office/powerpoint/2010/main" val="118175711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8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restart="never">
                                  <p:stCondLst>
                                    <p:cond delay="62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restart="never">
                                  <p:stCondLst>
                                    <p:cond delay="74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restart="never">
                                  <p:stCondLst>
                                    <p:cond delay="86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restart="never">
                                  <p:stCondLst>
                                    <p:cond delay="98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restart="never">
                                  <p:stCondLst>
                                    <p:cond delay="110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restart="never">
                                  <p:stCondLst>
                                    <p:cond delay="122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restart="never">
                                  <p:stCondLst>
                                    <p:cond delay="134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restart="never">
                                  <p:stCondLst>
                                    <p:cond delay="146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restart="never">
                                  <p:stCondLst>
                                    <p:cond delay="158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restart="never">
                                  <p:stCondLst>
                                    <p:cond delay="170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restart="never">
                                  <p:stCondLst>
                                    <p:cond delay="182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restart="never">
                                  <p:stCondLst>
                                    <p:cond delay="194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restart="never">
                                  <p:stCondLst>
                                    <p:cond delay="206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restart="never">
                                  <p:stCondLst>
                                    <p:cond delay="218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restart="never">
                                  <p:stCondLst>
                                    <p:cond delay="230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restart="never">
                                  <p:stCondLst>
                                    <p:cond delay="254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restart="never">
                                  <p:stCondLst>
                                    <p:cond delay="266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restart="never">
                                  <p:stCondLst>
                                    <p:cond delay="278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restart="never">
                                  <p:stCondLst>
                                    <p:cond delay="302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nodeType="withEffect" restart="never">
                                  <p:stCondLst>
                                    <p:cond delay="314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nodeType="withEffect" restart="never">
                                  <p:stCondLst>
                                    <p:cond delay="326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restart="never">
                                  <p:stCondLst>
                                    <p:cond delay="338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restart="never">
                                  <p:stCondLst>
                                    <p:cond delay="350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restart="never">
                                  <p:stCondLst>
                                    <p:cond delay="362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nodeType="withEffect" restart="never">
                                  <p:stCondLst>
                                    <p:cond delay="374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3. Add the same centre back</a:t>
            </a:r>
          </a:p>
        </p:txBody>
      </p:sp>
      <p:sp>
        <p:nvSpPr>
          <p:cNvPr id="3" name="operation-0-box">
            <a:extLst xmlns:a="http://schemas.openxmlformats.org/drawingml/2006/main">
              <a:ext uri="{FF2B5EF4-FFF2-40B4-BE49-F238E27FC236}">
                <a16:creationId xmlns:a16="http://schemas.microsoft.com/office/drawing/2014/main" id="{BA9CF365-5C83-49E3-BB0E-97807CCE6D18}"/>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CFE94CF-EE78-46EC-961A-DAC6037BB052}"/>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B39786A3-2B14-44C2-9345-37591123F698}"/>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435AA8E-A174-4418-A8AF-8DCF386FE5B7}"/>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1193BD4F-2C77-42FD-B0D7-0B1BF5BC676D}"/>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F02A486-ADD5-4FEC-9A6D-CF692C7CD1AC}"/>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87BD71BF-FE78-4DEE-B46E-0A2E5991EC18}"/>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F0D977EE-7197-43AD-883E-C3372A6F0CF0}"/>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3CBDD5D0-80A8-411F-BCEF-7B0E80691623}"/>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B0C5EB48-7BED-49ED-AF68-0DE006C9DF60}"/>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pic>
        <p:nvPicPr>
          <p:cNvPr id="13" name="add" descr="Rotate-point lesson: add; static entry, one click, held result.">
            <a:extLst xmlns:a="http://schemas.openxmlformats.org/drawingml/2006/main">
              <a:ext uri="{FF2B5EF4-FFF2-40B4-BE49-F238E27FC236}">
                <a16:creationId xmlns:a16="http://schemas.microsoft.com/office/drawing/2014/main" id="{1901BFA4-C236-4DBE-BEF8-EF97BF3A26A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0" name="add--t4-click-frame-001"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1" name="add--t4-click-frame-002"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add--t4-click-frame-003"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add--t4-click-frame-004"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add--t4-click-frame-005"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add--t4-click-frame-006"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add--t4-click-frame-007"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add--t4-click-frame-008"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add--t4-click-frame-009"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add--t4-click-frame-010"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add--t4-click-frame-011"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add--t4-click-frame-012"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add--t4-click-frame-013"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add--t4-click-frame-014"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add--t4-click-frame-015"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add--t4-click-frame-016"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add--t4-click-frame-017"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7" name="add--t4-click-frame-018"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8" name="add--t4-click-frame-019"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9" name="add--t4-click-frame-020"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0" name="add--t4-click-frame-021"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1" name="add--t4-click-frame-022"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2" name="add--t4-click-frame-023"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3" name="add--t4-click-frame-024"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4" name="add--t4-click-frame-025"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5" name="add--t4-click-frame-026"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6" name="add--t4-click-frame-027"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7" name="add--t4-click-frame-028"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sp>
        <p:nvSpPr>
          <p:cNvPr id="14" name="example-answer-underline">
            <a:extLst xmlns:a="http://schemas.openxmlformats.org/drawingml/2006/main">
              <a:ext uri="{FF2B5EF4-FFF2-40B4-BE49-F238E27FC236}">
                <a16:creationId xmlns:a16="http://schemas.microsoft.com/office/drawing/2014/main" id="{4ED0AFCA-D0B0-4C93-B72D-2C7A23BB9C38}"/>
              </a:ext>
            </a:extLst>
          </p:cNvPr>
          <p:cNvSpPr>
            <a:spLocks xmlns:a="http://schemas.openxmlformats.org/drawingml/2006/main" noGrp="1"/>
          </p:cNvSpPr>
          <p:nvPr/>
        </p:nvSpPr>
        <p:spPr>
          <a:xfrm xmlns:a="http://schemas.openxmlformats.org/drawingml/2006/main">
            <a:off x="666750" y="64103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5" name="route-input" descr="P=(4,2),\ C=(2,1)">
            <a:extLst xmlns:a="http://schemas.openxmlformats.org/drawingml/2006/main">
              <a:ext uri="{FF2B5EF4-FFF2-40B4-BE49-F238E27FC236}">
                <a16:creationId xmlns:a16="http://schemas.microsoft.com/office/drawing/2014/main" id="{E1D4FBCD-EF6D-4399-89EA-79F758FCF6C9}"/>
              </a:ext>
            </a:extLst>
          </p:cNvPr>
          <p:cNvPicPr>
            <a:picLocks xmlns:a="http://schemas.openxmlformats.org/drawingml/2006/main" noChangeAspect="1"/>
          </p:cNvPicPr>
          <p:nvPr/>
        </p:nvPicPr>
        <p:blipFill>
          <a:blip xmlns:r="http://schemas.openxmlformats.org/officeDocument/2006/relationships" xmlns:a="http://schemas.openxmlformats.org/drawingml/2006/main" r:embed="Rbaec1644ed884b1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894"/>
            <a:ext cx="2524125" cy="236637"/>
          </a:xfrm>
          <a:prstGeom xmlns:a="http://schemas.openxmlformats.org/drawingml/2006/main" prst="rect">
            <a:avLst/>
          </a:prstGeom>
        </p:spPr>
      </p:pic>
      <p:pic>
        <p:nvPicPr>
          <p:cNvPr id="16" name="route-offset" descr="Q=(2,1)">
            <a:extLst xmlns:a="http://schemas.openxmlformats.org/drawingml/2006/main">
              <a:ext uri="{FF2B5EF4-FFF2-40B4-BE49-F238E27FC236}">
                <a16:creationId xmlns:a16="http://schemas.microsoft.com/office/drawing/2014/main" id="{6434DE5D-8006-4840-9018-EB8BF944F515}"/>
              </a:ext>
            </a:extLst>
          </p:cNvPr>
          <p:cNvPicPr>
            <a:picLocks xmlns:a="http://schemas.openxmlformats.org/drawingml/2006/main" noChangeAspect="1"/>
          </p:cNvPicPr>
          <p:nvPr/>
        </p:nvPicPr>
        <p:blipFill>
          <a:blip xmlns:r="http://schemas.openxmlformats.org/officeDocument/2006/relationships" xmlns:a="http://schemas.openxmlformats.org/drawingml/2006/main" r:embed="R68e1e58966674c7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3638"/>
            <a:ext cx="1166813" cy="235148"/>
          </a:xfrm>
          <a:prstGeom xmlns:a="http://schemas.openxmlformats.org/drawingml/2006/main" prst="rect">
            <a:avLst/>
          </a:prstGeom>
        </p:spPr>
      </p:pic>
      <p:pic>
        <p:nvPicPr>
          <p:cNvPr id="17" name="route-output" descr="P'=C+Q'">
            <a:extLst xmlns:a="http://schemas.openxmlformats.org/drawingml/2006/main">
              <a:ext uri="{FF2B5EF4-FFF2-40B4-BE49-F238E27FC236}">
                <a16:creationId xmlns:a16="http://schemas.microsoft.com/office/drawing/2014/main" id="{81E5E6C2-4CE1-4908-AB15-0C4045C70B9F}"/>
              </a:ext>
            </a:extLst>
          </p:cNvPr>
          <p:cNvPicPr>
            <a:picLocks xmlns:a="http://schemas.openxmlformats.org/drawingml/2006/main" noChangeAspect="1"/>
          </p:cNvPicPr>
          <p:nvPr/>
        </p:nvPicPr>
        <p:blipFill>
          <a:blip xmlns:r="http://schemas.openxmlformats.org/officeDocument/2006/relationships" xmlns:a="http://schemas.openxmlformats.org/drawingml/2006/main" r:embed="R42e949f4e482438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8" name="example-answer" descr="P'=C+Q'=(2,1)+(-1,2)=(1,3)">
            <a:extLst xmlns:a="http://schemas.openxmlformats.org/drawingml/2006/main">
              <a:ext uri="{FF2B5EF4-FFF2-40B4-BE49-F238E27FC236}">
                <a16:creationId xmlns:a16="http://schemas.microsoft.com/office/drawing/2014/main" id="{DB4563B8-E92E-42BD-A5CA-DFD5A57F29F0}"/>
              </a:ext>
            </a:extLst>
          </p:cNvPr>
          <p:cNvPicPr>
            <a:picLocks xmlns:a="http://schemas.openxmlformats.org/drawingml/2006/main" noChangeAspect="1"/>
          </p:cNvPicPr>
          <p:nvPr/>
        </p:nvPicPr>
        <p:blipFill>
          <a:blip xmlns:r="http://schemas.openxmlformats.org/officeDocument/2006/relationships" xmlns:a="http://schemas.openxmlformats.org/drawingml/2006/main" r:embed="R1d60d0af9a7246c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920829"/>
            <a:ext cx="6334125" cy="331291"/>
          </a:xfrm>
          <a:prstGeom xmlns:a="http://schemas.openxmlformats.org/drawingml/2006/main" prst="rect">
            <a:avLst/>
          </a:prstGeom>
        </p:spPr>
      </p:pic>
    </p:spTree>
    <p:extLst>
      <p:ext uri="{BB962C8B-B14F-4D97-AF65-F5344CB8AC3E}">
        <p14:creationId xmlns:p14="http://schemas.microsoft.com/office/powerpoint/2010/main" val="486111388"/>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8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restart="never">
                                  <p:stCondLst>
                                    <p:cond delay="62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restart="never">
                                  <p:stCondLst>
                                    <p:cond delay="74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restart="never">
                                  <p:stCondLst>
                                    <p:cond delay="86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restart="never">
                                  <p:stCondLst>
                                    <p:cond delay="98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restart="never">
                                  <p:stCondLst>
                                    <p:cond delay="110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restart="never">
                                  <p:stCondLst>
                                    <p:cond delay="122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restart="never">
                                  <p:stCondLst>
                                    <p:cond delay="134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restart="never">
                                  <p:stCondLst>
                                    <p:cond delay="146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restart="never">
                                  <p:stCondLst>
                                    <p:cond delay="158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restart="never">
                                  <p:stCondLst>
                                    <p:cond delay="170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restart="never">
                                  <p:stCondLst>
                                    <p:cond delay="182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restart="never">
                                  <p:stCondLst>
                                    <p:cond delay="194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restart="never">
                                  <p:stCondLst>
                                    <p:cond delay="206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restart="never">
                                  <p:stCondLst>
                                    <p:cond delay="218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restart="never">
                                  <p:stCondLst>
                                    <p:cond delay="230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restart="never">
                                  <p:stCondLst>
                                    <p:cond delay="254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restart="never">
                                  <p:stCondLst>
                                    <p:cond delay="266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restart="never">
                                  <p:stCondLst>
                                    <p:cond delay="278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restart="never">
                                  <p:stCondLst>
                                    <p:cond delay="302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nodeType="withEffect" restart="never">
                                  <p:stCondLst>
                                    <p:cond delay="314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nodeType="withEffect" restart="never">
                                  <p:stCondLst>
                                    <p:cond delay="326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restart="never">
                                  <p:stCondLst>
                                    <p:cond delay="338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restart="never">
                                  <p:stCondLst>
                                    <p:cond delay="350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restart="never">
                                  <p:stCondLst>
                                    <p:cond delay="362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nodeType="withEffect" restart="never">
                                  <p:stCondLst>
                                    <p:cond delay="374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The same process, now with any angle</a:t>
            </a:r>
          </a:p>
        </p:txBody>
      </p:sp>
      <p:sp>
        <p:nvSpPr>
          <p:cNvPr id="3" name="operation-0-box">
            <a:extLst xmlns:a="http://schemas.openxmlformats.org/drawingml/2006/main">
              <a:ext uri="{FF2B5EF4-FFF2-40B4-BE49-F238E27FC236}">
                <a16:creationId xmlns:a16="http://schemas.microsoft.com/office/drawing/2014/main" id="{A9D41E9D-D6B7-4815-8E37-52BC6AA43E4B}"/>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719D7C6-7D68-4BB5-9ACD-F23116337A36}"/>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E17A905A-B065-468D-BBA1-573BDB9318D5}"/>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270FB45-DAF6-4EBB-BFCA-6E3EAA933F17}"/>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A746CAA7-71EE-4703-8119-6D3E7DBD25F1}"/>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1ACCEB2-DB48-4697-ACC8-2650384AEDCD}"/>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A5606A08-3D24-41AC-93F0-3D4FF32EBB19}"/>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4E510CFA-9F36-47F6-9385-F07B2A7F646F}"/>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05C053A6-5197-45A5-8562-0EFCDE0221DD}"/>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49740D7D-92B4-41DB-BD42-DC0067E0BD18}"/>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selected-rotation">
            <a:extLst xmlns:a="http://schemas.openxmlformats.org/drawingml/2006/main">
              <a:ext uri="{FF2B5EF4-FFF2-40B4-BE49-F238E27FC236}">
                <a16:creationId xmlns:a16="http://schemas.microsoft.com/office/drawing/2014/main" id="{F3CBAEDF-DCE8-4785-B21E-0CF0988135E1}"/>
              </a:ext>
            </a:extLst>
          </p:cNvPr>
          <p:cNvSpPr>
            <a:spLocks xmlns:a="http://schemas.openxmlformats.org/drawingml/2006/main" noGrp="1"/>
          </p:cNvSpPr>
          <p:nvPr/>
        </p:nvSpPr>
        <p:spPr>
          <a:xfrm xmlns:a="http://schemas.openxmlformats.org/drawingml/2006/main">
            <a:off x="4352925" y="1219200"/>
            <a:ext cx="3467100" cy="581025"/>
          </a:xfrm>
          <a:prstGeom xmlns:a="http://schemas.openxmlformats.org/drawingml/2006/main" prst="rect">
            <a:avLst/>
          </a:prstGeom>
          <a:noFill xmlns:a="http://schemas.openxmlformats.org/drawingml/2006/main"/>
          <a:ln xmlns:a="http://schemas.openxmlformats.org/drawingml/2006/main" w="24765">
            <a:solidFill>
              <a:srgbClr val="202020"/>
            </a:solidFill>
          </a:ln>
        </p:spPr>
      </p:sp>
      <p:sp>
        <p:nvSpPr>
          <p:cNvPr id="14" name="need-question">
            <a:extLst xmlns:a="http://schemas.openxmlformats.org/drawingml/2006/main">
              <a:ext uri="{FF2B5EF4-FFF2-40B4-BE49-F238E27FC236}">
                <a16:creationId xmlns:a16="http://schemas.microsoft.com/office/drawing/2014/main" id="{0DF3E9F2-0929-4394-A61D-26147901D17F}"/>
              </a:ext>
            </a:extLst>
          </p:cNvPr>
          <p:cNvSpPr>
            <a:spLocks xmlns:a="http://schemas.openxmlformats.org/drawingml/2006/main" noGrp="1"/>
          </p:cNvSpPr>
          <p:nvPr/>
        </p:nvSpPr>
        <p:spPr>
          <a:xfrm xmlns:a="http://schemas.openxmlformats.org/drawingml/2006/main">
            <a:off x="666750" y="383857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How do u and v determine U and V after a turn by theta?</a:t>
            </a:r>
          </a:p>
        </p:txBody>
      </p:sp>
      <p:sp>
        <p:nvSpPr>
          <p:cNvPr id="15" name="selected-pointer">
            <a:extLst xmlns:a="http://schemas.openxmlformats.org/drawingml/2006/main">
              <a:ext uri="{FF2B5EF4-FFF2-40B4-BE49-F238E27FC236}">
                <a16:creationId xmlns:a16="http://schemas.microsoft.com/office/drawing/2014/main" id="{551E4139-AEC4-40A0-9550-E8D89D4CBE22}"/>
              </a:ext>
            </a:extLst>
          </p:cNvPr>
          <p:cNvSpPr>
            <a:spLocks xmlns:a="http://schemas.openxmlformats.org/drawingml/2006/main" noGrp="1"/>
          </p:cNvSpPr>
          <p:nvPr/>
        </p:nvSpPr>
        <p:spPr>
          <a:xfrm xmlns:a="http://schemas.openxmlformats.org/drawingml/2006/main">
            <a:off x="4400550" y="4457700"/>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Inspect this rotation of the same offset Q.</a:t>
            </a:r>
          </a:p>
        </p:txBody>
      </p:sp>
      <p:sp>
        <p:nvSpPr>
          <p:cNvPr id="16" name="prior-result">
            <a:extLst xmlns:a="http://schemas.openxmlformats.org/drawingml/2006/main">
              <a:ext uri="{FF2B5EF4-FFF2-40B4-BE49-F238E27FC236}">
                <a16:creationId xmlns:a16="http://schemas.microsoft.com/office/drawing/2014/main" id="{457B395B-1B7F-44E3-9B6A-4CD7487D7FB4}"/>
              </a:ext>
            </a:extLst>
          </p:cNvPr>
          <p:cNvSpPr>
            <a:spLocks xmlns:a="http://schemas.openxmlformats.org/drawingml/2006/main" noGrp="1"/>
          </p:cNvSpPr>
          <p:nvPr/>
        </p:nvSpPr>
        <p:spPr>
          <a:xfrm xmlns:a="http://schemas.openxmlformats.org/drawingml/2006/main">
            <a:off x="666750" y="60007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777777"/>
                </a:solidFill>
                <a:latin typeface="Times New Roman"/>
                <a:ea typeface="Times New Roman"/>
                <a:cs typeface="Times New Roman"/>
              </a:defRPr>
            </a:defPPr>
          </a:lstStyle>
          <a:p xmlns:a="http://schemas.openxmlformats.org/drawingml/2006/main">
            <a:pPr algn="l">
              <a:defRPr sz="2025" b="0" i="0">
                <a:solidFill>
                  <a:srgbClr val="777777"/>
                </a:solidFill>
                <a:latin typeface="Times New Roman"/>
                <a:ea typeface="Times New Roman"/>
                <a:cs typeface="Times New Roman"/>
              </a:defRPr>
            </a:pPr>
            <a:r>
              <a:rPr sz="2025" b="0" i="0">
                <a:solidFill>
                  <a:srgbClr val="777777"/>
                </a:solidFill>
                <a:latin typeface="Times New Roman"/>
                <a:ea typeface="Times New Roman"/>
                <a:cs typeface="Times New Roman"/>
              </a:rPr>
              <a:t>At 90 degrees: Q'=(-v,u), so the example gives P'=(1,3).</a:t>
            </a:r>
          </a:p>
        </p:txBody>
      </p:sp>
      <p:pic>
        <p:nvPicPr>
          <p:cNvPr id="17" name="route-input" descr="P=(x,y)">
            <a:extLst xmlns:a="http://schemas.openxmlformats.org/drawingml/2006/main">
              <a:ext uri="{FF2B5EF4-FFF2-40B4-BE49-F238E27FC236}">
                <a16:creationId xmlns:a16="http://schemas.microsoft.com/office/drawing/2014/main" id="{DA88EB37-8173-4F85-BF76-B7F6518AC6FF}"/>
              </a:ext>
            </a:extLst>
          </p:cNvPr>
          <p:cNvPicPr>
            <a:picLocks xmlns:a="http://schemas.openxmlformats.org/drawingml/2006/main" noChangeAspect="1"/>
          </p:cNvPicPr>
          <p:nvPr/>
        </p:nvPicPr>
        <p:blipFill>
          <a:blip xmlns:r="http://schemas.openxmlformats.org/officeDocument/2006/relationships" xmlns:a="http://schemas.openxmlformats.org/drawingml/2006/main" r:embed="R29b2f86bcd3e4dd3">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3638"/>
            <a:ext cx="1166813" cy="235148"/>
          </a:xfrm>
          <a:prstGeom xmlns:a="http://schemas.openxmlformats.org/drawingml/2006/main" prst="rect">
            <a:avLst/>
          </a:prstGeom>
        </p:spPr>
      </p:pic>
      <p:pic>
        <p:nvPicPr>
          <p:cNvPr id="18" name="route-offset" descr="Q=(u,v)=(x-a,y-b)">
            <a:extLst xmlns:a="http://schemas.openxmlformats.org/drawingml/2006/main">
              <a:ext uri="{FF2B5EF4-FFF2-40B4-BE49-F238E27FC236}">
                <a16:creationId xmlns:a16="http://schemas.microsoft.com/office/drawing/2014/main" id="{A15DB2E8-C981-4BB5-9726-E6D984A86CA0}"/>
              </a:ext>
            </a:extLst>
          </p:cNvPr>
          <p:cNvPicPr>
            <a:picLocks xmlns:a="http://schemas.openxmlformats.org/drawingml/2006/main" noChangeAspect="1"/>
          </p:cNvPicPr>
          <p:nvPr/>
        </p:nvPicPr>
        <p:blipFill>
          <a:blip xmlns:r="http://schemas.openxmlformats.org/officeDocument/2006/relationships" xmlns:a="http://schemas.openxmlformats.org/drawingml/2006/main" r:embed="Rc767775f1fbf4dc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2894"/>
            <a:ext cx="3143250" cy="236637"/>
          </a:xfrm>
          <a:prstGeom xmlns:a="http://schemas.openxmlformats.org/drawingml/2006/main" prst="rect">
            <a:avLst/>
          </a:prstGeom>
        </p:spPr>
      </p:pic>
      <p:pic>
        <p:nvPicPr>
          <p:cNvPr id="19" name="route-output" descr="P'=C+Q'">
            <a:extLst xmlns:a="http://schemas.openxmlformats.org/drawingml/2006/main">
              <a:ext uri="{FF2B5EF4-FFF2-40B4-BE49-F238E27FC236}">
                <a16:creationId xmlns:a16="http://schemas.microsoft.com/office/drawing/2014/main" id="{692EF143-AE2B-4F06-B47F-B49183D4A436}"/>
              </a:ext>
            </a:extLst>
          </p:cNvPr>
          <p:cNvPicPr>
            <a:picLocks xmlns:a="http://schemas.openxmlformats.org/drawingml/2006/main" noChangeAspect="1"/>
          </p:cNvPicPr>
          <p:nvPr/>
        </p:nvPicPr>
        <p:blipFill>
          <a:blip xmlns:r="http://schemas.openxmlformats.org/officeDocument/2006/relationships" xmlns:a="http://schemas.openxmlformats.org/drawingml/2006/main" r:embed="R3d09939690854d8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20" name="known-outer" descr="Q=(u,v)=(x-a,y-b),\qquad Q'=(U,V)">
            <a:extLst xmlns:a="http://schemas.openxmlformats.org/drawingml/2006/main">
              <a:ext uri="{FF2B5EF4-FFF2-40B4-BE49-F238E27FC236}">
                <a16:creationId xmlns:a16="http://schemas.microsoft.com/office/drawing/2014/main" id="{D8BFDE60-1D66-41CA-850E-845575F532AE}"/>
              </a:ext>
            </a:extLst>
          </p:cNvPr>
          <p:cNvPicPr>
            <a:picLocks xmlns:a="http://schemas.openxmlformats.org/drawingml/2006/main" noChangeAspect="1"/>
          </p:cNvPicPr>
          <p:nvPr/>
        </p:nvPicPr>
        <p:blipFill>
          <a:blip xmlns:r="http://schemas.openxmlformats.org/officeDocument/2006/relationships" xmlns:a="http://schemas.openxmlformats.org/drawingml/2006/main" r:embed="R1a9657cc97c94fe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2995613"/>
            <a:ext cx="6883717" cy="314325"/>
          </a:xfrm>
          <a:prstGeom xmlns:a="http://schemas.openxmlformats.org/drawingml/2006/main" prst="rect">
            <a:avLst/>
          </a:prstGeom>
        </p:spPr>
      </p:pic>
    </p:spTree>
    <p:extLst>
      <p:ext uri="{BB962C8B-B14F-4D97-AF65-F5344CB8AC3E}">
        <p14:creationId xmlns:p14="http://schemas.microsoft.com/office/powerpoint/2010/main" val="4454193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Inside the rotation: follow the horizontal leg</a:t>
            </a:r>
          </a:p>
        </p:txBody>
      </p:sp>
      <p:sp>
        <p:nvSpPr>
          <p:cNvPr id="3" name="focus-context">
            <a:extLst xmlns:a="http://schemas.openxmlformats.org/drawingml/2006/main">
              <a:ext uri="{FF2B5EF4-FFF2-40B4-BE49-F238E27FC236}">
                <a16:creationId xmlns:a16="http://schemas.microsoft.com/office/drawing/2014/main" id="{76FA7A8E-2E51-462D-A3F3-42FE4CAF12FC}"/>
              </a:ext>
            </a:extLst>
          </p:cNvPr>
          <p:cNvSpPr>
            <a:spLocks xmlns:a="http://schemas.openxmlformats.org/drawingml/2006/main" noGrp="1"/>
          </p:cNvSpPr>
          <p:nvPr/>
        </p:nvSpPr>
        <p:spPr>
          <a:xfrm xmlns:a="http://schemas.openxmlformats.org/drawingml/2006/main">
            <a:off x="666750" y="12287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Q=(u,v) from subtracting C  -&gt;  Rotate about zero  -&gt;  Q'</a:t>
            </a:r>
          </a:p>
        </p:txBody>
      </p:sp>
      <p:pic>
        <p:nvPicPr>
          <p:cNvPr id="4" name="horizontal" descr="Rotate-point lesson: horizontal; static entry, one click, held result.">
            <a:extLst xmlns:a="http://schemas.openxmlformats.org/drawingml/2006/main">
              <a:ext uri="{FF2B5EF4-FFF2-40B4-BE49-F238E27FC236}">
                <a16:creationId xmlns:a16="http://schemas.microsoft.com/office/drawing/2014/main" id="{4FD745C3-D2C5-4F3E-9789-CA5A24BCBF9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 name="horizontal--t4-click-frame-001"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0" name="horizontal--t4-click-frame-002"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1" name="horizontal--t4-click-frame-003"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2" name="horizontal--t4-click-frame-004"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3" name="horizontal--t4-click-frame-005"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4" name="horizontal--t4-click-frame-006"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5" name="horizontal--t4-click-frame-007"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6" name="horizontal--t4-click-frame-008"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7" name="horizontal--t4-click-frame-009"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8" name="horizontal--t4-click-frame-010"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9" name="horizontal--t4-click-frame-011"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0" name="horizontal--t4-click-frame-012"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1" name="horizontal--t4-click-frame-013"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horizontal--t4-click-frame-014"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horizontal--t4-click-frame-015"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horizontal--t4-click-frame-016"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horizontal--t4-click-frame-017"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horizontal--t4-click-frame-018"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horizontal--t4-click-frame-019"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horizontal--t4-click-frame-020"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horizontal--t4-click-frame-021"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horizontal--t4-click-frame-022"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horizontal--t4-click-frame-023"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horizontal--t4-click-frame-024"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horizontal--t4-click-frame-025"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horizontal--t4-click-frame-026"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horizontal--t4-click-frame-027"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horizontal--t4-click-frame-028"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sp>
        <p:nvSpPr>
          <p:cNvPr id="5" name="horizontal-answer-underline">
            <a:extLst xmlns:a="http://schemas.openxmlformats.org/drawingml/2006/main">
              <a:ext uri="{FF2B5EF4-FFF2-40B4-BE49-F238E27FC236}">
                <a16:creationId xmlns:a16="http://schemas.microsoft.com/office/drawing/2014/main" id="{B7913756-36A2-449D-866B-20767573F272}"/>
              </a:ext>
            </a:extLst>
          </p:cNvPr>
          <p:cNvSpPr>
            <a:spLocks xmlns:a="http://schemas.openxmlformats.org/drawingml/2006/main" noGrp="1"/>
          </p:cNvSpPr>
          <p:nvPr/>
        </p:nvSpPr>
        <p:spPr>
          <a:xfrm xmlns:a="http://schemas.openxmlformats.org/drawingml/2006/main">
            <a:off x="666750" y="64103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6" name="split" descr="Q=(u,0)+(0,v)">
            <a:extLst xmlns:a="http://schemas.openxmlformats.org/drawingml/2006/main">
              <a:ext uri="{FF2B5EF4-FFF2-40B4-BE49-F238E27FC236}">
                <a16:creationId xmlns:a16="http://schemas.microsoft.com/office/drawing/2014/main" id="{AABEE18C-37F2-49CD-9BE8-F10D39F9122D}"/>
              </a:ext>
            </a:extLst>
          </p:cNvPr>
          <p:cNvPicPr>
            <a:picLocks xmlns:a="http://schemas.openxmlformats.org/drawingml/2006/main" noChangeAspect="1"/>
          </p:cNvPicPr>
          <p:nvPr/>
        </p:nvPicPr>
        <p:blipFill>
          <a:blip xmlns:r="http://schemas.openxmlformats.org/officeDocument/2006/relationships" xmlns:a="http://schemas.openxmlformats.org/drawingml/2006/main" r:embed="Rca7070e6991c42a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6913"/>
            <a:ext cx="2657475" cy="295275"/>
          </a:xfrm>
          <a:prstGeom xmlns:a="http://schemas.openxmlformats.org/drawingml/2006/main" prst="rect">
            <a:avLst/>
          </a:prstGeom>
        </p:spPr>
      </p:pic>
      <p:pic>
        <p:nvPicPr>
          <p:cNvPr id="7" name="horizontal-answer" descr="(u,0)\mapsto H=(u\cos\theta,\ u\sin\theta)">
            <a:extLst xmlns:a="http://schemas.openxmlformats.org/drawingml/2006/main">
              <a:ext uri="{FF2B5EF4-FFF2-40B4-BE49-F238E27FC236}">
                <a16:creationId xmlns:a16="http://schemas.microsoft.com/office/drawing/2014/main" id="{33AFC20A-A7E7-4616-B0CA-ABCFB29C74F8}"/>
              </a:ext>
            </a:extLst>
          </p:cNvPr>
          <p:cNvPicPr>
            <a:picLocks xmlns:a="http://schemas.openxmlformats.org/drawingml/2006/main" noChangeAspect="1"/>
          </p:cNvPicPr>
          <p:nvPr/>
        </p:nvPicPr>
        <p:blipFill>
          <a:blip xmlns:r="http://schemas.openxmlformats.org/officeDocument/2006/relationships" xmlns:a="http://schemas.openxmlformats.org/drawingml/2006/main" r:embed="R0a54762c9d9046c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66750" y="5919788"/>
            <a:ext cx="4967288" cy="333375"/>
          </a:xfrm>
          <a:prstGeom xmlns:a="http://schemas.openxmlformats.org/drawingml/2006/main" prst="rect">
            <a:avLst/>
          </a:prstGeom>
        </p:spPr>
      </p:pic>
    </p:spTree>
    <p:extLst>
      <p:ext uri="{BB962C8B-B14F-4D97-AF65-F5344CB8AC3E}">
        <p14:creationId xmlns:p14="http://schemas.microsoft.com/office/powerpoint/2010/main" val="917519713"/>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8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restart="never">
                                  <p:stCondLst>
                                    <p:cond delay="62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restart="never">
                                  <p:stCondLst>
                                    <p:cond delay="74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restart="never">
                                  <p:stCondLst>
                                    <p:cond delay="86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restart="never">
                                  <p:stCondLst>
                                    <p:cond delay="98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restart="never">
                                  <p:stCondLst>
                                    <p:cond delay="110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restart="never">
                                  <p:stCondLst>
                                    <p:cond delay="122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restart="never">
                                  <p:stCondLst>
                                    <p:cond delay="134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restart="never">
                                  <p:stCondLst>
                                    <p:cond delay="146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restart="never">
                                  <p:stCondLst>
                                    <p:cond delay="158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restart="never">
                                  <p:stCondLst>
                                    <p:cond delay="170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restart="never">
                                  <p:stCondLst>
                                    <p:cond delay="182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restart="never">
                                  <p:stCondLst>
                                    <p:cond delay="194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restart="never">
                                  <p:stCondLst>
                                    <p:cond delay="206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nodeType="withEffect" restart="never">
                                  <p:stCondLst>
                                    <p:cond delay="218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restart="never">
                                  <p:stCondLst>
                                    <p:cond delay="230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restart="never">
                                  <p:stCondLst>
                                    <p:cond delay="254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nodeType="withEffect" restart="never">
                                  <p:stCondLst>
                                    <p:cond delay="266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nodeType="withEffect" restart="never">
                                  <p:stCondLst>
                                    <p:cond delay="278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nodeType="withEffect" restart="never">
                                  <p:stCondLst>
                                    <p:cond delay="302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nodeType="withEffect" restart="never">
                                  <p:stCondLst>
                                    <p:cond delay="314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nodeType="withEffect" restart="never">
                                  <p:stCondLst>
                                    <p:cond delay="326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restart="never">
                                  <p:stCondLst>
                                    <p:cond delay="338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restart="never">
                                  <p:stCondLst>
                                    <p:cond delay="350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nodeType="withEffect" restart="never">
                                  <p:stCondLst>
                                    <p:cond delay="3620"/>
                                  </p:stCondLst>
                                  <p:childTnLst>
                                    <p:set>
                                      <p:cBhvr>
                                        <p:cTn id="66" dur="1" fill="hold">
                                          <p:stCondLst>
                                            <p:cond delay="0"/>
                                          </p:stCondLst>
                                        </p:cTn>
                                        <p:tgtEl>
                                          <p:spTgt spid="35"/>
                                        </p:tgtEl>
                                        <p:attrNameLst>
                                          <p:attrName>style.visibility</p:attrName>
                                        </p:attrNameLst>
                                      </p:cBhvr>
                                      <p:to>
                                        <p:strVal val="visible"/>
                                      </p:to>
                                    </p:set>
                                  </p:childTnLst>
                                </p:cTn>
                              </p:par>
                              <p:par>
                                <p:cTn id="67" presetID="1" presetClass="entr" presetSubtype="0" fill="hold" nodeType="withEffect" restart="never">
                                  <p:stCondLst>
                                    <p:cond delay="3740"/>
                                  </p:stCondLst>
                                  <p:childTnLst>
                                    <p:set>
                                      <p:cBhvr>
                                        <p:cTn id="68" dur="1" fill="hold">
                                          <p:stCondLst>
                                            <p:cond delay="0"/>
                                          </p:stCondLst>
                                        </p:cTn>
                                        <p:tgtEl>
                                          <p:spTgt spid="36"/>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Inside the rotation: turn the other leg and join</a:t>
            </a:r>
          </a:p>
        </p:txBody>
      </p:sp>
      <p:sp>
        <p:nvSpPr>
          <p:cNvPr id="3" name="focus-context">
            <a:extLst xmlns:a="http://schemas.openxmlformats.org/drawingml/2006/main">
              <a:ext uri="{FF2B5EF4-FFF2-40B4-BE49-F238E27FC236}">
                <a16:creationId xmlns:a16="http://schemas.microsoft.com/office/drawing/2014/main" id="{5F80F5BF-A5A3-47BF-9346-665CE62CAD1A}"/>
              </a:ext>
            </a:extLst>
          </p:cNvPr>
          <p:cNvSpPr>
            <a:spLocks xmlns:a="http://schemas.openxmlformats.org/drawingml/2006/main" noGrp="1"/>
          </p:cNvSpPr>
          <p:nvPr/>
        </p:nvSpPr>
        <p:spPr>
          <a:xfrm xmlns:a="http://schemas.openxmlformats.org/drawingml/2006/main">
            <a:off x="666750" y="12287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Same Q=(u,v): retain H and turn the remaining vertical leg.</a:t>
            </a:r>
          </a:p>
        </p:txBody>
      </p:sp>
      <p:pic>
        <p:nvPicPr>
          <p:cNvPr id="4" name="vertical" descr="Rotate-point lesson: vertical; static entry, one click, held result.">
            <a:extLst xmlns:a="http://schemas.openxmlformats.org/drawingml/2006/main">
              <a:ext uri="{FF2B5EF4-FFF2-40B4-BE49-F238E27FC236}">
                <a16:creationId xmlns:a16="http://schemas.microsoft.com/office/drawing/2014/main" id="{B1B7BEF6-A1E1-4F3D-81F6-6C198D922C0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0" name="vertical--t4-click-frame-001"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1" name="vertical--t4-click-frame-002"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2" name="vertical--t4-click-frame-003"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3" name="vertical--t4-click-frame-004"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4" name="vertical--t4-click-frame-005"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5" name="vertical--t4-click-frame-006"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6" name="vertical--t4-click-frame-007"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7" name="vertical--t4-click-frame-008"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8" name="vertical--t4-click-frame-009"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9" name="vertical--t4-click-frame-010"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0" name="vertical--t4-click-frame-011"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1" name="vertical--t4-click-frame-012"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vertical--t4-click-frame-013"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vertical--t4-click-frame-014"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vertical--t4-click-frame-015"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vertical--t4-click-frame-016"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vertical--t4-click-frame-017"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vertical--t4-click-frame-018"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vertical--t4-click-frame-019"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vertical--t4-click-frame-020"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vertical--t4-click-frame-021"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vertical--t4-click-frame-022"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vertical--t4-click-frame-023"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vertical--t4-click-frame-024"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vertical--t4-click-frame-025"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vertical--t4-click-frame-026"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vertical--t4-click-frame-027"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7" name="vertical--t4-click-frame-028"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sp>
        <p:nvSpPr>
          <p:cNvPr id="5" name="rotation-answer-underline">
            <a:extLst xmlns:a="http://schemas.openxmlformats.org/drawingml/2006/main">
              <a:ext uri="{FF2B5EF4-FFF2-40B4-BE49-F238E27FC236}">
                <a16:creationId xmlns:a16="http://schemas.microsoft.com/office/drawing/2014/main" id="{3B47B104-1509-4BC2-8897-CF873C3046EC}"/>
              </a:ext>
            </a:extLst>
          </p:cNvPr>
          <p:cNvSpPr>
            <a:spLocks xmlns:a="http://schemas.openxmlformats.org/drawingml/2006/main" noGrp="1"/>
          </p:cNvSpPr>
          <p:nvPr/>
        </p:nvSpPr>
        <p:spPr>
          <a:xfrm xmlns:a="http://schemas.openxmlformats.org/drawingml/2006/main">
            <a:off x="666750" y="67151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6" name="retained-horizontal" descr="H=(u\cos\theta,\ u\sin\theta)">
            <a:extLst xmlns:a="http://schemas.openxmlformats.org/drawingml/2006/main">
              <a:ext uri="{FF2B5EF4-FFF2-40B4-BE49-F238E27FC236}">
                <a16:creationId xmlns:a16="http://schemas.microsoft.com/office/drawing/2014/main" id="{FE2D22BE-721F-415E-90AC-F5BF6642FB3F}"/>
              </a:ext>
            </a:extLst>
          </p:cNvPr>
          <p:cNvPicPr>
            <a:picLocks xmlns:a="http://schemas.openxmlformats.org/drawingml/2006/main" noChangeAspect="1"/>
          </p:cNvPicPr>
          <p:nvPr/>
        </p:nvPicPr>
        <p:blipFill>
          <a:blip xmlns:r="http://schemas.openxmlformats.org/officeDocument/2006/relationships" xmlns:a="http://schemas.openxmlformats.org/drawingml/2006/main" r:embed="R82575d0481874f5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52625"/>
            <a:ext cx="2800350" cy="266700"/>
          </a:xfrm>
          <a:prstGeom xmlns:a="http://schemas.openxmlformats.org/drawingml/2006/main" prst="rect">
            <a:avLst/>
          </a:prstGeom>
        </p:spPr>
      </p:pic>
      <p:pic>
        <p:nvPicPr>
          <p:cNvPr id="7" name="vertical-leg" descr="(0,v)\mapsto K=(-v\sin\theta,\ v\cos\theta)">
            <a:extLst xmlns:a="http://schemas.openxmlformats.org/drawingml/2006/main">
              <a:ext uri="{FF2B5EF4-FFF2-40B4-BE49-F238E27FC236}">
                <a16:creationId xmlns:a16="http://schemas.microsoft.com/office/drawing/2014/main" id="{85888FE0-329B-4918-B027-BE2C036DB131}"/>
              </a:ext>
            </a:extLst>
          </p:cNvPr>
          <p:cNvPicPr>
            <a:picLocks xmlns:a="http://schemas.openxmlformats.org/drawingml/2006/main" noChangeAspect="1"/>
          </p:cNvPicPr>
          <p:nvPr/>
        </p:nvPicPr>
        <p:blipFill>
          <a:blip xmlns:r="http://schemas.openxmlformats.org/officeDocument/2006/relationships" xmlns:a="http://schemas.openxmlformats.org/drawingml/2006/main" r:embed="Rcabc9cf2d18e415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66750" y="5601533"/>
            <a:ext cx="4187190" cy="265033"/>
          </a:xfrm>
          <a:prstGeom xmlns:a="http://schemas.openxmlformats.org/drawingml/2006/main" prst="rect">
            <a:avLst/>
          </a:prstGeom>
        </p:spPr>
      </p:pic>
      <p:pic>
        <p:nvPicPr>
          <p:cNvPr id="8" name="rotation-answer" descr="Q'=H+K=(u\cos\theta-v\sin\theta,\ u\sin\theta+v\cos\theta)">
            <a:extLst xmlns:a="http://schemas.openxmlformats.org/drawingml/2006/main">
              <a:ext uri="{FF2B5EF4-FFF2-40B4-BE49-F238E27FC236}">
                <a16:creationId xmlns:a16="http://schemas.microsoft.com/office/drawing/2014/main" id="{28563011-87A5-4CE6-83F4-C63DA984D1EA}"/>
              </a:ext>
            </a:extLst>
          </p:cNvPr>
          <p:cNvPicPr>
            <a:picLocks xmlns:a="http://schemas.openxmlformats.org/drawingml/2006/main" noChangeAspect="1"/>
          </p:cNvPicPr>
          <p:nvPr/>
        </p:nvPicPr>
        <p:blipFill>
          <a:blip xmlns:r="http://schemas.openxmlformats.org/officeDocument/2006/relationships" xmlns:a="http://schemas.openxmlformats.org/drawingml/2006/main" r:embed="R1598cb2d9ecb42d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66750" y="6224588"/>
            <a:ext cx="8167688" cy="333375"/>
          </a:xfrm>
          <a:prstGeom xmlns:a="http://schemas.openxmlformats.org/drawingml/2006/main" prst="rect">
            <a:avLst/>
          </a:prstGeom>
        </p:spPr>
      </p:pic>
    </p:spTree>
    <p:extLst>
      <p:ext uri="{BB962C8B-B14F-4D97-AF65-F5344CB8AC3E}">
        <p14:creationId xmlns:p14="http://schemas.microsoft.com/office/powerpoint/2010/main" val="510149220"/>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484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restart="never">
                                  <p:stCondLst>
                                    <p:cond delay="62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restart="never">
                                  <p:stCondLst>
                                    <p:cond delay="74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nodeType="withEffect" restart="never">
                                  <p:stCondLst>
                                    <p:cond delay="86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ntr" presetSubtype="0" fill="hold" nodeType="withEffect" restart="never">
                                  <p:stCondLst>
                                    <p:cond delay="98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nodeType="withEffect" restart="never">
                                  <p:stCondLst>
                                    <p:cond delay="1100"/>
                                  </p:stCondLst>
                                  <p:childTnLst>
                                    <p:set>
                                      <p:cBhvr>
                                        <p:cTn id="29" dur="1" fill="hold">
                                          <p:stCondLst>
                                            <p:cond delay="0"/>
                                          </p:stCondLst>
                                        </p:cTn>
                                        <p:tgtEl>
                                          <p:spTgt spid="15"/>
                                        </p:tgtEl>
                                        <p:attrNameLst>
                                          <p:attrName>style.visibility</p:attrName>
                                        </p:attrNameLst>
                                      </p:cBhvr>
                                      <p:to>
                                        <p:strVal val="visible"/>
                                      </p:to>
                                    </p:set>
                                  </p:childTnLst>
                                </p:cTn>
                              </p:par>
                              <p:par>
                                <p:cTn id="30" presetID="1" presetClass="entr" presetSubtype="0" fill="hold" nodeType="withEffect" restart="never">
                                  <p:stCondLst>
                                    <p:cond delay="1220"/>
                                  </p:stCondLst>
                                  <p:childTnLst>
                                    <p:set>
                                      <p:cBhvr>
                                        <p:cTn id="31" dur="1" fill="hold">
                                          <p:stCondLst>
                                            <p:cond delay="0"/>
                                          </p:stCondLst>
                                        </p:cTn>
                                        <p:tgtEl>
                                          <p:spTgt spid="16"/>
                                        </p:tgtEl>
                                        <p:attrNameLst>
                                          <p:attrName>style.visibility</p:attrName>
                                        </p:attrNameLst>
                                      </p:cBhvr>
                                      <p:to>
                                        <p:strVal val="visible"/>
                                      </p:to>
                                    </p:set>
                                  </p:childTnLst>
                                </p:cTn>
                              </p:par>
                              <p:par>
                                <p:cTn id="32" presetID="1" presetClass="entr" presetSubtype="0" fill="hold" nodeType="withEffect" restart="never">
                                  <p:stCondLst>
                                    <p:cond delay="1340"/>
                                  </p:stCondLst>
                                  <p:childTnLst>
                                    <p:set>
                                      <p:cBhvr>
                                        <p:cTn id="33" dur="1" fill="hold">
                                          <p:stCondLst>
                                            <p:cond delay="0"/>
                                          </p:stCondLst>
                                        </p:cTn>
                                        <p:tgtEl>
                                          <p:spTgt spid="17"/>
                                        </p:tgtEl>
                                        <p:attrNameLst>
                                          <p:attrName>style.visibility</p:attrName>
                                        </p:attrNameLst>
                                      </p:cBhvr>
                                      <p:to>
                                        <p:strVal val="visible"/>
                                      </p:to>
                                    </p:set>
                                  </p:childTnLst>
                                </p:cTn>
                              </p:par>
                              <p:par>
                                <p:cTn id="34" presetID="1" presetClass="entr" presetSubtype="0" fill="hold" nodeType="withEffect" restart="never">
                                  <p:stCondLst>
                                    <p:cond delay="1460"/>
                                  </p:stCondLst>
                                  <p:childTnLst>
                                    <p:set>
                                      <p:cBhvr>
                                        <p:cTn id="35" dur="1" fill="hold">
                                          <p:stCondLst>
                                            <p:cond delay="0"/>
                                          </p:stCondLst>
                                        </p:cTn>
                                        <p:tgtEl>
                                          <p:spTgt spid="18"/>
                                        </p:tgtEl>
                                        <p:attrNameLst>
                                          <p:attrName>style.visibility</p:attrName>
                                        </p:attrNameLst>
                                      </p:cBhvr>
                                      <p:to>
                                        <p:strVal val="visible"/>
                                      </p:to>
                                    </p:set>
                                  </p:childTnLst>
                                </p:cTn>
                              </p:par>
                              <p:par>
                                <p:cTn id="36" presetID="1" presetClass="entr" presetSubtype="0" fill="hold" nodeType="withEffect" restart="never">
                                  <p:stCondLst>
                                    <p:cond delay="1580"/>
                                  </p:stCondLst>
                                  <p:childTnLst>
                                    <p:set>
                                      <p:cBhvr>
                                        <p:cTn id="37" dur="1" fill="hold">
                                          <p:stCondLst>
                                            <p:cond delay="0"/>
                                          </p:stCondLst>
                                        </p:cTn>
                                        <p:tgtEl>
                                          <p:spTgt spid="19"/>
                                        </p:tgtEl>
                                        <p:attrNameLst>
                                          <p:attrName>style.visibility</p:attrName>
                                        </p:attrNameLst>
                                      </p:cBhvr>
                                      <p:to>
                                        <p:strVal val="visible"/>
                                      </p:to>
                                    </p:set>
                                  </p:childTnLst>
                                </p:cTn>
                              </p:par>
                              <p:par>
                                <p:cTn id="38" presetID="1" presetClass="entr" presetSubtype="0" fill="hold" nodeType="withEffect" restart="never">
                                  <p:stCondLst>
                                    <p:cond delay="1700"/>
                                  </p:stCondLst>
                                  <p:childTnLst>
                                    <p:set>
                                      <p:cBhvr>
                                        <p:cTn id="39" dur="1" fill="hold">
                                          <p:stCondLst>
                                            <p:cond delay="0"/>
                                          </p:stCondLst>
                                        </p:cTn>
                                        <p:tgtEl>
                                          <p:spTgt spid="20"/>
                                        </p:tgtEl>
                                        <p:attrNameLst>
                                          <p:attrName>style.visibility</p:attrName>
                                        </p:attrNameLst>
                                      </p:cBhvr>
                                      <p:to>
                                        <p:strVal val="visible"/>
                                      </p:to>
                                    </p:set>
                                  </p:childTnLst>
                                </p:cTn>
                              </p:par>
                              <p:par>
                                <p:cTn id="40" presetID="1" presetClass="entr" presetSubtype="0" fill="hold" nodeType="withEffect" restart="never">
                                  <p:stCondLst>
                                    <p:cond delay="182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ntr" presetSubtype="0" fill="hold" nodeType="withEffect" restart="never">
                                  <p:stCondLst>
                                    <p:cond delay="1940"/>
                                  </p:stCondLst>
                                  <p:childTnLst>
                                    <p:set>
                                      <p:cBhvr>
                                        <p:cTn id="43" dur="1" fill="hold">
                                          <p:stCondLst>
                                            <p:cond delay="0"/>
                                          </p:stCondLst>
                                        </p:cTn>
                                        <p:tgtEl>
                                          <p:spTgt spid="22"/>
                                        </p:tgtEl>
                                        <p:attrNameLst>
                                          <p:attrName>style.visibility</p:attrName>
                                        </p:attrNameLst>
                                      </p:cBhvr>
                                      <p:to>
                                        <p:strVal val="visible"/>
                                      </p:to>
                                    </p:set>
                                  </p:childTnLst>
                                </p:cTn>
                              </p:par>
                              <p:par>
                                <p:cTn id="44" presetID="1" presetClass="entr" presetSubtype="0" fill="hold" nodeType="withEffect" restart="never">
                                  <p:stCondLst>
                                    <p:cond delay="2060"/>
                                  </p:stCondLst>
                                  <p:childTnLst>
                                    <p:set>
                                      <p:cBhvr>
                                        <p:cTn id="45" dur="1" fill="hold">
                                          <p:stCondLst>
                                            <p:cond delay="0"/>
                                          </p:stCondLst>
                                        </p:cTn>
                                        <p:tgtEl>
                                          <p:spTgt spid="23"/>
                                        </p:tgtEl>
                                        <p:attrNameLst>
                                          <p:attrName>style.visibility</p:attrName>
                                        </p:attrNameLst>
                                      </p:cBhvr>
                                      <p:to>
                                        <p:strVal val="visible"/>
                                      </p:to>
                                    </p:set>
                                  </p:childTnLst>
                                </p:cTn>
                              </p:par>
                              <p:par>
                                <p:cTn id="46" presetID="1" presetClass="entr" presetSubtype="0" fill="hold" nodeType="withEffect" restart="never">
                                  <p:stCondLst>
                                    <p:cond delay="2180"/>
                                  </p:stCondLst>
                                  <p:childTnLst>
                                    <p:set>
                                      <p:cBhvr>
                                        <p:cTn id="47" dur="1" fill="hold">
                                          <p:stCondLst>
                                            <p:cond delay="0"/>
                                          </p:stCondLst>
                                        </p:cTn>
                                        <p:tgtEl>
                                          <p:spTgt spid="24"/>
                                        </p:tgtEl>
                                        <p:attrNameLst>
                                          <p:attrName>style.visibility</p:attrName>
                                        </p:attrNameLst>
                                      </p:cBhvr>
                                      <p:to>
                                        <p:strVal val="visible"/>
                                      </p:to>
                                    </p:set>
                                  </p:childTnLst>
                                </p:cTn>
                              </p:par>
                              <p:par>
                                <p:cTn id="48" presetID="1" presetClass="entr" presetSubtype="0" fill="hold" nodeType="withEffect" restart="never">
                                  <p:stCondLst>
                                    <p:cond delay="2300"/>
                                  </p:stCondLst>
                                  <p:childTnLst>
                                    <p:set>
                                      <p:cBhvr>
                                        <p:cTn id="49" dur="1" fill="hold">
                                          <p:stCondLst>
                                            <p:cond delay="0"/>
                                          </p:stCondLst>
                                        </p:cTn>
                                        <p:tgtEl>
                                          <p:spTgt spid="25"/>
                                        </p:tgtEl>
                                        <p:attrNameLst>
                                          <p:attrName>style.visibility</p:attrName>
                                        </p:attrNameLst>
                                      </p:cBhvr>
                                      <p:to>
                                        <p:strVal val="visible"/>
                                      </p:to>
                                    </p:set>
                                  </p:childTnLst>
                                </p:cTn>
                              </p:par>
                              <p:par>
                                <p:cTn id="50" presetID="1" presetClass="entr" presetSubtype="0" fill="hold" nodeType="withEffect" restart="never">
                                  <p:stCondLst>
                                    <p:cond delay="2420"/>
                                  </p:stCondLst>
                                  <p:childTnLst>
                                    <p:set>
                                      <p:cBhvr>
                                        <p:cTn id="51" dur="1" fill="hold">
                                          <p:stCondLst>
                                            <p:cond delay="0"/>
                                          </p:stCondLst>
                                        </p:cTn>
                                        <p:tgtEl>
                                          <p:spTgt spid="26"/>
                                        </p:tgtEl>
                                        <p:attrNameLst>
                                          <p:attrName>style.visibility</p:attrName>
                                        </p:attrNameLst>
                                      </p:cBhvr>
                                      <p:to>
                                        <p:strVal val="visible"/>
                                      </p:to>
                                    </p:set>
                                  </p:childTnLst>
                                </p:cTn>
                              </p:par>
                              <p:par>
                                <p:cTn id="52" presetID="1" presetClass="entr" presetSubtype="0" fill="hold" nodeType="withEffect" restart="never">
                                  <p:stCondLst>
                                    <p:cond delay="2540"/>
                                  </p:stCondLst>
                                  <p:childTnLst>
                                    <p:set>
                                      <p:cBhvr>
                                        <p:cTn id="53" dur="1" fill="hold">
                                          <p:stCondLst>
                                            <p:cond delay="0"/>
                                          </p:stCondLst>
                                        </p:cTn>
                                        <p:tgtEl>
                                          <p:spTgt spid="27"/>
                                        </p:tgtEl>
                                        <p:attrNameLst>
                                          <p:attrName>style.visibility</p:attrName>
                                        </p:attrNameLst>
                                      </p:cBhvr>
                                      <p:to>
                                        <p:strVal val="visible"/>
                                      </p:to>
                                    </p:set>
                                  </p:childTnLst>
                                </p:cTn>
                              </p:par>
                              <p:par>
                                <p:cTn id="54" presetID="1" presetClass="entr" presetSubtype="0" fill="hold" nodeType="withEffect" restart="never">
                                  <p:stCondLst>
                                    <p:cond delay="2660"/>
                                  </p:stCondLst>
                                  <p:childTnLst>
                                    <p:set>
                                      <p:cBhvr>
                                        <p:cTn id="55" dur="1" fill="hold">
                                          <p:stCondLst>
                                            <p:cond delay="0"/>
                                          </p:stCondLst>
                                        </p:cTn>
                                        <p:tgtEl>
                                          <p:spTgt spid="28"/>
                                        </p:tgtEl>
                                        <p:attrNameLst>
                                          <p:attrName>style.visibility</p:attrName>
                                        </p:attrNameLst>
                                      </p:cBhvr>
                                      <p:to>
                                        <p:strVal val="visible"/>
                                      </p:to>
                                    </p:set>
                                  </p:childTnLst>
                                </p:cTn>
                              </p:par>
                              <p:par>
                                <p:cTn id="56" presetID="1" presetClass="entr" presetSubtype="0" fill="hold" nodeType="withEffect" restart="never">
                                  <p:stCondLst>
                                    <p:cond delay="2780"/>
                                  </p:stCondLst>
                                  <p:childTnLst>
                                    <p:set>
                                      <p:cBhvr>
                                        <p:cTn id="57" dur="1" fill="hold">
                                          <p:stCondLst>
                                            <p:cond delay="0"/>
                                          </p:stCondLst>
                                        </p:cTn>
                                        <p:tgtEl>
                                          <p:spTgt spid="29"/>
                                        </p:tgtEl>
                                        <p:attrNameLst>
                                          <p:attrName>style.visibility</p:attrName>
                                        </p:attrNameLst>
                                      </p:cBhvr>
                                      <p:to>
                                        <p:strVal val="visible"/>
                                      </p:to>
                                    </p:set>
                                  </p:childTnLst>
                                </p:cTn>
                              </p:par>
                              <p:par>
                                <p:cTn id="58" presetID="1" presetClass="entr" presetSubtype="0" fill="hold" nodeType="withEffect" restart="never">
                                  <p:stCondLst>
                                    <p:cond delay="2900"/>
                                  </p:stCondLst>
                                  <p:childTnLst>
                                    <p:set>
                                      <p:cBhvr>
                                        <p:cTn id="59" dur="1" fill="hold">
                                          <p:stCondLst>
                                            <p:cond delay="0"/>
                                          </p:stCondLst>
                                        </p:cTn>
                                        <p:tgtEl>
                                          <p:spTgt spid="30"/>
                                        </p:tgtEl>
                                        <p:attrNameLst>
                                          <p:attrName>style.visibility</p:attrName>
                                        </p:attrNameLst>
                                      </p:cBhvr>
                                      <p:to>
                                        <p:strVal val="visible"/>
                                      </p:to>
                                    </p:set>
                                  </p:childTnLst>
                                </p:cTn>
                              </p:par>
                              <p:par>
                                <p:cTn id="60" presetID="1" presetClass="entr" presetSubtype="0" fill="hold" nodeType="withEffect" restart="never">
                                  <p:stCondLst>
                                    <p:cond delay="3020"/>
                                  </p:stCondLst>
                                  <p:childTnLst>
                                    <p:set>
                                      <p:cBhvr>
                                        <p:cTn id="61" dur="1" fill="hold">
                                          <p:stCondLst>
                                            <p:cond delay="0"/>
                                          </p:stCondLst>
                                        </p:cTn>
                                        <p:tgtEl>
                                          <p:spTgt spid="31"/>
                                        </p:tgtEl>
                                        <p:attrNameLst>
                                          <p:attrName>style.visibility</p:attrName>
                                        </p:attrNameLst>
                                      </p:cBhvr>
                                      <p:to>
                                        <p:strVal val="visible"/>
                                      </p:to>
                                    </p:set>
                                  </p:childTnLst>
                                </p:cTn>
                              </p:par>
                              <p:par>
                                <p:cTn id="62" presetID="1" presetClass="entr" presetSubtype="0" fill="hold" nodeType="withEffect" restart="never">
                                  <p:stCondLst>
                                    <p:cond delay="3140"/>
                                  </p:stCondLst>
                                  <p:childTnLst>
                                    <p:set>
                                      <p:cBhvr>
                                        <p:cTn id="63" dur="1" fill="hold">
                                          <p:stCondLst>
                                            <p:cond delay="0"/>
                                          </p:stCondLst>
                                        </p:cTn>
                                        <p:tgtEl>
                                          <p:spTgt spid="32"/>
                                        </p:tgtEl>
                                        <p:attrNameLst>
                                          <p:attrName>style.visibility</p:attrName>
                                        </p:attrNameLst>
                                      </p:cBhvr>
                                      <p:to>
                                        <p:strVal val="visible"/>
                                      </p:to>
                                    </p:set>
                                  </p:childTnLst>
                                </p:cTn>
                              </p:par>
                              <p:par>
                                <p:cTn id="64" presetID="1" presetClass="entr" presetSubtype="0" fill="hold" nodeType="withEffect" restart="never">
                                  <p:stCondLst>
                                    <p:cond delay="3260"/>
                                  </p:stCondLst>
                                  <p:childTnLst>
                                    <p:set>
                                      <p:cBhvr>
                                        <p:cTn id="65" dur="1" fill="hold">
                                          <p:stCondLst>
                                            <p:cond delay="0"/>
                                          </p:stCondLst>
                                        </p:cTn>
                                        <p:tgtEl>
                                          <p:spTgt spid="33"/>
                                        </p:tgtEl>
                                        <p:attrNameLst>
                                          <p:attrName>style.visibility</p:attrName>
                                        </p:attrNameLst>
                                      </p:cBhvr>
                                      <p:to>
                                        <p:strVal val="visible"/>
                                      </p:to>
                                    </p:set>
                                  </p:childTnLst>
                                </p:cTn>
                              </p:par>
                              <p:par>
                                <p:cTn id="66" presetID="1" presetClass="entr" presetSubtype="0" fill="hold" nodeType="withEffect" restart="never">
                                  <p:stCondLst>
                                    <p:cond delay="3380"/>
                                  </p:stCondLst>
                                  <p:childTnLst>
                                    <p:set>
                                      <p:cBhvr>
                                        <p:cTn id="67" dur="1" fill="hold">
                                          <p:stCondLst>
                                            <p:cond delay="0"/>
                                          </p:stCondLst>
                                        </p:cTn>
                                        <p:tgtEl>
                                          <p:spTgt spid="34"/>
                                        </p:tgtEl>
                                        <p:attrNameLst>
                                          <p:attrName>style.visibility</p:attrName>
                                        </p:attrNameLst>
                                      </p:cBhvr>
                                      <p:to>
                                        <p:strVal val="visible"/>
                                      </p:to>
                                    </p:set>
                                  </p:childTnLst>
                                </p:cTn>
                              </p:par>
                              <p:par>
                                <p:cTn id="68" presetID="1" presetClass="entr" presetSubtype="0" fill="hold" nodeType="withEffect" restart="never">
                                  <p:stCondLst>
                                    <p:cond delay="3500"/>
                                  </p:stCondLst>
                                  <p:childTnLst>
                                    <p:set>
                                      <p:cBhvr>
                                        <p:cTn id="69" dur="1" fill="hold">
                                          <p:stCondLst>
                                            <p:cond delay="0"/>
                                          </p:stCondLst>
                                        </p:cTn>
                                        <p:tgtEl>
                                          <p:spTgt spid="35"/>
                                        </p:tgtEl>
                                        <p:attrNameLst>
                                          <p:attrName>style.visibility</p:attrName>
                                        </p:attrNameLst>
                                      </p:cBhvr>
                                      <p:to>
                                        <p:strVal val="visible"/>
                                      </p:to>
                                    </p:set>
                                  </p:childTnLst>
                                </p:cTn>
                              </p:par>
                              <p:par>
                                <p:cTn id="70" presetID="1" presetClass="entr" presetSubtype="0" fill="hold" nodeType="withEffect" restart="never">
                                  <p:stCondLst>
                                    <p:cond delay="3620"/>
                                  </p:stCondLst>
                                  <p:childTnLst>
                                    <p:set>
                                      <p:cBhvr>
                                        <p:cTn id="71" dur="1" fill="hold">
                                          <p:stCondLst>
                                            <p:cond delay="0"/>
                                          </p:stCondLst>
                                        </p:cTn>
                                        <p:tgtEl>
                                          <p:spTgt spid="36"/>
                                        </p:tgtEl>
                                        <p:attrNameLst>
                                          <p:attrName>style.visibility</p:attrName>
                                        </p:attrNameLst>
                                      </p:cBhvr>
                                      <p:to>
                                        <p:strVal val="visible"/>
                                      </p:to>
                                    </p:set>
                                  </p:childTnLst>
                                </p:cTn>
                              </p:par>
                              <p:par>
                                <p:cTn id="72" presetID="1" presetClass="entr" presetSubtype="0" fill="hold" nodeType="withEffect" restart="never">
                                  <p:stCondLst>
                                    <p:cond delay="3740"/>
                                  </p:stCondLst>
                                  <p:childTnLst>
                                    <p:set>
                                      <p:cBhvr>
                                        <p:cTn id="73" dur="1" fill="hold">
                                          <p:stCondLst>
                                            <p:cond delay="0"/>
                                          </p:stCondLst>
                                        </p:cTn>
                                        <p:tgtEl>
                                          <p:spTgt spid="3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Return: put the result into the same middle operation</a:t>
            </a:r>
          </a:p>
        </p:txBody>
      </p:sp>
      <p:sp>
        <p:nvSpPr>
          <p:cNvPr id="3" name="operation-0-box">
            <a:extLst xmlns:a="http://schemas.openxmlformats.org/drawingml/2006/main">
              <a:ext uri="{FF2B5EF4-FFF2-40B4-BE49-F238E27FC236}">
                <a16:creationId xmlns:a16="http://schemas.microsoft.com/office/drawing/2014/main" id="{48B3D42B-F3A7-47D7-94DC-D83928950D36}"/>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1DAE4CB-B983-44B0-8076-D21BF4B60E41}"/>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C6D637C9-8DD2-46FE-9CAC-D376D402CC71}"/>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EB3266A-D95F-4D03-943F-789811536A4C}"/>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784F216B-CD04-44FF-BE79-C19906D4C2DC}"/>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03519F64-C556-4818-B721-30491582E884}"/>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37A3384E-3500-4E9F-9AD5-4AAAC67A2AD8}"/>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2342619B-B2AB-4240-8691-BA8F85A8ECE6}"/>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7B442B10-9DD3-4C5E-8C7A-79550F90896A}"/>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2C52FA41-B2DF-47A2-A818-8A3969862F57}"/>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selected-rotation">
            <a:extLst xmlns:a="http://schemas.openxmlformats.org/drawingml/2006/main">
              <a:ext uri="{FF2B5EF4-FFF2-40B4-BE49-F238E27FC236}">
                <a16:creationId xmlns:a16="http://schemas.microsoft.com/office/drawing/2014/main" id="{117CF29D-744F-4E3F-979F-3720415E76A0}"/>
              </a:ext>
            </a:extLst>
          </p:cNvPr>
          <p:cNvSpPr>
            <a:spLocks xmlns:a="http://schemas.openxmlformats.org/drawingml/2006/main" noGrp="1"/>
          </p:cNvSpPr>
          <p:nvPr/>
        </p:nvSpPr>
        <p:spPr>
          <a:xfrm xmlns:a="http://schemas.openxmlformats.org/drawingml/2006/main">
            <a:off x="4352925" y="1219200"/>
            <a:ext cx="3467100" cy="581025"/>
          </a:xfrm>
          <a:prstGeom xmlns:a="http://schemas.openxmlformats.org/drawingml/2006/main" prst="rect">
            <a:avLst/>
          </a:prstGeom>
          <a:noFill xmlns:a="http://schemas.openxmlformats.org/drawingml/2006/main"/>
          <a:ln xmlns:a="http://schemas.openxmlformats.org/drawingml/2006/main" w="24765">
            <a:solidFill>
              <a:srgbClr val="202020"/>
            </a:solidFill>
          </a:ln>
        </p:spPr>
      </p:sp>
      <p:sp>
        <p:nvSpPr>
          <p:cNvPr id="14" name="rule-condition">
            <a:extLst xmlns:a="http://schemas.openxmlformats.org/drawingml/2006/main">
              <a:ext uri="{FF2B5EF4-FFF2-40B4-BE49-F238E27FC236}">
                <a16:creationId xmlns:a16="http://schemas.microsoft.com/office/drawing/2014/main" id="{B255633E-DCA6-4EFD-AFAF-D535087BAF49}"/>
              </a:ext>
            </a:extLst>
          </p:cNvPr>
          <p:cNvSpPr>
            <a:spLocks xmlns:a="http://schemas.openxmlformats.org/drawingml/2006/main" noGrp="1"/>
          </p:cNvSpPr>
          <p:nvPr/>
        </p:nvSpPr>
        <p:spPr>
          <a:xfrm xmlns:a="http://schemas.openxmlformats.org/drawingml/2006/main">
            <a:off x="666750" y="34671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Counterclockwise theta; u=x-a, v=y-b. Same centre C=(a,b).</a:t>
            </a:r>
          </a:p>
        </p:txBody>
      </p:sp>
      <p:sp>
        <p:nvSpPr>
          <p:cNvPr id="15" name="retained-example">
            <a:extLst xmlns:a="http://schemas.openxmlformats.org/drawingml/2006/main">
              <a:ext uri="{FF2B5EF4-FFF2-40B4-BE49-F238E27FC236}">
                <a16:creationId xmlns:a16="http://schemas.microsoft.com/office/drawing/2014/main" id="{B74C03E4-0518-462F-B553-3C9D114D5949}"/>
              </a:ext>
            </a:extLst>
          </p:cNvPr>
          <p:cNvSpPr>
            <a:spLocks xmlns:a="http://schemas.openxmlformats.org/drawingml/2006/main" noGrp="1"/>
          </p:cNvSpPr>
          <p:nvPr/>
        </p:nvSpPr>
        <p:spPr>
          <a:xfrm xmlns:a="http://schemas.openxmlformats.org/drawingml/2006/main">
            <a:off x="666750" y="61341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i="0">
                <a:solidFill>
                  <a:srgbClr val="777777"/>
                </a:solidFill>
                <a:latin typeface="Times New Roman"/>
                <a:ea typeface="Times New Roman"/>
                <a:cs typeface="Times New Roman"/>
              </a:defRPr>
            </a:defPPr>
          </a:lstStyle>
          <a:p xmlns:a="http://schemas.openxmlformats.org/drawingml/2006/main">
            <a:pPr algn="l">
              <a:defRPr sz="1950" b="0" i="0">
                <a:solidFill>
                  <a:srgbClr val="777777"/>
                </a:solidFill>
                <a:latin typeface="Times New Roman"/>
                <a:ea typeface="Times New Roman"/>
                <a:cs typeface="Times New Roman"/>
              </a:defRPr>
            </a:pPr>
            <a:r>
              <a:rPr sz="1950" b="0" i="0">
                <a:solidFill>
                  <a:srgbClr val="777777"/>
                </a:solidFill>
                <a:latin typeface="Times New Roman"/>
                <a:ea typeface="Times New Roman"/>
                <a:cs typeface="Times New Roman"/>
              </a:rPr>
              <a:t>90-degree check: (u,v) -&gt; (-v,u); P=(4,2), C=(2,1) -&gt; P'=(1,3).</a:t>
            </a:r>
          </a:p>
        </p:txBody>
      </p:sp>
      <p:pic>
        <p:nvPicPr>
          <p:cNvPr id="16" name="route-input" descr="P=(x,y)">
            <a:extLst xmlns:a="http://schemas.openxmlformats.org/drawingml/2006/main">
              <a:ext uri="{FF2B5EF4-FFF2-40B4-BE49-F238E27FC236}">
                <a16:creationId xmlns:a16="http://schemas.microsoft.com/office/drawing/2014/main" id="{CEBC2C86-9C89-4459-8098-228420A1CAF8}"/>
              </a:ext>
            </a:extLst>
          </p:cNvPr>
          <p:cNvPicPr>
            <a:picLocks xmlns:a="http://schemas.openxmlformats.org/drawingml/2006/main" noChangeAspect="1"/>
          </p:cNvPicPr>
          <p:nvPr/>
        </p:nvPicPr>
        <p:blipFill>
          <a:blip xmlns:r="http://schemas.openxmlformats.org/officeDocument/2006/relationships" xmlns:a="http://schemas.openxmlformats.org/drawingml/2006/main" r:embed="Rbb02aeee080f4fe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3638"/>
            <a:ext cx="1166813" cy="235148"/>
          </a:xfrm>
          <a:prstGeom xmlns:a="http://schemas.openxmlformats.org/drawingml/2006/main" prst="rect">
            <a:avLst/>
          </a:prstGeom>
        </p:spPr>
      </p:pic>
      <p:pic>
        <p:nvPicPr>
          <p:cNvPr id="17" name="route-offset" descr="Q=(u,v)=(x-a,y-b)">
            <a:extLst xmlns:a="http://schemas.openxmlformats.org/drawingml/2006/main">
              <a:ext uri="{FF2B5EF4-FFF2-40B4-BE49-F238E27FC236}">
                <a16:creationId xmlns:a16="http://schemas.microsoft.com/office/drawing/2014/main" id="{350B9318-5808-4407-BD40-84F05E8BB4AF}"/>
              </a:ext>
            </a:extLst>
          </p:cNvPr>
          <p:cNvPicPr>
            <a:picLocks xmlns:a="http://schemas.openxmlformats.org/drawingml/2006/main" noChangeAspect="1"/>
          </p:cNvPicPr>
          <p:nvPr/>
        </p:nvPicPr>
        <p:blipFill>
          <a:blip xmlns:r="http://schemas.openxmlformats.org/officeDocument/2006/relationships" xmlns:a="http://schemas.openxmlformats.org/drawingml/2006/main" r:embed="R9e3e5b1f41ee480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2894"/>
            <a:ext cx="3143250" cy="236637"/>
          </a:xfrm>
          <a:prstGeom xmlns:a="http://schemas.openxmlformats.org/drawingml/2006/main" prst="rect">
            <a:avLst/>
          </a:prstGeom>
        </p:spPr>
      </p:pic>
      <p:pic>
        <p:nvPicPr>
          <p:cNvPr id="18" name="route-output" descr="P'=C+Q'">
            <a:extLst xmlns:a="http://schemas.openxmlformats.org/drawingml/2006/main">
              <a:ext uri="{FF2B5EF4-FFF2-40B4-BE49-F238E27FC236}">
                <a16:creationId xmlns:a16="http://schemas.microsoft.com/office/drawing/2014/main" id="{17ECCCA2-3E28-48E9-9C51-D3E6BC4E602C}"/>
              </a:ext>
            </a:extLst>
          </p:cNvPr>
          <p:cNvPicPr>
            <a:picLocks xmlns:a="http://schemas.openxmlformats.org/drawingml/2006/main" noChangeAspect="1"/>
          </p:cNvPicPr>
          <p:nvPr/>
        </p:nvPicPr>
        <p:blipFill>
          <a:blip xmlns:r="http://schemas.openxmlformats.org/officeDocument/2006/relationships" xmlns:a="http://schemas.openxmlformats.org/drawingml/2006/main" r:embed="R1e66cb67b41c46a5">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9" name="returned-rule" descr="U=u\cos\theta-v\sin\theta,\qquad V=u\sin\theta+v\cos\theta">
            <a:extLst xmlns:a="http://schemas.openxmlformats.org/drawingml/2006/main">
              <a:ext uri="{FF2B5EF4-FFF2-40B4-BE49-F238E27FC236}">
                <a16:creationId xmlns:a16="http://schemas.microsoft.com/office/drawing/2014/main" id="{E85603D7-F246-438E-9BFE-BB26514B3C28}"/>
              </a:ext>
            </a:extLst>
          </p:cNvPr>
          <p:cNvPicPr>
            <a:picLocks xmlns:a="http://schemas.openxmlformats.org/drawingml/2006/main" noChangeAspect="1"/>
          </p:cNvPicPr>
          <p:nvPr/>
        </p:nvPicPr>
        <p:blipFill>
          <a:blip xmlns:r="http://schemas.openxmlformats.org/officeDocument/2006/relationships" xmlns:a="http://schemas.openxmlformats.org/drawingml/2006/main" r:embed="Rc61f0fbc51564bf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2830324"/>
            <a:ext cx="6761798" cy="263902"/>
          </a:xfrm>
          <a:prstGeom xmlns:a="http://schemas.openxmlformats.org/drawingml/2006/main" prst="rect">
            <a:avLst/>
          </a:prstGeom>
        </p:spPr>
      </p:pic>
      <p:pic>
        <p:nvPicPr>
          <p:cNvPr id="20" name="general-x" descr="x'=a+(x-a)\cos\theta-(y-b)\sin\theta">
            <a:extLst xmlns:a="http://schemas.openxmlformats.org/drawingml/2006/main">
              <a:ext uri="{FF2B5EF4-FFF2-40B4-BE49-F238E27FC236}">
                <a16:creationId xmlns:a16="http://schemas.microsoft.com/office/drawing/2014/main" id="{FA077038-B088-4002-A6C0-BD629B52C3A2}"/>
              </a:ext>
            </a:extLst>
          </p:cNvPr>
          <p:cNvPicPr>
            <a:picLocks xmlns:a="http://schemas.openxmlformats.org/drawingml/2006/main" noChangeAspect="1"/>
          </p:cNvPicPr>
          <p:nvPr/>
        </p:nvPicPr>
        <p:blipFill>
          <a:blip xmlns:r="http://schemas.openxmlformats.org/officeDocument/2006/relationships" xmlns:a="http://schemas.openxmlformats.org/drawingml/2006/main" r:embed="R5cc2ee2a9cf14ba3">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66750" y="4267200"/>
            <a:ext cx="5425440" cy="304800"/>
          </a:xfrm>
          <a:prstGeom xmlns:a="http://schemas.openxmlformats.org/drawingml/2006/main" prst="rect">
            <a:avLst/>
          </a:prstGeom>
        </p:spPr>
      </p:pic>
      <p:pic>
        <p:nvPicPr>
          <p:cNvPr id="21" name="general-y" descr="y'=b+(x-a)\sin\theta+(y-b)\cos\theta">
            <a:extLst xmlns:a="http://schemas.openxmlformats.org/drawingml/2006/main">
              <a:ext uri="{FF2B5EF4-FFF2-40B4-BE49-F238E27FC236}">
                <a16:creationId xmlns:a16="http://schemas.microsoft.com/office/drawing/2014/main" id="{3A43C129-68C0-4153-904A-18BAC969496A}"/>
              </a:ext>
            </a:extLst>
          </p:cNvPr>
          <p:cNvPicPr>
            <a:picLocks xmlns:a="http://schemas.openxmlformats.org/drawingml/2006/main" noChangeAspect="1"/>
          </p:cNvPicPr>
          <p:nvPr/>
        </p:nvPicPr>
        <p:blipFill>
          <a:blip xmlns:r="http://schemas.openxmlformats.org/officeDocument/2006/relationships" xmlns:a="http://schemas.openxmlformats.org/drawingml/2006/main" r:embed="R902fa161535c47ad">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66750" y="5048250"/>
            <a:ext cx="5455920" cy="304800"/>
          </a:xfrm>
          <a:prstGeom xmlns:a="http://schemas.openxmlformats.org/drawingml/2006/main" prst="rect">
            <a:avLst/>
          </a:prstGeom>
        </p:spPr>
      </p:pic>
    </p:spTree>
    <p:extLst>
      <p:ext uri="{BB962C8B-B14F-4D97-AF65-F5344CB8AC3E}">
        <p14:creationId xmlns:p14="http://schemas.microsoft.com/office/powerpoint/2010/main" val="5802171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Use it: the same P and C, now 30 degrees</a:t>
            </a:r>
          </a:p>
        </p:txBody>
      </p:sp>
      <p:pic>
        <p:nvPicPr>
          <p:cNvPr id="3" name="thirty" descr="Rotate-point lesson: thirty; static entry, one click, held result.">
            <a:extLst xmlns:a="http://schemas.openxmlformats.org/drawingml/2006/main">
              <a:ext uri="{FF2B5EF4-FFF2-40B4-BE49-F238E27FC236}">
                <a16:creationId xmlns:a16="http://schemas.microsoft.com/office/drawing/2014/main" id="{50F4F188-35BB-4152-97C2-D9BC2DCAA6A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0" name="thirty--t4-click-frame-001"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1" name="thirty--t4-click-frame-002"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2" name="thirty--t4-click-frame-003"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3" name="thirty--t4-click-frame-004"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4" name="thirty--t4-click-frame-005"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5" name="thirty--t4-click-frame-006"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6" name="thirty--t4-click-frame-007"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7" name="thirty--t4-click-frame-008"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8" name="thirty--t4-click-frame-009"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9" name="thirty--t4-click-frame-010"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0" name="thirty--t4-click-frame-011"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1" name="thirty--t4-click-frame-012"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2" name="thirty--t4-click-frame-013"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3" name="thirty--t4-click-frame-014"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4" name="thirty--t4-click-frame-015"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5" name="thirty--t4-click-frame-016"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6" name="thirty--t4-click-frame-017"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7" name="thirty--t4-click-frame-018"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8" name="thirty--t4-click-frame-019"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9" name="thirty--t4-click-frame-020"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0" name="thirty--t4-click-frame-021"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1" name="thirty--t4-click-frame-022"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2" name="thirty--t4-click-frame-023"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3" name="thirty--t4-click-frame-024"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4" name="thirty--t4-click-frame-025"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5" name="thirty--t4-click-frame-026"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6" name="thirty--t4-click-frame-027"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7" name="thirty--t4-click-frame-028"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sp>
        <p:nvSpPr>
          <p:cNvPr id="4" name="thirty-answer-underline">
            <a:extLst xmlns:a="http://schemas.openxmlformats.org/drawingml/2006/main">
              <a:ext uri="{FF2B5EF4-FFF2-40B4-BE49-F238E27FC236}">
                <a16:creationId xmlns:a16="http://schemas.microsoft.com/office/drawing/2014/main" id="{AFFED15A-C199-4CEF-84F3-0E8F933EFFE4}"/>
              </a:ext>
            </a:extLst>
          </p:cNvPr>
          <p:cNvSpPr>
            <a:spLocks xmlns:a="http://schemas.openxmlformats.org/drawingml/2006/main" noGrp="1"/>
          </p:cNvSpPr>
          <p:nvPr/>
        </p:nvSpPr>
        <p:spPr>
          <a:xfrm xmlns:a="http://schemas.openxmlformats.org/drawingml/2006/main">
            <a:off x="666750" y="65246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5" name="changed-angle" descr="P=(4,2),\ C=(2,1),\ (u,v)=(2,1),\quad \theta:\ 90^\circ\to30^\circ">
            <a:extLst xmlns:a="http://schemas.openxmlformats.org/drawingml/2006/main">
              <a:ext uri="{FF2B5EF4-FFF2-40B4-BE49-F238E27FC236}">
                <a16:creationId xmlns:a16="http://schemas.microsoft.com/office/drawing/2014/main" id="{07F015B8-858D-4D68-A292-CC602F633E0F}"/>
              </a:ext>
            </a:extLst>
          </p:cNvPr>
          <p:cNvPicPr>
            <a:picLocks xmlns:a="http://schemas.openxmlformats.org/drawingml/2006/main" noChangeAspect="1"/>
          </p:cNvPicPr>
          <p:nvPr/>
        </p:nvPicPr>
        <p:blipFill>
          <a:blip xmlns:r="http://schemas.openxmlformats.org/officeDocument/2006/relationships" xmlns:a="http://schemas.openxmlformats.org/drawingml/2006/main" r:embed="R8c0a570089a6461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329601"/>
            <a:ext cx="7430453" cy="274499"/>
          </a:xfrm>
          <a:prstGeom xmlns:a="http://schemas.openxmlformats.org/drawingml/2006/main" prst="rect">
            <a:avLst/>
          </a:prstGeom>
        </p:spPr>
      </p:pic>
      <p:pic>
        <p:nvPicPr>
          <p:cNvPr id="6" name="used-rule" descr="U=u\cos\theta-v\sin\theta,\quad V=u\sin\theta+v\cos\theta">
            <a:extLst xmlns:a="http://schemas.openxmlformats.org/drawingml/2006/main">
              <a:ext uri="{FF2B5EF4-FFF2-40B4-BE49-F238E27FC236}">
                <a16:creationId xmlns:a16="http://schemas.microsoft.com/office/drawing/2014/main" id="{85813F26-23BF-4F77-B479-5A808233ECF9}"/>
              </a:ext>
            </a:extLst>
          </p:cNvPr>
          <p:cNvPicPr>
            <a:picLocks xmlns:a="http://schemas.openxmlformats.org/drawingml/2006/main" noChangeAspect="1"/>
          </p:cNvPicPr>
          <p:nvPr/>
        </p:nvPicPr>
        <p:blipFill>
          <a:blip xmlns:r="http://schemas.openxmlformats.org/officeDocument/2006/relationships" xmlns:a="http://schemas.openxmlformats.org/drawingml/2006/main" r:embed="R7bb687ef2e494a0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66750" y="1976824"/>
            <a:ext cx="6021705" cy="246876"/>
          </a:xfrm>
          <a:prstGeom xmlns:a="http://schemas.openxmlformats.org/drawingml/2006/main" prst="rect">
            <a:avLst/>
          </a:prstGeom>
        </p:spPr>
      </p:pic>
      <p:pic>
        <p:nvPicPr>
          <p:cNvPr id="7" name="substitution" descr="U=2\frac{\sqrt3}{2}-\frac12=\sqrt3-\frac12,\qquad V=2\frac12+\frac{\sqrt3}{2}=1+\frac{\sqrt3}{2}">
            <a:extLst xmlns:a="http://schemas.openxmlformats.org/drawingml/2006/main">
              <a:ext uri="{FF2B5EF4-FFF2-40B4-BE49-F238E27FC236}">
                <a16:creationId xmlns:a16="http://schemas.microsoft.com/office/drawing/2014/main" id="{9244A3C2-C79F-4381-AC52-4BC4ED2E3B1E}"/>
              </a:ext>
            </a:extLst>
          </p:cNvPr>
          <p:cNvPicPr>
            <a:picLocks xmlns:a="http://schemas.openxmlformats.org/drawingml/2006/main" noChangeAspect="1"/>
          </p:cNvPicPr>
          <p:nvPr/>
        </p:nvPicPr>
        <p:blipFill>
          <a:blip xmlns:r="http://schemas.openxmlformats.org/officeDocument/2006/relationships" xmlns:a="http://schemas.openxmlformats.org/drawingml/2006/main" r:embed="Rc052b9972cd9498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66750" y="2499628"/>
            <a:ext cx="7126605" cy="391894"/>
          </a:xfrm>
          <a:prstGeom xmlns:a="http://schemas.openxmlformats.org/drawingml/2006/main" prst="rect">
            <a:avLst/>
          </a:prstGeom>
        </p:spPr>
      </p:pic>
      <p:pic>
        <p:nvPicPr>
          <p:cNvPr id="8" name="thirty-answer" descr="P'=\left(\frac32+\sqrt3,\ 2+\frac{\sqrt3}{2}\right)\approx(3.232,\ 2.866)">
            <a:extLst xmlns:a="http://schemas.openxmlformats.org/drawingml/2006/main">
              <a:ext uri="{FF2B5EF4-FFF2-40B4-BE49-F238E27FC236}">
                <a16:creationId xmlns:a16="http://schemas.microsoft.com/office/drawing/2014/main" id="{1506271C-5C51-4428-AF0C-A180815EAB37}"/>
              </a:ext>
            </a:extLst>
          </p:cNvPr>
          <p:cNvPicPr>
            <a:picLocks xmlns:a="http://schemas.openxmlformats.org/drawingml/2006/main" noChangeAspect="1"/>
          </p:cNvPicPr>
          <p:nvPr/>
        </p:nvPicPr>
        <p:blipFill>
          <a:blip xmlns:r="http://schemas.openxmlformats.org/officeDocument/2006/relationships" xmlns:a="http://schemas.openxmlformats.org/drawingml/2006/main" r:embed="R7e0d24a6f5e04ee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905500"/>
            <a:ext cx="6683298" cy="590550"/>
          </a:xfrm>
          <a:prstGeom xmlns:a="http://schemas.openxmlformats.org/drawingml/2006/main" prst="rect">
            <a:avLst/>
          </a:prstGeom>
        </p:spPr>
      </p:pic>
    </p:spTree>
    <p:extLst>
      <p:ext uri="{BB962C8B-B14F-4D97-AF65-F5344CB8AC3E}">
        <p14:creationId xmlns:p14="http://schemas.microsoft.com/office/powerpoint/2010/main" val="143227406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16" fill="hold" restart="never" repeatCount="1000">
                      <p:stCondLst>
                        <p:cond delay="indefinite"/>
                      </p:stCondLst>
                      <p:childTnLst>
                        <p:par>
                          <p:cTn id="17" fill="hold" dur="484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restart="never">
                                  <p:stCondLst>
                                    <p:cond delay="62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restart="never">
                                  <p:stCondLst>
                                    <p:cond delay="74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nodeType="withEffect" restart="never">
                                  <p:stCondLst>
                                    <p:cond delay="86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ntr" presetSubtype="0" fill="hold" nodeType="withEffect" restart="never">
                                  <p:stCondLst>
                                    <p:cond delay="98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nodeType="withEffect" restart="never">
                                  <p:stCondLst>
                                    <p:cond delay="1100"/>
                                  </p:stCondLst>
                                  <p:childTnLst>
                                    <p:set>
                                      <p:cBhvr>
                                        <p:cTn id="29" dur="1" fill="hold">
                                          <p:stCondLst>
                                            <p:cond delay="0"/>
                                          </p:stCondLst>
                                        </p:cTn>
                                        <p:tgtEl>
                                          <p:spTgt spid="15"/>
                                        </p:tgtEl>
                                        <p:attrNameLst>
                                          <p:attrName>style.visibility</p:attrName>
                                        </p:attrNameLst>
                                      </p:cBhvr>
                                      <p:to>
                                        <p:strVal val="visible"/>
                                      </p:to>
                                    </p:set>
                                  </p:childTnLst>
                                </p:cTn>
                              </p:par>
                              <p:par>
                                <p:cTn id="30" presetID="1" presetClass="entr" presetSubtype="0" fill="hold" nodeType="withEffect" restart="never">
                                  <p:stCondLst>
                                    <p:cond delay="1220"/>
                                  </p:stCondLst>
                                  <p:childTnLst>
                                    <p:set>
                                      <p:cBhvr>
                                        <p:cTn id="31" dur="1" fill="hold">
                                          <p:stCondLst>
                                            <p:cond delay="0"/>
                                          </p:stCondLst>
                                        </p:cTn>
                                        <p:tgtEl>
                                          <p:spTgt spid="16"/>
                                        </p:tgtEl>
                                        <p:attrNameLst>
                                          <p:attrName>style.visibility</p:attrName>
                                        </p:attrNameLst>
                                      </p:cBhvr>
                                      <p:to>
                                        <p:strVal val="visible"/>
                                      </p:to>
                                    </p:set>
                                  </p:childTnLst>
                                </p:cTn>
                              </p:par>
                              <p:par>
                                <p:cTn id="32" presetID="1" presetClass="entr" presetSubtype="0" fill="hold" nodeType="withEffect" restart="never">
                                  <p:stCondLst>
                                    <p:cond delay="1340"/>
                                  </p:stCondLst>
                                  <p:childTnLst>
                                    <p:set>
                                      <p:cBhvr>
                                        <p:cTn id="33" dur="1" fill="hold">
                                          <p:stCondLst>
                                            <p:cond delay="0"/>
                                          </p:stCondLst>
                                        </p:cTn>
                                        <p:tgtEl>
                                          <p:spTgt spid="17"/>
                                        </p:tgtEl>
                                        <p:attrNameLst>
                                          <p:attrName>style.visibility</p:attrName>
                                        </p:attrNameLst>
                                      </p:cBhvr>
                                      <p:to>
                                        <p:strVal val="visible"/>
                                      </p:to>
                                    </p:set>
                                  </p:childTnLst>
                                </p:cTn>
                              </p:par>
                              <p:par>
                                <p:cTn id="34" presetID="1" presetClass="entr" presetSubtype="0" fill="hold" nodeType="withEffect" restart="never">
                                  <p:stCondLst>
                                    <p:cond delay="1460"/>
                                  </p:stCondLst>
                                  <p:childTnLst>
                                    <p:set>
                                      <p:cBhvr>
                                        <p:cTn id="35" dur="1" fill="hold">
                                          <p:stCondLst>
                                            <p:cond delay="0"/>
                                          </p:stCondLst>
                                        </p:cTn>
                                        <p:tgtEl>
                                          <p:spTgt spid="18"/>
                                        </p:tgtEl>
                                        <p:attrNameLst>
                                          <p:attrName>style.visibility</p:attrName>
                                        </p:attrNameLst>
                                      </p:cBhvr>
                                      <p:to>
                                        <p:strVal val="visible"/>
                                      </p:to>
                                    </p:set>
                                  </p:childTnLst>
                                </p:cTn>
                              </p:par>
                              <p:par>
                                <p:cTn id="36" presetID="1" presetClass="entr" presetSubtype="0" fill="hold" nodeType="withEffect" restart="never">
                                  <p:stCondLst>
                                    <p:cond delay="1580"/>
                                  </p:stCondLst>
                                  <p:childTnLst>
                                    <p:set>
                                      <p:cBhvr>
                                        <p:cTn id="37" dur="1" fill="hold">
                                          <p:stCondLst>
                                            <p:cond delay="0"/>
                                          </p:stCondLst>
                                        </p:cTn>
                                        <p:tgtEl>
                                          <p:spTgt spid="19"/>
                                        </p:tgtEl>
                                        <p:attrNameLst>
                                          <p:attrName>style.visibility</p:attrName>
                                        </p:attrNameLst>
                                      </p:cBhvr>
                                      <p:to>
                                        <p:strVal val="visible"/>
                                      </p:to>
                                    </p:set>
                                  </p:childTnLst>
                                </p:cTn>
                              </p:par>
                              <p:par>
                                <p:cTn id="38" presetID="1" presetClass="entr" presetSubtype="0" fill="hold" nodeType="withEffect" restart="never">
                                  <p:stCondLst>
                                    <p:cond delay="1700"/>
                                  </p:stCondLst>
                                  <p:childTnLst>
                                    <p:set>
                                      <p:cBhvr>
                                        <p:cTn id="39" dur="1" fill="hold">
                                          <p:stCondLst>
                                            <p:cond delay="0"/>
                                          </p:stCondLst>
                                        </p:cTn>
                                        <p:tgtEl>
                                          <p:spTgt spid="20"/>
                                        </p:tgtEl>
                                        <p:attrNameLst>
                                          <p:attrName>style.visibility</p:attrName>
                                        </p:attrNameLst>
                                      </p:cBhvr>
                                      <p:to>
                                        <p:strVal val="visible"/>
                                      </p:to>
                                    </p:set>
                                  </p:childTnLst>
                                </p:cTn>
                              </p:par>
                              <p:par>
                                <p:cTn id="40" presetID="1" presetClass="entr" presetSubtype="0" fill="hold" nodeType="withEffect" restart="never">
                                  <p:stCondLst>
                                    <p:cond delay="182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ntr" presetSubtype="0" fill="hold" nodeType="withEffect" restart="never">
                                  <p:stCondLst>
                                    <p:cond delay="1940"/>
                                  </p:stCondLst>
                                  <p:childTnLst>
                                    <p:set>
                                      <p:cBhvr>
                                        <p:cTn id="43" dur="1" fill="hold">
                                          <p:stCondLst>
                                            <p:cond delay="0"/>
                                          </p:stCondLst>
                                        </p:cTn>
                                        <p:tgtEl>
                                          <p:spTgt spid="22"/>
                                        </p:tgtEl>
                                        <p:attrNameLst>
                                          <p:attrName>style.visibility</p:attrName>
                                        </p:attrNameLst>
                                      </p:cBhvr>
                                      <p:to>
                                        <p:strVal val="visible"/>
                                      </p:to>
                                    </p:set>
                                  </p:childTnLst>
                                </p:cTn>
                              </p:par>
                              <p:par>
                                <p:cTn id="44" presetID="1" presetClass="entr" presetSubtype="0" fill="hold" nodeType="withEffect" restart="never">
                                  <p:stCondLst>
                                    <p:cond delay="2060"/>
                                  </p:stCondLst>
                                  <p:childTnLst>
                                    <p:set>
                                      <p:cBhvr>
                                        <p:cTn id="45" dur="1" fill="hold">
                                          <p:stCondLst>
                                            <p:cond delay="0"/>
                                          </p:stCondLst>
                                        </p:cTn>
                                        <p:tgtEl>
                                          <p:spTgt spid="23"/>
                                        </p:tgtEl>
                                        <p:attrNameLst>
                                          <p:attrName>style.visibility</p:attrName>
                                        </p:attrNameLst>
                                      </p:cBhvr>
                                      <p:to>
                                        <p:strVal val="visible"/>
                                      </p:to>
                                    </p:set>
                                  </p:childTnLst>
                                </p:cTn>
                              </p:par>
                              <p:par>
                                <p:cTn id="46" presetID="1" presetClass="entr" presetSubtype="0" fill="hold" nodeType="withEffect" restart="never">
                                  <p:stCondLst>
                                    <p:cond delay="2180"/>
                                  </p:stCondLst>
                                  <p:childTnLst>
                                    <p:set>
                                      <p:cBhvr>
                                        <p:cTn id="47" dur="1" fill="hold">
                                          <p:stCondLst>
                                            <p:cond delay="0"/>
                                          </p:stCondLst>
                                        </p:cTn>
                                        <p:tgtEl>
                                          <p:spTgt spid="24"/>
                                        </p:tgtEl>
                                        <p:attrNameLst>
                                          <p:attrName>style.visibility</p:attrName>
                                        </p:attrNameLst>
                                      </p:cBhvr>
                                      <p:to>
                                        <p:strVal val="visible"/>
                                      </p:to>
                                    </p:set>
                                  </p:childTnLst>
                                </p:cTn>
                              </p:par>
                              <p:par>
                                <p:cTn id="48" presetID="1" presetClass="entr" presetSubtype="0" fill="hold" nodeType="withEffect" restart="never">
                                  <p:stCondLst>
                                    <p:cond delay="2300"/>
                                  </p:stCondLst>
                                  <p:childTnLst>
                                    <p:set>
                                      <p:cBhvr>
                                        <p:cTn id="49" dur="1" fill="hold">
                                          <p:stCondLst>
                                            <p:cond delay="0"/>
                                          </p:stCondLst>
                                        </p:cTn>
                                        <p:tgtEl>
                                          <p:spTgt spid="25"/>
                                        </p:tgtEl>
                                        <p:attrNameLst>
                                          <p:attrName>style.visibility</p:attrName>
                                        </p:attrNameLst>
                                      </p:cBhvr>
                                      <p:to>
                                        <p:strVal val="visible"/>
                                      </p:to>
                                    </p:set>
                                  </p:childTnLst>
                                </p:cTn>
                              </p:par>
                              <p:par>
                                <p:cTn id="50" presetID="1" presetClass="entr" presetSubtype="0" fill="hold" nodeType="withEffect" restart="never">
                                  <p:stCondLst>
                                    <p:cond delay="2420"/>
                                  </p:stCondLst>
                                  <p:childTnLst>
                                    <p:set>
                                      <p:cBhvr>
                                        <p:cTn id="51" dur="1" fill="hold">
                                          <p:stCondLst>
                                            <p:cond delay="0"/>
                                          </p:stCondLst>
                                        </p:cTn>
                                        <p:tgtEl>
                                          <p:spTgt spid="26"/>
                                        </p:tgtEl>
                                        <p:attrNameLst>
                                          <p:attrName>style.visibility</p:attrName>
                                        </p:attrNameLst>
                                      </p:cBhvr>
                                      <p:to>
                                        <p:strVal val="visible"/>
                                      </p:to>
                                    </p:set>
                                  </p:childTnLst>
                                </p:cTn>
                              </p:par>
                              <p:par>
                                <p:cTn id="52" presetID="1" presetClass="entr" presetSubtype="0" fill="hold" nodeType="withEffect" restart="never">
                                  <p:stCondLst>
                                    <p:cond delay="2540"/>
                                  </p:stCondLst>
                                  <p:childTnLst>
                                    <p:set>
                                      <p:cBhvr>
                                        <p:cTn id="53" dur="1" fill="hold">
                                          <p:stCondLst>
                                            <p:cond delay="0"/>
                                          </p:stCondLst>
                                        </p:cTn>
                                        <p:tgtEl>
                                          <p:spTgt spid="27"/>
                                        </p:tgtEl>
                                        <p:attrNameLst>
                                          <p:attrName>style.visibility</p:attrName>
                                        </p:attrNameLst>
                                      </p:cBhvr>
                                      <p:to>
                                        <p:strVal val="visible"/>
                                      </p:to>
                                    </p:set>
                                  </p:childTnLst>
                                </p:cTn>
                              </p:par>
                              <p:par>
                                <p:cTn id="54" presetID="1" presetClass="entr" presetSubtype="0" fill="hold" nodeType="withEffect" restart="never">
                                  <p:stCondLst>
                                    <p:cond delay="2660"/>
                                  </p:stCondLst>
                                  <p:childTnLst>
                                    <p:set>
                                      <p:cBhvr>
                                        <p:cTn id="55" dur="1" fill="hold">
                                          <p:stCondLst>
                                            <p:cond delay="0"/>
                                          </p:stCondLst>
                                        </p:cTn>
                                        <p:tgtEl>
                                          <p:spTgt spid="28"/>
                                        </p:tgtEl>
                                        <p:attrNameLst>
                                          <p:attrName>style.visibility</p:attrName>
                                        </p:attrNameLst>
                                      </p:cBhvr>
                                      <p:to>
                                        <p:strVal val="visible"/>
                                      </p:to>
                                    </p:set>
                                  </p:childTnLst>
                                </p:cTn>
                              </p:par>
                              <p:par>
                                <p:cTn id="56" presetID="1" presetClass="entr" presetSubtype="0" fill="hold" nodeType="withEffect" restart="never">
                                  <p:stCondLst>
                                    <p:cond delay="2780"/>
                                  </p:stCondLst>
                                  <p:childTnLst>
                                    <p:set>
                                      <p:cBhvr>
                                        <p:cTn id="57" dur="1" fill="hold">
                                          <p:stCondLst>
                                            <p:cond delay="0"/>
                                          </p:stCondLst>
                                        </p:cTn>
                                        <p:tgtEl>
                                          <p:spTgt spid="29"/>
                                        </p:tgtEl>
                                        <p:attrNameLst>
                                          <p:attrName>style.visibility</p:attrName>
                                        </p:attrNameLst>
                                      </p:cBhvr>
                                      <p:to>
                                        <p:strVal val="visible"/>
                                      </p:to>
                                    </p:set>
                                  </p:childTnLst>
                                </p:cTn>
                              </p:par>
                              <p:par>
                                <p:cTn id="58" presetID="1" presetClass="entr" presetSubtype="0" fill="hold" nodeType="withEffect" restart="never">
                                  <p:stCondLst>
                                    <p:cond delay="2900"/>
                                  </p:stCondLst>
                                  <p:childTnLst>
                                    <p:set>
                                      <p:cBhvr>
                                        <p:cTn id="59" dur="1" fill="hold">
                                          <p:stCondLst>
                                            <p:cond delay="0"/>
                                          </p:stCondLst>
                                        </p:cTn>
                                        <p:tgtEl>
                                          <p:spTgt spid="30"/>
                                        </p:tgtEl>
                                        <p:attrNameLst>
                                          <p:attrName>style.visibility</p:attrName>
                                        </p:attrNameLst>
                                      </p:cBhvr>
                                      <p:to>
                                        <p:strVal val="visible"/>
                                      </p:to>
                                    </p:set>
                                  </p:childTnLst>
                                </p:cTn>
                              </p:par>
                              <p:par>
                                <p:cTn id="60" presetID="1" presetClass="entr" presetSubtype="0" fill="hold" nodeType="withEffect" restart="never">
                                  <p:stCondLst>
                                    <p:cond delay="3020"/>
                                  </p:stCondLst>
                                  <p:childTnLst>
                                    <p:set>
                                      <p:cBhvr>
                                        <p:cTn id="61" dur="1" fill="hold">
                                          <p:stCondLst>
                                            <p:cond delay="0"/>
                                          </p:stCondLst>
                                        </p:cTn>
                                        <p:tgtEl>
                                          <p:spTgt spid="31"/>
                                        </p:tgtEl>
                                        <p:attrNameLst>
                                          <p:attrName>style.visibility</p:attrName>
                                        </p:attrNameLst>
                                      </p:cBhvr>
                                      <p:to>
                                        <p:strVal val="visible"/>
                                      </p:to>
                                    </p:set>
                                  </p:childTnLst>
                                </p:cTn>
                              </p:par>
                              <p:par>
                                <p:cTn id="62" presetID="1" presetClass="entr" presetSubtype="0" fill="hold" nodeType="withEffect" restart="never">
                                  <p:stCondLst>
                                    <p:cond delay="3140"/>
                                  </p:stCondLst>
                                  <p:childTnLst>
                                    <p:set>
                                      <p:cBhvr>
                                        <p:cTn id="63" dur="1" fill="hold">
                                          <p:stCondLst>
                                            <p:cond delay="0"/>
                                          </p:stCondLst>
                                        </p:cTn>
                                        <p:tgtEl>
                                          <p:spTgt spid="32"/>
                                        </p:tgtEl>
                                        <p:attrNameLst>
                                          <p:attrName>style.visibility</p:attrName>
                                        </p:attrNameLst>
                                      </p:cBhvr>
                                      <p:to>
                                        <p:strVal val="visible"/>
                                      </p:to>
                                    </p:set>
                                  </p:childTnLst>
                                </p:cTn>
                              </p:par>
                              <p:par>
                                <p:cTn id="64" presetID="1" presetClass="entr" presetSubtype="0" fill="hold" nodeType="withEffect" restart="never">
                                  <p:stCondLst>
                                    <p:cond delay="3260"/>
                                  </p:stCondLst>
                                  <p:childTnLst>
                                    <p:set>
                                      <p:cBhvr>
                                        <p:cTn id="65" dur="1" fill="hold">
                                          <p:stCondLst>
                                            <p:cond delay="0"/>
                                          </p:stCondLst>
                                        </p:cTn>
                                        <p:tgtEl>
                                          <p:spTgt spid="33"/>
                                        </p:tgtEl>
                                        <p:attrNameLst>
                                          <p:attrName>style.visibility</p:attrName>
                                        </p:attrNameLst>
                                      </p:cBhvr>
                                      <p:to>
                                        <p:strVal val="visible"/>
                                      </p:to>
                                    </p:set>
                                  </p:childTnLst>
                                </p:cTn>
                              </p:par>
                              <p:par>
                                <p:cTn id="66" presetID="1" presetClass="entr" presetSubtype="0" fill="hold" nodeType="withEffect" restart="never">
                                  <p:stCondLst>
                                    <p:cond delay="3380"/>
                                  </p:stCondLst>
                                  <p:childTnLst>
                                    <p:set>
                                      <p:cBhvr>
                                        <p:cTn id="67" dur="1" fill="hold">
                                          <p:stCondLst>
                                            <p:cond delay="0"/>
                                          </p:stCondLst>
                                        </p:cTn>
                                        <p:tgtEl>
                                          <p:spTgt spid="34"/>
                                        </p:tgtEl>
                                        <p:attrNameLst>
                                          <p:attrName>style.visibility</p:attrName>
                                        </p:attrNameLst>
                                      </p:cBhvr>
                                      <p:to>
                                        <p:strVal val="visible"/>
                                      </p:to>
                                    </p:set>
                                  </p:childTnLst>
                                </p:cTn>
                              </p:par>
                              <p:par>
                                <p:cTn id="68" presetID="1" presetClass="entr" presetSubtype="0" fill="hold" nodeType="withEffect" restart="never">
                                  <p:stCondLst>
                                    <p:cond delay="3500"/>
                                  </p:stCondLst>
                                  <p:childTnLst>
                                    <p:set>
                                      <p:cBhvr>
                                        <p:cTn id="69" dur="1" fill="hold">
                                          <p:stCondLst>
                                            <p:cond delay="0"/>
                                          </p:stCondLst>
                                        </p:cTn>
                                        <p:tgtEl>
                                          <p:spTgt spid="35"/>
                                        </p:tgtEl>
                                        <p:attrNameLst>
                                          <p:attrName>style.visibility</p:attrName>
                                        </p:attrNameLst>
                                      </p:cBhvr>
                                      <p:to>
                                        <p:strVal val="visible"/>
                                      </p:to>
                                    </p:set>
                                  </p:childTnLst>
                                </p:cTn>
                              </p:par>
                              <p:par>
                                <p:cTn id="70" presetID="1" presetClass="entr" presetSubtype="0" fill="hold" nodeType="withEffect" restart="never">
                                  <p:stCondLst>
                                    <p:cond delay="3620"/>
                                  </p:stCondLst>
                                  <p:childTnLst>
                                    <p:set>
                                      <p:cBhvr>
                                        <p:cTn id="71" dur="1" fill="hold">
                                          <p:stCondLst>
                                            <p:cond delay="0"/>
                                          </p:stCondLst>
                                        </p:cTn>
                                        <p:tgtEl>
                                          <p:spTgt spid="36"/>
                                        </p:tgtEl>
                                        <p:attrNameLst>
                                          <p:attrName>style.visibility</p:attrName>
                                        </p:attrNameLst>
                                      </p:cBhvr>
                                      <p:to>
                                        <p:strVal val="visible"/>
                                      </p:to>
                                    </p:set>
                                  </p:childTnLst>
                                </p:cTn>
                              </p:par>
                              <p:par>
                                <p:cTn id="72" presetID="1" presetClass="entr" presetSubtype="0" fill="hold" nodeType="withEffect" restart="never">
                                  <p:stCondLst>
                                    <p:cond delay="3740"/>
                                  </p:stCondLst>
                                  <p:childTnLst>
                                    <p:set>
                                      <p:cBhvr>
                                        <p:cTn id="73" dur="1" fill="hold">
                                          <p:stCondLst>
                                            <p:cond delay="0"/>
                                          </p:stCondLst>
                                        </p:cTn>
                                        <p:tgtEl>
                                          <p:spTgt spid="37"/>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Subtract the centre. Turn the offset. Add it back.</a:t>
            </a:r>
          </a:p>
        </p:txBody>
      </p:sp>
      <p:sp>
        <p:nvSpPr>
          <p:cNvPr id="3" name="operation-0-box">
            <a:extLst xmlns:a="http://schemas.openxmlformats.org/drawingml/2006/main">
              <a:ext uri="{FF2B5EF4-FFF2-40B4-BE49-F238E27FC236}">
                <a16:creationId xmlns:a16="http://schemas.microsoft.com/office/drawing/2014/main" id="{9D28DE8A-1579-4BE1-A9A9-65DB26D4D5F3}"/>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C26CD47-DFDF-4E76-B9B7-CEB76CE5731C}"/>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9AF7B464-2121-4157-A9CA-135CF1EF7959}"/>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43FE689-149A-4C11-838F-FCE4049E1F3B}"/>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A592718D-080F-4AE7-A3E9-D25FA71B86BA}"/>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1D830AE-C753-4EA8-80E9-48E36E0BB7F1}"/>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404294F4-8FA5-4B45-B671-F47432F4EE86}"/>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D0886742-5414-4981-AFB7-B2B55B742C8D}"/>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D9AAABB7-87B3-4347-A1F3-4D90A5FA777F}"/>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10D718A4-8155-4F53-BE9E-9BB5009C8627}"/>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conditions">
            <a:extLst xmlns:a="http://schemas.openxmlformats.org/drawingml/2006/main">
              <a:ext uri="{FF2B5EF4-FFF2-40B4-BE49-F238E27FC236}">
                <a16:creationId xmlns:a16="http://schemas.microsoft.com/office/drawing/2014/main" id="{03B38CE5-50BA-4E4A-9324-8644277DD050}"/>
              </a:ext>
            </a:extLst>
          </p:cNvPr>
          <p:cNvSpPr>
            <a:spLocks xmlns:a="http://schemas.openxmlformats.org/drawingml/2006/main" noGrp="1"/>
          </p:cNvSpPr>
          <p:nvPr/>
        </p:nvSpPr>
        <p:spPr>
          <a:xfrm xmlns:a="http://schemas.openxmlformats.org/drawingml/2006/main">
            <a:off x="666750" y="46767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Equal axis scales. Positive theta: counterclockwise; negative: clockwise.</a:t>
            </a:r>
          </a:p>
        </p:txBody>
      </p:sp>
      <p:sp>
        <p:nvSpPr>
          <p:cNvPr id="14" name="checks">
            <a:extLst xmlns:a="http://schemas.openxmlformats.org/drawingml/2006/main">
              <a:ext uri="{FF2B5EF4-FFF2-40B4-BE49-F238E27FC236}">
                <a16:creationId xmlns:a16="http://schemas.microsoft.com/office/drawing/2014/main" id="{B06C43B6-C779-4D4C-B0F8-11C3CA6660A4}"/>
              </a:ext>
            </a:extLst>
          </p:cNvPr>
          <p:cNvSpPr>
            <a:spLocks xmlns:a="http://schemas.openxmlformats.org/drawingml/2006/main" noGrp="1"/>
          </p:cNvSpPr>
          <p:nvPr/>
        </p:nvSpPr>
        <p:spPr>
          <a:xfrm xmlns:a="http://schemas.openxmlformats.org/drawingml/2006/main">
            <a:off x="666750" y="52387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Checks: C stays fixed; distance to C stays fixed; zero turn gives P.</a:t>
            </a:r>
          </a:p>
        </p:txBody>
      </p:sp>
      <p:sp>
        <p:nvSpPr>
          <p:cNvPr id="15" name="final-example-underline">
            <a:extLst xmlns:a="http://schemas.openxmlformats.org/drawingml/2006/main">
              <a:ext uri="{FF2B5EF4-FFF2-40B4-BE49-F238E27FC236}">
                <a16:creationId xmlns:a16="http://schemas.microsoft.com/office/drawing/2014/main" id="{8A9FD8D0-FDEE-4D66-9096-6392EE53D56D}"/>
              </a:ext>
            </a:extLst>
          </p:cNvPr>
          <p:cNvSpPr>
            <a:spLocks xmlns:a="http://schemas.openxmlformats.org/drawingml/2006/main" noGrp="1"/>
          </p:cNvSpPr>
          <p:nvPr/>
        </p:nvSpPr>
        <p:spPr>
          <a:xfrm xmlns:a="http://schemas.openxmlformats.org/drawingml/2006/main">
            <a:off x="666750" y="6572250"/>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6" name="route-input" descr="P=(x,y)">
            <a:extLst xmlns:a="http://schemas.openxmlformats.org/drawingml/2006/main">
              <a:ext uri="{FF2B5EF4-FFF2-40B4-BE49-F238E27FC236}">
                <a16:creationId xmlns:a16="http://schemas.microsoft.com/office/drawing/2014/main" id="{195844FD-4DFE-4EE1-9A7C-110F39ED9788}"/>
              </a:ext>
            </a:extLst>
          </p:cNvPr>
          <p:cNvPicPr>
            <a:picLocks xmlns:a="http://schemas.openxmlformats.org/drawingml/2006/main" noChangeAspect="1"/>
          </p:cNvPicPr>
          <p:nvPr/>
        </p:nvPicPr>
        <p:blipFill>
          <a:blip xmlns:r="http://schemas.openxmlformats.org/officeDocument/2006/relationships" xmlns:a="http://schemas.openxmlformats.org/drawingml/2006/main" r:embed="R3e7de43b77714243">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3638"/>
            <a:ext cx="1166813" cy="235148"/>
          </a:xfrm>
          <a:prstGeom xmlns:a="http://schemas.openxmlformats.org/drawingml/2006/main" prst="rect">
            <a:avLst/>
          </a:prstGeom>
        </p:spPr>
      </p:pic>
      <p:pic>
        <p:nvPicPr>
          <p:cNvPr id="17" name="route-offset" descr="Q=(u,v)=(x-a,y-b)">
            <a:extLst xmlns:a="http://schemas.openxmlformats.org/drawingml/2006/main">
              <a:ext uri="{FF2B5EF4-FFF2-40B4-BE49-F238E27FC236}">
                <a16:creationId xmlns:a16="http://schemas.microsoft.com/office/drawing/2014/main" id="{FF301C7B-5F8E-47F7-836E-07D5266B8E9C}"/>
              </a:ext>
            </a:extLst>
          </p:cNvPr>
          <p:cNvPicPr>
            <a:picLocks xmlns:a="http://schemas.openxmlformats.org/drawingml/2006/main" noChangeAspect="1"/>
          </p:cNvPicPr>
          <p:nvPr/>
        </p:nvPicPr>
        <p:blipFill>
          <a:blip xmlns:r="http://schemas.openxmlformats.org/officeDocument/2006/relationships" xmlns:a="http://schemas.openxmlformats.org/drawingml/2006/main" r:embed="Ra1afff9d8df84cd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2894"/>
            <a:ext cx="3143250" cy="236637"/>
          </a:xfrm>
          <a:prstGeom xmlns:a="http://schemas.openxmlformats.org/drawingml/2006/main" prst="rect">
            <a:avLst/>
          </a:prstGeom>
        </p:spPr>
      </p:pic>
      <p:pic>
        <p:nvPicPr>
          <p:cNvPr id="18" name="route-output" descr="P'=C+Q'">
            <a:extLst xmlns:a="http://schemas.openxmlformats.org/drawingml/2006/main">
              <a:ext uri="{FF2B5EF4-FFF2-40B4-BE49-F238E27FC236}">
                <a16:creationId xmlns:a16="http://schemas.microsoft.com/office/drawing/2014/main" id="{CCE540E3-BA23-4AE1-BAFE-B2D7810AE946}"/>
              </a:ext>
            </a:extLst>
          </p:cNvPr>
          <p:cNvPicPr>
            <a:picLocks xmlns:a="http://schemas.openxmlformats.org/drawingml/2006/main" noChangeAspect="1"/>
          </p:cNvPicPr>
          <p:nvPr/>
        </p:nvPicPr>
        <p:blipFill>
          <a:blip xmlns:r="http://schemas.openxmlformats.org/officeDocument/2006/relationships" xmlns:a="http://schemas.openxmlformats.org/drawingml/2006/main" r:embed="Rb400a1114ec9477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9" name="takeaway-rotation" descr="(U,V)=(u\cos\theta-v\sin\theta,\ u\sin\theta+v\cos\theta)">
            <a:extLst xmlns:a="http://schemas.openxmlformats.org/drawingml/2006/main">
              <a:ext uri="{FF2B5EF4-FFF2-40B4-BE49-F238E27FC236}">
                <a16:creationId xmlns:a16="http://schemas.microsoft.com/office/drawing/2014/main" id="{20F3E9D7-F9CA-40CA-B1A4-CAAF4D4F9532}"/>
              </a:ext>
            </a:extLst>
          </p:cNvPr>
          <p:cNvPicPr>
            <a:picLocks xmlns:a="http://schemas.openxmlformats.org/drawingml/2006/main" noChangeAspect="1"/>
          </p:cNvPicPr>
          <p:nvPr/>
        </p:nvPicPr>
        <p:blipFill>
          <a:blip xmlns:r="http://schemas.openxmlformats.org/officeDocument/2006/relationships" xmlns:a="http://schemas.openxmlformats.org/drawingml/2006/main" r:embed="Rb820884e60464ec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2857500"/>
            <a:ext cx="6644640" cy="304800"/>
          </a:xfrm>
          <a:prstGeom xmlns:a="http://schemas.openxmlformats.org/drawingml/2006/main" prst="rect">
            <a:avLst/>
          </a:prstGeom>
        </p:spPr>
      </p:pic>
      <p:pic>
        <p:nvPicPr>
          <p:cNvPr id="20" name="takeaway-output" descr="P'=(a+U,\ b+V),\qquad (u,v)=(x-a,y-b)">
            <a:extLst xmlns:a="http://schemas.openxmlformats.org/drawingml/2006/main">
              <a:ext uri="{FF2B5EF4-FFF2-40B4-BE49-F238E27FC236}">
                <a16:creationId xmlns:a16="http://schemas.microsoft.com/office/drawing/2014/main" id="{665127C7-879C-4E37-84C2-FCAF5990F682}"/>
              </a:ext>
            </a:extLst>
          </p:cNvPr>
          <p:cNvPicPr>
            <a:picLocks xmlns:a="http://schemas.openxmlformats.org/drawingml/2006/main" noChangeAspect="1"/>
          </p:cNvPicPr>
          <p:nvPr/>
        </p:nvPicPr>
        <p:blipFill>
          <a:blip xmlns:r="http://schemas.openxmlformats.org/officeDocument/2006/relationships" xmlns:a="http://schemas.openxmlformats.org/drawingml/2006/main" r:embed="Rac659260f7714e2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66750" y="3843338"/>
            <a:ext cx="7934325" cy="333375"/>
          </a:xfrm>
          <a:prstGeom xmlns:a="http://schemas.openxmlformats.org/drawingml/2006/main" prst="rect">
            <a:avLst/>
          </a:prstGeom>
        </p:spPr>
      </p:pic>
      <p:pic>
        <p:nvPicPr>
          <p:cNvPr id="21" name="final-example" descr="P=(4,2),\quad C=(2,1),\quad \theta=90^\circ\quad\Longrightarrow\quad P'=(1,3)">
            <a:extLst xmlns:a="http://schemas.openxmlformats.org/drawingml/2006/main">
              <a:ext uri="{FF2B5EF4-FFF2-40B4-BE49-F238E27FC236}">
                <a16:creationId xmlns:a16="http://schemas.microsoft.com/office/drawing/2014/main" id="{0E477CAE-4E13-4246-BCD3-B95D1864933E}"/>
              </a:ext>
            </a:extLst>
          </p:cNvPr>
          <p:cNvPicPr>
            <a:picLocks xmlns:a="http://schemas.openxmlformats.org/drawingml/2006/main" noChangeAspect="1"/>
          </p:cNvPicPr>
          <p:nvPr/>
        </p:nvPicPr>
        <p:blipFill>
          <a:blip xmlns:r="http://schemas.openxmlformats.org/officeDocument/2006/relationships" xmlns:a="http://schemas.openxmlformats.org/drawingml/2006/main" r:embed="R5d78d676b39b4d40">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66750" y="6082754"/>
            <a:ext cx="8934450" cy="331291"/>
          </a:xfrm>
          <a:prstGeom xmlns:a="http://schemas.openxmlformats.org/drawingml/2006/main" prst="rect">
            <a:avLst/>
          </a:prstGeom>
        </p:spPr>
      </p:pic>
    </p:spTree>
    <p:extLst>
      <p:ext uri="{BB962C8B-B14F-4D97-AF65-F5344CB8AC3E}">
        <p14:creationId xmlns:p14="http://schemas.microsoft.com/office/powerpoint/2010/main" val="47315829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2026-10-17T17:41:50.5460000Z</dcterms:created>
  <dcterms:modified xsi:type="dcterms:W3CDTF">2026-10-17T17:41:50.5460000Z</dcterms:modified>
</coreProperties>
</file>