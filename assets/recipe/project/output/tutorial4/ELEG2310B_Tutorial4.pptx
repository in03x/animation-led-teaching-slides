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Default Extension="svg" ContentType="image/svg+xml"/>
  <Default Extension="gif" ContentType="image/gif"/>
  <Override PartName="/ppt/slideLayouts/t3_reference_methods_slideLayout1.xml" ContentType="application/vnd.openxmlformats-officedocument.presentationml.slideLayout+xml"/>
  <Override PartName="/ppt/slideMasters/t3_reference_methods_slideMaster1.xml" ContentType="application/vnd.openxmlformats-officedocument.presentationml.slideMaster+xml"/>
  <Override PartName="/ppt/slideMasters/theme/t3_reference_methods_theme2.xml" ContentType="application/vnd.openxmlformats-officedocument.theme+xml"/>
  <Override PartName="/ppt/slideLayouts/t3_reference_slideLayout1.xml" ContentType="application/vnd.openxmlformats-officedocument.presentationml.slideLayout+xml"/>
  <Override PartName="/ppt/slideMasters/t3_reference_slideMaster1.xml" ContentType="application/vnd.openxmlformats-officedocument.presentationml.slideMaster+xml"/>
  <Override PartName="/ppt/slideMasters/theme/t3_reference_theme2.xml" ContentType="application/vnd.openxmlformats-officedocument.theme+xml"/>
  <Override PartName="/ppt/notesMasters/theme/t3_reference_theme3.xml" ContentType="application/vnd.openxmlformats-officedocument.theme+xml"/>
  <Override PartName="/pp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Layout1.xml" ContentType="application/vnd.openxmlformats-officedocument.presentationml.slideLayout+xml"/>
  <Override PartName="/ppt/slideMaster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Master1.xml" ContentType="application/vnd.openxmlformats-officedocument.presentationml.slideMaster+xml"/>
  <Override PartName="/ppt/slideMasters/theme/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theme2.xml" ContentType="application/vnd.openxmlformats-officedocument.theme+xml"/>
  <Override PartName="/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notesSlide1.xml" ContentType="application/vnd.openxmlformats-officedocument.presentationml.notesSlide+xml"/>
  <Override PartName="/ppt/notesMasters/theme/t4_prefix_f768a0848150_theme3.xml" ContentType="application/vnd.openxmlformats-officedocument.theme+xml"/>
  <Override PartName="/pp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Layout1.xml" ContentType="application/vnd.openxmlformats-officedocument.presentationml.slideLayout+xml"/>
  <Override PartName="/ppt/slideMaster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Master1.xml" ContentType="application/vnd.openxmlformats-officedocument.presentationml.slideMaster+xml"/>
  <Override PartName="/ppt/slideMasters/theme/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theme2.xml" ContentType="application/vnd.openxmlformats-officedocument.theme+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31906d2cac28adde7f89947.png" ContentType="image/png"/>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bef5e7d33655c75a3185167d.png" ContentType="image/png"/>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7edf5427da0b4edbf70dbd03.png" ContentType="image/png"/>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eba8e38aff55bbdf5b5b3e3.png" ContentType="image/png"/>
  <Override PartName="/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2.xml" ContentType="application/vnd.openxmlformats-officedocument.presentationml.notesSlide+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6d3f16e60b6958268157040.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761ca645dc84de71c8d43c74.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511826433d63e2834ed93e16.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96d4b2b1112e43e4b078c0ef.svg" ContentType="image/svg+xml"/>
  <Override PartName="/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3.xml" ContentType="application/vnd.openxmlformats-officedocument.presentationml.notesSlide+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30ed8fc11e3f95126e254723.png" ContentType="image/png"/>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1be9c9c55cf70474f848f12.png" ContentType="image/png"/>
  <Override PartName="/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4.xml" ContentType="application/vnd.openxmlformats-officedocument.presentationml.notesSlide+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39c9fa2bd7a3f8ad9e35db0d.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3519d41b4a364dc37d943e8f.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image13.png" ContentType="image/png"/>
  <Override PartName="/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notesSlide5.xml" ContentType="application/vnd.openxmlformats-officedocument.presentationml.notesSlide+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ec2d44f64a34a2e6b10a3893.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c42341e9e16ea6dfb3a9ff4f.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fe6c4697a6b68484b0abc35c.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8ec3b26938dccca301e35747.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fad677c780fbc2a95024c711.svg" ContentType="image/svg+xml"/>
  <Override PartName="/pp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fe0d6e76bbe659118a9c99c6.svg" ContentType="image/svg+xml"/>
</Types>
</file>

<file path=_rels/.rels>&#65279;<?xml version="1.0" encoding="utf-8"?><Relationships xmlns="http://schemas.openxmlformats.org/package/2006/relationships"><Relationship Type="http://schemas.openxmlformats.org/package/2006/relationships/metadata/core-properties" Target="/docProps/core.xml" Id="R114bc46836194672" /><Relationship Type="http://schemas.openxmlformats.org/officeDocument/2006/relationships/extended-properties" Target="/docProps/app.xml" Id="R1142f67191944a7e" /><Relationship Type="http://schemas.openxmlformats.org/officeDocument/2006/relationships/officeDocument" Target="/ppt/presentation.xml" Id="R78a45e7977674dcc" /></Relationships>
</file>

<file path=ppt/presentation.xml><?xml version="1.0" encoding="utf-8"?>
<p:presentation xmlns:p="http://schemas.openxmlformats.org/presentationml/2006/main">
  <p:sldMasterIdLst>
    <p:sldMasterId xmlns:r="http://schemas.openxmlformats.org/officeDocument/2006/relationships" id="2147483648" r:id="R39a2ffaf20e64c4e"/>
    <p:sldMasterId xmlns:ns0="http://schemas.openxmlformats.org/officeDocument/2006/relationships" id="2147490001" ns0:id="rIdT3Master41"/>
    <p:sldMasterId xmlns:ns1="http://schemas.openxmlformats.org/officeDocument/2006/relationships" id="2147490002" ns1:id="rIdT3Master42"/>
    <p:sldMasterId xmlns:ns0="http://schemas.openxmlformats.org/officeDocument/2006/relationships" id="2147490003" ns0:id="rIdT4PrefixMaster43"/>
    <p:sldMasterId xmlns:ns1="http://schemas.openxmlformats.org/officeDocument/2006/relationships" id="2147490004" ns1:id="rIdT4PrefixMaster44"/>
  </p:sldMasterIdLst>
  <p:notesMasterIdLst>
    <p:notesMasterId xmlns:r="http://schemas.openxmlformats.org/officeDocument/2006/relationships" r:id="Rf01392ccceb742c4"/>
  </p:notesMasterIdLst>
  <p:sldIdLst>
    <p:sldId xmlns:r="http://schemas.openxmlformats.org/officeDocument/2006/relationships" id="256" r:id="R41e7704d09224f43"/>
    <p:sldId xmlns:r="http://schemas.openxmlformats.org/officeDocument/2006/relationships" id="257" r:id="R923918d5fd314fd5"/>
    <p:sldId xmlns:r="http://schemas.openxmlformats.org/officeDocument/2006/relationships" id="258" r:id="R02d08de6da0c42f1"/>
    <p:sldId xmlns:r="http://schemas.openxmlformats.org/officeDocument/2006/relationships" id="259" r:id="R1560aeaa2a6142b5"/>
    <p:sldId xmlns:r="http://schemas.openxmlformats.org/officeDocument/2006/relationships" id="260" r:id="R0209c05535ee4b35"/>
    <p:sldId xmlns:r="http://schemas.openxmlformats.org/officeDocument/2006/relationships" id="261" r:id="R9b5de1d0685c47ef"/>
    <p:sldId xmlns:r="http://schemas.openxmlformats.org/officeDocument/2006/relationships" id="262" r:id="Rce7962d8c3a344a8"/>
    <p:sldId xmlns:r="http://schemas.openxmlformats.org/officeDocument/2006/relationships" id="263" r:id="R78e56b08f56b4653"/>
    <p:sldId xmlns:r="http://schemas.openxmlformats.org/officeDocument/2006/relationships" id="264" r:id="R1d3b0fa584e54877"/>
    <p:sldId xmlns:r="http://schemas.openxmlformats.org/officeDocument/2006/relationships" id="265" r:id="R8f149521d9214b52"/>
    <p:sldId xmlns:r="http://schemas.openxmlformats.org/officeDocument/2006/relationships" id="266" r:id="R62eb897798eb424e"/>
    <p:sldId xmlns:r="http://schemas.openxmlformats.org/officeDocument/2006/relationships" id="267" r:id="Rcf62fa4cefac4453"/>
    <p:sldId xmlns:r="http://schemas.openxmlformats.org/officeDocument/2006/relationships" id="268" r:id="Rff5a785f40ac4e5f"/>
    <p:sldId xmlns:r="http://schemas.openxmlformats.org/officeDocument/2006/relationships" id="269" r:id="Rf4a2f59f7a97474b"/>
    <p:sldId xmlns:r="http://schemas.openxmlformats.org/officeDocument/2006/relationships" id="270" r:id="R8381b5d6b159410e"/>
    <p:sldId xmlns:r="http://schemas.openxmlformats.org/officeDocument/2006/relationships" id="271" r:id="R25dad5a2c19b414f"/>
    <p:sldId xmlns:r="http://schemas.openxmlformats.org/officeDocument/2006/relationships" id="272" r:id="R8d19055f84774331"/>
    <p:sldId xmlns:r="http://schemas.openxmlformats.org/officeDocument/2006/relationships" id="273" r:id="R24cfa0ccd25f4b60"/>
    <p:sldId xmlns:r="http://schemas.openxmlformats.org/officeDocument/2006/relationships" id="274" r:id="Rdd24f060f9ae414d"/>
    <p:sldId xmlns:r="http://schemas.openxmlformats.org/officeDocument/2006/relationships" id="275" r:id="Ra835f895687c4e43"/>
    <p:sldId xmlns:r="http://schemas.openxmlformats.org/officeDocument/2006/relationships" id="276" r:id="Red358d2c221f4186"/>
    <p:sldId xmlns:r="http://schemas.openxmlformats.org/officeDocument/2006/relationships" id="277" r:id="R65b1c3b367554bbb"/>
    <p:sldId xmlns:r="http://schemas.openxmlformats.org/officeDocument/2006/relationships" id="278" r:id="R8c4609739abf4ecb"/>
    <p:sldId xmlns:r="http://schemas.openxmlformats.org/officeDocument/2006/relationships" id="279" r:id="R056b55d2211a46f8"/>
    <p:sldId xmlns:r="http://schemas.openxmlformats.org/officeDocument/2006/relationships" id="280" r:id="R39284d4a3ed04b1b"/>
    <p:sldId xmlns:r="http://schemas.openxmlformats.org/officeDocument/2006/relationships" id="281" r:id="R08df7285fc054fe5"/>
    <p:sldId xmlns:r="http://schemas.openxmlformats.org/officeDocument/2006/relationships" id="282" r:id="R052fa659c47c483a"/>
    <p:sldId xmlns:r="http://schemas.openxmlformats.org/officeDocument/2006/relationships" id="283" r:id="R79b46b9e4188400c"/>
    <p:sldId xmlns:r="http://schemas.openxmlformats.org/officeDocument/2006/relationships" id="284" r:id="R29f6e762fbf845ad"/>
    <p:sldId xmlns:r="http://schemas.openxmlformats.org/officeDocument/2006/relationships" id="285" r:id="Ra5fcd4a605f6403f"/>
    <p:sldId xmlns:r="http://schemas.openxmlformats.org/officeDocument/2006/relationships" id="286" r:id="Re9470b8587eb480a"/>
    <p:sldId xmlns:r="http://schemas.openxmlformats.org/officeDocument/2006/relationships" id="287" r:id="Raaeeed6e41af45c6"/>
    <p:sldId xmlns:r="http://schemas.openxmlformats.org/officeDocument/2006/relationships" id="288" r:id="R83a21e0766164e0b"/>
    <p:sldId xmlns:r="http://schemas.openxmlformats.org/officeDocument/2006/relationships" id="289" r:id="R8c15180f81944d93"/>
    <p:sldId xmlns:r="http://schemas.openxmlformats.org/officeDocument/2006/relationships" id="290" r:id="R476954aaf36b40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5c7608b7b694cfa"/><Relationship Type="http://schemas.openxmlformats.org/officeDocument/2006/relationships/slideMaster" Target="/ppt/slideMasters/slideMaster1.xml" Id="R39a2ffaf20e64c4e"/><Relationship Type="http://schemas.openxmlformats.org/officeDocument/2006/relationships/notesMaster" Target="/ppt/notesMasters/notesMaster1.xml" Id="Rf01392ccceb742c4"/><Relationship Type="http://schemas.openxmlformats.org/officeDocument/2006/relationships/presProps" Target="/ppt/presProps.xml" Id="R82f9055eaaaa42b6"/><Relationship Type="http://schemas.openxmlformats.org/officeDocument/2006/relationships/tableStyles" Target="/ppt/tableStyles.xml" Id="R121bbc094d4a45b4"/><Relationship Type="http://schemas.openxmlformats.org/officeDocument/2006/relationships/slide" Target="/ppt/slides/slide1.xml" Id="R41e7704d09224f43"/><Relationship Type="http://schemas.openxmlformats.org/officeDocument/2006/relationships/slide" Target="/ppt/slides/slide2.xml" Id="R923918d5fd314fd5"/><Relationship Type="http://schemas.openxmlformats.org/officeDocument/2006/relationships/slide" Target="/ppt/slides/slide3.xml" Id="R02d08de6da0c42f1"/><Relationship Type="http://schemas.openxmlformats.org/officeDocument/2006/relationships/slide" Target="/ppt/slides/slide4.xml" Id="R1560aeaa2a6142b5"/><Relationship Type="http://schemas.openxmlformats.org/officeDocument/2006/relationships/slide" Target="/ppt/slides/slide5.xml" Id="R0209c05535ee4b35"/><Relationship Type="http://schemas.openxmlformats.org/officeDocument/2006/relationships/slide" Target="/ppt/slides/slide6.xml" Id="R9b5de1d0685c47ef"/><Relationship Type="http://schemas.openxmlformats.org/officeDocument/2006/relationships/slide" Target="/ppt/slides/slide7.xml" Id="Rce7962d8c3a344a8"/><Relationship Type="http://schemas.openxmlformats.org/officeDocument/2006/relationships/slide" Target="/ppt/slides/slide8.xml" Id="R78e56b08f56b4653"/><Relationship Type="http://schemas.openxmlformats.org/officeDocument/2006/relationships/slide" Target="/ppt/slides/slide9.xml" Id="R1d3b0fa584e54877"/><Relationship Type="http://schemas.openxmlformats.org/officeDocument/2006/relationships/slide" Target="/ppt/slides/slide10.xml" Id="R8f149521d9214b52"/><Relationship Type="http://schemas.openxmlformats.org/officeDocument/2006/relationships/slide" Target="/ppt/slides/slide11.xml" Id="R62eb897798eb424e"/><Relationship Type="http://schemas.openxmlformats.org/officeDocument/2006/relationships/slide" Target="/ppt/slides/slide12.xml" Id="Rcf62fa4cefac4453"/><Relationship Type="http://schemas.openxmlformats.org/officeDocument/2006/relationships/slide" Target="/ppt/slides/slide13.xml" Id="Rff5a785f40ac4e5f"/><Relationship Type="http://schemas.openxmlformats.org/officeDocument/2006/relationships/slide" Target="/ppt/slides/slide14.xml" Id="Rf4a2f59f7a97474b"/><Relationship Type="http://schemas.openxmlformats.org/officeDocument/2006/relationships/slide" Target="/ppt/slides/slide15.xml" Id="R8381b5d6b159410e"/><Relationship Type="http://schemas.openxmlformats.org/officeDocument/2006/relationships/slide" Target="/ppt/slides/slide16.xml" Id="R25dad5a2c19b414f"/><Relationship Type="http://schemas.openxmlformats.org/officeDocument/2006/relationships/slide" Target="/ppt/slides/slide17.xml" Id="R8d19055f84774331"/><Relationship Type="http://schemas.openxmlformats.org/officeDocument/2006/relationships/slide" Target="/ppt/slides/slide18.xml" Id="R24cfa0ccd25f4b60"/><Relationship Type="http://schemas.openxmlformats.org/officeDocument/2006/relationships/slide" Target="/ppt/slides/slide19.xml" Id="Rdd24f060f9ae414d"/><Relationship Type="http://schemas.openxmlformats.org/officeDocument/2006/relationships/slide" Target="/ppt/slides/slide20.xml" Id="Ra835f895687c4e43"/><Relationship Type="http://schemas.openxmlformats.org/officeDocument/2006/relationships/slide" Target="/ppt/slides/slide21.xml" Id="Red358d2c221f4186"/><Relationship Type="http://schemas.openxmlformats.org/officeDocument/2006/relationships/slide" Target="/ppt/slides/slide22.xml" Id="R65b1c3b367554bbb"/><Relationship Type="http://schemas.openxmlformats.org/officeDocument/2006/relationships/slide" Target="/ppt/slides/slide23.xml" Id="R8c4609739abf4ecb"/><Relationship Type="http://schemas.openxmlformats.org/officeDocument/2006/relationships/slide" Target="/ppt/slides/slide24.xml" Id="R056b55d2211a46f8"/><Relationship Type="http://schemas.openxmlformats.org/officeDocument/2006/relationships/slide" Target="/ppt/slides/slide25.xml" Id="R39284d4a3ed04b1b"/><Relationship Type="http://schemas.openxmlformats.org/officeDocument/2006/relationships/slide" Target="/ppt/slides/slide26.xml" Id="R08df7285fc054fe5"/><Relationship Type="http://schemas.openxmlformats.org/officeDocument/2006/relationships/slide" Target="/ppt/slides/slide27.xml" Id="R052fa659c47c483a"/><Relationship Type="http://schemas.openxmlformats.org/officeDocument/2006/relationships/slide" Target="/ppt/slides/slide28.xml" Id="R79b46b9e4188400c"/><Relationship Type="http://schemas.openxmlformats.org/officeDocument/2006/relationships/slide" Target="/ppt/slides/slide29.xml" Id="R29f6e762fbf845ad"/><Relationship Type="http://schemas.openxmlformats.org/officeDocument/2006/relationships/slide" Target="/ppt/slides/slide30.xml" Id="Ra5fcd4a605f6403f"/><Relationship Type="http://schemas.openxmlformats.org/officeDocument/2006/relationships/slide" Target="/ppt/slides/slide31.xml" Id="Re9470b8587eb480a"/><Relationship Type="http://schemas.openxmlformats.org/officeDocument/2006/relationships/slide" Target="/ppt/slides/slide32.xml" Id="Raaeeed6e41af45c6"/><Relationship Type="http://schemas.openxmlformats.org/officeDocument/2006/relationships/slide" Target="/ppt/slides/slide33.xml" Id="R83a21e0766164e0b"/><Relationship Type="http://schemas.openxmlformats.org/officeDocument/2006/relationships/slide" Target="/ppt/slides/slide34.xml" Id="R8c15180f81944d93"/><Relationship Type="http://schemas.openxmlformats.org/officeDocument/2006/relationships/slide" Target="/ppt/slides/slide35.xml" Id="R476954aaf36b406b"/><Relationship Id="rIdT3Master41" Type="http://schemas.openxmlformats.org/officeDocument/2006/relationships/slideMaster" Target="slideMasters/t3_reference_methods_slideMaster1.xml"/><Relationship Id="rIdT3Master42" Type="http://schemas.openxmlformats.org/officeDocument/2006/relationships/slideMaster" Target="slideMasters/t3_reference_slideMaster1.xml"/><Relationship Id="rIdT4PrefixMaster43" Type="http://schemas.openxmlformats.org/officeDocument/2006/relationships/slideMaster" Target="slideMaster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Master1.xml"/><Relationship Id="rIdT4PrefixMaster44" Type="http://schemas.openxmlformats.org/officeDocument/2006/relationships/slideMaster" Target="slideMaster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2151fd17554e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3_referenc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4_prefix_f768a0848150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6.xml.rels>&#65279;<?xml version="1.0" encoding="utf-8"?><Relationships xmlns="http://schemas.openxmlformats.org/package/2006/relationships"><Relationship Type="http://schemas.openxmlformats.org/officeDocument/2006/relationships/slide" Target="/ppt/slides/slide6.xml" Id="Rc83875efe5e8429c" /><Relationship Type="http://schemas.openxmlformats.org/officeDocument/2006/relationships/notesMaster" Target="/ppt/notesMasters/notesMaster1.xml" Id="Rccdb0d094d114b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13753122794603" /><Relationship Type="http://schemas.openxmlformats.org/officeDocument/2006/relationships/notesMaster" Target="/ppt/notesMasters/notesMaster1.xml" Id="R25bf89b3190343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d9264746694929" /><Relationship Type="http://schemas.openxmlformats.org/officeDocument/2006/relationships/notesMaster" Target="/ppt/notesMasters/notesMaster1.xml" Id="R664d5de6d49c4f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32dfff7c8f47d7" /><Relationship Type="http://schemas.openxmlformats.org/officeDocument/2006/relationships/notesMaster" Target="/ppt/notesMasters/notesMaster1.xml" Id="Racf7135d0d4749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49bc3ee68f4a41" /><Relationship Type="http://schemas.openxmlformats.org/officeDocument/2006/relationships/notesMaster" Target="/ppt/notesMasters/notesMaster1.xml" Id="Rdae8e361ea444e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24aeca1e56466a" /><Relationship Type="http://schemas.openxmlformats.org/officeDocument/2006/relationships/notesMaster" Target="/ppt/notesMasters/notesMaster1.xml" Id="R089fe59f46c94c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c06e25854a4ef3" /><Relationship Type="http://schemas.openxmlformats.org/officeDocument/2006/relationships/notesMaster" Target="/ppt/notesMasters/notesMaster1.xml" Id="R013d341766074b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62777b0f3a4938" /><Relationship Type="http://schemas.openxmlformats.org/officeDocument/2006/relationships/notesMaster" Target="/ppt/notesMasters/notesMaster1.xml" Id="R545910e153a047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0dd1190eec494b" /><Relationship Type="http://schemas.openxmlformats.org/officeDocument/2006/relationships/notesMaster" Target="/ppt/notesMasters/notesMaster1.xml" Id="R1f815ff36db543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0f85bd66b8498e" /><Relationship Type="http://schemas.openxmlformats.org/officeDocument/2006/relationships/notesMaster" Target="/ppt/notesMasters/notesMaster1.xml" Id="R025a3ed001d545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c5b2af48704df5" /><Relationship Type="http://schemas.openxmlformats.org/officeDocument/2006/relationships/notesMaster" Target="/ppt/notesMasters/notesMaster1.xml" Id="Rc3f0fce8446b477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25b8fd9e684462" /><Relationship Type="http://schemas.openxmlformats.org/officeDocument/2006/relationships/notesMaster" Target="/ppt/notesMasters/notesMaster1.xml" Id="R49d636d906bf4a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1dec487163418e" /><Relationship Type="http://schemas.openxmlformats.org/officeDocument/2006/relationships/notesMaster" Target="/ppt/notesMasters/notesMaster1.xml" Id="Rff1b8b393d5c4f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f3665d0e2f840ec" /><Relationship Type="http://schemas.openxmlformats.org/officeDocument/2006/relationships/notesMaster" Target="/ppt/notesMasters/notesMaster1.xml" Id="Rcb97c479e97e49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fd836c276649af" /><Relationship Type="http://schemas.openxmlformats.org/officeDocument/2006/relationships/notesMaster" Target="/ppt/notesMasters/notesMaster1.xml" Id="R056b0d571e794c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ef92b48ba6a4f7f" /><Relationship Type="http://schemas.openxmlformats.org/officeDocument/2006/relationships/notesMaster" Target="/ppt/notesMasters/notesMaster1.xml" Id="Rec0ecd8557a842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52e6612d3884faa" /><Relationship Type="http://schemas.openxmlformats.org/officeDocument/2006/relationships/notesMaster" Target="/ppt/notesMasters/notesMaster1.xml" Id="R7830c26b95de40d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669d38dc6434ce0" /><Relationship Type="http://schemas.openxmlformats.org/officeDocument/2006/relationships/notesMaster" Target="/ppt/notesMasters/notesMaster1.xml" Id="R211242ae3eb34d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66a7613604e4c3f" /><Relationship Type="http://schemas.openxmlformats.org/officeDocument/2006/relationships/notesMaster" Target="/ppt/notesMasters/notesMaster1.xml" Id="R24206bcf5f3b41f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9507f224be94fb3" /><Relationship Type="http://schemas.openxmlformats.org/officeDocument/2006/relationships/notesMaster" Target="/ppt/notesMasters/notesMaster1.xml" Id="R4a08752c28724d5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4dc980b8de7405f" /><Relationship Type="http://schemas.openxmlformats.org/officeDocument/2006/relationships/notesMaster" Target="/ppt/notesMasters/notesMaster1.xml" Id="Rd1f85e807488487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6cf5a0b145f4518" /><Relationship Type="http://schemas.openxmlformats.org/officeDocument/2006/relationships/notesMaster" Target="/ppt/notesMasters/notesMaster1.xml" Id="R0497dfef21ab4a9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2487c0c32fa4952" /><Relationship Type="http://schemas.openxmlformats.org/officeDocument/2006/relationships/notesMaster" Target="/ppt/notesMasters/notesMaster1.xml" Id="Rea07c3487c7f44e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a4a79fa6e2b4b26" /><Relationship Type="http://schemas.openxmlformats.org/officeDocument/2006/relationships/notesMaster" Target="/ppt/notesMasters/notesMaster1.xml" Id="R77acafb62043456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5e6c64bba7f480f" /><Relationship Type="http://schemas.openxmlformats.org/officeDocument/2006/relationships/notesMaster" Target="/ppt/notesMasters/notesMaster1.xml" Id="Rd693aba91fda406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88605078d1a4e1d" /><Relationship Type="http://schemas.openxmlformats.org/officeDocument/2006/relationships/notesMaster" Target="/ppt/notesMasters/notesMaster1.xml" Id="Ra9fdd2483c904fc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d3fe77f792f4170" /><Relationship Type="http://schemas.openxmlformats.org/officeDocument/2006/relationships/notesMaster" Target="/ppt/notesMasters/notesMaster1.xml" Id="R593e1bc1180b438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153967301cf4ec6" /><Relationship Type="http://schemas.openxmlformats.org/officeDocument/2006/relationships/notesMaster" Target="/ppt/notesMasters/notesMaster1.xml" Id="R7e1ea92447034fe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73b826ce3f544db" /><Relationship Type="http://schemas.openxmlformats.org/officeDocument/2006/relationships/notesMaster" Target="/ppt/notesMasters/notesMaster1.xml" Id="Rdeb11f1b9060432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b4eb08843914d37" /><Relationship Type="http://schemas.openxmlformats.org/officeDocument/2006/relationships/notesMaster" Target="/ppt/notesMasters/notesMaster1.xml" Id="R1e0618c986e949f5" /></Relationships>
</file>

<file path=ppt/notesSlide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notesSlide1.xml.rels><?xml version='1.0' encoding='UTF-8' standalone='yes'?>
<Relationships xmlns="http://schemas.openxmlformats.org/package/2006/relationships"><Relationship Type="http://schemas.openxmlformats.org/officeDocument/2006/relationships/slide" Target="../slides/slide1.xml" Id="R2aa6ea9cec9349d3"/><Relationship Type="http://schemas.openxmlformats.org/officeDocument/2006/relationships/notesMaster" Target="../notesMasters/notesMaster1.xml" Id="R75b740ea4b3b4d51"/></Relationships>
</file>

<file path=ppt/notesSlide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notesSlide5.xml.rels><?xml version='1.0' encoding='UTF-8' standalone='yes'?>
<Relationships xmlns="http://schemas.openxmlformats.org/package/2006/relationships"><Relationship Type="http://schemas.openxmlformats.org/officeDocument/2006/relationships/slide" Target="../slides/slide5.xml" Id="Rc5e633194b214fbf"/><Relationship Type="http://schemas.openxmlformats.org/officeDocument/2006/relationships/notesMaster" Target="../notesMasters/notesMaster1.xml" Id="Ra34dccec4ea046b1"/></Relationships>
</file>

<file path=ppt/notesSlide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2.xml.rels><?xml version='1.0' encoding='UTF-8' standalone='yes'?>
<Relationships xmlns="http://schemas.openxmlformats.org/package/2006/relationships"><Relationship Type="http://schemas.openxmlformats.org/officeDocument/2006/relationships/slide" Target="../slides/slide2.xml" Id="Rf2b1281bfa7b45ef"/><Relationship Type="http://schemas.openxmlformats.org/officeDocument/2006/relationships/notesMaster" Target="../notesMasters/notesMaster1.xml" Id="Rb2a691c2ba83488b"/></Relationships>
</file>

<file path=ppt/notesSlide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3.xml.rels><?xml version='1.0' encoding='UTF-8' standalone='yes'?>
<Relationships xmlns="http://schemas.openxmlformats.org/package/2006/relationships"><Relationship Type="http://schemas.openxmlformats.org/officeDocument/2006/relationships/slide" Target="../slides/slide3.xml" Id="R75a2e6d117e04f42"/><Relationship Type="http://schemas.openxmlformats.org/officeDocument/2006/relationships/notesMaster" Target="../notesMasters/notesMaster1.xml" Id="R8293baa5ddd041f3"/></Relationships>
</file>

<file path=ppt/notesSlide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4.xml.rels><?xml version='1.0' encoding='UTF-8' standalone='yes'?>
<Relationships xmlns="http://schemas.openxmlformats.org/package/2006/relationships"><Relationship Type="http://schemas.openxmlformats.org/officeDocument/2006/relationships/slide" Target="../slides/slide4.xml" Id="R97b652ac645144b5"/><Relationship Type="http://schemas.openxmlformats.org/officeDocument/2006/relationships/notesMaster" Target="../notesMasters/notesMaster1.xml" Id="Rc09e3da7f6e045dc"/></Relationship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three tasks frame this lesson: generate s from m, determine the bandwidth of s, and recover m. Each column is a task, not a separate signal path. The PM narrow-band estimate assumes small added phase. Larger phase needs further sidebands. FM uses the approximate Carson bandwidth. The PM frequency-reader method requires a known initial message value. All recovery statements assume the ideal receiver conditions established in the lesson. Source: Fall2026/Note6_PM_FM.pdf pp. 4-10,17-28.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phase branch of the preceding overview. A constant message gives a constant added phase, so the carrier shifts horizontally without changing its frequency. kp is the phase sensitivity in radians per message unit. Source: Fall2026/Note6_PM_FM.pdf pp. 2-4.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FM puts the message in instantaneous frequency. Integrate fi to obtain total phase, substitute fc+kf*m, separate the constant carrier integral, evaluate it as fc*t, and keep the message integral. The initial phase is set to zero throughout. The same s expression is used on later pages. Source: Fall2026/Note6_PM_FM.pdf pp. 2-3,5-7.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compare the target FM signal with the PM expression written for a general input. Match their added phases: kp times the PM input must equal2pi kf integral(m). Divide by kp to derive the required input, then substitute it in the PM expression. Only after that calculation build the integrate, scale and PM diagram. The enclosing frame labels this combination as an FM modulator, not an equality of the two modulators under the same input. Assume nonzero kp. Source: Fall2026/Note6_PM_FM.pdf pp. 9.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integrator precedes the PM block. Compare equal-amplitude cosine messages at fm and3fm with the same kf. The left curves are the two messages; the right side explicitly calculates and plots their added phases2pi*kf*integral(m), with amplitudes kf/fm and kf/(3fm). Integrals are evaluated from zero. Extract the reciprocal-frequency rule only after both calculations. The next page varies the message frequency continuously to verify this same rule. Source: Fall2026/Note6_PM_FM.pdf pp. 10.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generation by comparing the same message in AM, PM and FM. The input in the cosine changes timing, not envelope. PM/FM carrier-cycle average power is independent of m at fixed Ac, but instantaneous squared voltage need not be constant. This same nonlinear cosine dependence is why the next bandwidth analysis needs care. Source: Fall2026/Note6_PM_FM.pdf pp. 6-8.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the spectral analysis with a small added PM phase. Apply cosine addition and the small-angle approximation. It yields a carrier plus m times a sinusoid, whose known modulation property shifts M to+-fc. Condition is max|kp*m| much less than1, not small kp without an amplitude assumption. The width of each RF band is approximately2W. Source: Fall2026/Note6_PM_FM.pdf pp. 12-13.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known carrier from its phase factor using Euler identity, then expand that factor. The first-order approximation kept only1 and jkp*m. Higher terms contain products of the message. The next page substitutes this factor into s and takes the real part to identify the actual carrier, linear, quadratic and cubic signal terms before analyzing their frequencies. Source: Fall2026/Note6_PM_FM.pdf pp. 14-15.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Substitute the known phase-factor series into s. Simplify powers of j, then take the real part. Keep the result grouped by carrier cosine and sine, with even and odd message powers inside their brackets. The sine bracket begins with negative kp*m and has a positive cubic term. Ellipses retain all higher powers. The following pages copy this same s and emphasize the term being studied rather than introducing separate terms-in-s formulas. Source: Fall2026/Note6_PM_FM.pdf pp. 14-15.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Higher powers create farther sidebands Source: Fall2026/Note6_PM_FM.pdf pp.14-15. Ideal reception and a fixed phase reference are assumed where applicable. Bandwidth counts one RF band. Numerical plots are illustrations.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the signed signal terms Source: Fall2026/Note6_PM_FM.pdf pp.14-15. Ideal reception and a fixed phase reference are assumed where applicable. Bandwidth counts one RF band. Numerical plots are illustrations.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preceding pages established why a cosine message gives discrete components at fc+n*fm, and why higher powers add more frequencies. Now keep this message and carrier while increasing kp. Each line height is the magnitude of its cosine amplitude divided by2; changing kp changes the weights, not the spacing. This uses the exact signal. Shading indicates components whose cosine amplitudes exceed1% of Ac, not strict support. Source: Fall2026/Note6_PM_FM.pdf pp. 14-15.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Multiplication adds frequency support Source: Fall2026/Note6_PM_FM.pdf pp.14-15. Ideal reception and a fixed phase reference are assumed where applicable. Bandwidth counts one RF band. Numerical plots are illustrations.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Higher-order terms widen the general-message spectrum Source: Fall2026/Note6_PM_FM.pdf pp.14-15. Ideal reception and a fixed phase reference are assumed where applicable. Bandwidth counts one RF band. Numerical plots are illustrations.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PM bandwidth, examine the FM signal already obtained. Use one cosine message to make the spectrum calculable. Substitution into the frequency rule defines Deltaf=kf*Am; integrating gives beta=Deltaf/fm, the added-phase amplitude. Keep this same s through all following FM spectrum pages. Source: Fall2026/Note6_PM_FM.pdf pp. 16-17.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Small phase gives the nearest two sidebands Source: Fall2026/Note6_PM_FM.pdf pp.18-19. Ideal reception and a fixed phase reference are assumed where applicable. Bandwidth counts one RF band. Numerical plots are illustrations.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find the frequency components of the same FM signal, separate the known carrier exponential from the remaining factor. The symbol s-tilde names that factor, not another transmitted signal. It is periodic with Tm=1/fm, so a Fourier series expresses it using frequencies n*fm. The dots show only possible positions, not calculated spectral weights. Keep the definition and expansion as the two key equations; calculate their coefficients next. Source: Fall2026/Note6_PM_FM.pdf pp. 20-21.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rows retain the definition and Fourier series of the preceding periodic factor. The standard Fourier coefficient formula removes exp(j2pi n fm t) and averages over one period. Substitute the known factor before combining its exponents. For x=2pi fm t, change the differential and both bounds explicitly, then use fm*Tm=1 to simplify the prefactor. Expand the exponential into cosine plus j*sine. The sine is odd, so its integral over symmetric limits is zero; the coefficient is real. The next page names the resulting integral and returns it to the transmitted s. Source: Fall2026/Note6_PM_FM.pdf pp. 20-21.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Coefficients determine the spectral lines Source: Fall2026/Note6_PM_FM.pdf pp.21-23. Ideal reception and a fixed phase reference are assumed where applicable. Bandwidth counts one RF band. Numerical plots are illustrations.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same cosine message m=Am cos(2pi fm t), retain both the original and expanded FM signal. PM has beta_p=kp Am multiplying cosine, while FM has beta=kf Am/fm multiplying sine. Rewrite cosine as sin(x+pi/2), then apply exactly the known FM expansion with the shifted argument. Every PM component acquires phase n*pi/2. At equal beta_p and beta the two signals therefore have the same component magnitudes, for either small or large indices. The equal-magnitude claim uses the separated carrier/tone bands shown in the example. This single-tone comparison does not supply an exact finite bandwidth for a general message. Source: Fall2026/Note6_PM_FM.pdf pp. 4,17-21.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FM definition fi=fc+kf*m specifies the instantaneous oscillation frequency. Its range and the Fourier components of s describe different properties of the same signal. The right graph is S, not the transform of fi. Example: fm=1kHz, beta=5, Deltaf=5kHz, fc=12.25kHz. Even the component at fc+6kHz is nonzero. Transmission bandwidth must retain significant components of S; twice the excursion is not an exact spectral support bound. Carson rule estimates an occupied band. Source: Fall2026/Note6_PM_FM.pdf pp. 11,20-23.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Estimate the band containing significant components Source: Fall2026/Note6_PM_FM.pdf pp.23-24. Ideal reception and a fixed phase reference are assumed where applicable. Bandwidth counts one RF band. Numerical plots are illustrations.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ideal reception r=s, the cosine chain rule multiplies sin(theta) by theta prime. The known FM law gives theta prime=2pi(fc+kf m), so the derivative has an amplitude containing the message. The graph shows the actual derivative with respect to seconds, while time on the horizontal axis is in milliseconds. No plotting normalization is applied. Ac=1, fm=1kHz, fc=12.25kHz, beta=5 and kf=5kHz per message unit. Source: Fall2026/Note6_PM_FM.pdf pp. 25.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differentiated FM signal. Ideal envelope detection reads the positive coefficient E=2pi Ac(fc+kf*m). Assume Ac&gt;0, fc&gt;Deltaf, known nonzero kf, and an envelope slow relative to carrier oscillation. Retain E while removing its known baseline and gain in one affine operation. The three plots keep the differentiated signal, its envelope and the recovered message in fixed positions. The first animation reads E; the second fills only the final output. Graphs use Ac=1, fc=12.25kHz, fm=1kHz, kf=5kHz/unit, physical derivatives with respect to seconds, and time axes in milliseconds. Source: Fall2026/Note6_PM_FM.pdf pp. 25.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calibrated frequency reader uses differentiation and envelope detection to obtain E=2pi Ac fi under the previously stated positive-frequency and slow-envelope assumptions. Subtracting fc from E/(2pi Ac) reads fi-fc for either an FM input or a PM input, considered separately. FM therefore produces kf*m, while PM produces kp*m prime/(2pi). Integration and a known m(0) recover PM. A frequency-only reader loses the unknown constant component, so the known initial value is essential. Source: Fall2026/Note6_PM_FM.pdf pp. 4,9,25-27.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the same differentiation block, not a new transmitter. Apply the already used cosine chain rule to a single unit-amplitude component. Read its derivative amplitude2pi|f| before drawing either output. Then compare equal input amplitudes at1 and3kHz, using one fixed output divisor2pi times1kHz, and evaluate the displayed amplitudes1 and3 only after both graph actions. The higher-frequency component is amplified more, explaining why this receiver operation can emphasize high-frequency noise. Both horizontal axes remain time. Source: Fall2026/Note6_PM_FM.pdf pp. 26.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phase-locked loop adjusts a local cosine to follow the received FM signal. Near tracking, an ahead local oscillator receives a slowing correction, and a behind oscillator receives a speeding correction. Phase comparison, the loop filter and the adjustable oscillator form the feedback loop. The message is recovered from control u, not the oscillator cosine. The VCO frequency law fVCO=fc+kv*u and the input law fi=fc+kf*m give m hat=(kv/kf)u approximately equal to m during tracking. The example uses Ac=1, fm=1kHz, fc=12.25kHz, kf=5kHz/unit, kv=20kHz/unit, initial local phase0.7rad and zero initial control. The plotted recovered message is4u. The initial free-running comparison is illustrative, not the later closed-loop trajectory. The feedback direction applies locally in the normal tracking range, not as a global acquisition or stability proof. Source: Fall2026/Note6_PM_FM.pdf pp. 27.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from the same s and change only its positive amplitude to obtain r. Positivity means r is zero exactly when the same cosine is zero: this amplitude change cannot move or add zero crossings. The phase and therefore the familiar instantaneous frequency law are unchanged. Substitute that law into the already derived ideal frequency readout, visibly cancel the carrier, then cancel kf to recover m. Only then reveal and play the amplitude-distortion example, whose first frame already includes the reference message. This argument concerns ideal phase/frequency readout, not an unmodified differentiator/envelope receiver with time-varying amplitude: differentiating r also produces A prime cos(theta). It is not immunity to arbitrary additive noise. Finally recall the separate lecture result: above threshold, increasing deviation can improve noise performance at the cost of bandwidth; the amplitude-only demonstration is not its proof. Source: Fall2026/Note6_PM_FM.pdf pp. 7,28.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matched conditions for both methods. For one cosine message define beta_p=kp Am and beta=kf Am/fm. Both small-index first-order spectra have bandwidth about2fm. For either method at larger single-tone indices, significant sidebands give the same Carson estimate2fm(index+1); exact spectral tails remain. For a general message small added phase gives approximately2W for either method, provided the FM phase integral/DC reference is handled. General FM Carson bandwidth is2(Deltaf+W); general PM is not always2W and its higher powers widen the spectrum. General PM uses the same Carson estimate 2(Deltaf+W), with Deltaf defined as its own peak instantaneous-frequency deviation. Receiver statements assume the prior ideal conditions; frequency-only PM recovery needs known m(0). Source: Fall2026/Note6_PM_FM.pdf pp. 4-5,12-24,25-28. Numerical demonstrations are illustrations, not exercises. Unless labeled otherwise, Ac=Am=1, fc=12.25 kHz, fm=1 kHz, time in ms. Integration from zero fixes a reference phase; it is equivalent to the lecture convention up to that reference. The negative-frequency counterpart is included in spectra. Bandwidth BT refers to the width of one RF band, not the sum of both frequency halves.</a:t>
            </a:r>
          </a:p>
          <ns0:p xmlns:ns0="http://schemas.openxmlformats.org/drawingml/2006/main">
            <ns0:r>
              <ns0:t>Carson bandwidth is an occupied-band estimate, not exact spectral support. For PM, Deltaf=|kp| max|m'(t)|/(2pi); for FM, Deltaf=|kf| max|m(t)|. The form is the same, but the deviations generally differ.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animated PowerPoint slides, email runbang@link.cuhk.edu.hk.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Tutorial 4. Phase and Frequency Modulation. Teaching Assistants: WANG, Runbang; TIAN, Feng. Contact: runbang@link.cuhk.edu.hk.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latin typeface="Aptos"/>
              </a:rPr>
              <a:t>Continue the sinusoidal-carrier branch in the preceding course router. The same cosine and its phase/frequency choices remain. Keep carrier amplitude fixed. PM controls added phase; FM controls oscillation rate. The displayed constant positive message illustrates the two different actions, not a general-message formula. Source: Fall2026/Note6_PM_FM.pdf pp. 4-5. Unless specified otherwise, plotted time is ms, frequency is kHz, Ac=Am=1, fc=12.25 kHz and fm=1 kHz. Numerical demonstrations illustrate the equations; they are not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The complete communication path is m(t) -&gt; s(t) -&gt; r(t) -&gt; recovered m(t). The equality r(t) = s(t) assumes an ideal channel; it is not true for a general channel.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Under the ideal-channel assumption r(t) = s(t), the communication path simplifies to m(t) -&gt; s(t) -&gt; recovered m(t).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For a sinusoidal carrier, the message can control amplitude, phase, or instantaneous frequency. In sampled PAM, message samples control the amplitudes of shifted pulses. These are alternative modulation choices, not consecutive processing stages.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fed5099ec148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39283db86241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46d912284946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05da3acff448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3b051e971745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1ddbc2c3d348f3" /></Relationships>
</file>

<file path=ppt/slideLayouts/_rels/t3_reference_methods_slideLayout1.xml.rels><?xml version='1.0' encoding='UTF-8' standalone='yes'?>
<Relationships xmlns="http://schemas.openxmlformats.org/package/2006/relationships"><Relationship Type="http://schemas.openxmlformats.org/officeDocument/2006/relationships/slideMaster" Target="../slideMasters/t3_reference_methods_slideMaster1.xml" Id="Rb871d85dee314de5"/></Relationships>
</file>

<file path=ppt/slideLayouts/_rels/t3_reference_slideLayout1.xml.rels><?xml version='1.0' encoding='UTF-8' standalone='yes'?>
<Relationships xmlns="http://schemas.openxmlformats.org/package/2006/relationships"><Relationship Type="http://schemas.openxmlformats.org/officeDocument/2006/relationships/slideMaster" Target="../slideMasters/t3_reference_slideMaster1.xml" Id="R4825e161fbcc4f68"/></Relationships>
</file>

<file path=ppt/slideLayout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Layout1.xml.rels><?xml version='1.0' encoding='UTF-8' standalone='yes'?>
<Relationships xmlns="http://schemas.openxmlformats.org/package/2006/relationships"><Relationship Type="http://schemas.openxmlformats.org/officeDocument/2006/relationships/slideMaster" Target="../slideMaster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Master1.xml" Id="Rb871d85dee314de5"/></Relationships>
</file>

<file path=ppt/slideLayout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Layout1.xml.rels><?xml version='1.0' encoding='UTF-8' standalone='yes'?>
<Relationships xmlns="http://schemas.openxmlformats.org/package/2006/relationships"><Relationship Type="http://schemas.openxmlformats.org/officeDocument/2006/relationships/slideMaster" Target="../slideMaster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Master1.xml" Id="R4825e161fbcc4f6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4D866C-7598-47AC-B4C3-1698D260E3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6FB3A4-B380-4A64-93AD-F5753E5DA0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3E8678A-F467-4CF9-94FE-0E1429B4AB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3DA04D-6632-4365-BE9C-AA79224406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1505CA-1FE2-40BD-ADF5-12FCF8E588D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914D69-19AB-4601-BFFF-53AD240708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B850A6-BCF5-4BDA-85EC-9F1420359F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F92761-FB16-4F66-8032-5A2D744237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0BD9B5-34BB-49E9-8F60-3D14DDF2C0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B4425C-BB41-4247-A5CE-3BCD41AB2E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3_referenc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b4e578c5cc4a51" /><Relationship Type="http://schemas.openxmlformats.org/officeDocument/2006/relationships/slideLayout" Target="/ppt/slideLayouts/slideLayout1.xml" Id="Rd28c057c96214302" /><Relationship Type="http://schemas.openxmlformats.org/officeDocument/2006/relationships/slideLayout" Target="/ppt/slideLayouts/slideLayout2.xml" Id="Rd89808d8827f45d9" /><Relationship Type="http://schemas.openxmlformats.org/officeDocument/2006/relationships/slideLayout" Target="/ppt/slideLayouts/slideLayout3.xml" Id="R017aa10d815f4564" /><Relationship Type="http://schemas.openxmlformats.org/officeDocument/2006/relationships/slideLayout" Target="/ppt/slideLayouts/slideLayout4.xml" Id="Rb7ff3c9aa013435b" /><Relationship Type="http://schemas.openxmlformats.org/officeDocument/2006/relationships/slideLayout" Target="/ppt/slideLayouts/slideLayout5.xml" Id="Rbfc4a26394a34213" /><Relationship Type="http://schemas.openxmlformats.org/officeDocument/2006/relationships/slideLayout" Target="/ppt/slideLayouts/slideLayout6.xml" Id="Raca7a39612b7428c" /></Relationships>
</file>

<file path=ppt/slideMasters/_rels/t3_reference_methods_slideMaster1.xml.rels><?xml version='1.0' encoding='UTF-8' standalone='yes'?>
<Relationships xmlns="http://schemas.openxmlformats.org/package/2006/relationships"><Relationship Type="http://schemas.openxmlformats.org/officeDocument/2006/relationships/theme" Target="theme/t3_reference_methods_theme2.xml" Id="R1607b95a764944df"/><Relationship Type="http://schemas.openxmlformats.org/officeDocument/2006/relationships/slideLayout" Target="../slideLayouts/t3_reference_methods_slideLayout1.xml" Id="R6e2dbe7aaf214e86"/></Relationships>
</file>

<file path=ppt/slideMasters/_rels/t3_reference_slideMaster1.xml.rels><?xml version='1.0' encoding='UTF-8' standalone='yes'?>
<Relationships xmlns="http://schemas.openxmlformats.org/package/2006/relationships"><Relationship Type="http://schemas.openxmlformats.org/officeDocument/2006/relationships/theme" Target="theme/t3_reference_theme2.xml" Id="R28f210a4fae04f12"/><Relationship Type="http://schemas.openxmlformats.org/officeDocument/2006/relationships/slideLayout" Target="../slideLayouts/t3_reference_slideLayout1.xml" Id="R557c2c90296b48a6"/></Relationships>
</file>

<file path=ppt/slideMaster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Master1.xml.rels><?xml version='1.0' encoding='UTF-8' standalone='yes'?>
<Relationships xmlns="http://schemas.openxmlformats.org/package/2006/relationships"><Relationship Type="http://schemas.openxmlformats.org/officeDocument/2006/relationships/theme" Target="theme/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theme2.xml" Id="R1607b95a764944df"/><Relationship Type="http://schemas.openxmlformats.org/officeDocument/2006/relationships/slideLayout" Targe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Layout1.xml" Id="R6e2dbe7aaf214e86"/></Relationships>
</file>

<file path=ppt/slideMasters/_rel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Master1.xml.rels><?xml version='1.0' encoding='UTF-8' standalone='yes'?>
<Relationships xmlns="http://schemas.openxmlformats.org/package/2006/relationships"><Relationship Type="http://schemas.openxmlformats.org/officeDocument/2006/relationships/theme" Target="theme/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theme2.xml" Id="R28f210a4fae04f12"/><Relationship Type="http://schemas.openxmlformats.org/officeDocument/2006/relationships/slideLayout" Targe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Layout1.xml" Id="R557c2c90296b48a6"/></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8c057c96214302"/>
    <p:sldLayoutId xmlns:r="http://schemas.openxmlformats.org/officeDocument/2006/relationships" id="2147483650" r:id="Rd89808d8827f45d9"/>
    <p:sldLayoutId xmlns:r="http://schemas.openxmlformats.org/officeDocument/2006/relationships" id="2147483651" r:id="R017aa10d815f4564"/>
    <p:sldLayoutId xmlns:r="http://schemas.openxmlformats.org/officeDocument/2006/relationships" id="2147483652" r:id="Rb7ff3c9aa013435b"/>
    <p:sldLayoutId xmlns:r="http://schemas.openxmlformats.org/officeDocument/2006/relationships" id="2147483653" r:id="Rbfc4a26394a34213"/>
    <p:sldLayoutId xmlns:r="http://schemas.openxmlformats.org/officeDocument/2006/relationships" id="2147483654" r:id="Raca7a39612b742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9"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10" r:id="R557c2c90296b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7"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8" r:id="R557c2c90296b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3_referenc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Layout1.xml" Id="R259315c1433345e3"/><Relationship Type="http://schemas.openxmlformats.org/officeDocument/2006/relationships/notesSlide" Targe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notesSlide1.xml" Id="R85c3d31c1b5a48c3"/><Relationship Id="rIdNav0" Type="http://schemas.openxmlformats.org/officeDocument/2006/relationships/slide" Target="slide5.xml"/></Relationships>
</file>

<file path=ppt/slides/_rels/slide2.xml.rels><?xml version='1.0' encoding='UTF-8' standalone='yes'?>
<Relationships xmlns="http://schemas.openxmlformats.org/package/2006/relationships"><Relationship Type="http://schemas.openxmlformats.org/officeDocument/2006/relationships/slideLayout" Targe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Layout1.xml" Id="Rc9cc3d9ae9b0472c"/><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31906d2cac28adde7f89947.png" Id="R4925c9d800124bea"/><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bef5e7d33655c75a3185167d.png" Id="R92919328109b4ee2"/><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7edf5427da0b4edbf70dbd03.png" Id="Rbb79f116db4448ec"/><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31906d2cac28adde7f89947.png" Id="R13a354839d804482"/><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eba8e38aff55bbdf5b5b3e3.png" Id="Rc8fa9ac29cd84330"/><Relationship Type="http://schemas.openxmlformats.org/officeDocument/2006/relationships/notesSlide" Targe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2.xml" Id="R926b89b8196d4448"/><Relationship Id="rIdLatex21"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6d3f16e60b6958268157040.svg"/><Relationship Id="rIdLatex2"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761ca645dc84de71c8d43c74.svg"/><Relationship Id="rIdLatex3"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511826433d63e2834ed93e16.svg"/><Relationship Id="rIdLatex4"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6d3f16e60b6958268157040.svg"/><Relationship Id="rIdLatex15"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96d4b2b1112e43e4b078c0ef.svg"/></Relationships>
</file>

<file path=ppt/slides/_rels/slide3.xml.rels><?xml version='1.0' encoding='UTF-8' standalone='yes'?>
<Relationships xmlns="http://schemas.openxmlformats.org/package/2006/relationships"><Relationship Type="http://schemas.openxmlformats.org/officeDocument/2006/relationships/slideLayout" Targe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Layout1.xml" Id="R259bec7b25e3421d"/><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31906d2cac28adde7f89947.png" Id="Rb951595dc83247cb"/><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bef5e7d33655c75a3185167d.png" Id="R6cc5d1d750464093"/><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7edf5427da0b4edbf70dbd03.png" Id="R8716de019fca4a98"/><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31906d2cac28adde7f89947.png" Id="R9494b625df204dcf"/><Relationship Type="http://schemas.openxmlformats.org/officeDocument/2006/relationships/notesSlide" Targe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3.xml" Id="Rd0f17640a5904cb9"/><Relationship Id="rIdLatex13"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6d3f16e60b6958268157040.svg"/><Relationship Id="rIdLatex2"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761ca645dc84de71c8d43c74.svg"/><Relationship Id="rIdLatex3"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511826433d63e2834ed93e16.svg"/><Relationship Id="rIdLatex4"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6d3f16e60b6958268157040.svg"/></Relationships>
</file>

<file path=ppt/slides/_rels/slide4.xml.rels><?xml version='1.0' encoding='UTF-8' standalone='yes'?>
<Relationships xmlns="http://schemas.openxmlformats.org/package/2006/relationships"><Relationship Type="http://schemas.openxmlformats.org/officeDocument/2006/relationships/slideLayout" Targe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slideLayout1.xml" Id="Rb08d97b390f74323"/><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bef5e7d33655c75a3185167d.png" Id="R43c9675d9fb14bb2"/><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31906d2cac28adde7f89947.png" Id="R6c33fe8690204575"/><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031906d2cac28adde7f89947.png" Id="Re6a39991428447d5"/><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30ed8fc11e3f95126e254723.png" Id="R81eaae8cb5ff4a78"/><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1be9c9c55cf70474f848f12.png" Id="Rd1e86a2e8e854418"/><Relationship Type="http://schemas.openxmlformats.org/officeDocument/2006/relationships/notesSlide" Targe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for_slide4.xml" Id="R3bd7aa62f43f4867"/><Relationship Id="rIdLatex2"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761ca645dc84de71c8d43c74.svg"/><Relationship Id="rIdLatex10"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39c9fa2bd7a3f8ad9e35db0d.svg"/><Relationship Id="rIdLatex11"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3519d41b4a364dc37d943e8f.svg"/><Relationship Id="rIdLatex58"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6d3f16e60b6958268157040.svg"/><Relationship Id="rIdLatex59"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26d3f16e60b6958268157040.svg"/><Relationship Id="rIdNav0" Type="http://schemas.openxmlformats.org/officeDocument/2006/relationships/slide" Target="slide4.xml"/><Relationship Id="rIdNav1" Type="http://schemas.openxmlformats.org/officeDocument/2006/relationships/slide" Target="slide5.xml"/><Relationship Id="rIdNav2" Type="http://schemas.openxmlformats.org/officeDocument/2006/relationships/slide" Target="slide7.xml"/><Relationship Id="rIdNav3" Type="http://schemas.openxmlformats.org/officeDocument/2006/relationships/slide" Target="slide8.xml"/><Relationship Id="rIdNav4" Type="http://schemas.openxmlformats.org/officeDocument/2006/relationships/slide" Target="slide4.xml"/></Relationships>
</file>

<file path=ppt/slides/_rels/slide5.xml.rels><?xml version='1.0' encoding='UTF-8' standalone='yes'?>
<Relationships xmlns="http://schemas.openxmlformats.org/package/2006/relationships"><Relationship Type="http://schemas.openxmlformats.org/officeDocument/2006/relationships/slideLayout" Target="../slideLayout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3_reference_methods_slideLayout1.xml" Id="R43a6d5b0ef9f42e4"/><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image13.png" Id="R829ff03bd51f4e1b"/><Relationship Type="http://schemas.openxmlformats.org/officeDocument/2006/relationships/image" Target="../media/image9.png" Id="Ra8dc1907a2ee4c3c"/><Relationship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image13.png" Id="Re453c3d7d68e42c0"/><Relationship Type="http://schemas.openxmlformats.org/officeDocument/2006/relationships/image" Target="../media/image448.png" Id="R6208caed90814e36"/><Relationship Type="http://schemas.openxmlformats.org/officeDocument/2006/relationships/image" Target="../media/image78.png" Id="R477c23eaade246f3"/><Relationship Type="http://schemas.openxmlformats.org/officeDocument/2006/relationships/image" Target="../media/image79.png" Id="R735cb8cedf844413"/><Relationship Type="http://schemas.openxmlformats.org/officeDocument/2006/relationships/image" Target="../media/image80.png" Id="R6b1eba7ace124c2a"/><Relationship Type="http://schemas.openxmlformats.org/officeDocument/2006/relationships/image" Target="../media/image78.png" Id="Rbee43488756c44b6"/><Relationship Type="http://schemas.openxmlformats.org/officeDocument/2006/relationships/image" Target="../media/image79.png" Id="R562dc3882b464451"/><Relationship Type="http://schemas.openxmlformats.org/officeDocument/2006/relationships/image" Target="../media/image80.png" Id="R5538592fe3ce476c"/><Relationship Type="http://schemas.openxmlformats.org/officeDocument/2006/relationships/notesSlide" Target="../notesSlides/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notesSlide5.xml" Id="Re04dbdc307f04439"/><Relationship Id="rIdMathSvg0"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ec2d44f64a34a2e6b10a3893.svg"/><Relationship Id="rIdMathSvg1"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c42341e9e16ea6dfb3a9ff4f.svg"/><Relationship Id="rIdMathSvg2"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ec2d44f64a34a2e6b10a3893.svg"/><Relationship Id="rIdMathSvg3"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fe6c4697a6b68484b0abc35c.svg"/><Relationship Id="rIdMathSvg4"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8ec3b26938dccca301e35747.svg"/><Relationship Id="rIdMathSvg5"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fad677c780fbc2a95024c711.svg"/><Relationship Id="rIdMathSvg6"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fe0d6e76bbe659118a9c99c6.svg"/><Relationship Id="rIdMathSvg7"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8ec3b26938dccca301e35747.svg"/><Relationship Id="rIdMathSvg8"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fad677c780fbc2a95024c711.svg"/><Relationship Id="rIdMathSvg9" Type="http://schemas.openxmlformats.org/officeDocument/2006/relationships/image" Target="../media/t4_prefix_f768a0848150_t4_prefix_155c25b372b8_t4_prefix_fdcab5f5936b_t4_prefix_ef4ebd53eb41_t4_prefix_1eb50b0da408_t4_prefix_b417fb65cf25_t4_prefix_45875c070919_t4_prefix_eb1988fd9b5c_t4_prefix_acc0a357a883_t4_prefix_54bf8ed005ce_t4_prefix_d9d1aafb8026_t4_prefix_21cb0d31d587_t4_prefix_ebb654827774_t4_prefix_87b1d1e17291_t4_prefix_72f33da39b2b_t4_prefix_05c2eb27e989_t4_fe0d6e76bbe659118a9c99c6.svg"/><Relationship Id="rIdNav0" Type="http://schemas.openxmlformats.org/officeDocument/2006/relationships/slide" Target="slide5.xml"/><Relationship Id="rIdNav1" Type="http://schemas.openxmlformats.org/officeDocument/2006/relationships/slide" Target="slide7.xml"/><Relationship Id="rIdNav2" Type="http://schemas.openxmlformats.org/officeDocument/2006/relationships/slide" Target="slide7.xml"/><Relationship Id="rIdNav3" Type="http://schemas.openxmlformats.org/officeDocument/2006/relationships/slide" Target="slide8.xml"/><Relationship Id="rIdNav4" Type="http://schemas.openxmlformats.org/officeDocument/2006/relationships/slide" Target="slide8.xml"/></Relationships>
</file>

<file path=ppt/slides/_rels/slide6.xml.rels><?xml version='1.0' encoding='UTF-8' standalone='yes'?>
<Relationships xmlns="http://schemas.openxmlformats.org/package/2006/relationships"><Relationship Type="http://schemas.openxmlformats.org/officeDocument/2006/relationships/slideLayout" Target="../slideLayouts/t3_reference_methods_slideLayout1.xml" Id="R7496dea010874585"/><Relationship Type="http://schemas.openxmlformats.org/officeDocument/2006/relationships/image" Target="/ppt/media/image.png" Id="Reb2ea1be2da04d10"/><Relationship Type="http://schemas.openxmlformats.org/officeDocument/2006/relationships/image" Target="/ppt/media/image2.png" Id="R6a1ad95f25a94074"/><Relationship Type="http://schemas.openxmlformats.org/officeDocument/2006/relationships/image" Target="/ppt/media/image3.png" Id="R4c0ed773fb28410f"/><Relationship Type="http://schemas.openxmlformats.org/officeDocument/2006/relationships/notesSlide" Target="/ppt/notesSlides/notesSlide6.xml" Id="Rde08ad90d4f04620"/><Relationship Id="rIdMathSvg0" Type="http://schemas.openxmlformats.org/officeDocument/2006/relationships/image" Target="../media/t4_5ffa74c3ff20aa9713daadf4.svg"/><Relationship Id="rIdMathSvg1" Type="http://schemas.openxmlformats.org/officeDocument/2006/relationships/image" Target="../media/t4_da1820b37a28966b0acd7491.svg"/><Relationship Id="rIdMathSvg2" Type="http://schemas.openxmlformats.org/officeDocument/2006/relationships/image" Target="../media/t4_f3f34ac820a347404d5e3e99.svg"/><Relationship Id="rIdNav0" Type="http://schemas.openxmlformats.org/officeDocument/2006/relationships/slide" Target="slide6.xml"/><Relationship Id="rIdNav1" Type="http://schemas.openxmlformats.org/officeDocument/2006/relationships/slide" Target="slide7.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7.xml"/><Relationship Id="rIdNav5" Type="http://schemas.openxmlformats.org/officeDocument/2006/relationships/slide" Target="slide7.xml"/><Relationship Id="rIdNav6" Type="http://schemas.openxmlformats.org/officeDocument/2006/relationships/slide" Target="slide12.xml"/><Relationship Id="rIdNav7" Type="http://schemas.openxmlformats.org/officeDocument/2006/relationships/slide" Target="slide30.xml"/><Relationship Id="rIdNav8" Type="http://schemas.openxmlformats.org/officeDocument/2006/relationships/slide" Target="slide8.xml"/><Relationship Id="rIdNav9" Type="http://schemas.openxmlformats.org/officeDocument/2006/relationships/slide" Target="slide8.xml"/><Relationship Id="rIdNav10" Type="http://schemas.openxmlformats.org/officeDocument/2006/relationships/slide" Target="slide21.xml"/><Relationship Id="rIdNav11" Type="http://schemas.openxmlformats.org/officeDocument/2006/relationships/slide" Target="slide28.xml"/></Relationships>
</file>

<file path=ppt/slides/_rels/slide7.xml.rels><?xml version='1.0' encoding='UTF-8' standalone='yes'?>
<Relationships xmlns="http://schemas.openxmlformats.org/package/2006/relationships"><Relationship Type="http://schemas.openxmlformats.org/officeDocument/2006/relationships/slideLayout" Target="../slideLayouts/t3_reference_methods_slideLayout1.xml" Id="R63589c50ecd346b2"/><Relationship Type="http://schemas.openxmlformats.org/officeDocument/2006/relationships/image" Target="/ppt/media/image4.png" Id="R8a76d940aad945d9"/><Relationship Type="http://schemas.openxmlformats.org/officeDocument/2006/relationships/image" Target="/ppt/media/image5.png" Id="R95fed30dce814e57"/><Relationship Type="http://schemas.openxmlformats.org/officeDocument/2006/relationships/image" Target="/ppt/media/image6.png" Id="R210711e79e984aa6"/><Relationship Type="http://schemas.openxmlformats.org/officeDocument/2006/relationships/image" Target="/ppt/media/image7.png" Id="R99cf70ef209c40d9"/><Relationship Type="http://schemas.openxmlformats.org/officeDocument/2006/relationships/image" Target="/ppt/media/image8.png" Id="R68211569df624e64"/><Relationship Type="http://schemas.openxmlformats.org/officeDocument/2006/relationships/image" Target="/ppt/media/image9.png" Id="R7493104eb46b4845"/><Relationship Type="http://schemas.openxmlformats.org/officeDocument/2006/relationships/image" Target="/ppt/media/image10.png" Id="R52f44bfa03d14722"/><Relationship Type="http://schemas.openxmlformats.org/officeDocument/2006/relationships/image" Target="/ppt/media/image11.png" Id="R7d9cb1de5c84424d"/><Relationship Type="http://schemas.openxmlformats.org/officeDocument/2006/relationships/image" Target="/ppt/media/image12.png" Id="R7f3c8a4098de484e"/><Relationship Type="http://schemas.openxmlformats.org/officeDocument/2006/relationships/image" Target="../media/image12.png" Id="R7bbab259f4594000"/><Relationship Type="http://schemas.openxmlformats.org/officeDocument/2006/relationships/image" Target="/ppt/media/image14.png" Id="Re7b45990834e4f27"/><Relationship Type="http://schemas.openxmlformats.org/officeDocument/2006/relationships/image" Target="/ppt/media/image15.png" Id="Rf512d26cd23745d2"/><Relationship Type="http://schemas.openxmlformats.org/officeDocument/2006/relationships/image" Target="/ppt/media/image16.png" Id="R72d230bd6b9647f7"/><Relationship Type="http://schemas.openxmlformats.org/officeDocument/2006/relationships/image" Target="/ppt/media/image17.png" Id="Rbd13d938544c4af2"/><Relationship Type="http://schemas.openxmlformats.org/officeDocument/2006/relationships/image" Target="/ppt/media/image18.png" Id="R4e6abaa1d4d74868"/><Relationship Type="http://schemas.openxmlformats.org/officeDocument/2006/relationships/image" Target="/ppt/media/image19.png" Id="Rac2248cb2c7843e3"/><Relationship Type="http://schemas.openxmlformats.org/officeDocument/2006/relationships/image" Target="/ppt/media/image20.png" Id="Re92da609c7874962"/><Relationship Type="http://schemas.openxmlformats.org/officeDocument/2006/relationships/notesSlide" Target="/ppt/notesSlides/notesSlide7.xml" Id="Rbda3a34d44ff4f47"/><Relationship Id="rIdMathSvg0" Type="http://schemas.openxmlformats.org/officeDocument/2006/relationships/image" Target="../media/t4_fd7a8f2a5486af30d8b637d3.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1053e70e39b56abeb017890c.svg"/><Relationship Id="rIdMathSvg4" Type="http://schemas.openxmlformats.org/officeDocument/2006/relationships/image" Target="../media/t4_db248d81ced9d6bb70cfbd99.svg"/><Relationship Id="rIdMathSvg5" Type="http://schemas.openxmlformats.org/officeDocument/2006/relationships/image" Target="../media/t4_db248d81ced9d6bb70cfbd99.svg"/><Relationship Id="rIdMathSvg6" Type="http://schemas.openxmlformats.org/officeDocument/2006/relationships/image" Target="../media/t4_fc168ea2a170a55708d7d25b.svg"/><Relationship Id="rIdMathSvg7" Type="http://schemas.openxmlformats.org/officeDocument/2006/relationships/image" Target="../media/t4_cf3ad66b53940577500c26db.svg"/><Relationship Id="rIdMathSvg8" Type="http://schemas.openxmlformats.org/officeDocument/2006/relationships/image" Target="../media/t4_eb671290de441d67069e625e.svg"/><Relationship Id="rIdMathSvg9" Type="http://schemas.openxmlformats.org/officeDocument/2006/relationships/image" Target="../media/t4_364d38450b1740558ca8e551.svg"/><Relationship Id="rIdMathSvg10" Type="http://schemas.openxmlformats.org/officeDocument/2006/relationships/image" Target="../media/t4_2f3d90f3ab81f990c1e4aee6.svg"/><Relationship Id="rIdMathSvg11" Type="http://schemas.openxmlformats.org/officeDocument/2006/relationships/image" Target="../media/t4_8628a9fc0fe98eed0e3baa1b.svg"/><Relationship Id="rIdMathSvg12" Type="http://schemas.openxmlformats.org/officeDocument/2006/relationships/image" Target="../media/t4_f4354d9c1513daa940685ec3.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T4ClickFrame1" Type="http://schemas.openxmlformats.org/officeDocument/2006/relationships/image" Target="../media/image4.png"/><Relationship Id="rIdT4ClickFrame2" Type="http://schemas.openxmlformats.org/officeDocument/2006/relationships/image" Target="../media/t4_click_453f572f405524c2358fcbaf015350de74c1e1af521850a0a8a71fd319f28f73.png"/><Relationship Id="rIdT4ClickFrame3" Type="http://schemas.openxmlformats.org/officeDocument/2006/relationships/image" Target="../media/t4_click_27f4b366aaafc846ff164986937ef76f923cd29669a688abd9b538ac5a64af30.png"/><Relationship Id="rIdT4ClickFrame4" Type="http://schemas.openxmlformats.org/officeDocument/2006/relationships/image" Target="../media/t4_click_152b7c2f35391cb9ecd65cd06d8b3f6ce38d9f92ce20bef1aefb2f06bb0eb98b.png"/><Relationship Id="rIdT4ClickFrame5" Type="http://schemas.openxmlformats.org/officeDocument/2006/relationships/image" Target="../media/t4_click_79c8483231ee5e19ce904e0ddb0fbeb2b4aa41cb3dd07cf97d2896a3d2e78970.png"/><Relationship Id="rIdT4ClickFrame6" Type="http://schemas.openxmlformats.org/officeDocument/2006/relationships/image" Target="../media/t4_click_fa81e5ff603c1b02de1ff6afcb5c34805b262c384fefe786496d009b328bc305.png"/><Relationship Id="rIdT4ClickFrame7" Type="http://schemas.openxmlformats.org/officeDocument/2006/relationships/image" Target="../media/t4_click_0f2b7a3131398e7ac3a440e9fd98494c76e0ca193c1c7a8b5687a98a58d66565.png"/><Relationship Id="rIdT4ClickFrame8" Type="http://schemas.openxmlformats.org/officeDocument/2006/relationships/image" Target="../media/t4_click_57ce29333b9705e6ba30538c0fe8c7f78bbc88552e9ef9862a9f9d367738acdd.png"/><Relationship Id="rIdT4ClickFrame9" Type="http://schemas.openxmlformats.org/officeDocument/2006/relationships/image" Target="../media/t4_click_41bf85c3dc020431f17128a0d0fd2701fe29bda4ce7258cd52576c892ba278c3.png"/><Relationship Id="rIdT4ClickFrame10" Type="http://schemas.openxmlformats.org/officeDocument/2006/relationships/image" Target="../media/t4_click_dc954d1deb1af6849540f5ca20ac8312d1330a83ab16d2571c128bbf4c7eeaf4.png"/><Relationship Id="rIdT4ClickFrame11" Type="http://schemas.openxmlformats.org/officeDocument/2006/relationships/image" Target="../media/t4_click_805c613deeec592731a464d3dd016d5c7da6f27a0a6851296f65357e35945975.png"/><Relationship Id="rIdT4ClickFrame12" Type="http://schemas.openxmlformats.org/officeDocument/2006/relationships/image" Target="../media/t4_click_4c4e159557f32aa2f3bb72f25f6da285062092e5340086ba4710a38f01052583.png"/><Relationship Id="rIdT4ClickFrame13" Type="http://schemas.openxmlformats.org/officeDocument/2006/relationships/image" Target="../media/t4_click_922c6ac7da90db5427dd213f24b200ae515b169ccf9c16938b2864b5dcf00c10.png"/><Relationship Id="rIdT4ClickFrame14" Type="http://schemas.openxmlformats.org/officeDocument/2006/relationships/image" Target="../media/t4_click_a0b8f4b8a3be0ec0313cd53a953e8aee38c5e2a5c051fe8c62d4e04de0767f60.png"/><Relationship Id="rIdT4ClickFrame15" Type="http://schemas.openxmlformats.org/officeDocument/2006/relationships/image" Target="../media/t4_click_7cea4db28bcdae3d915052dbbeed0ce3a572e193d0f915e90083e5f96bba32c0.png"/><Relationship Id="rIdT4ClickFrame16" Type="http://schemas.openxmlformats.org/officeDocument/2006/relationships/image" Target="../media/t4_click_2cef6de1d19fd27cee6714e24d48bddc18dbe9193fd86b928ad1a87a94ae0ee5.png"/><Relationship Id="rIdT4ClickFrame17" Type="http://schemas.openxmlformats.org/officeDocument/2006/relationships/image" Target="../media/t4_click_085a242de4cc30a415dd947f0076b4ed5bf9e3e3a0d7b295c96e8ab24c2a9278.png"/><Relationship Id="rIdT4ClickFrame18" Type="http://schemas.openxmlformats.org/officeDocument/2006/relationships/image" Target="../media/t4_click_4d54abcffe3412fefc96970391472e6446071f39f7c56c40c05310847ce11be9.png"/><Relationship Id="rIdT4ClickFrame19" Type="http://schemas.openxmlformats.org/officeDocument/2006/relationships/image" Target="../media/t4_click_7f19a44445b7369fb4ed70e37a113071bd0e2d1042057c9631b30e53e80af2a4.png"/><Relationship Id="rIdT4ClickFrame20" Type="http://schemas.openxmlformats.org/officeDocument/2006/relationships/image" Target="../media/t4_click_c09a3a730eff40e4e882748f423afdf417f438a86a3c9c10e9917f90b414d500.png"/><Relationship Id="rIdT4ClickFrame21" Type="http://schemas.openxmlformats.org/officeDocument/2006/relationships/image" Target="../media/t4_click_13ff4782191b413a8ed5a549ab4f34e80edf9955cb94bc45c2dff2717f268d3e.png"/><Relationship Id="rIdT4ClickFrame22" Type="http://schemas.openxmlformats.org/officeDocument/2006/relationships/image" Target="../media/t4_click_a5cb936d33d90f38383f3f56b102c6ce36cfaae3ca27f52ded845fbd72bf8e62.png"/><Relationship Id="rIdT4ClickFrame23" Type="http://schemas.openxmlformats.org/officeDocument/2006/relationships/image" Target="../media/t4_click_bdfa476af163360bf60766be76520d4351a89c0ec93fc90926c07b03407755ef.png"/><Relationship Id="rIdT4ClickFrame24" Type="http://schemas.openxmlformats.org/officeDocument/2006/relationships/image" Target="../media/t4_click_9c4b2fc80126875af511e470dfac5b69641bdff14096c98a9de0da08d3ac217d.png"/><Relationship Id="rIdT4ClickFrame25" Type="http://schemas.openxmlformats.org/officeDocument/2006/relationships/image" Target="../media/t4_click_6b1c79d3f2b5dbd15203d4f82eb628abb26a1075c6ea91fae2433a0b9405b16f.png"/><Relationship Id="rIdT4ClickFrame26" Type="http://schemas.openxmlformats.org/officeDocument/2006/relationships/image" Target="../media/t4_click_fad59c7e5ca4ed282ece6d4d471e0ce60d09eaeed430c63c7e0aa99ce8d69e17.png"/><Relationship Id="rIdT4ClickFrame27" Type="http://schemas.openxmlformats.org/officeDocument/2006/relationships/image" Target="../media/t4_click_c804a23ba5a9c9e9f5432792e22e292d8fce1fe9c4c2f8c804597d27ec9315fe.png"/><Relationship Id="rIdT4ClickFrame28" Type="http://schemas.openxmlformats.org/officeDocument/2006/relationships/image" Target="../media/t4_click_960218a5d385a3842926fe10b412f2a370ac6761932feba4343d2395958788b2.png"/><Relationship Id="rIdT4ClickFrame29" Type="http://schemas.openxmlformats.org/officeDocument/2006/relationships/image" Target="../media/t4_click_1b22ea5e5a9a1a75055a7114726e845ebff55230a8ab47eced41dc3432015ae2.png"/><Relationship Id="rIdT4ClickFrame30" Type="http://schemas.openxmlformats.org/officeDocument/2006/relationships/image" Target="../media/t4_click_6a9e4d826bcefbe6627178e7f46494a241e1fca57a3c75d4bef9dc8d4d7d18bd.png"/><Relationship Id="rIdT4ClickFrame31" Type="http://schemas.openxmlformats.org/officeDocument/2006/relationships/image" Target="../media/t4_click_f2392f0d3c214c80a41152c9f69489bc74e1525af44786b5bc5275aea97882fe.png"/><Relationship Id="rIdT4ClickFrame32" Type="http://schemas.openxmlformats.org/officeDocument/2006/relationships/image" Target="../media/t4_click_02751322211e62bf7211d7de2759f9028d9acf915ea4e8f35757931f9a39f78d.png"/><Relationship Id="rIdT4ClickFrame33" Type="http://schemas.openxmlformats.org/officeDocument/2006/relationships/image" Target="../media/t4_click_7bb1f67256de18f9289d46918405b58135222f19e8b52c9ad322d1ae314f375c.png"/><Relationship Id="rIdT4ClickFrame34" Type="http://schemas.openxmlformats.org/officeDocument/2006/relationships/image" Target="../media/t4_click_41a4469110cf480b8e1f5f5d5407077f98c2ed3a436f73c41ba4abfb73f45122.png"/><Relationship Id="rIdT4ClickFrame35" Type="http://schemas.openxmlformats.org/officeDocument/2006/relationships/image" Target="../media/t4_click_457504e8950cd737841de2d6a846185223a07477aeb753daf7166911df04dbce.png"/><Relationship Id="rIdT4ClickFrame36" Type="http://schemas.openxmlformats.org/officeDocument/2006/relationships/image" Target="../media/t4_click_7a0dcff2fc32e4d7bf92e12251cf47beeed4be576329ec28c38299d750109649.png"/><Relationship Id="rIdT4ClickFrame37" Type="http://schemas.openxmlformats.org/officeDocument/2006/relationships/image" Target="../media/t4_click_c1b615cbcb7a8f1385f6e612f4fb89f5f29eef7f891de6e9c972bb2b3d3bd921.png"/><Relationship Id="rIdT4ClickFrame38" Type="http://schemas.openxmlformats.org/officeDocument/2006/relationships/image" Target="../media/t4_click_8d20421f527fd53e510c740ff1f903f83af5881af1208a4f37407666b801c0b9.png"/><Relationship Id="rIdT4ClickFrame39" Type="http://schemas.openxmlformats.org/officeDocument/2006/relationships/image" Target="../media/t4_click_bf0c22dcd9133ef6009ac44a1a2d48a231578742827fcf3f53cd57ab609860da.png"/><Relationship Id="rIdT4ClickFrame40" Type="http://schemas.openxmlformats.org/officeDocument/2006/relationships/image" Target="../media/t4_click_f28aba1acfb45582ec9aad0a73a249661a29802695a9b6f5fa462f36480993f5.png"/><Relationship Id="rIdT4ClickFrame41" Type="http://schemas.openxmlformats.org/officeDocument/2006/relationships/image" Target="../media/t4_click_c90b9e0582b8e4663aadf33b00a0274d5651669eaf6ca3334285bafa871be744.png"/><Relationship Id="rIdT4ClickFrame42" Type="http://schemas.openxmlformats.org/officeDocument/2006/relationships/image" Target="../media/t4_click_be6e4fd8089976136b2132372a46141940b57aa36d96154ba244da644b740860.png"/><Relationship Id="rIdT4ClickFrame43" Type="http://schemas.openxmlformats.org/officeDocument/2006/relationships/image" Target="../media/t4_click_23c23e1a8496cc2aa29990bc35217e97d78541b8e79eb26bb7a2d72cdc428183.png"/><Relationship Id="rIdT4ClickFrame44" Type="http://schemas.openxmlformats.org/officeDocument/2006/relationships/image" Target="../media/t4_click_80a1419cf5611e3c205fde0bce4b267b1cf7fab1d288273a2d45a88fa71ef9ce.png"/><Relationship Id="rIdT4ClickFrame45" Type="http://schemas.openxmlformats.org/officeDocument/2006/relationships/image" Target="../media/t4_click_4fd1aaa051ef80fc8e59343ae55796c445c3e359bb9a6cc88236d0a634def44c.png"/><Relationship Id="rIdT4ClickFrame46" Type="http://schemas.openxmlformats.org/officeDocument/2006/relationships/image" Target="../media/t4_click_e3db9604a6906c6ed6fcc547b3224cb9cdcefffbe3be90f7211aace40f1ba347.png"/><Relationship Id="rIdT4ClickFrame47" Type="http://schemas.openxmlformats.org/officeDocument/2006/relationships/image" Target="../media/t4_click_0a19d0316238a84cf8876556e8aa579bc79be46db96e78d49e941f497a470a51.png"/><Relationship Id="rIdT4ClickFrame48" Type="http://schemas.openxmlformats.org/officeDocument/2006/relationships/image" Target="../media/t4_click_e68dd04ab5d21c3819cec4480318e202b972375c9adb0d4f4e0edfba9c3ed0a1.png"/><Relationship Id="rIdT4ClickFrame49" Type="http://schemas.openxmlformats.org/officeDocument/2006/relationships/image" Target="../media/t4_click_45944bbcded35519abf2453c9c77fcad7654567a834c8bfc3773b962b6f3d4bc.png"/><Relationship Id="rIdT4ClickFrame50" Type="http://schemas.openxmlformats.org/officeDocument/2006/relationships/image" Target="../media/t4_click_be33e1541cd709dc4f75bfa8568117eb879bb7b551d76186809a84826b681833.png"/><Relationship Id="rIdT4ClickFrame51" Type="http://schemas.openxmlformats.org/officeDocument/2006/relationships/image" Target="../media/image5.png"/><Relationship Id="rIdT4ClickFrame52" Type="http://schemas.openxmlformats.org/officeDocument/2006/relationships/image" Target="../media/t4_click_2f53de6e484096704dd3444330547331eaeda8459b180369b35a118adfec4741.png"/><Relationship Id="rIdT4ClickFrame53" Type="http://schemas.openxmlformats.org/officeDocument/2006/relationships/image" Target="../media/t4_click_74b7c9777544412b594f978a4a26547e50a9bf11cd2689020ca993fcc9eeb1f5.png"/><Relationship Id="rIdT4ClickFrame54" Type="http://schemas.openxmlformats.org/officeDocument/2006/relationships/image" Target="../media/t4_click_43fabde2bd28f4e3d87c26ba4b509556ab2c40baad682f7e529c95611ed31979.png"/><Relationship Id="rIdT4ClickFrame55" Type="http://schemas.openxmlformats.org/officeDocument/2006/relationships/image" Target="../media/t4_click_5b42902e1bf6cf6d9bd3ce1c405264feeab7b611c8c290206e91c6abf22524b3.png"/><Relationship Id="rIdT4ClickFrame56" Type="http://schemas.openxmlformats.org/officeDocument/2006/relationships/image" Target="../media/t4_click_37951ddfeeea51f2965481271d9794714fa508dba20f8050fa375e59999a713f.png"/><Relationship Id="rIdT4ClickFrame57" Type="http://schemas.openxmlformats.org/officeDocument/2006/relationships/image" Target="../media/t4_click_0915753664cc7e44b1743d7324a3a43c1c7dae45885d5b3af21156fbcdc14e7c.png"/><Relationship Id="rIdT4ClickFrame58" Type="http://schemas.openxmlformats.org/officeDocument/2006/relationships/image" Target="../media/t4_click_e7855fc820479c0132e93ea533a87bbb26fb71bfaa8a61840e438fbfd46f1139.png"/><Relationship Id="rIdT4ClickFrame59" Type="http://schemas.openxmlformats.org/officeDocument/2006/relationships/image" Target="../media/t4_click_76b0c4b2afe637e8e3c71d8a27950651eb6d34a5169794a550062e013f78a385.png"/><Relationship Id="rIdT4ClickFrame60" Type="http://schemas.openxmlformats.org/officeDocument/2006/relationships/image" Target="../media/t4_click_d33ce8b5ff21ca9ac5a8d56bca411583413fbb2ee84647015627d0e9ccf1649a.png"/><Relationship Id="rIdT4ClickFrame61" Type="http://schemas.openxmlformats.org/officeDocument/2006/relationships/image" Target="../media/t4_click_661cfbede5335fab034b915722ac105d72a26d4dfa2c5cd3228eb8a611f53434.png"/><Relationship Id="rIdT4ClickFrame62" Type="http://schemas.openxmlformats.org/officeDocument/2006/relationships/image" Target="../media/t4_click_dc3a80a1653f9bedca3f91b8ce65a9342178a6501c1fb6f7d90bd42a0ba71eba.png"/><Relationship Id="rIdT4ClickFrame63" Type="http://schemas.openxmlformats.org/officeDocument/2006/relationships/image" Target="../media/t4_click_fb0498f39100ba3c5b0584aa0281bfe457c578c3c2f5d3a87901cf1028af5999.png"/><Relationship Id="rIdT4ClickFrame64" Type="http://schemas.openxmlformats.org/officeDocument/2006/relationships/image" Target="../media/t4_click_1d19b5ee40790dd0f7a89b52ed00a0c004caed071305e753af4de822d6307564.png"/><Relationship Id="rIdT4ClickFrame65" Type="http://schemas.openxmlformats.org/officeDocument/2006/relationships/image" Target="../media/t4_click_00f4619a8f9767d46b64f0d075b2a2f68080713d11fea05c02a446ae8c38b4ae.png"/><Relationship Id="rIdT4ClickFrame66" Type="http://schemas.openxmlformats.org/officeDocument/2006/relationships/image" Target="../media/t4_click_7253093d6cbd506a4fd0f39f53dfe169c370ce9466064a42c7e94851f0af0910.png"/><Relationship Id="rIdT4ClickFrame67" Type="http://schemas.openxmlformats.org/officeDocument/2006/relationships/image" Target="../media/t4_click_2d07c33aeb1d97836a66b1dcf33b81824df5e80b9271601d89df433aee3abc1f.png"/><Relationship Id="rIdT4ClickFrame68" Type="http://schemas.openxmlformats.org/officeDocument/2006/relationships/image" Target="../media/t4_click_cdc0054f8cdea31d539360c1f31f1c846405f602cfb833878b896b5fce895d7b.png"/><Relationship Id="rIdT4ClickFrame69" Type="http://schemas.openxmlformats.org/officeDocument/2006/relationships/image" Target="../media/t4_click_a2cdb7981f4420df5a7e9c001dac5ca706f463c7c923743eca09a8d579e5d933.png"/><Relationship Id="rIdT4ClickFrame70" Type="http://schemas.openxmlformats.org/officeDocument/2006/relationships/image" Target="../media/image6.png"/><Relationship Id="rIdT4ClickFrame71" Type="http://schemas.openxmlformats.org/officeDocument/2006/relationships/image" Target="../media/image6.png"/><Relationship Id="rIdT4ClickFrame72" Type="http://schemas.openxmlformats.org/officeDocument/2006/relationships/image" Target="../media/t4_click_b64c92978cc5adb301264c940bf3730f5099a25fe8f020b7d176fffd2964bc3f.png"/><Relationship Id="rIdT4ClickFrame73" Type="http://schemas.openxmlformats.org/officeDocument/2006/relationships/image" Target="../media/t4_click_593bc9b33b74a4dded012bc4a3ed36e4fc77000eec6e63dc301cfcb09a87abf1.png"/><Relationship Id="rIdT4ClickFrame74" Type="http://schemas.openxmlformats.org/officeDocument/2006/relationships/image" Target="../media/t4_click_d1139e5da20e75ea8d0bd3702890fd8d9a1737225bc1602788fc86f0682cd7cb.png"/><Relationship Id="rIdT4ClickFrame75" Type="http://schemas.openxmlformats.org/officeDocument/2006/relationships/image" Target="../media/t4_click_1c781c1dd3f6ee5f2905d8e06a38195e9c4c1a0529ce655c386e31155fdeb799.png"/><Relationship Id="rIdT4ClickFrame76" Type="http://schemas.openxmlformats.org/officeDocument/2006/relationships/image" Target="../media/t4_click_f52b12dae2c86097e8273789ba2cd76b39eea34084c16d6670b7c136c8178505.png"/><Relationship Id="rIdT4ClickFrame77" Type="http://schemas.openxmlformats.org/officeDocument/2006/relationships/image" Target="../media/t4_click_a4476a97b983cb4d79917b0010d40d1707be7e0bf2deb4e4cb8c243c5df0657f.png"/><Relationship Id="rIdT4ClickFrame78" Type="http://schemas.openxmlformats.org/officeDocument/2006/relationships/image" Target="../media/t4_click_51ad1b31b890cee8dbac66f9263eecb45fa9e6d4cae7c76a54b179173f38c0e5.png"/><Relationship Id="rIdT4ClickFrame79" Type="http://schemas.openxmlformats.org/officeDocument/2006/relationships/image" Target="../media/t4_click_f07c77243a12414ebd8df9635838301476c304dd849e2d1aa4a9f25754e278ec.png"/><Relationship Id="rIdT4ClickFrame80" Type="http://schemas.openxmlformats.org/officeDocument/2006/relationships/image" Target="../media/t4_click_c8e974b7341e1328b9899780e56032c797261ef2294abbd435a2d7ff21bafb36.png"/><Relationship Id="rIdT4ClickFrame81" Type="http://schemas.openxmlformats.org/officeDocument/2006/relationships/image" Target="../media/t4_click_78cba21764d91d08dcb74667a064f51aac53de6891f4275d425dda0021596179.png"/><Relationship Id="rIdT4ClickFrame82" Type="http://schemas.openxmlformats.org/officeDocument/2006/relationships/image" Target="../media/t4_click_7c3ebd7e1013e01a575bdde6ababa4abedd87d532499d1f1dc2c66fc06241bb9.png"/><Relationship Id="rIdT4ClickFrame83" Type="http://schemas.openxmlformats.org/officeDocument/2006/relationships/image" Target="../media/t4_click_6ba48bb242fba3c61d5e0812383adde1e3fee728c033b56b38fd5b594427cb14.png"/><Relationship Id="rIdT4ClickFrame84" Type="http://schemas.openxmlformats.org/officeDocument/2006/relationships/image" Target="../media/t4_click_f6a6a986cd270d3d91024c671070a392d7a9baff0d79e45359d49cafea119fe8.png"/><Relationship Id="rIdT4ClickFrame85" Type="http://schemas.openxmlformats.org/officeDocument/2006/relationships/image" Target="../media/t4_click_fef5921a832d3ea545520dba030f5eb6d7b3af56135708db82f6478c5044f4e1.png"/><Relationship Id="rIdT4ClickFrame86" Type="http://schemas.openxmlformats.org/officeDocument/2006/relationships/image" Target="../media/t4_click_0b73aa4b2562de6c43747c62b1fe981c52427e69072a8c544230e9b89f683487.png"/><Relationship Id="rIdT4ClickFrame87" Type="http://schemas.openxmlformats.org/officeDocument/2006/relationships/image" Target="../media/t4_click_17c75208638a55e82b1d059024592cf58a6ff7be1c3319a46202ba7af8e1af32.png"/><Relationship Id="rIdT4ClickFrame88" Type="http://schemas.openxmlformats.org/officeDocument/2006/relationships/image" Target="../media/t4_click_af0e14780eb0a8bf5cfc26a0113a83a43a6d291b048e176e9c2cd6f1da3cab36.png"/><Relationship Id="rIdT4ClickFrame89" Type="http://schemas.openxmlformats.org/officeDocument/2006/relationships/image" Target="../media/t4_click_138f798b8798f3432e77be53c51953cf69655af37c3989c030b1608c32a9df31.png"/><Relationship Id="rIdT4ClickFrame90" Type="http://schemas.openxmlformats.org/officeDocument/2006/relationships/image" Target="../media/t4_click_55d76a5ee1d38407f8662518e8bd24563565ff70398d6800e49e81f9cfb6fde8.png"/><Relationship Id="rIdT4ClickFrame91" Type="http://schemas.openxmlformats.org/officeDocument/2006/relationships/image" Target="../media/image7.png"/><Relationship Id="rIdT4ClickFrame92" Type="http://schemas.openxmlformats.org/officeDocument/2006/relationships/image" Target="../media/image7.png"/><Relationship Id="rIdT4ClickFrame93" Type="http://schemas.openxmlformats.org/officeDocument/2006/relationships/image" Target="../media/t4_click_e67d9f10d872fe3c61b4fdba0778a79bc6442714c376d12fdbedbce0f481f786.png"/><Relationship Id="rIdT4ClickFrame94" Type="http://schemas.openxmlformats.org/officeDocument/2006/relationships/image" Target="../media/t4_click_f1f27750bc950bb5b2391b1f62c30eb88fd6a0082752991a1edbc02af2befe2c.png"/><Relationship Id="rIdT4ClickFrame95" Type="http://schemas.openxmlformats.org/officeDocument/2006/relationships/image" Target="../media/t4_click_dd1e8376fde8e7583cf627ee4ba876b3f4ca022a5c483c42cf4bf8637898f06c.png"/><Relationship Id="rIdT4ClickFrame96" Type="http://schemas.openxmlformats.org/officeDocument/2006/relationships/image" Target="../media/t4_click_86cf38a36496a348bde1805f3e494625cd0485b3c2c79e216451419fc2797123.png"/><Relationship Id="rIdT4ClickFrame97" Type="http://schemas.openxmlformats.org/officeDocument/2006/relationships/image" Target="../media/t4_click_d8fde240d46fc40d4c2d781a6a9e89807fa891ee80e1de68d644f18f65c3ea92.png"/><Relationship Id="rIdT4ClickFrame98" Type="http://schemas.openxmlformats.org/officeDocument/2006/relationships/image" Target="../media/t4_click_aad0f47c6686ad03b6e269864d2165f64d801386941e2453bab03e49f3ca42af.png"/><Relationship Id="rIdT4ClickFrame99" Type="http://schemas.openxmlformats.org/officeDocument/2006/relationships/image" Target="../media/t4_click_7e33f1310413bd42cbaf8e9c1c4d302afe27a7fe43ef6067060abbbe7e55de60.png"/><Relationship Id="rIdT4ClickFrame100" Type="http://schemas.openxmlformats.org/officeDocument/2006/relationships/image" Target="../media/t4_click_c99802dd2e23cfba1cb2a147143de7e4d7af639e1f3eca8886b0d95d7bd4c9bf.png"/><Relationship Id="rIdT4ClickFrame101" Type="http://schemas.openxmlformats.org/officeDocument/2006/relationships/image" Target="../media/t4_click_b9b4d226d2a66c49b7dd8d54ca3b1040db06298d7f519c414fa70a4fbd2defde.png"/><Relationship Id="rIdT4ClickFrame102" Type="http://schemas.openxmlformats.org/officeDocument/2006/relationships/image" Target="../media/t4_click_a7205db6546a2d8d569dd5096a4834857de6b1e44247d3f326b9697bc6d4e7c3.png"/><Relationship Id="rIdT4ClickFrame103" Type="http://schemas.openxmlformats.org/officeDocument/2006/relationships/image" Target="../media/t4_click_6b2f3c7117068ada74dacd40c308a6682fbbcb47917f1b37b45071a8bf443664.png"/><Relationship Id="rIdT4ClickFrame104" Type="http://schemas.openxmlformats.org/officeDocument/2006/relationships/image" Target="../media/t4_click_a2c4a19ab0db419c39184ba25181ef9175c181b160f75a1eb2af2d1a5c989d2e.png"/><Relationship Id="rIdT4ClickFrame105" Type="http://schemas.openxmlformats.org/officeDocument/2006/relationships/image" Target="../media/t4_click_4e9ca9ba5895d2bd1d7d822782176fbbf2c7daba7ea9cec48745c89724c9684a.png"/><Relationship Id="rIdT4ClickFrame106" Type="http://schemas.openxmlformats.org/officeDocument/2006/relationships/image" Target="../media/t4_click_eaf63fd17df40e2fffb57097e8a6c2f09d9d56ba76c5370e9fbba621383f44d2.png"/><Relationship Id="rIdT4ClickFrame107" Type="http://schemas.openxmlformats.org/officeDocument/2006/relationships/image" Target="../media/t4_click_4b7380665ce4bde7e22d11ff65294d467c16ae95e062ea30e81ca88a3409890b.png"/><Relationship Id="rIdT4ClickFrame108" Type="http://schemas.openxmlformats.org/officeDocument/2006/relationships/image" Target="../media/t4_click_d87dc8d3239a90ce47b729064c3a4a3efb08284045229c97ae3931201be83681.png"/><Relationship Id="rIdT4ClickFrame109" Type="http://schemas.openxmlformats.org/officeDocument/2006/relationships/image" Target="../media/t4_click_2f492e5633a707848606f3389484bc814bdeb96337ca29457a17c665c02942f7.png"/><Relationship Id="rIdT4ClickFrame110" Type="http://schemas.openxmlformats.org/officeDocument/2006/relationships/image" Target="../media/t4_click_ea833e3eae451fbc5541bdee5af49c0e10a9eb8f0e4fc2a0e4f1d43f0fb1d6f4.png"/><Relationship Id="rIdT4ClickFrame111" Type="http://schemas.openxmlformats.org/officeDocument/2006/relationships/image" Target="../media/t4_click_6076392798dd71effbc4b2196a98d3feb2166e12824c85b2734ba5bbb6165945.png"/><Relationship Id="rIdT4ClickFrame112" Type="http://schemas.openxmlformats.org/officeDocument/2006/relationships/image" Target="../media/t4_click_d133cf21b25d2b596091af806a7517201774942f06f37d2a1a1ffe565bde55a0.png"/></Relationships>
</file>

<file path=ppt/slides/_rels/slide8.xml.rels><?xml version='1.0' encoding='UTF-8' standalone='yes'?>
<Relationships xmlns="http://schemas.openxmlformats.org/package/2006/relationships"><Relationship Type="http://schemas.openxmlformats.org/officeDocument/2006/relationships/slideLayout" Target="../slideLayouts/t3_reference_methods_slideLayout1.xml" Id="R9cec55f9bf044153"/><Relationship Type="http://schemas.openxmlformats.org/officeDocument/2006/relationships/image" Target="/ppt/media/image21.png" Id="R382c8a25bffe441a"/><Relationship Type="http://schemas.openxmlformats.org/officeDocument/2006/relationships/image" Target="/ppt/media/image22.png" Id="R4295c1b277b74070"/><Relationship Type="http://schemas.openxmlformats.org/officeDocument/2006/relationships/image" Target="../media/image8.png" Id="R1a9445d5b6184370"/><Relationship Type="http://schemas.openxmlformats.org/officeDocument/2006/relationships/image" Target="../media/image9.png" Id="Rb8e71e6e09dc4f99"/><Relationship Type="http://schemas.openxmlformats.org/officeDocument/2006/relationships/image" Target="../media/image10.png" Id="R6e0dd094955f4a77"/><Relationship Type="http://schemas.openxmlformats.org/officeDocument/2006/relationships/image" Target="/ppt/media/image26.png" Id="R3971ea077b1f4410"/><Relationship Type="http://schemas.openxmlformats.org/officeDocument/2006/relationships/image" Target="../media/image11.png" Id="Raede6670fd6a4417"/><Relationship Type="http://schemas.openxmlformats.org/officeDocument/2006/relationships/image" Target="/ppt/media/image28.png" Id="Rc3d8139b9f9b48e8"/><Relationship Type="http://schemas.openxmlformats.org/officeDocument/2006/relationships/image" Target="/ppt/media/image29.png" Id="Rcd6bbe1791b54ecf"/><Relationship Type="http://schemas.openxmlformats.org/officeDocument/2006/relationships/image" Target="/ppt/media/image30.png" Id="R9be17a132e334244"/><Relationship Type="http://schemas.openxmlformats.org/officeDocument/2006/relationships/image" Target="/ppt/media/image31.png" Id="R959dff1958ff4260"/><Relationship Type="http://schemas.openxmlformats.org/officeDocument/2006/relationships/image" Target="/ppt/media/image32.png" Id="Rf4d514be73a64c82"/><Relationship Type="http://schemas.openxmlformats.org/officeDocument/2006/relationships/image" Target="/ppt/media/image33.png" Id="R97455c44619544eb"/><Relationship Type="http://schemas.openxmlformats.org/officeDocument/2006/relationships/image" Target="/ppt/media/image34.png" Id="R83e8a6bd52534de8"/><Relationship Type="http://schemas.openxmlformats.org/officeDocument/2006/relationships/image" Target="/ppt/media/image35.png" Id="R6383f0a87c6344eb"/><Relationship Type="http://schemas.openxmlformats.org/officeDocument/2006/relationships/image" Target="../media/image17.png" Id="R8ac88464b6c74643"/><Relationship Type="http://schemas.openxmlformats.org/officeDocument/2006/relationships/image" Target="/ppt/media/image37.png" Id="R3230f59698d045fb"/><Relationship Type="http://schemas.openxmlformats.org/officeDocument/2006/relationships/image" Target="/ppt/media/image38.png" Id="R782b4b85f5414c12"/><Relationship Type="http://schemas.openxmlformats.org/officeDocument/2006/relationships/image" Target="/ppt/media/image39.png" Id="R712502841cab469e"/><Relationship Type="http://schemas.openxmlformats.org/officeDocument/2006/relationships/image" Target="/ppt/media/image40.png" Id="R28d5621499c54c77"/><Relationship Type="http://schemas.openxmlformats.org/officeDocument/2006/relationships/image" Target="/ppt/media/image41.png" Id="R4564af4894fc431f"/><Relationship Type="http://schemas.openxmlformats.org/officeDocument/2006/relationships/notesSlide" Target="/ppt/notesSlides/notesSlide8.xml" Id="Rdf383e5b9bff4e75"/><Relationship Id="rIdMathSvg0" Type="http://schemas.openxmlformats.org/officeDocument/2006/relationships/image" Target="../media/t4_fd7a8f2a5486af30d8b637d3.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d486106cdfdffbaa258dbac5.svg"/><Relationship Id="rIdMathSvg4" Type="http://schemas.openxmlformats.org/officeDocument/2006/relationships/image" Target="../media/t4_1053e70e39b56abeb017890c.svg"/><Relationship Id="rIdMathSvg5" Type="http://schemas.openxmlformats.org/officeDocument/2006/relationships/image" Target="../media/t4_08d744456cd09c54b37ee43d.svg"/><Relationship Id="rIdMathSvg6" Type="http://schemas.openxmlformats.org/officeDocument/2006/relationships/image" Target="../media/t4_13a94bd6a81d4434b175d71e.svg"/><Relationship Id="rIdMathSvg7" Type="http://schemas.openxmlformats.org/officeDocument/2006/relationships/image" Target="../media/t4_cfb6b3ae19b86f108d51bc6d.svg"/><Relationship Id="rIdMathSvg8" Type="http://schemas.openxmlformats.org/officeDocument/2006/relationships/image" Target="../media/t4_6caecf2c7f645f3d9a236f81.svg"/><Relationship Id="rIdMathSvg9" Type="http://schemas.openxmlformats.org/officeDocument/2006/relationships/image" Target="../media/t4_7e1978892e579f7dc55c2535.svg"/><Relationship Id="rIdMathSvg10" Type="http://schemas.openxmlformats.org/officeDocument/2006/relationships/image" Target="../media/t4_039b72c58492b2d3d19deee3.svg"/><Relationship Id="rIdMathSvg11" Type="http://schemas.openxmlformats.org/officeDocument/2006/relationships/image" Target="../media/t4_4dd29ad66a0d44ceb44e7c32.svg"/><Relationship Id="rIdMathSvg12" Type="http://schemas.openxmlformats.org/officeDocument/2006/relationships/image" Target="../media/t4_435b1bd8ff8d21eb8a9dd95c.svg"/><Relationship Id="rIdMathSvg13" Type="http://schemas.openxmlformats.org/officeDocument/2006/relationships/image" Target="../media/t4_364d38450b1740558ca8e551.svg"/><Relationship Id="rIdMathSvg14" Type="http://schemas.openxmlformats.org/officeDocument/2006/relationships/image" Target="../media/t4_2e75b827ca91609557318c82.svg"/><Relationship Id="rIdMathSvg15" Type="http://schemas.openxmlformats.org/officeDocument/2006/relationships/image" Target="../media/t4_11d833f99d8f2233f005d14f.svg"/><Relationship Id="rIdMathSvg16" Type="http://schemas.openxmlformats.org/officeDocument/2006/relationships/image" Target="../media/t4_7fddc19bbf337192d337aa13.svg"/><Relationship Id="rIdMathSvg17" Type="http://schemas.openxmlformats.org/officeDocument/2006/relationships/image" Target="../media/t4_4841cf636854f385a95ff19e.svg"/><Relationship Id="rIdMathSvg18" Type="http://schemas.openxmlformats.org/officeDocument/2006/relationships/image" Target="../media/t4_47c0bf541f22adfa0214a5d4.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T4ClickFrame1" Type="http://schemas.openxmlformats.org/officeDocument/2006/relationships/image" Target="../media/image21.png"/><Relationship Id="rIdT4ClickFrame2" Type="http://schemas.openxmlformats.org/officeDocument/2006/relationships/image" Target="../media/t4_click_c36a8ea91d961ad5e9050a6f589b67544c634802021cbcc2051bb4e453bb6e41.png"/><Relationship Id="rIdT4ClickFrame3" Type="http://schemas.openxmlformats.org/officeDocument/2006/relationships/image" Target="../media/t4_click_7b4c535b4f88f8f5aeecb527d8c445f760f85de6571a11ff5d56809015802e24.png"/><Relationship Id="rIdT4ClickFrame4" Type="http://schemas.openxmlformats.org/officeDocument/2006/relationships/image" Target="../media/t4_click_86d9031d6775feacf3bb077810e43e9e03982e8e2a1e8a665c75f6308de0fe86.png"/><Relationship Id="rIdT4ClickFrame5" Type="http://schemas.openxmlformats.org/officeDocument/2006/relationships/image" Target="../media/t4_click_a655a7d4ae24f4e4a55c1e01f698075eca36bd144179b595ad2aa27ee62b691e.png"/><Relationship Id="rIdT4ClickFrame6" Type="http://schemas.openxmlformats.org/officeDocument/2006/relationships/image" Target="../media/t4_click_b97bc64e124f893b6097040368cb8259cde5737508c4c1b51e460835b9568027.png"/><Relationship Id="rIdT4ClickFrame7" Type="http://schemas.openxmlformats.org/officeDocument/2006/relationships/image" Target="../media/t4_click_e940bb2965eb0cde9f63e9f4af0caa630810b183f99ec8b9daf5ac8c09c877ad.png"/><Relationship Id="rIdT4ClickFrame8" Type="http://schemas.openxmlformats.org/officeDocument/2006/relationships/image" Target="../media/t4_click_178076ea63a115b88d94f7ea50eb5324e5242bc80a38cf13f6e3bc142d81e129.png"/><Relationship Id="rIdT4ClickFrame9" Type="http://schemas.openxmlformats.org/officeDocument/2006/relationships/image" Target="../media/t4_click_f8dc3a58e38346f914f10c59e470fe76081b2ca215ab537f4367b3a1985cdaf4.png"/><Relationship Id="rIdT4ClickFrame10" Type="http://schemas.openxmlformats.org/officeDocument/2006/relationships/image" Target="../media/t4_click_89d630d36a98117bbc2f7df9a2d3180a6aff18e89e8b07a89d88edc1ed76f46c.png"/><Relationship Id="rIdT4ClickFrame11" Type="http://schemas.openxmlformats.org/officeDocument/2006/relationships/image" Target="../media/t4_click_4377ba9e1342fb7cde1d9c40f0980bdd802569b5704d625b6b7010d332529eb8.png"/><Relationship Id="rIdT4ClickFrame12" Type="http://schemas.openxmlformats.org/officeDocument/2006/relationships/image" Target="../media/t4_click_2f44077a413b9a034cc7a7471e7e0aeb3214472e6c2c41e3aa8de3929b9c4820.png"/><Relationship Id="rIdT4ClickFrame13" Type="http://schemas.openxmlformats.org/officeDocument/2006/relationships/image" Target="../media/t4_click_e9d5eef8482de9df808efc733cf3455d2f9fdfb9e2d2536cfbab39f3687bdd63.png"/><Relationship Id="rIdT4ClickFrame14" Type="http://schemas.openxmlformats.org/officeDocument/2006/relationships/image" Target="../media/t4_click_7d50f652cf61f9052f5247641242d8380c08436a1700e30d62c86dc2a6d467a6.png"/><Relationship Id="rIdT4ClickFrame15" Type="http://schemas.openxmlformats.org/officeDocument/2006/relationships/image" Target="../media/t4_click_b364ab07ca641f203cd0ea81071aafdbe7a302be44c3b4a18a427a3277e294d8.png"/><Relationship Id="rIdT4ClickFrame16" Type="http://schemas.openxmlformats.org/officeDocument/2006/relationships/image" Target="../media/t4_click_26e283708bbe43800a764148ea96d70009ec79708b7fcacc4af6597a874cba86.png"/><Relationship Id="rIdT4ClickFrame17" Type="http://schemas.openxmlformats.org/officeDocument/2006/relationships/image" Target="../media/t4_click_81716ae73986f6264c4c83926984cbf7387b93226148c3fe6e4c6acc144b9ee2.png"/><Relationship Id="rIdT4ClickFrame18" Type="http://schemas.openxmlformats.org/officeDocument/2006/relationships/image" Target="../media/t4_click_04ea958c7c27ec4609f3de7791b7cfb0f46380a75c3c60e6c18e2b1fe1d6d037.png"/><Relationship Id="rIdT4ClickFrame19" Type="http://schemas.openxmlformats.org/officeDocument/2006/relationships/image" Target="../media/t4_click_406788044e5e6594037bd232adc9aa567378b7e0f5ea6806a57435e354e20f69.png"/><Relationship Id="rIdT4ClickFrame20" Type="http://schemas.openxmlformats.org/officeDocument/2006/relationships/image" Target="../media/t4_click_9927de8bf6ea06204b5793e7fa434e0ff9d479eb7f576d61d6ae449785311168.png"/><Relationship Id="rIdT4ClickFrame21" Type="http://schemas.openxmlformats.org/officeDocument/2006/relationships/image" Target="../media/t4_click_5514aeab890098f8371dbbc46314964f921eae72e6ccae88c9063d85b1cae1fd.png"/><Relationship Id="rIdT4ClickFrame22" Type="http://schemas.openxmlformats.org/officeDocument/2006/relationships/image" Target="../media/image22.png"/><Relationship Id="rIdT4ClickFrame23" Type="http://schemas.openxmlformats.org/officeDocument/2006/relationships/image" Target="../media/image22.png"/><Relationship Id="rIdT4ClickFrame24" Type="http://schemas.openxmlformats.org/officeDocument/2006/relationships/image" Target="../media/t4_click_88cc07d7d86efba5d171a01e5f7e5bda8807ac2f0405637116d3c1f7973c6a0e.png"/><Relationship Id="rIdT4ClickFrame25" Type="http://schemas.openxmlformats.org/officeDocument/2006/relationships/image" Target="../media/t4_click_82215992ef3d2d2d5a8e93cd1d9a49e4706de72d8b7052036d2e62e257d057f5.png"/><Relationship Id="rIdT4ClickFrame26" Type="http://schemas.openxmlformats.org/officeDocument/2006/relationships/image" Target="../media/t4_click_4e940da2bb3c42d159a0ae1d685ce054d779000445867fdd2685bbcd03d919a4.png"/><Relationship Id="rIdT4ClickFrame27" Type="http://schemas.openxmlformats.org/officeDocument/2006/relationships/image" Target="../media/t4_click_0be57fe00c57529253b539a5da429b39e1218ce68a9ba12f0318828cc744ecc7.png"/><Relationship Id="rIdT4ClickFrame28" Type="http://schemas.openxmlformats.org/officeDocument/2006/relationships/image" Target="../media/t4_click_fb72e629e6f80e3ab87c333afd8cfa9ef0a45d41db8696e16397b48cb0569b5d.png"/><Relationship Id="rIdT4ClickFrame29" Type="http://schemas.openxmlformats.org/officeDocument/2006/relationships/image" Target="../media/t4_click_f52d3d98dac45396de7217de64231664463f4b8301ca4f09288181efb47be69d.png"/><Relationship Id="rIdT4ClickFrame30" Type="http://schemas.openxmlformats.org/officeDocument/2006/relationships/image" Target="../media/t4_click_bd7f77247f91a48c39ac04a22b268f02a885c0d7b7459ce4a07b8bcd23caa5b0.png"/><Relationship Id="rIdT4ClickFrame31" Type="http://schemas.openxmlformats.org/officeDocument/2006/relationships/image" Target="../media/t4_click_59b914a90fafe6eabb9b7b2b36aa83d1b2349aa3c01d14d3fc893a853ebc6417.png"/><Relationship Id="rIdT4ClickFrame32" Type="http://schemas.openxmlformats.org/officeDocument/2006/relationships/image" Target="../media/t4_click_95c61e0ce5b30f03005d18666cf233be456bce2c220951fa42ec5004da596939.png"/><Relationship Id="rIdT4ClickFrame33" Type="http://schemas.openxmlformats.org/officeDocument/2006/relationships/image" Target="../media/t4_click_1e555d1d99443d43ca00927a637248d32fcda26aeb36295a0d8023ab11deaf15.png"/><Relationship Id="rIdT4ClickFrame34" Type="http://schemas.openxmlformats.org/officeDocument/2006/relationships/image" Target="../media/t4_click_5b86a6fb2334d42d7295d4c7d4c5db9f8c6be9597b14be280a65e46180030bf4.png"/><Relationship Id="rIdT4ClickFrame35" Type="http://schemas.openxmlformats.org/officeDocument/2006/relationships/image" Target="../media/t4_click_dcaf0dd91a83c3d3fd7eec2bf25c2f4823a5cb39737671b4b430f83dfc3e91ea.png"/><Relationship Id="rIdT4ClickFrame36" Type="http://schemas.openxmlformats.org/officeDocument/2006/relationships/image" Target="../media/t4_click_10641599295980df85c77330efc5ccddc854c5c26f0e525182be61daa246cbe6.png"/><Relationship Id="rIdT4ClickFrame37" Type="http://schemas.openxmlformats.org/officeDocument/2006/relationships/image" Target="../media/t4_click_368121c476feeaebbb8d96e721475d8ee9dc084c0a3a520a9983167efb563044.png"/><Relationship Id="rIdT4ClickFrame38" Type="http://schemas.openxmlformats.org/officeDocument/2006/relationships/image" Target="../media/t4_click_ad4934a5b80849192af134d050770ad3a27ec589fd97c4d04c6e0d846f97af71.png"/><Relationship Id="rIdT4ClickFrame39" Type="http://schemas.openxmlformats.org/officeDocument/2006/relationships/image" Target="../media/t4_click_784611d495da0eb3cbd7ce6a8d0332d8f59005bfc2d1f460e3b37283dea22bf4.png"/><Relationship Id="rIdT4ClickFrame40" Type="http://schemas.openxmlformats.org/officeDocument/2006/relationships/image" Target="../media/t4_click_f1cd5430032f82645645af90d8156707df4c3549632d3c1fb2e049530659963e.png"/><Relationship Id="rIdT4ClickFrame41" Type="http://schemas.openxmlformats.org/officeDocument/2006/relationships/image" Target="../media/t4_click_807438be918068a1a25d27e6d865540339a02dc1bac6e817f576c0c0109a974c.png"/><Relationship Id="rIdT4ClickFrame42" Type="http://schemas.openxmlformats.org/officeDocument/2006/relationships/image" Target="../media/t4_click_f351b10e7acd259eae31996d396a709320b422a995202f9f211756a3029bbeec.png"/><Relationship Id="rIdT4ClickFrame43" Type="http://schemas.openxmlformats.org/officeDocument/2006/relationships/image" Target="../media/t4_click_06f9720d38ea8e65047f3a024462591b4e1d9e47b50de8f34370f27c1a12c152.png"/><Relationship Id="rIdT4ClickFrame44" Type="http://schemas.openxmlformats.org/officeDocument/2006/relationships/image" Target="../media/t4_click_990e8834bb9cd291f595c2fe50ec5a71193cf98ade1c0521d06ff173d627a609.png"/><Relationship Id="rIdT4ClickFrame45" Type="http://schemas.openxmlformats.org/officeDocument/2006/relationships/image" Target="../media/t4_click_aa375bb96861079bdffc753a5dafd358b38fc6c32a9e4de5bce96564f22e6a66.png"/><Relationship Id="rIdT4ClickFrame46" Type="http://schemas.openxmlformats.org/officeDocument/2006/relationships/image" Target="../media/t4_click_6e61c5a01288557cb8d0935c7cea0b8ac3737b32450a87bc9040fe1b78aba0e2.png"/><Relationship Id="rIdT4ClickFrame47" Type="http://schemas.openxmlformats.org/officeDocument/2006/relationships/image" Target="../media/t4_click_90319cdd672cfb91540cef96b73315de7092c94475bd460da6cf2c5685c5d70f.png"/><Relationship Id="rIdT4ClickFrame48" Type="http://schemas.openxmlformats.org/officeDocument/2006/relationships/image" Target="../media/t4_click_501d7cb4fceac1d9543f2088e2c0b6dba1c4d7f175ed94d8035d85e81acd3e10.png"/><Relationship Id="rIdT4ClickFrame49" Type="http://schemas.openxmlformats.org/officeDocument/2006/relationships/image" Target="../media/t4_click_a1f046aeedec12b9f98a31923fba0f6d54d250d8a4466f9ee2ac95db6c67b62f.png"/><Relationship Id="rIdT4ClickFrame50" Type="http://schemas.openxmlformats.org/officeDocument/2006/relationships/image" Target="../media/t4_click_047989ccf7114f69703cd5eb01c86e11fb0ece53fea0a1d63fc2aca1112c4ed9.png"/><Relationship Id="rIdT4ClickFrame51" Type="http://schemas.openxmlformats.org/officeDocument/2006/relationships/image" Target="../media/t4_click_b0fcfa822fb92706c00047683917e7a8ba777ff79a818c99522fc6d32661dedc.png"/></Relationships>
</file>

<file path=ppt/slides/_rels/slide9.xml.rels><?xml version='1.0' encoding='UTF-8' standalone='yes'?>
<Relationships xmlns="http://schemas.openxmlformats.org/package/2006/relationships"><Relationship Type="http://schemas.openxmlformats.org/officeDocument/2006/relationships/slideLayout" Target="../slideLayouts/t3_reference_methods_slideLayout1.xml" Id="Rd4a2da6a009044c5"/><Relationship Type="http://schemas.openxmlformats.org/officeDocument/2006/relationships/image" Target="../media/image8.png" Id="R431a775fb1ab4d68"/><Relationship Type="http://schemas.openxmlformats.org/officeDocument/2006/relationships/image" Target="../media/image9.png" Id="R3014d013cb584d9d"/><Relationship Type="http://schemas.openxmlformats.org/officeDocument/2006/relationships/image" Target="../media/image10.png" Id="R54907d644c224d58"/><Relationship Type="http://schemas.openxmlformats.org/officeDocument/2006/relationships/image" Target="/ppt/media/image45.png" Id="Rc41a04617bcd4ed0"/><Relationship Type="http://schemas.openxmlformats.org/officeDocument/2006/relationships/image" Target="/ppt/media/image46.png" Id="Rbd604ed2e61e4d19"/><Relationship Type="http://schemas.openxmlformats.org/officeDocument/2006/relationships/image" Target="/ppt/media/image47.png" Id="R149b371e01c34645"/><Relationship Type="http://schemas.openxmlformats.org/officeDocument/2006/relationships/image" Target="/ppt/media/image48.png" Id="R20e6000398e64025"/><Relationship Type="http://schemas.openxmlformats.org/officeDocument/2006/relationships/image" Target="/ppt/media/image49.png" Id="R12a1dc11bc184d94"/><Relationship Type="http://schemas.openxmlformats.org/officeDocument/2006/relationships/image" Target="/ppt/media/image50.png" Id="Rbc817793de5c49ef"/><Relationship Type="http://schemas.openxmlformats.org/officeDocument/2006/relationships/image" Target="../media/image8.png" Id="Rb6eaa9396f8f4a4c"/><Relationship Type="http://schemas.openxmlformats.org/officeDocument/2006/relationships/image" Target="/ppt/media/image52.png" Id="Rad8e8a1a0a5a4e5d"/><Relationship Type="http://schemas.openxmlformats.org/officeDocument/2006/relationships/image" Target="/ppt/media/image53.png" Id="R1ed96acfed714f79"/><Relationship Type="http://schemas.openxmlformats.org/officeDocument/2006/relationships/image" Target="/ppt/media/image54.png" Id="R9d4a529331b5487c"/><Relationship Type="http://schemas.openxmlformats.org/officeDocument/2006/relationships/image" Target="/ppt/media/image55.png" Id="Rea473102016f4a31"/><Relationship Type="http://schemas.openxmlformats.org/officeDocument/2006/relationships/image" Target="/ppt/media/image56.png" Id="R86c27fd1a1274926"/><Relationship Type="http://schemas.openxmlformats.org/officeDocument/2006/relationships/image" Target="/ppt/media/image57.png" Id="R9ab74f350c0f4d46"/><Relationship Type="http://schemas.openxmlformats.org/officeDocument/2006/relationships/image" Target="/ppt/media/image58.png" Id="R7fbe36dee4f54d77"/><Relationship Type="http://schemas.openxmlformats.org/officeDocument/2006/relationships/notesSlide" Target="/ppt/notesSlides/notesSlide9.xml" Id="Raeee60bd4d39457a"/><Relationship Id="rIdMathSvg0" Type="http://schemas.openxmlformats.org/officeDocument/2006/relationships/image" Target="../media/t4_fd7a8f2a5486af30d8b637d3.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4b3804c91ba44651ac426abd.svg"/><Relationship Id="rIdMathSvg4" Type="http://schemas.openxmlformats.org/officeDocument/2006/relationships/image" Target="../media/t4_db41654a95a6348a777da0ae.svg"/><Relationship Id="rIdMathSvg5" Type="http://schemas.openxmlformats.org/officeDocument/2006/relationships/image" Target="../media/t4_3911f42039946f3a13f091dd.svg"/><Relationship Id="rIdMathSvg6" Type="http://schemas.openxmlformats.org/officeDocument/2006/relationships/image" Target="../media/t4_6ca54fa303f5e613dd5f10ca.svg"/><Relationship Id="rIdMathSvg7" Type="http://schemas.openxmlformats.org/officeDocument/2006/relationships/image" Target="../media/t4_b95b9cff1b056952c3fc6123.svg"/><Relationship Id="rIdMathSvg8" Type="http://schemas.openxmlformats.org/officeDocument/2006/relationships/image" Target="../media/t4_5563d5229a37b7900e25814a.svg"/><Relationship Id="rIdMathSvg9" Type="http://schemas.openxmlformats.org/officeDocument/2006/relationships/image" Target="../media/t4_fd7a8f2a5486af30d8b637d3.svg"/><Relationship Id="rIdMathSvg10" Type="http://schemas.openxmlformats.org/officeDocument/2006/relationships/image" Target="../media/t4_e84970b94a432c7a05933dfc.svg"/><Relationship Id="rIdMathSvg11" Type="http://schemas.openxmlformats.org/officeDocument/2006/relationships/image" Target="../media/t4_9b65b2fe5288c7601488d333.svg"/><Relationship Id="rIdMathSvg12" Type="http://schemas.openxmlformats.org/officeDocument/2006/relationships/image" Target="../media/t4_a7cc59358dfaaf3bb4bb23fb.svg"/><Relationship Id="rIdMathSvg13" Type="http://schemas.openxmlformats.org/officeDocument/2006/relationships/image" Target="../media/t4_37e50d2fbfc36ed195014616.svg"/><Relationship Id="rIdMathSvg14" Type="http://schemas.openxmlformats.org/officeDocument/2006/relationships/image" Target="../media/t4_963493f99e94023de37e67be.svg"/><Relationship Id="rIdMathSvg15" Type="http://schemas.openxmlformats.org/officeDocument/2006/relationships/image" Target="../media/t4_885b71acdf5c0b8b88b68a58.svg"/><Relationship Id="rIdMathSvg16" Type="http://schemas.openxmlformats.org/officeDocument/2006/relationships/image" Target="../media/t4_c1902780ef2c620e186bae3d.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s>
</file>

<file path=ppt/slides/_rels/slide10.xml.rels><?xml version='1.0' encoding='UTF-8' standalone='yes'?>
<Relationships xmlns="http://schemas.openxmlformats.org/package/2006/relationships"><Relationship Type="http://schemas.openxmlformats.org/officeDocument/2006/relationships/slideLayout" Target="../slideLayouts/t3_reference_methods_slideLayout1.xml" Id="R5f712a8a6d2b4232"/><Relationship Type="http://schemas.openxmlformats.org/officeDocument/2006/relationships/image" Target="../media/image8.png" Id="R83a6b9d9c147415f"/><Relationship Type="http://schemas.openxmlformats.org/officeDocument/2006/relationships/image" Target="../media/image9.png" Id="Rd495269117174153"/><Relationship Type="http://schemas.openxmlformats.org/officeDocument/2006/relationships/image" Target="../media/image10.png" Id="R7942b160ebad4e63"/><Relationship Type="http://schemas.openxmlformats.org/officeDocument/2006/relationships/image" Target="/ppt/media/image62.png" Id="R579c7d68d33d4ffa"/><Relationship Type="http://schemas.openxmlformats.org/officeDocument/2006/relationships/image" Target="/ppt/media/image63.png" Id="R4ba9a51c85694cd8"/><Relationship Type="http://schemas.openxmlformats.org/officeDocument/2006/relationships/image" Target="/ppt/media/image64.png" Id="R1ca97f1e801c4683"/><Relationship Type="http://schemas.openxmlformats.org/officeDocument/2006/relationships/image" Target="/ppt/media/image65.png" Id="Rc42929c4ef9b4998"/><Relationship Type="http://schemas.openxmlformats.org/officeDocument/2006/relationships/image" Target="/ppt/media/image66.png" Id="R52fd6835eaaa4291"/><Relationship Type="http://schemas.openxmlformats.org/officeDocument/2006/relationships/image" Target="/ppt/media/image67.png" Id="Re899b186707f4691"/><Relationship Type="http://schemas.openxmlformats.org/officeDocument/2006/relationships/image" Target="../media/image64.png" Id="R818b442f9ee448a0"/><Relationship Type="http://schemas.openxmlformats.org/officeDocument/2006/relationships/image" Target="/ppt/media/image69.png" Id="Rf4e9ee21e0a940b0"/><Relationship Type="http://schemas.openxmlformats.org/officeDocument/2006/relationships/image" Target="../media/image66.png" Id="Rcd09dbc19f864e9e"/><Relationship Type="http://schemas.openxmlformats.org/officeDocument/2006/relationships/image" Target="/ppt/media/image71.png" Id="R75c9fe96b9d24fd8"/><Relationship Type="http://schemas.openxmlformats.org/officeDocument/2006/relationships/image" Target="/ppt/media/image72.png" Id="Rf678f49937184b8a"/><Relationship Type="http://schemas.openxmlformats.org/officeDocument/2006/relationships/image" Target="/ppt/media/image73.png" Id="Rcb0825b2c6344e64"/><Relationship Type="http://schemas.openxmlformats.org/officeDocument/2006/relationships/notesSlide" Target="/ppt/notesSlides/notesSlide10.xml" Id="R2e6b191eeb1d4650"/><Relationship Id="rIdMathSvg0" Type="http://schemas.openxmlformats.org/officeDocument/2006/relationships/image" Target="../media/t4_fd7a8f2a5486af30d8b637d3.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af6b0cc0a7985539b7e4bb31.svg"/><Relationship Id="rIdMathSvg4" Type="http://schemas.openxmlformats.org/officeDocument/2006/relationships/image" Target="../media/t4_4ee35d87c8855695b83153bb.svg"/><Relationship Id="rIdMathSvg5" Type="http://schemas.openxmlformats.org/officeDocument/2006/relationships/image" Target="../media/t4_8cd7d3c30e5434e30555497e.svg"/><Relationship Id="rIdMathSvg6" Type="http://schemas.openxmlformats.org/officeDocument/2006/relationships/image" Target="../media/t4_e537b40df4b424e31791931e.svg"/><Relationship Id="rIdMathSvg7" Type="http://schemas.openxmlformats.org/officeDocument/2006/relationships/image" Target="../media/t4_4c694f38ae871a5d057d9c4a.svg"/><Relationship Id="rIdMathSvg8" Type="http://schemas.openxmlformats.org/officeDocument/2006/relationships/image" Target="../media/t4_2bf37db3d7c64c57838587b2.svg"/><Relationship Id="rIdMathSvg9" Type="http://schemas.openxmlformats.org/officeDocument/2006/relationships/image" Target="../media/t4_7789e084bdcf9746c47ddf64.svg"/><Relationship Id="rIdMathSvg10" Type="http://schemas.openxmlformats.org/officeDocument/2006/relationships/image" Target="../media/t4_8344eed7e65e105937fe912f.svg"/><Relationship Id="rIdMathSvg11" Type="http://schemas.openxmlformats.org/officeDocument/2006/relationships/image" Target="../media/t4_4c694f38ae871a5d057d9c4a.svg"/><Relationship Id="rIdMathSvg12" Type="http://schemas.openxmlformats.org/officeDocument/2006/relationships/image" Target="../media/t4_4c864b5b0d89f61272cc7ff6.svg"/><Relationship Id="rIdMathSvg13" Type="http://schemas.openxmlformats.org/officeDocument/2006/relationships/image" Target="../media/t4_4d355f93fd8b5dae6f63e8c0.svg"/><Relationship Id="rIdMathSvg14" Type="http://schemas.openxmlformats.org/officeDocument/2006/relationships/image" Target="../media/t4_0dfafe0829714eb40343b977.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s>
</file>

<file path=ppt/slides/_rels/slide11.xml.rels><?xml version='1.0' encoding='UTF-8' standalone='yes'?>
<Relationships xmlns="http://schemas.openxmlformats.org/package/2006/relationships"><Relationship Type="http://schemas.openxmlformats.org/officeDocument/2006/relationships/slideLayout" Target="../slideLayouts/t3_reference_methods_slideLayout1.xml" Id="R068de1420dc74dfd"/><Relationship Type="http://schemas.openxmlformats.org/officeDocument/2006/relationships/image" Target="../media/image8.png" Id="Rbfefe4faf9a54700"/><Relationship Type="http://schemas.openxmlformats.org/officeDocument/2006/relationships/image" Target="../media/image9.png" Id="R83e512982a2b44f1"/><Relationship Type="http://schemas.openxmlformats.org/officeDocument/2006/relationships/image" Target="../media/image10.png" Id="R717d40c62a02495a"/><Relationship Type="http://schemas.openxmlformats.org/officeDocument/2006/relationships/image" Target="/ppt/media/image77.png" Id="R749dd9fa3d8b4293"/><Relationship Type="http://schemas.openxmlformats.org/officeDocument/2006/relationships/image" Target="/ppt/media/image78.png" Id="Re91a3f57c04042bd"/><Relationship Type="http://schemas.openxmlformats.org/officeDocument/2006/relationships/image" Target="/ppt/media/image79.png" Id="R7143cc593e7b418d"/><Relationship Type="http://schemas.openxmlformats.org/officeDocument/2006/relationships/image" Target="/ppt/media/image80.png" Id="R76779698f29744b9"/><Relationship Type="http://schemas.openxmlformats.org/officeDocument/2006/relationships/image" Target="/ppt/media/image81.png" Id="Rc5ceda2521c14df2"/><Relationship Type="http://schemas.openxmlformats.org/officeDocument/2006/relationships/image" Target="/ppt/media/image82.png" Id="R1378537dc57e4216"/><Relationship Type="http://schemas.openxmlformats.org/officeDocument/2006/relationships/image" Target="../media/image79.png" Id="R736c10acdf3a4bed"/><Relationship Type="http://schemas.openxmlformats.org/officeDocument/2006/relationships/image" Target="../media/image80.png" Id="R6ab22b70d9c842be"/><Relationship Type="http://schemas.openxmlformats.org/officeDocument/2006/relationships/image" Target="../media/image78.png" Id="R350ac35d13354075"/><Relationship Type="http://schemas.openxmlformats.org/officeDocument/2006/relationships/image" Target="../media/image79.png" Id="Rf0403a376f8142df"/><Relationship Type="http://schemas.openxmlformats.org/officeDocument/2006/relationships/image" Target="../media/image80.png" Id="Ra058aa475d2d4d02"/><Relationship Type="http://schemas.openxmlformats.org/officeDocument/2006/relationships/image" Target="/ppt/media/image88.png" Id="Rdcaedbbea6b24d39"/><Relationship Type="http://schemas.openxmlformats.org/officeDocument/2006/relationships/image" Target="../media/image82.png" Id="R40948f29f5f346d2"/><Relationship Type="http://schemas.openxmlformats.org/officeDocument/2006/relationships/image" Target="../media/image79.png" Id="R48660b36d3754392"/><Relationship Type="http://schemas.openxmlformats.org/officeDocument/2006/relationships/image" Target="../media/image80.png" Id="Rad8424d3ad5942e8"/><Relationship Type="http://schemas.openxmlformats.org/officeDocument/2006/relationships/image" Target="/ppt/media/image92.png" Id="R3e2627a344864ed1"/><Relationship Type="http://schemas.openxmlformats.org/officeDocument/2006/relationships/image" Target="/ppt/media/image93.png" Id="R9308a907b0d64fba"/><Relationship Type="http://schemas.openxmlformats.org/officeDocument/2006/relationships/notesSlide" Target="/ppt/notesSlides/notesSlide11.xml" Id="R41c092f114754ba0"/><Relationship Id="rIdMathSvg0" Type="http://schemas.openxmlformats.org/officeDocument/2006/relationships/image" Target="../media/t4_fd7a8f2a5486af30d8b637d3.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0ec5138a24a43d81ff4c66f2.svg"/><Relationship Id="rIdMathSvg4" Type="http://schemas.openxmlformats.org/officeDocument/2006/relationships/image" Target="../media/t4_fb58e1e931e153453bd4f78a.svg"/><Relationship Id="rIdMathSvg5" Type="http://schemas.openxmlformats.org/officeDocument/2006/relationships/image" Target="../media/t4_c7fae1f70076eeb7980a86a8.svg"/><Relationship Id="rIdMathSvg6" Type="http://schemas.openxmlformats.org/officeDocument/2006/relationships/image" Target="../media/t4_084b25844904171df467e9db.svg"/><Relationship Id="rIdMathSvg7" Type="http://schemas.openxmlformats.org/officeDocument/2006/relationships/image" Target="../media/t4_3902fbf7c2bf809a68f0e9a6.svg"/><Relationship Id="rIdMathSvg8" Type="http://schemas.openxmlformats.org/officeDocument/2006/relationships/image" Target="../media/t4_cb3212bf7882659136eb9cd1.svg"/><Relationship Id="rIdMathSvg9" Type="http://schemas.openxmlformats.org/officeDocument/2006/relationships/image" Target="../media/t4_c7fae1f70076eeb7980a86a8.svg"/><Relationship Id="rIdMathSvg10" Type="http://schemas.openxmlformats.org/officeDocument/2006/relationships/image" Target="../media/t4_084b25844904171df467e9db.svg"/><Relationship Id="rIdMathSvg11" Type="http://schemas.openxmlformats.org/officeDocument/2006/relationships/image" Target="../media/t4_fb58e1e931e153453bd4f78a.svg"/><Relationship Id="rIdMathSvg12" Type="http://schemas.openxmlformats.org/officeDocument/2006/relationships/image" Target="../media/t4_c7fae1f70076eeb7980a86a8.svg"/><Relationship Id="rIdMathSvg13" Type="http://schemas.openxmlformats.org/officeDocument/2006/relationships/image" Target="../media/t4_084b25844904171df467e9db.svg"/><Relationship Id="rIdMathSvg14" Type="http://schemas.openxmlformats.org/officeDocument/2006/relationships/image" Target="../media/t4_3b38e55e2b1d5e5a68fadcdb.svg"/><Relationship Id="rIdMathSvg15" Type="http://schemas.openxmlformats.org/officeDocument/2006/relationships/image" Target="../media/t4_cb3212bf7882659136eb9cd1.svg"/><Relationship Id="rIdMathSvg16" Type="http://schemas.openxmlformats.org/officeDocument/2006/relationships/image" Target="../media/t4_c7fae1f70076eeb7980a86a8.svg"/><Relationship Id="rIdMathSvg17" Type="http://schemas.openxmlformats.org/officeDocument/2006/relationships/image" Target="../media/t4_084b25844904171df467e9db.svg"/><Relationship Id="rIdMathSvg18" Type="http://schemas.openxmlformats.org/officeDocument/2006/relationships/image" Target="../media/t4_1bf027e420351795811a7d4f.svg"/><Relationship Id="rIdMathSvg19" Type="http://schemas.openxmlformats.org/officeDocument/2006/relationships/image" Target="../media/t4_60198795a32030fd06925e2f.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s>
</file>

<file path=ppt/slides/_rels/slide12.xml.rels><?xml version='1.0' encoding='UTF-8' standalone='yes'?>
<Relationships xmlns="http://schemas.openxmlformats.org/package/2006/relationships"><Relationship Type="http://schemas.openxmlformats.org/officeDocument/2006/relationships/slideLayout" Target="../slideLayouts/t3_reference_methods_slideLayout1.xml" Id="Raf9f0b56bb14469d"/><Relationship Type="http://schemas.openxmlformats.org/officeDocument/2006/relationships/image" Target="/ppt/media/image94.png" Id="R15f8688fa8a94b9a"/><Relationship Type="http://schemas.openxmlformats.org/officeDocument/2006/relationships/image" Target="../media/image9.png" Id="R9ce904b8b36a492c"/><Relationship Type="http://schemas.openxmlformats.org/officeDocument/2006/relationships/image" Target="../media/image10.png" Id="R5a92abeeb5fc4acc"/><Relationship Type="http://schemas.openxmlformats.org/officeDocument/2006/relationships/image" Target="/ppt/media/image97.png" Id="R9b36a5fb001940ab"/><Relationship Type="http://schemas.openxmlformats.org/officeDocument/2006/relationships/image" Target="/ppt/media/image98.png" Id="R20e37ca213594e1f"/><Relationship Type="http://schemas.openxmlformats.org/officeDocument/2006/relationships/image" Target="/ppt/media/image99.png" Id="R6c25f9f40b2d48c5"/><Relationship Type="http://schemas.openxmlformats.org/officeDocument/2006/relationships/image" Target="/ppt/media/image100.png" Id="Rb1acd68ff9704ac8"/><Relationship Type="http://schemas.openxmlformats.org/officeDocument/2006/relationships/image" Target="../media/image79.png" Id="Rc5113c848e8c4d99"/><Relationship Type="http://schemas.openxmlformats.org/officeDocument/2006/relationships/image" Target="/ppt/media/image102.png" Id="Rb41b293624494c54"/><Relationship Type="http://schemas.openxmlformats.org/officeDocument/2006/relationships/image" Target="../media/image98.png" Id="Rf6541a8d11a84192"/><Relationship Type="http://schemas.openxmlformats.org/officeDocument/2006/relationships/image" Target="/ppt/media/image104.png" Id="R7c93a59bf0ac4b04"/><Relationship Type="http://schemas.openxmlformats.org/officeDocument/2006/relationships/image" Target="../media/image79.png" Id="Ra777ffb11b744f4b"/><Relationship Type="http://schemas.openxmlformats.org/officeDocument/2006/relationships/image" Target="/ppt/media/image106.png" Id="R14f9e06aa031447e"/><Relationship Type="http://schemas.openxmlformats.org/officeDocument/2006/relationships/image" Target="/ppt/media/image107.png" Id="Re07f9942b2bb4c44"/><Relationship Type="http://schemas.openxmlformats.org/officeDocument/2006/relationships/image" Target="/ppt/media/image108.png" Id="R3d7023fde9234c5e"/><Relationship Type="http://schemas.openxmlformats.org/officeDocument/2006/relationships/image" Target="../media/image108.png" Id="R6f15856e62ee4d50"/><Relationship Type="http://schemas.openxmlformats.org/officeDocument/2006/relationships/image" Target="/ppt/media/image110.png" Id="R27a3f64ff225430a"/><Relationship Type="http://schemas.openxmlformats.org/officeDocument/2006/relationships/image" Target="/ppt/media/image111.png" Id="R392c793fe2b94de2"/><Relationship Type="http://schemas.openxmlformats.org/officeDocument/2006/relationships/image" Target="/ppt/media/image112.png" Id="R5c0144d339eb4e78"/><Relationship Type="http://schemas.openxmlformats.org/officeDocument/2006/relationships/image" Target="/ppt/media/image113.png" Id="Ref3ebeb34c484140"/><Relationship Type="http://schemas.openxmlformats.org/officeDocument/2006/relationships/image" Target="/ppt/media/image114.png" Id="R5b2dfb4389d54db6"/><Relationship Type="http://schemas.openxmlformats.org/officeDocument/2006/relationships/image" Target="/ppt/media/image115.png" Id="R437ffcdf8ae84669"/><Relationship Type="http://schemas.openxmlformats.org/officeDocument/2006/relationships/image" Target="/ppt/media/image116.png" Id="Rdc2e26120faa4266"/><Relationship Type="http://schemas.openxmlformats.org/officeDocument/2006/relationships/notesSlide" Target="/ppt/notesSlides/notesSlide12.xml" Id="R62b1ae4dc18e41a9"/><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97f36697986affa4688b0055.svg"/><Relationship Id="rIdMathSvg4" Type="http://schemas.openxmlformats.org/officeDocument/2006/relationships/image" Target="../media/t4_6dd0d4a1550a9e1f90aeef20.svg"/><Relationship Id="rIdMathSvg5" Type="http://schemas.openxmlformats.org/officeDocument/2006/relationships/image" Target="../media/t4_fcbe06a6d5f85586be09b5cc.svg"/><Relationship Id="rIdMathSvg6" Type="http://schemas.openxmlformats.org/officeDocument/2006/relationships/image" Target="../media/t4_f9fc2e996d1d16c77b43f52c.svg"/><Relationship Id="rIdMathSvg7" Type="http://schemas.openxmlformats.org/officeDocument/2006/relationships/image" Target="../media/t4_c7fae1f70076eeb7980a86a8.svg"/><Relationship Id="rIdMathSvg8" Type="http://schemas.openxmlformats.org/officeDocument/2006/relationships/image" Target="../media/t4_a108fab2d4aaace89004c3c4.svg"/><Relationship Id="rIdMathSvg9" Type="http://schemas.openxmlformats.org/officeDocument/2006/relationships/image" Target="../media/t4_6dd0d4a1550a9e1f90aeef20.svg"/><Relationship Id="rIdMathSvg10" Type="http://schemas.openxmlformats.org/officeDocument/2006/relationships/image" Target="../media/t4_6d4d9461513c9e9473c1af37.svg"/><Relationship Id="rIdMathSvg11" Type="http://schemas.openxmlformats.org/officeDocument/2006/relationships/image" Target="../media/t4_c7fae1f70076eeb7980a86a8.svg"/><Relationship Id="rIdMathSvg12" Type="http://schemas.openxmlformats.org/officeDocument/2006/relationships/image" Target="../media/t4_480594b0fb79050567a7fb85.svg"/><Relationship Id="rIdMathSvg13" Type="http://schemas.openxmlformats.org/officeDocument/2006/relationships/image" Target="../media/t4_2216d64716123966c70037bd.svg"/><Relationship Id="rIdMathSvg14" Type="http://schemas.openxmlformats.org/officeDocument/2006/relationships/image" Target="../media/t4_1a34ed0c7ce832dfc03201ff.svg"/><Relationship Id="rIdMathSvg15" Type="http://schemas.openxmlformats.org/officeDocument/2006/relationships/image" Target="../media/t4_1a34ed0c7ce832dfc03201ff.svg"/><Relationship Id="rIdMathSvg16" Type="http://schemas.openxmlformats.org/officeDocument/2006/relationships/image" Target="../media/t4_5505c6ba5b3e079e33781e48.svg"/><Relationship Id="rIdMathSvg17" Type="http://schemas.openxmlformats.org/officeDocument/2006/relationships/image" Target="../media/t4_e40d0d9737b9922bb516c05c.svg"/><Relationship Id="rIdMathSvg18" Type="http://schemas.openxmlformats.org/officeDocument/2006/relationships/image" Target="../media/t4_c33ff3df1a28e11460dcc27b.svg"/><Relationship Id="rIdMathSvg19" Type="http://schemas.openxmlformats.org/officeDocument/2006/relationships/image" Target="../media/t4_7eeb95c625b02b0756eae131.svg"/><Relationship Id="rIdMathSvg20" Type="http://schemas.openxmlformats.org/officeDocument/2006/relationships/image" Target="../media/t4_bcc008392c2875c26758a1c5.svg"/><Relationship Id="rIdMathSvg21" Type="http://schemas.openxmlformats.org/officeDocument/2006/relationships/image" Target="../media/t4_ad1f854520f9ea4d0933ccc0.svg"/><Relationship Id="rIdMathSvg22" Type="http://schemas.openxmlformats.org/officeDocument/2006/relationships/image" Target="../media/t4_048e900daf398a0b4fe47716.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13.xml.rels><?xml version='1.0' encoding='UTF-8' standalone='yes'?>
<Relationships xmlns="http://schemas.openxmlformats.org/package/2006/relationships"><Relationship Type="http://schemas.openxmlformats.org/officeDocument/2006/relationships/slideLayout" Target="../slideLayouts/t3_reference_methods_slideLayout1.xml" Id="R56547d7a2af04374"/><Relationship Type="http://schemas.openxmlformats.org/officeDocument/2006/relationships/image" Target="../media/image94.png" Id="R415780b6815d4455"/><Relationship Type="http://schemas.openxmlformats.org/officeDocument/2006/relationships/image" Target="../media/image9.png" Id="R1d62c599e75e4001"/><Relationship Type="http://schemas.openxmlformats.org/officeDocument/2006/relationships/image" Target="../media/image10.png" Id="Rcc94f22a5d8c4576"/><Relationship Type="http://schemas.openxmlformats.org/officeDocument/2006/relationships/image" Target="/ppt/media/image120.png" Id="Rd6f2b7ea4e1941c5"/><Relationship Type="http://schemas.openxmlformats.org/officeDocument/2006/relationships/image" Target="/ppt/media/image121.png" Id="R75aa759ca52b417a"/><Relationship Type="http://schemas.openxmlformats.org/officeDocument/2006/relationships/image" Target="/ppt/media/image122.png" Id="R9379f0c184734f12"/><Relationship Type="http://schemas.openxmlformats.org/officeDocument/2006/relationships/image" Target="/ppt/media/image123.png" Id="R8f4ed8cd22724382"/><Relationship Type="http://schemas.openxmlformats.org/officeDocument/2006/relationships/image" Target="/ppt/media/image124.png" Id="R4d38dc53064a4209"/><Relationship Type="http://schemas.openxmlformats.org/officeDocument/2006/relationships/image" Target="/ppt/media/image125.png" Id="R4995dfd8e10341e4"/><Relationship Type="http://schemas.openxmlformats.org/officeDocument/2006/relationships/image" Target="/ppt/media/image126.png" Id="R9e617e8fa7074ad0"/><Relationship Type="http://schemas.openxmlformats.org/officeDocument/2006/relationships/image" Target="/ppt/media/image127.png" Id="R87aa369e7af04253"/><Relationship Type="http://schemas.openxmlformats.org/officeDocument/2006/relationships/notesSlide" Target="/ppt/notesSlides/notesSlide13.xml" Id="R0cf04ba19ed34403"/><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1421a23fe225cff4e073db36.svg"/><Relationship Id="rIdMathSvg4" Type="http://schemas.openxmlformats.org/officeDocument/2006/relationships/image" Target="../media/t4_2a0521077b6365cee7bf184f.svg"/><Relationship Id="rIdMathSvg5" Type="http://schemas.openxmlformats.org/officeDocument/2006/relationships/image" Target="../media/t4_b722bad08d40979e059579ff.svg"/><Relationship Id="rIdMathSvg6" Type="http://schemas.openxmlformats.org/officeDocument/2006/relationships/image" Target="../media/t4_2ea774efa488601aec6ff3e6.svg"/><Relationship Id="rIdMathSvg7" Type="http://schemas.openxmlformats.org/officeDocument/2006/relationships/image" Target="../media/t4_c02679c35a67ba37795c6185.svg"/><Relationship Id="rIdMathSvg8" Type="http://schemas.openxmlformats.org/officeDocument/2006/relationships/image" Target="../media/t4_1faa6ced0545b9318887a08c.svg"/><Relationship Id="rIdMathSvg9" Type="http://schemas.openxmlformats.org/officeDocument/2006/relationships/image" Target="../media/t4_e77b8776d27683edea82058a.svg"/><Relationship Id="rIdMathSvg10" Type="http://schemas.openxmlformats.org/officeDocument/2006/relationships/image" Target="../media/t4_b1e4d4b1f716db43b2694f49.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14.xml.rels><?xml version='1.0' encoding='UTF-8' standalone='yes'?>
<Relationships xmlns="http://schemas.openxmlformats.org/package/2006/relationships"><Relationship Type="http://schemas.openxmlformats.org/officeDocument/2006/relationships/slideLayout" Target="../slideLayouts/t3_reference_methods_slideLayout1.xml" Id="R30e003d487a24865"/><Relationship Type="http://schemas.openxmlformats.org/officeDocument/2006/relationships/image" Target="../media/image94.png" Id="R17407bda4efb4e71"/><Relationship Type="http://schemas.openxmlformats.org/officeDocument/2006/relationships/image" Target="../media/image9.png" Id="Rdf58d10ce0144b47"/><Relationship Type="http://schemas.openxmlformats.org/officeDocument/2006/relationships/image" Target="../media/image10.png" Id="R9ef3a4e641f94335"/><Relationship Type="http://schemas.openxmlformats.org/officeDocument/2006/relationships/image" Target="/ppt/media/image131.png" Id="R6c3e2e91b7d24ef8"/><Relationship Type="http://schemas.openxmlformats.org/officeDocument/2006/relationships/image" Target="/ppt/media/image132.png" Id="R62731af0445a4b8e"/><Relationship Type="http://schemas.openxmlformats.org/officeDocument/2006/relationships/image" Target="/ppt/media/image133.png" Id="Rcd3900cfd5824916"/><Relationship Type="http://schemas.openxmlformats.org/officeDocument/2006/relationships/image" Target="/ppt/media/image134.png" Id="R2c2d3230b94545a4"/><Relationship Type="http://schemas.openxmlformats.org/officeDocument/2006/relationships/image" Target="/ppt/media/image135.png" Id="R27a5bbea25964af7"/><Relationship Type="http://schemas.openxmlformats.org/officeDocument/2006/relationships/image" Target="/ppt/media/image136.png" Id="Reeaa12defb874c72"/><Relationship Type="http://schemas.openxmlformats.org/officeDocument/2006/relationships/image" Target="/ppt/media/image137.png" Id="R853c0bcf53014b79"/><Relationship Type="http://schemas.openxmlformats.org/officeDocument/2006/relationships/image" Target="/ppt/media/image138.png" Id="R5de06170754349ba"/><Relationship Type="http://schemas.openxmlformats.org/officeDocument/2006/relationships/image" Target="/ppt/media/image139.png" Id="Ra523673144f2485d"/><Relationship Type="http://schemas.openxmlformats.org/officeDocument/2006/relationships/image" Target="/ppt/media/image140.png" Id="R120a8ab2a4984837"/><Relationship Type="http://schemas.openxmlformats.org/officeDocument/2006/relationships/image" Target="/ppt/media/image141.png" Id="R42e46209de8f47f7"/><Relationship Type="http://schemas.openxmlformats.org/officeDocument/2006/relationships/image" Target="/ppt/media/image142.png" Id="R62aa755e1f2240a2"/><Relationship Type="http://schemas.openxmlformats.org/officeDocument/2006/relationships/image" Target="/ppt/media/image143.png" Id="Rf38ef9e0348f4c54"/><Relationship Type="http://schemas.openxmlformats.org/officeDocument/2006/relationships/notesSlide" Target="/ppt/notesSlides/notesSlide14.xml" Id="R85d67f0cc7af42eb"/><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3f10e39461560743ab31c7a0.svg"/><Relationship Id="rIdMathSvg4" Type="http://schemas.openxmlformats.org/officeDocument/2006/relationships/image" Target="../media/t4_4e2514821ff594392940d56e.svg"/><Relationship Id="rIdMathSvg5" Type="http://schemas.openxmlformats.org/officeDocument/2006/relationships/image" Target="../media/t4_def8cb1903b94ea9c1bb25b3.svg"/><Relationship Id="rIdMathSvg6" Type="http://schemas.openxmlformats.org/officeDocument/2006/relationships/image" Target="../media/t4_2c9d3f9bec46f127764779ce.svg"/><Relationship Id="rIdMathSvg7" Type="http://schemas.openxmlformats.org/officeDocument/2006/relationships/image" Target="../media/t4_d85de758dd270275364e3f79.svg"/><Relationship Id="rIdMathSvg8" Type="http://schemas.openxmlformats.org/officeDocument/2006/relationships/image" Target="../media/t4_4ca1dc2267d7227e59811719.svg"/><Relationship Id="rIdMathSvg9" Type="http://schemas.openxmlformats.org/officeDocument/2006/relationships/image" Target="../media/t4_4b91c8e36e7d948f4a9dc15a.svg"/><Relationship Id="rIdMathSvg10" Type="http://schemas.openxmlformats.org/officeDocument/2006/relationships/image" Target="../media/t4_a7ae64077799a40f80118c2a.svg"/><Relationship Id="rIdMathSvg11" Type="http://schemas.openxmlformats.org/officeDocument/2006/relationships/image" Target="../media/t4_2b02efa62ff1d975b9cea974.svg"/><Relationship Id="rIdMathSvg12" Type="http://schemas.openxmlformats.org/officeDocument/2006/relationships/image" Target="../media/t4_1023007163dee2c56548c618.svg"/><Relationship Id="rIdMathSvg13" Type="http://schemas.openxmlformats.org/officeDocument/2006/relationships/image" Target="../media/t4_37b86058eeeb1296af3ab8d6.svg"/><Relationship Id="rIdMathSvg14" Type="http://schemas.openxmlformats.org/officeDocument/2006/relationships/image" Target="../media/t4_1e7a9751dcd05cabbadd2c27.svg"/><Relationship Id="rIdMathSvg15" Type="http://schemas.openxmlformats.org/officeDocument/2006/relationships/image" Target="../media/t4_edf2ac84541aeacdf991b489.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15.xml.rels><?xml version='1.0' encoding='UTF-8' standalone='yes'?>
<Relationships xmlns="http://schemas.openxmlformats.org/package/2006/relationships"><Relationship Type="http://schemas.openxmlformats.org/officeDocument/2006/relationships/slideLayout" Target="../slideLayouts/t3_reference_methods_slideLayout1.xml" Id="R59f24952bf2043ac"/><Relationship Type="http://schemas.openxmlformats.org/officeDocument/2006/relationships/image" Target="../media/image94.png" Id="Ra759bcbdc8bc43e2"/><Relationship Type="http://schemas.openxmlformats.org/officeDocument/2006/relationships/image" Target="../media/image9.png" Id="Re87cd89d674b4ce8"/><Relationship Type="http://schemas.openxmlformats.org/officeDocument/2006/relationships/image" Target="../media/image10.png" Id="R62a34749938e430e"/><Relationship Type="http://schemas.openxmlformats.org/officeDocument/2006/relationships/image" Target="../media/image26.png" Id="R324b23dad6544a8f"/><Relationship Type="http://schemas.openxmlformats.org/officeDocument/2006/relationships/image" Target="/ppt/media/image148.png" Id="R8e2980c50a4b4939"/><Relationship Type="http://schemas.openxmlformats.org/officeDocument/2006/relationships/image" Target="../media/image98.png" Id="R6d3044382f4e43e5"/><Relationship Type="http://schemas.openxmlformats.org/officeDocument/2006/relationships/image" Target="../media/image79.png" Id="R6745618835d04296"/><Relationship Type="http://schemas.openxmlformats.org/officeDocument/2006/relationships/image" Target="/ppt/media/image151.png" Id="R82cc97b92fdf445f"/><Relationship Type="http://schemas.openxmlformats.org/officeDocument/2006/relationships/image" Target="/ppt/media/image152.png" Id="Rfafaab932e3a4179"/><Relationship Type="http://schemas.openxmlformats.org/officeDocument/2006/relationships/image" Target="/ppt/media/image153.png" Id="R5281c921926a4fbe"/><Relationship Type="http://schemas.openxmlformats.org/officeDocument/2006/relationships/image" Target="../media/image98.png" Id="Rb03905f003cd4b94"/><Relationship Type="http://schemas.openxmlformats.org/officeDocument/2006/relationships/image" Target="../media/image104.png" Id="Re6e5c0aeb2a24842"/><Relationship Type="http://schemas.openxmlformats.org/officeDocument/2006/relationships/image" Target="../media/image98.png" Id="R4e905d67de7e4428"/><Relationship Type="http://schemas.openxmlformats.org/officeDocument/2006/relationships/image" Target="../media/image106.png" Id="R5bd6bcd36b0e4bea"/><Relationship Type="http://schemas.openxmlformats.org/officeDocument/2006/relationships/image" Target="/ppt/media/image158.png" Id="R648f6dc57469497a"/><Relationship Type="http://schemas.openxmlformats.org/officeDocument/2006/relationships/image" Target="../media/image98.png" Id="R84b0016cb8844787"/><Relationship Type="http://schemas.openxmlformats.org/officeDocument/2006/relationships/image" Target="../media/image79.png" Id="Re1a78a73f7b042c9"/><Relationship Type="http://schemas.openxmlformats.org/officeDocument/2006/relationships/image" Target="/ppt/media/image161.png" Id="Rc1fede07a4b643f6"/><Relationship Type="http://schemas.openxmlformats.org/officeDocument/2006/relationships/image" Target="/ppt/media/image162.png" Id="R998dcd1b26744647"/><Relationship Type="http://schemas.openxmlformats.org/officeDocument/2006/relationships/image" Target="/ppt/media/image163.png" Id="Rb0907e3116754778"/><Relationship Type="http://schemas.openxmlformats.org/officeDocument/2006/relationships/image" Target="/ppt/media/image164.png" Id="R5d7cfd6739544393"/><Relationship Type="http://schemas.openxmlformats.org/officeDocument/2006/relationships/image" Target="/ppt/media/image165.png" Id="Rfd8ddce605c3437f"/><Relationship Type="http://schemas.openxmlformats.org/officeDocument/2006/relationships/image" Target="../media/image98.png" Id="Rdea796ad9b124a7b"/><Relationship Type="http://schemas.openxmlformats.org/officeDocument/2006/relationships/image" Target="../media/image104.png" Id="R8f7a7c0d4180403a"/><Relationship Type="http://schemas.openxmlformats.org/officeDocument/2006/relationships/image" Target="../media/image98.png" Id="Rf4d0755cc4d7422e"/><Relationship Type="http://schemas.openxmlformats.org/officeDocument/2006/relationships/image" Target="../media/image106.png" Id="R9038fe6f5903418b"/><Relationship Type="http://schemas.openxmlformats.org/officeDocument/2006/relationships/image" Target="/ppt/media/image170.png" Id="Rd89a4f67dd614d31"/><Relationship Type="http://schemas.openxmlformats.org/officeDocument/2006/relationships/notesSlide" Target="/ppt/notesSlides/notesSlide15.xml" Id="R0cfb4cbb8b944157"/><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d486106cdfdffbaa258dbac5.svg"/><Relationship Id="rIdMathSvg4" Type="http://schemas.openxmlformats.org/officeDocument/2006/relationships/image" Target="../media/t4_21d705fda6f2668a118e67c8.svg"/><Relationship Id="rIdMathSvg5" Type="http://schemas.openxmlformats.org/officeDocument/2006/relationships/image" Target="../media/t4_6dd0d4a1550a9e1f90aeef20.svg"/><Relationship Id="rIdMathSvg6" Type="http://schemas.openxmlformats.org/officeDocument/2006/relationships/image" Target="../media/t4_c7fae1f70076eeb7980a86a8.svg"/><Relationship Id="rIdMathSvg7" Type="http://schemas.openxmlformats.org/officeDocument/2006/relationships/image" Target="../media/t4_58a1c94f4eb3886f53eeaad8.svg"/><Relationship Id="rIdMathSvg8" Type="http://schemas.openxmlformats.org/officeDocument/2006/relationships/image" Target="../media/t4_4fced8f584be0da7f7ac7ad7.svg"/><Relationship Id="rIdMathSvg9" Type="http://schemas.openxmlformats.org/officeDocument/2006/relationships/image" Target="../media/t4_8a8862782702c8048339a54c.svg"/><Relationship Id="rIdMathSvg10" Type="http://schemas.openxmlformats.org/officeDocument/2006/relationships/image" Target="../media/t4_6dd0d4a1550a9e1f90aeef20.svg"/><Relationship Id="rIdMathSvg11" Type="http://schemas.openxmlformats.org/officeDocument/2006/relationships/image" Target="../media/t4_6d4d9461513c9e9473c1af37.svg"/><Relationship Id="rIdMathSvg12" Type="http://schemas.openxmlformats.org/officeDocument/2006/relationships/image" Target="../media/t4_6dd0d4a1550a9e1f90aeef20.svg"/><Relationship Id="rIdMathSvg13" Type="http://schemas.openxmlformats.org/officeDocument/2006/relationships/image" Target="../media/t4_480594b0fb79050567a7fb85.svg"/><Relationship Id="rIdMathSvg14" Type="http://schemas.openxmlformats.org/officeDocument/2006/relationships/image" Target="../media/t4_ad973fd67c7cfee8dc9118f2.svg"/><Relationship Id="rIdMathSvg15" Type="http://schemas.openxmlformats.org/officeDocument/2006/relationships/image" Target="../media/t4_6dd0d4a1550a9e1f90aeef20.svg"/><Relationship Id="rIdMathSvg16" Type="http://schemas.openxmlformats.org/officeDocument/2006/relationships/image" Target="../media/t4_c7fae1f70076eeb7980a86a8.svg"/><Relationship Id="rIdMathSvg17" Type="http://schemas.openxmlformats.org/officeDocument/2006/relationships/image" Target="../media/t4_ae8a79441762f05dd9a8171e.svg"/><Relationship Id="rIdMathSvg18" Type="http://schemas.openxmlformats.org/officeDocument/2006/relationships/image" Target="../media/t4_1a4d827140e5636c077f60d7.svg"/><Relationship Id="rIdMathSvg19" Type="http://schemas.openxmlformats.org/officeDocument/2006/relationships/image" Target="../media/t4_d8268b9dac2ca2e2ed6261c4.svg"/><Relationship Id="rIdMathSvg20" Type="http://schemas.openxmlformats.org/officeDocument/2006/relationships/image" Target="../media/t4_ee5cd2e0e1528002d0820d20.svg"/><Relationship Id="rIdMathSvg21" Type="http://schemas.openxmlformats.org/officeDocument/2006/relationships/image" Target="../media/t4_3a83e2e3ed46b3b515f87429.svg"/><Relationship Id="rIdMathSvg22" Type="http://schemas.openxmlformats.org/officeDocument/2006/relationships/image" Target="../media/t4_6dd0d4a1550a9e1f90aeef20.svg"/><Relationship Id="rIdMathSvg23" Type="http://schemas.openxmlformats.org/officeDocument/2006/relationships/image" Target="../media/t4_6d4d9461513c9e9473c1af37.svg"/><Relationship Id="rIdMathSvg24" Type="http://schemas.openxmlformats.org/officeDocument/2006/relationships/image" Target="../media/t4_6dd0d4a1550a9e1f90aeef20.svg"/><Relationship Id="rIdMathSvg25" Type="http://schemas.openxmlformats.org/officeDocument/2006/relationships/image" Target="../media/t4_480594b0fb79050567a7fb85.svg"/><Relationship Id="rIdMathSvg26" Type="http://schemas.openxmlformats.org/officeDocument/2006/relationships/image" Target="../media/t4_a285a3cb5d89cad849717a60.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16.xml.rels><?xml version='1.0' encoding='UTF-8' standalone='yes'?>
<Relationships xmlns="http://schemas.openxmlformats.org/package/2006/relationships"><Relationship Type="http://schemas.openxmlformats.org/officeDocument/2006/relationships/slideLayout" Target="../slideLayouts/t3_reference_methods_slideLayout1.xml" Id="Ra743ce56f6624f46"/><Relationship Type="http://schemas.openxmlformats.org/officeDocument/2006/relationships/image" Target="../media/image94.png" Id="R49d964d6333147c9"/><Relationship Type="http://schemas.openxmlformats.org/officeDocument/2006/relationships/image" Target="../media/image9.png" Id="R4dd36f4615ed43cd"/><Relationship Type="http://schemas.openxmlformats.org/officeDocument/2006/relationships/image" Target="../media/image10.png" Id="Rd5855cc3126740f6"/><Relationship Type="http://schemas.openxmlformats.org/officeDocument/2006/relationships/image" Target="/ppt/media/image174.png" Id="R011adc8787544d0c"/><Relationship Type="http://schemas.openxmlformats.org/officeDocument/2006/relationships/image" Target="/ppt/media/image175.png" Id="Rf54bbb03836d4b07"/><Relationship Type="http://schemas.openxmlformats.org/officeDocument/2006/relationships/image" Target="/ppt/media/image176.png" Id="R0570adab38d14e49"/><Relationship Type="http://schemas.openxmlformats.org/officeDocument/2006/relationships/image" Target="../media/image98.png" Id="Rde253db4565249a5"/><Relationship Type="http://schemas.openxmlformats.org/officeDocument/2006/relationships/image" Target="../media/image104.png" Id="Rcb0392ef2e424421"/><Relationship Type="http://schemas.openxmlformats.org/officeDocument/2006/relationships/image" Target="../media/image98.png" Id="R3e8c75eebb8b4ab0"/><Relationship Type="http://schemas.openxmlformats.org/officeDocument/2006/relationships/image" Target="../media/image106.png" Id="R9c31700e00a441b5"/><Relationship Type="http://schemas.openxmlformats.org/officeDocument/2006/relationships/image" Target="/ppt/media/image181.png" Id="R22e2608a56d3461b"/><Relationship Type="http://schemas.openxmlformats.org/officeDocument/2006/relationships/image" Target="/ppt/media/image182.png" Id="Re37c6c86c0304d76"/><Relationship Type="http://schemas.openxmlformats.org/officeDocument/2006/relationships/image" Target="/ppt/media/image183.png" Id="R473202e4b1fa4c75"/><Relationship Type="http://schemas.openxmlformats.org/officeDocument/2006/relationships/image" Target="/ppt/media/image184.png" Id="R0f0c1e9bb919451d"/><Relationship Type="http://schemas.openxmlformats.org/officeDocument/2006/relationships/image" Target="/ppt/media/image185.png" Id="R73b5b5099a6d426e"/><Relationship Type="http://schemas.openxmlformats.org/officeDocument/2006/relationships/image" Target="/ppt/media/image186.png" Id="R4a1f4eca6bca4323"/><Relationship Type="http://schemas.openxmlformats.org/officeDocument/2006/relationships/image" Target="/ppt/media/image187.png" Id="R3a714c627a7445df"/><Relationship Type="http://schemas.openxmlformats.org/officeDocument/2006/relationships/notesSlide" Target="/ppt/notesSlides/notesSlide16.xml" Id="R9617e79a8f1f4a27"/><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76082a501328b8347ac4c0bf.svg"/><Relationship Id="rIdMathSvg4" Type="http://schemas.openxmlformats.org/officeDocument/2006/relationships/image" Target="../media/t4_b0e3d7bcff92f9553b36ea43.svg"/><Relationship Id="rIdMathSvg5" Type="http://schemas.openxmlformats.org/officeDocument/2006/relationships/image" Target="../media/t4_a0cb9d926d17792a82a4824f.svg"/><Relationship Id="rIdMathSvg6" Type="http://schemas.openxmlformats.org/officeDocument/2006/relationships/image" Target="../media/t4_6dd0d4a1550a9e1f90aeef20.svg"/><Relationship Id="rIdMathSvg7" Type="http://schemas.openxmlformats.org/officeDocument/2006/relationships/image" Target="../media/t4_6d4d9461513c9e9473c1af37.svg"/><Relationship Id="rIdMathSvg8" Type="http://schemas.openxmlformats.org/officeDocument/2006/relationships/image" Target="../media/t4_6dd0d4a1550a9e1f90aeef20.svg"/><Relationship Id="rIdMathSvg9" Type="http://schemas.openxmlformats.org/officeDocument/2006/relationships/image" Target="../media/t4_480594b0fb79050567a7fb85.svg"/><Relationship Id="rIdMathSvg10" Type="http://schemas.openxmlformats.org/officeDocument/2006/relationships/image" Target="../media/t4_6766219e71bbce6d8ced347c.svg"/><Relationship Id="rIdMathSvg11" Type="http://schemas.openxmlformats.org/officeDocument/2006/relationships/image" Target="../media/t4_a8ad605c36af882968f86c11.svg"/><Relationship Id="rIdMathSvg12" Type="http://schemas.openxmlformats.org/officeDocument/2006/relationships/image" Target="../media/t4_dd9f963cba4e1b7a3de75ba4.svg"/><Relationship Id="rIdMathSvg13" Type="http://schemas.openxmlformats.org/officeDocument/2006/relationships/image" Target="../media/t4_4bae8a13b6756f1fb5874b39.svg"/><Relationship Id="rIdMathSvg14" Type="http://schemas.openxmlformats.org/officeDocument/2006/relationships/image" Target="../media/t4_5296e2cfe0d0d35159d76e7e.svg"/><Relationship Id="rIdMathSvg15" Type="http://schemas.openxmlformats.org/officeDocument/2006/relationships/image" Target="../media/t4_7c754cc508192cdb3c68dc7b.svg"/><Relationship Id="rIdMathSvg16" Type="http://schemas.openxmlformats.org/officeDocument/2006/relationships/image" Target="../media/t4_95fff40525d5640b45cc438d.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17.xml.rels><?xml version='1.0' encoding='UTF-8' standalone='yes'?>
<Relationships xmlns="http://schemas.openxmlformats.org/package/2006/relationships"><Relationship Type="http://schemas.openxmlformats.org/officeDocument/2006/relationships/slideLayout" Target="../slideLayouts/t3_reference_methods_slideLayout1.xml" Id="R0ced6d7a8e4748d4"/><Relationship Type="http://schemas.openxmlformats.org/officeDocument/2006/relationships/image" Target="/ppt/media/image188.png" Id="R8319ed8f582343aa"/><Relationship Type="http://schemas.openxmlformats.org/officeDocument/2006/relationships/image" Target="../media/image94.png" Id="Rde2370a678e64586"/><Relationship Type="http://schemas.openxmlformats.org/officeDocument/2006/relationships/image" Target="../media/image9.png" Id="R568eea00ef3e413e"/><Relationship Type="http://schemas.openxmlformats.org/officeDocument/2006/relationships/image" Target="../media/image10.png" Id="Rce00f5422815458e"/><Relationship Type="http://schemas.openxmlformats.org/officeDocument/2006/relationships/image" Target="/ppt/media/image192.png" Id="R1f87d1153d5d4422"/><Relationship Type="http://schemas.openxmlformats.org/officeDocument/2006/relationships/image" Target="../media/image26.png" Id="R250c8dfa028f4fb5"/><Relationship Type="http://schemas.openxmlformats.org/officeDocument/2006/relationships/image" Target="../media/image113.png" Id="R2eeff16bdbab4414"/><Relationship Type="http://schemas.openxmlformats.org/officeDocument/2006/relationships/image" Target="/ppt/media/image195.png" Id="R1662d5453a7f4e18"/><Relationship Type="http://schemas.openxmlformats.org/officeDocument/2006/relationships/image" Target="/ppt/media/image196.png" Id="Re010b3e1bd964cb2"/><Relationship Type="http://schemas.openxmlformats.org/officeDocument/2006/relationships/notesSlide" Target="/ppt/notesSlides/notesSlide17.xml" Id="R14c25c0fcb934f78"/><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131513c938a5a289f23efe87.svg"/><Relationship Id="rIdMathSvg4" Type="http://schemas.openxmlformats.org/officeDocument/2006/relationships/image" Target="../media/t4_d486106cdfdffbaa258dbac5.svg"/><Relationship Id="rIdMathSvg5" Type="http://schemas.openxmlformats.org/officeDocument/2006/relationships/image" Target="../media/t4_7eeb95c625b02b0756eae131.svg"/><Relationship Id="rIdMathSvg6" Type="http://schemas.openxmlformats.org/officeDocument/2006/relationships/image" Target="../media/t4_5d8c0262243aba2d48b243e1.svg"/><Relationship Id="rIdMathSvg7" Type="http://schemas.openxmlformats.org/officeDocument/2006/relationships/image" Target="../media/t4_b8bff3b23646cbebbe59264e.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 Id="rIdT4ClickFrame1" Type="http://schemas.openxmlformats.org/officeDocument/2006/relationships/image" Target="../media/image188.png"/><Relationship Id="rIdT4ClickFrame2" Type="http://schemas.openxmlformats.org/officeDocument/2006/relationships/image" Target="../media/t4_click_b1a537befb122e02948dfd0c20202083b884e0a196f5ce11401f1202a927c9df.png"/><Relationship Id="rIdT4ClickFrame3" Type="http://schemas.openxmlformats.org/officeDocument/2006/relationships/image" Target="../media/t4_click_bccf42f6cc8a2d3b3e9ca64d4dba372dab78e03f0343ffa791f89a88f2d54bcd.png"/><Relationship Id="rIdT4ClickFrame4" Type="http://schemas.openxmlformats.org/officeDocument/2006/relationships/image" Target="../media/t4_click_0640bcd9a4ad9c0572c4cf64f4c128cf0889b2880c139c01f382eaddea9fb9de.png"/><Relationship Id="rIdT4ClickFrame5" Type="http://schemas.openxmlformats.org/officeDocument/2006/relationships/image" Target="../media/t4_click_25572f83b11effa08a05690f5f2f2190224722faac314086d27b2899e93a82e1.png"/><Relationship Id="rIdT4ClickFrame6" Type="http://schemas.openxmlformats.org/officeDocument/2006/relationships/image" Target="../media/t4_click_3ab70f132547bb6436a004d509a9b8c99397bb9a717831edfdf6b4c3441af2f5.png"/><Relationship Id="rIdT4ClickFrame7" Type="http://schemas.openxmlformats.org/officeDocument/2006/relationships/image" Target="../media/t4_click_e64066047745296e85570866cf2d64d816c47c068da1b429794a32dc2d6d00d6.png"/><Relationship Id="rIdT4ClickFrame8" Type="http://schemas.openxmlformats.org/officeDocument/2006/relationships/image" Target="../media/t4_click_36370e57ff674a8de829ef7121196efc41be94fd6b2e26aefe96fa3550cd0658.png"/><Relationship Id="rIdT4ClickFrame9" Type="http://schemas.openxmlformats.org/officeDocument/2006/relationships/image" Target="../media/t4_click_8a862418aa0b65c28c81e1a4e7b7f61980133b660872451e872eff2b18da99a4.png"/><Relationship Id="rIdT4ClickFrame10" Type="http://schemas.openxmlformats.org/officeDocument/2006/relationships/image" Target="../media/t4_click_b1a93cc4ce2914b3bcba309d7ffafbb3ad8d51c344b28a5a206e05014e6950b3.png"/><Relationship Id="rIdT4ClickFrame11" Type="http://schemas.openxmlformats.org/officeDocument/2006/relationships/image" Target="../media/t4_click_1eb015698e80cf1c2fd9c19d7de858d13271f953961f66bb324776ed04ed2616.png"/><Relationship Id="rIdT4ClickFrame12" Type="http://schemas.openxmlformats.org/officeDocument/2006/relationships/image" Target="../media/t4_click_c3c0132d913db4b571d8292f872db21148ba5b65010925f546aed23d970d81e3.png"/><Relationship Id="rIdT4ClickFrame13" Type="http://schemas.openxmlformats.org/officeDocument/2006/relationships/image" Target="../media/t4_click_200d639b7585915e2469d6fa869463eaba4f2c8e76da6ba0e24b5d75d65f1df8.png"/><Relationship Id="rIdT4ClickFrame14" Type="http://schemas.openxmlformats.org/officeDocument/2006/relationships/image" Target="../media/t4_click_eb425fd025e8513bdfda335b8548e69f9e8f63d3d694fb6a2b184ef66d09ab7f.png"/><Relationship Id="rIdT4ClickFrame15" Type="http://schemas.openxmlformats.org/officeDocument/2006/relationships/image" Target="../media/t4_click_0f5b4d51c8d906cbf804262df9ccd62ac022bc320db79053930c1a0d0dd7e368.png"/><Relationship Id="rIdT4ClickFrame16" Type="http://schemas.openxmlformats.org/officeDocument/2006/relationships/image" Target="../media/t4_click_7fa2fc22b7f1404e2122a9c99942e3a67cc83b19521d40d9209407eefe52258f.png"/><Relationship Id="rIdT4ClickFrame17" Type="http://schemas.openxmlformats.org/officeDocument/2006/relationships/image" Target="../media/t4_click_06555ca97ff36ff4a1fb93c367d201e6b8b3790bc2990783dd1c7ab8b5c496ca.png"/><Relationship Id="rIdT4ClickFrame18" Type="http://schemas.openxmlformats.org/officeDocument/2006/relationships/image" Target="../media/t4_click_bfc27d553286bb135af72e6a7b6154a3c974e7a710a05c954de7183f1685eb52.png"/><Relationship Id="rIdT4ClickFrame19" Type="http://schemas.openxmlformats.org/officeDocument/2006/relationships/image" Target="../media/t4_click_a942db68d89dde0934c52c7e2c9dbc92662cfae70c3074982daf527ce654f88c.png"/><Relationship Id="rIdT4ClickFrame20" Type="http://schemas.openxmlformats.org/officeDocument/2006/relationships/image" Target="../media/t4_click_985d2ef385a5e0113d0161f67aff92e15ace060b0d9003f0e86390781bc704e8.png"/><Relationship Id="rIdT4ClickFrame21" Type="http://schemas.openxmlformats.org/officeDocument/2006/relationships/image" Target="../media/t4_click_c97530b0bdcdc111eb6f7b388df7a52b49c68133a07c520af57fb593e350adfa.png"/><Relationship Id="rIdT4ClickFrame22" Type="http://schemas.openxmlformats.org/officeDocument/2006/relationships/image" Target="../media/t4_click_aa3b6e6abb853e9451296697870d0fce5875dc81cb68045e345cb6d7a9fe78e8.png"/><Relationship Id="rIdT4ClickFrame23" Type="http://schemas.openxmlformats.org/officeDocument/2006/relationships/image" Target="../media/t4_click_be8a3e1845085ad0c7f63e4b634e7fcbf3589b7676cd6534bff05a2f0d3f67e0.png"/><Relationship Id="rIdT4ClickFrame24" Type="http://schemas.openxmlformats.org/officeDocument/2006/relationships/image" Target="../media/t4_click_8473f2d4d64dece1cab54d6e0da804aafcee94345b09be599939d14e5a261411.png"/><Relationship Id="rIdT4ClickFrame25" Type="http://schemas.openxmlformats.org/officeDocument/2006/relationships/image" Target="../media/t4_click_01093032fa6f3653dea3544f4fad76ee6016a906a3496715f3344b8684c8f7cc.png"/><Relationship Id="rIdT4ClickFrame26" Type="http://schemas.openxmlformats.org/officeDocument/2006/relationships/image" Target="../media/t4_click_37bbccb49e32c9df2c97b85e6b6b5089ea5a53838c91f7e341cb91eda4db1dfe.png"/><Relationship Id="rIdT4ClickFrame27" Type="http://schemas.openxmlformats.org/officeDocument/2006/relationships/image" Target="../media/t4_click_2da23aeb824b4fc3ac9c0a7d019a5c1cb9847835802d7d10ffea6fc267398861.png"/><Relationship Id="rIdT4ClickFrame28" Type="http://schemas.openxmlformats.org/officeDocument/2006/relationships/image" Target="../media/t4_click_f54cfc660f9312986fd8126180aca8bc503062ae2883b6117b99d5ad4e9a344f.png"/><Relationship Id="rIdT4ClickFrame29" Type="http://schemas.openxmlformats.org/officeDocument/2006/relationships/image" Target="../media/t4_click_af8fae8d559331085300919482fb8233d193423955f47435ea4fe873507c9f2a.png"/><Relationship Id="rIdT4ClickFrame30" Type="http://schemas.openxmlformats.org/officeDocument/2006/relationships/image" Target="../media/t4_click_060ac97a7fcfab34ac39b3c8ed07193e7e5ff15a57d8c6fa2212f4cb85fa5e2d.png"/><Relationship Id="rIdT4ClickFrame31" Type="http://schemas.openxmlformats.org/officeDocument/2006/relationships/image" Target="../media/t4_click_979e5a6173bcff146428d732c1ac48fe39d5de91d065cb0843db7d52c5c97bd1.png"/><Relationship Id="rIdT4ClickFrame32" Type="http://schemas.openxmlformats.org/officeDocument/2006/relationships/image" Target="../media/t4_click_7a31cd49a0d1e7ad8407fcf2e57f912d74e8bd20569df25efdaf4ab975d2f5dd.png"/><Relationship Id="rIdT4ClickFrame33" Type="http://schemas.openxmlformats.org/officeDocument/2006/relationships/image" Target="../media/t4_click_fd9cfb5cbdc4224e360f85f916304ef94ecde8b12579e196a324bdf7daaab316.png"/><Relationship Id="rIdT4ClickFrame34" Type="http://schemas.openxmlformats.org/officeDocument/2006/relationships/image" Target="../media/t4_click_caa74e9d9efaa5b573a47f6b0a0e7829634b4cf4e6749ed6b66a4cb0e614afc6.png"/><Relationship Id="rIdT4ClickFrame35" Type="http://schemas.openxmlformats.org/officeDocument/2006/relationships/image" Target="../media/t4_click_0adf2a503ff1ef5be8bd1857ddedabbe19535bdfda44c20999cd79985197775c.png"/><Relationship Id="rIdT4ClickFrame36" Type="http://schemas.openxmlformats.org/officeDocument/2006/relationships/image" Target="../media/t4_click_f3e7f20b6aab8dd41461743411d12bd05f88d4c1cb377a5f5b0379f9c92fbfe9.png"/><Relationship Id="rIdT4ClickFrame37" Type="http://schemas.openxmlformats.org/officeDocument/2006/relationships/image" Target="../media/t4_click_e878cdcd9edfe9f40b215a0f82cdd315491f4ff651b077baf3f007d05f9c79cd.png"/><Relationship Id="rIdT4ClickFrame38" Type="http://schemas.openxmlformats.org/officeDocument/2006/relationships/image" Target="../media/t4_click_9d8bffabb1ec8b3cd26434023c4e643eabb145bdd5ab82d11c3ea1f68fd93e44.png"/><Relationship Id="rIdT4ClickFrame39" Type="http://schemas.openxmlformats.org/officeDocument/2006/relationships/image" Target="../media/t4_click_3b3584fb96066bae3d74dea170df84beb9e5aea9c2fd3f677e2133bf84471e12.png"/><Relationship Id="rIdT4ClickFrame40" Type="http://schemas.openxmlformats.org/officeDocument/2006/relationships/image" Target="../media/t4_click_dd6909d2b425c86e1ebf98ec898f8123e1d8948fa2c9b024b46b24e75a1ce3f5.png"/><Relationship Id="rIdT4ClickFrame41" Type="http://schemas.openxmlformats.org/officeDocument/2006/relationships/image" Target="../media/t4_click_deeb8c924e0f7e5d346527cd1aa93b0ce06b644659f16fc0349eb58dbfea4ec2.png"/><Relationship Id="rIdT4ClickFrame42" Type="http://schemas.openxmlformats.org/officeDocument/2006/relationships/image" Target="../media/t4_click_b1c84f4f6196170b9db219adbbcbcc830faa9a477e63297b4157d718a634a00c.png"/><Relationship Id="rIdT4ClickFrame43" Type="http://schemas.openxmlformats.org/officeDocument/2006/relationships/image" Target="../media/t4_click_948e0f62cfa5207fc1ea57904c44932630fcc5557652819f58bef24dd48dc2e4.png"/><Relationship Id="rIdT4ClickFrame44" Type="http://schemas.openxmlformats.org/officeDocument/2006/relationships/image" Target="../media/t4_click_b4601c50c4672e7a257b953bae1b2cc2f3d39e2d06dec91090490d2dbe839f89.png"/><Relationship Id="rIdT4ClickFrame45" Type="http://schemas.openxmlformats.org/officeDocument/2006/relationships/image" Target="../media/t4_click_543c02179ff0895285ab9b6813477080cd1258fb0790878cf6a0d4fe02f7c3cc.png"/><Relationship Id="rIdT4ClickFrame46" Type="http://schemas.openxmlformats.org/officeDocument/2006/relationships/image" Target="../media/t4_click_b21f2583af02cdfe5953451e87f36c4ee7f592ca84ed7ab677359377985145ec.png"/><Relationship Id="rIdT4ClickFrame47" Type="http://schemas.openxmlformats.org/officeDocument/2006/relationships/image" Target="../media/t4_click_d52ba2300c3ff59fe5e7352edd003134d293e8335692ec2e1b15785ce149de7e.png"/><Relationship Id="rIdT4ClickFrame48" Type="http://schemas.openxmlformats.org/officeDocument/2006/relationships/image" Target="../media/t4_click_158d6de37b06f23eb3233b3e3e04bee2f0922140692a4ebe0b0c0bc8997d0821.png"/><Relationship Id="rIdT4ClickFrame49" Type="http://schemas.openxmlformats.org/officeDocument/2006/relationships/image" Target="../media/t4_click_f2bf19c6b4a8bc1db05add6370f5a5639977a7c8dc0cfd85f0ca3c975106455f.png"/><Relationship Id="rIdT4ClickFrame50" Type="http://schemas.openxmlformats.org/officeDocument/2006/relationships/image" Target="../media/t4_click_4eca28ccf0427f555af32bd59d553c5db6fa7fbcc267609d9db8b6be7d53063b.png"/><Relationship Id="rIdT4ClickFrame51" Type="http://schemas.openxmlformats.org/officeDocument/2006/relationships/image" Target="../media/t4_click_ec183a7982638250ecf6173fe3e0d3e4f00db7816884dcf1985f9731627ce7b6.png"/></Relationships>
</file>

<file path=ppt/slides/_rels/slide18.xml.rels><?xml version='1.0' encoding='UTF-8' standalone='yes'?>
<Relationships xmlns="http://schemas.openxmlformats.org/package/2006/relationships"><Relationship Type="http://schemas.openxmlformats.org/officeDocument/2006/relationships/slideLayout" Target="../slideLayouts/t3_reference_methods_slideLayout1.xml" Id="Reb34c8e996cc49cb"/><Relationship Type="http://schemas.openxmlformats.org/officeDocument/2006/relationships/image" Target="/ppt/media/image197.png" Id="R569e8eab93264d68"/><Relationship Type="http://schemas.openxmlformats.org/officeDocument/2006/relationships/image" Target="/ppt/media/image198.png" Id="Ra024a74bab404edb"/><Relationship Type="http://schemas.openxmlformats.org/officeDocument/2006/relationships/image" Target="../media/image94.png" Id="R65cdbf44dd80426f"/><Relationship Type="http://schemas.openxmlformats.org/officeDocument/2006/relationships/image" Target="../media/image9.png" Id="R1b642061e2204868"/><Relationship Type="http://schemas.openxmlformats.org/officeDocument/2006/relationships/image" Target="../media/image10.png" Id="Rc9bc7ae1dbb24413"/><Relationship Type="http://schemas.openxmlformats.org/officeDocument/2006/relationships/image" Target="/ppt/media/image202.png" Id="R6ccdb52dbfb64093"/><Relationship Type="http://schemas.openxmlformats.org/officeDocument/2006/relationships/image" Target="/ppt/media/image203.png" Id="R55ded8c280cc4d10"/><Relationship Type="http://schemas.openxmlformats.org/officeDocument/2006/relationships/image" Target="/ppt/media/image204.png" Id="Rda99fb2134094654"/><Relationship Type="http://schemas.openxmlformats.org/officeDocument/2006/relationships/image" Target="/ppt/media/image205.png" Id="R04fe4abeb5c44f98"/><Relationship Type="http://schemas.openxmlformats.org/officeDocument/2006/relationships/image" Target="/ppt/media/image206.png" Id="R62b9cad403e945cf"/><Relationship Type="http://schemas.openxmlformats.org/officeDocument/2006/relationships/notesSlide" Target="/ppt/notesSlides/notesSlide18.xml" Id="R87f4fad84294431d"/><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e271547f132a86a027392c86.svg"/><Relationship Id="rIdMathSvg4" Type="http://schemas.openxmlformats.org/officeDocument/2006/relationships/image" Target="../media/t4_7599f3a04a8d2a32cd55230c.svg"/><Relationship Id="rIdMathSvg5" Type="http://schemas.openxmlformats.org/officeDocument/2006/relationships/image" Target="../media/t4_96fa1e1e63fa93ff2e4173c8.svg"/><Relationship Id="rIdMathSvg6" Type="http://schemas.openxmlformats.org/officeDocument/2006/relationships/image" Target="../media/t4_f8907d387827b1a3b7870e87.svg"/><Relationship Id="rIdMathSvg7" Type="http://schemas.openxmlformats.org/officeDocument/2006/relationships/image" Target="../media/t4_2461430bdd91663bf19f4fb5.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 Id="rIdT4ClickFrame1" Type="http://schemas.openxmlformats.org/officeDocument/2006/relationships/image" Target="../media/image197.png"/><Relationship Id="rIdT4ClickFrame2" Type="http://schemas.openxmlformats.org/officeDocument/2006/relationships/image" Target="../media/t4_click_9d5d2b222da4b55e7fdb8e11523a86a62dc77f6be3bfcb05476ec959a67c55c1.png"/><Relationship Id="rIdT4ClickFrame3" Type="http://schemas.openxmlformats.org/officeDocument/2006/relationships/image" Target="../media/t4_click_6d8936977e8216c6aa51a2a10f45ad8bcd5955256a0f48746e26613dffef26d0.png"/><Relationship Id="rIdT4ClickFrame4" Type="http://schemas.openxmlformats.org/officeDocument/2006/relationships/image" Target="../media/t4_click_41f66c56b42b62a5134de2c1d145bec15b162ce8754fb5d50c780ec49eadb7dd.png"/><Relationship Id="rIdT4ClickFrame5" Type="http://schemas.openxmlformats.org/officeDocument/2006/relationships/image" Target="../media/t4_click_72523931bd411c2fa3541f28f1e495aff5ddf5024dad4948605e7522e39e732a.png"/><Relationship Id="rIdT4ClickFrame6" Type="http://schemas.openxmlformats.org/officeDocument/2006/relationships/image" Target="../media/t4_click_bd029080bd3563c6b9bf458d6ab1dfb12f08a445ac636d6a29007dc762001655.png"/><Relationship Id="rIdT4ClickFrame7" Type="http://schemas.openxmlformats.org/officeDocument/2006/relationships/image" Target="../media/t4_click_2efe35dee5703579e118e04848ccddaec633d22eb46de29fd7b40520ed7ef743.png"/><Relationship Id="rIdT4ClickFrame8" Type="http://schemas.openxmlformats.org/officeDocument/2006/relationships/image" Target="../media/t4_click_23d39f5bb3a701ef573787bf8801b79a9cf9f153f334bfdd8466f6ef15b12eb5.png"/><Relationship Id="rIdT4ClickFrame9" Type="http://schemas.openxmlformats.org/officeDocument/2006/relationships/image" Target="../media/t4_click_147134a44d32fe0249efe98be0ac0711459cc9ec4a8b21d77067de3d7a0ad450.png"/><Relationship Id="rIdT4ClickFrame10" Type="http://schemas.openxmlformats.org/officeDocument/2006/relationships/image" Target="../media/t4_click_4194b4028d7c3270e20f22b19f2d9929f798e56105b780d762d438570d31edd3.png"/><Relationship Id="rIdT4ClickFrame11" Type="http://schemas.openxmlformats.org/officeDocument/2006/relationships/image" Target="../media/t4_click_904c6f7138e15acf1a77d775f77734484d5580650a6c4d311448e33e3bae5c31.png"/><Relationship Id="rIdT4ClickFrame12" Type="http://schemas.openxmlformats.org/officeDocument/2006/relationships/image" Target="../media/t4_click_8a3dd1e413987652c32fded12b16d7bf68276ab07af4c5239248657a8bf172df.png"/><Relationship Id="rIdT4ClickFrame13" Type="http://schemas.openxmlformats.org/officeDocument/2006/relationships/image" Target="../media/t4_click_9cabccd5fd7178693c00bd3c736d88ee43e3edebe3ce02736992305e59d9daea.png"/><Relationship Id="rIdT4ClickFrame14" Type="http://schemas.openxmlformats.org/officeDocument/2006/relationships/image" Target="../media/t4_click_d8c6a4f34d6efbad291217f349c0d28ffc8af18f30ae0d483d31146ee071e73f.png"/><Relationship Id="rIdT4ClickFrame15" Type="http://schemas.openxmlformats.org/officeDocument/2006/relationships/image" Target="../media/t4_click_f5870b3f97606817ff623460296e78f8282d5124fb6cc6f4325a13ec977a8cc4.png"/><Relationship Id="rIdT4ClickFrame16" Type="http://schemas.openxmlformats.org/officeDocument/2006/relationships/image" Target="../media/t4_click_81fd3577b832275e0c9ef0f3a870cef1f5443fb983611b988db0114cd591fedb.png"/><Relationship Id="rIdT4ClickFrame17" Type="http://schemas.openxmlformats.org/officeDocument/2006/relationships/image" Target="../media/t4_click_1f78c56aab1e9f89d0049640c83dd0f73e6468f8dae32c12e21a4c9c0a2bb367.png"/><Relationship Id="rIdT4ClickFrame18" Type="http://schemas.openxmlformats.org/officeDocument/2006/relationships/image" Target="../media/t4_click_8e3131df5e9bd20668fe1fa2bd5b918f962c36fa750789a7ce5026878c6fc0d2.png"/><Relationship Id="rIdT4ClickFrame19" Type="http://schemas.openxmlformats.org/officeDocument/2006/relationships/image" Target="../media/t4_click_001301e4928f6ad7a2d2759ffa46932d6a58e10c8a8b508a6fddc697c9c3aaef.png"/><Relationship Id="rIdT4ClickFrame20" Type="http://schemas.openxmlformats.org/officeDocument/2006/relationships/image" Target="../media/t4_click_a6905c517547257205ed822c522ade9b5eb827eb5e25dcaf207094695c78c70e.png"/><Relationship Id="rIdT4ClickFrame21" Type="http://schemas.openxmlformats.org/officeDocument/2006/relationships/image" Target="../media/t4_click_281eaf67ca9c72fb4e54f746b378b3e879ed5dca75dbf81145b085204f57bdbd.png"/><Relationship Id="rIdT4ClickFrame22" Type="http://schemas.openxmlformats.org/officeDocument/2006/relationships/image" Target="../media/t4_click_ea1e52a20b7f25c1da404dad66830778866f34e38b4b0024232a0359009c47ed.png"/><Relationship Id="rIdT4ClickFrame23" Type="http://schemas.openxmlformats.org/officeDocument/2006/relationships/image" Target="../media/t4_click_1122c80dc9b889db5bd5d4df7e20181531cc14db5f3d62e41c6dcad9e3fa5a55.png"/><Relationship Id="rIdT4ClickFrame24" Type="http://schemas.openxmlformats.org/officeDocument/2006/relationships/image" Target="../media/t4_click_4d69ad7cc71f78110e814c26f849b31cc9b978db1fd6b729bbea04fb2aca9201.png"/><Relationship Id="rIdT4ClickFrame25" Type="http://schemas.openxmlformats.org/officeDocument/2006/relationships/image" Target="../media/t4_click_8d179bcb829b3fafe5d81d9f7ae9b485ebcdefc705e08a30149ac6b2878f5754.png"/><Relationship Id="rIdT4ClickFrame26" Type="http://schemas.openxmlformats.org/officeDocument/2006/relationships/image" Target="../media/t4_click_57b3bcfd0a1cd3f6204372e0f1ed9c0311fc2460a0e970ca6d924930c5ab2200.png"/><Relationship Id="rIdT4ClickFrame27" Type="http://schemas.openxmlformats.org/officeDocument/2006/relationships/image" Target="../media/t4_click_fe44985d7ed912c78975eecd5ee8548aca0705ae3f27c393a370194a057c08e1.png"/><Relationship Id="rIdT4ClickFrame28" Type="http://schemas.openxmlformats.org/officeDocument/2006/relationships/image" Target="../media/t4_click_c830c9b1fc2099cc8ac6df242464f1e376906bec6e89c0781ae537025287a7d7.png"/><Relationship Id="rIdT4ClickFrame29" Type="http://schemas.openxmlformats.org/officeDocument/2006/relationships/image" Target="../media/t4_click_014dbfad45af5ad3ecd5f9a0585b05088a5e28e81c139da89bd331eb097676ca.png"/><Relationship Id="rIdT4ClickFrame30" Type="http://schemas.openxmlformats.org/officeDocument/2006/relationships/image" Target="../media/t4_click_e9e10031b30999b8a08540aaa3bc23e78a39be86de1f7db764de50183a4ede5a.png"/><Relationship Id="rIdT4ClickFrame31" Type="http://schemas.openxmlformats.org/officeDocument/2006/relationships/image" Target="../media/t4_click_714c91837a70d4823e1d93de85eac0566c10954e4d0ce75095e8a1410ffe80c9.png"/><Relationship Id="rIdT4ClickFrame32" Type="http://schemas.openxmlformats.org/officeDocument/2006/relationships/image" Target="../media/t4_click_c707222d581a62ed01d2ead89e8fa4e32d41997afcdcaa2f3876762abecffba8.png"/><Relationship Id="rIdT4ClickFrame33" Type="http://schemas.openxmlformats.org/officeDocument/2006/relationships/image" Target="../media/t4_click_5afd76c0f9594fc810e2bc765f754d41ca1d6651032cd133a2880b724f529dd1.png"/><Relationship Id="rIdT4ClickFrame34" Type="http://schemas.openxmlformats.org/officeDocument/2006/relationships/image" Target="../media/t4_click_b5a9dd895d3b8b733245ac792d35e49b77d0e11ab8ae52d74fbf425dacfe0ca4.png"/><Relationship Id="rIdT4ClickFrame35" Type="http://schemas.openxmlformats.org/officeDocument/2006/relationships/image" Target="../media/t4_click_de2457ce798ac8038d0782b4be66789c71f805e1c644b99fa94f2ac9d3bd9c31.png"/><Relationship Id="rIdT4ClickFrame36" Type="http://schemas.openxmlformats.org/officeDocument/2006/relationships/image" Target="../media/t4_click_2fe4f2be7ebfbc9c97a7a049960aa8abbd2f0e510db4ee16f0ff99736548d32e.png"/><Relationship Id="rIdT4ClickFrame37" Type="http://schemas.openxmlformats.org/officeDocument/2006/relationships/image" Target="../media/t4_click_aae8fa7f8ab88369eac8574cc52ebc1e164afea193c6e34eab82efa3a3e5c3ec.png"/><Relationship Id="rIdT4ClickFrame38" Type="http://schemas.openxmlformats.org/officeDocument/2006/relationships/image" Target="../media/t4_click_530af0a3146965c8ea6d3c1a3f9cfd926adc9a23fdc741717326519c28d39c13.png"/><Relationship Id="rIdT4ClickFrame39" Type="http://schemas.openxmlformats.org/officeDocument/2006/relationships/image" Target="../media/t4_click_2f889da0989103d4393240949b19a37ff3c4fb5b96005d3de3ec8b889e2636e8.png"/><Relationship Id="rIdT4ClickFrame40" Type="http://schemas.openxmlformats.org/officeDocument/2006/relationships/image" Target="../media/t4_click_cda97d6a98e363d3272f235f0efdd834b9b92fd5847b5703427c91af25a1d6a3.png"/><Relationship Id="rIdT4ClickFrame41" Type="http://schemas.openxmlformats.org/officeDocument/2006/relationships/image" Target="../media/t4_click_ad086e6a60ac83e317e41da242e8df0514524a2d28f31dc59d0105236aaf725f.png"/><Relationship Id="rIdT4ClickFrame42" Type="http://schemas.openxmlformats.org/officeDocument/2006/relationships/image" Target="../media/t4_click_ddfcc79d41520ad3a22b046984e7e026aeddb5489542ff844d2474e26eaac51c.png"/><Relationship Id="rIdT4ClickFrame43" Type="http://schemas.openxmlformats.org/officeDocument/2006/relationships/image" Target="../media/t4_click_e45238440b8c17efd58499f1d38da16d37ad483574434c825a97bc693db9079e.png"/><Relationship Id="rIdT4ClickFrame44" Type="http://schemas.openxmlformats.org/officeDocument/2006/relationships/image" Target="../media/t4_click_ecde4d1d75450951d9c8495698fb898fa5c67d71db0ad666eae69df1a83ce8b4.png"/><Relationship Id="rIdT4ClickFrame45" Type="http://schemas.openxmlformats.org/officeDocument/2006/relationships/image" Target="../media/t4_click_f9e598bf23045566eed5d47d8d170a4a8bd9844e26f36a9208845c7cf97b68c8.png"/><Relationship Id="rIdT4ClickFrame46" Type="http://schemas.openxmlformats.org/officeDocument/2006/relationships/image" Target="../media/t4_click_627024580634f452e51e6d01d31a7f504815312b8b13effdfc0b30524fd50c2c.png"/><Relationship Id="rIdT4ClickFrame47" Type="http://schemas.openxmlformats.org/officeDocument/2006/relationships/image" Target="../media/t4_click_4ad652585d8d604f130a46b32db23e0d626838d8b1f19ec7ce4e0a7f413f4d8b.png"/><Relationship Id="rIdT4ClickFrame48" Type="http://schemas.openxmlformats.org/officeDocument/2006/relationships/image" Target="../media/t4_click_9fe59441289881788c9d5fe6562705f7b628138093db3bf8e1198005403cbbb1.png"/><Relationship Id="rIdT4ClickFrame49" Type="http://schemas.openxmlformats.org/officeDocument/2006/relationships/image" Target="../media/image198.png"/><Relationship Id="rIdT4ClickFrame50" Type="http://schemas.openxmlformats.org/officeDocument/2006/relationships/image" Target="../media/t4_click_ce7d908ca04333f05ad64401429e8bd35ecfec9c9436a0a7a56ab85ce2d91752.png"/><Relationship Id="rIdT4ClickFrame51" Type="http://schemas.openxmlformats.org/officeDocument/2006/relationships/image" Target="../media/t4_click_ad5ce5fcdfd8a8041be90260147f6eab6a9e265ac40e7b422fe04ad18979060d.png"/><Relationship Id="rIdT4ClickFrame52" Type="http://schemas.openxmlformats.org/officeDocument/2006/relationships/image" Target="../media/t4_click_3f56c2422d2aebed357b25857e7cbb4761588cb38119cca282ce8cda1deaf2fa.png"/><Relationship Id="rIdT4ClickFrame53" Type="http://schemas.openxmlformats.org/officeDocument/2006/relationships/image" Target="../media/t4_click_f9a2296db373d1c8387bc975f95782040cb06d1ed8397c4e7896323b67a57085.png"/><Relationship Id="rIdT4ClickFrame54" Type="http://schemas.openxmlformats.org/officeDocument/2006/relationships/image" Target="../media/t4_click_0be7589876e3a87a3df70a3ee00ebcd54bcf1dae35790c819ccf310103e7d219.png"/><Relationship Id="rIdT4ClickFrame55" Type="http://schemas.openxmlformats.org/officeDocument/2006/relationships/image" Target="../media/t4_click_74aed7e336c14e966bbc5e3f59c35fc872c19f6f1e08a28082488dee7f72bf44.png"/><Relationship Id="rIdT4ClickFrame56" Type="http://schemas.openxmlformats.org/officeDocument/2006/relationships/image" Target="../media/t4_click_cbcbbaeb88ed7c5147040d23498d7d2739d8dff29434980b2aaadec1a63781f8.png"/><Relationship Id="rIdT4ClickFrame57" Type="http://schemas.openxmlformats.org/officeDocument/2006/relationships/image" Target="../media/t4_click_d90f187959e248eaa1a370319355b5843aa19111a728789e938be8e4e5eff612.png"/><Relationship Id="rIdT4ClickFrame58" Type="http://schemas.openxmlformats.org/officeDocument/2006/relationships/image" Target="../media/t4_click_0d4b16203764d3f023c6411b6e7e494a6b6b53d4f2d8af854e55e8d1fa8990ce.png"/><Relationship Id="rIdT4ClickFrame59" Type="http://schemas.openxmlformats.org/officeDocument/2006/relationships/image" Target="../media/t4_click_64d0f196a2f144ea4344a2f6fa5031bd62b8cb60a732d52996ddd0c29f3d728e.png"/><Relationship Id="rIdT4ClickFrame60" Type="http://schemas.openxmlformats.org/officeDocument/2006/relationships/image" Target="../media/t4_click_1ba859ada90fda229b2abc3dfd3f7e8678e524f9a76e317d49b377e0949def04.png"/><Relationship Id="rIdT4ClickFrame61" Type="http://schemas.openxmlformats.org/officeDocument/2006/relationships/image" Target="../media/t4_click_595dc845b6485a96e1be445f78ca1f7b4d61ef1c504486bfc71f9edb433b40ff.png"/><Relationship Id="rIdT4ClickFrame62" Type="http://schemas.openxmlformats.org/officeDocument/2006/relationships/image" Target="../media/t4_click_58eb1ff2c3018bdd7c58ee4a8a6014e7c0fc212a5d95038edddaf1eaaae874e8.png"/><Relationship Id="rIdT4ClickFrame63" Type="http://schemas.openxmlformats.org/officeDocument/2006/relationships/image" Target="../media/t4_click_323b3394a0e303bb30067d4491e45b4a7819a0c42555e6d0c2882cfc4ca6447f.png"/><Relationship Id="rIdT4ClickFrame64" Type="http://schemas.openxmlformats.org/officeDocument/2006/relationships/image" Target="../media/t4_click_98c1d43a0436b48b853bdf3ab00418d430de25e2df2fabd7fb16c843785d190d.png"/><Relationship Id="rIdT4ClickFrame65" Type="http://schemas.openxmlformats.org/officeDocument/2006/relationships/image" Target="../media/t4_click_3323ebed914b3e26cfdd0e782553446860fcd91d7556c670ebcafa6e7ee55f8b.png"/><Relationship Id="rIdT4ClickFrame66" Type="http://schemas.openxmlformats.org/officeDocument/2006/relationships/image" Target="../media/t4_click_79ded7a19a6ad5c3366d0cbc5f7060a5c5fd028a9500b0dc053b5db29c5beabe.png"/><Relationship Id="rIdT4ClickFrame67" Type="http://schemas.openxmlformats.org/officeDocument/2006/relationships/image" Target="../media/t4_click_68cf10770a93e839a52516a4a66affb2b6e6403a4d29ab4308444609c6c397ef.png"/><Relationship Id="rIdT4ClickFrame68" Type="http://schemas.openxmlformats.org/officeDocument/2006/relationships/image" Target="../media/t4_click_2b9c5ca4def0adfa99452a953cff34795cf3a0dc1233e97b1ff70caa2f4bd625.png"/><Relationship Id="rIdT4ClickFrame69" Type="http://schemas.openxmlformats.org/officeDocument/2006/relationships/image" Target="../media/t4_click_61a474cfd17fd49b739babe3439b676efda938dc10af43ae3aebb28b75d830d8.png"/><Relationship Id="rIdT4ClickFrame70" Type="http://schemas.openxmlformats.org/officeDocument/2006/relationships/image" Target="../media/t4_click_5a31fd54d5166887570aa62c8af298343fe445f4b00b1cbc0bd3cd3c092eed7a.png"/><Relationship Id="rIdT4ClickFrame71" Type="http://schemas.openxmlformats.org/officeDocument/2006/relationships/image" Target="../media/t4_click_a954b54c7b385ae0d8da21012e53e25a961c826346d5580c8b2beed946236e0f.png"/><Relationship Id="rIdT4ClickFrame72" Type="http://schemas.openxmlformats.org/officeDocument/2006/relationships/image" Target="../media/t4_click_38490c0b647052b855c622e608b44e78e2a7b39d4dc46fe5753ee706c2d4256e.png"/><Relationship Id="rIdT4ClickFrame73" Type="http://schemas.openxmlformats.org/officeDocument/2006/relationships/image" Target="../media/t4_click_c3ba6ff15b937d7eb757e16098bab24d443f0e2a8b7bc1740464c0be7cb2ed64.png"/><Relationship Id="rIdT4ClickFrame74" Type="http://schemas.openxmlformats.org/officeDocument/2006/relationships/image" Target="../media/t4_click_f98549dea12f015d59291518673174ba59a7b058deafe4cae21c314bacf5e787.png"/><Relationship Id="rIdT4ClickFrame75" Type="http://schemas.openxmlformats.org/officeDocument/2006/relationships/image" Target="../media/t4_click_605ec9ed6fc51c0cbb3a02c21a5511e88fa08926b7225f2a4731748da5e8957c.png"/><Relationship Id="rIdT4ClickFrame76" Type="http://schemas.openxmlformats.org/officeDocument/2006/relationships/image" Target="../media/t4_click_c1b036a85617a1c4bfa0c8adac4883d8b4a40e4f8545f50c18b5da0cc33f1436.png"/><Relationship Id="rIdT4ClickFrame77" Type="http://schemas.openxmlformats.org/officeDocument/2006/relationships/image" Target="../media/t4_click_9e6d6f9cbc85e40d08e4d0040e6a8b17f4889727b57ee5916f3693bee078d716.png"/><Relationship Id="rIdT4ClickFrame78" Type="http://schemas.openxmlformats.org/officeDocument/2006/relationships/image" Target="../media/t4_click_1cd827255810acb830bf3c6f484845e1011fe03473af7d70926bef1f14892cd9.png"/><Relationship Id="rIdT4ClickFrame79" Type="http://schemas.openxmlformats.org/officeDocument/2006/relationships/image" Target="../media/t4_click_5e42936605709453c1ea08d52f7b7f8326b3459b4a4ff6ebc582a42e4f2b0637.png"/><Relationship Id="rIdT4ClickFrame80" Type="http://schemas.openxmlformats.org/officeDocument/2006/relationships/image" Target="../media/t4_click_624666023ca760519714df754669c0c2b706dc904f86360367807c7144749ec1.png"/><Relationship Id="rIdT4ClickFrame81" Type="http://schemas.openxmlformats.org/officeDocument/2006/relationships/image" Target="../media/t4_click_3dbbb62938f61603e9ae273ec50cc58bed6be05dedc3237c5886fb90d26b4a9d.png"/><Relationship Id="rIdT4ClickFrame82" Type="http://schemas.openxmlformats.org/officeDocument/2006/relationships/image" Target="../media/t4_click_884db0b85e07dd5da8b2221688a13ead4650bfc50b373f5e9c12620736bdb96c.png"/><Relationship Id="rIdT4ClickFrame83" Type="http://schemas.openxmlformats.org/officeDocument/2006/relationships/image" Target="../media/t4_click_b3bf0e1d823cf04ba6c10f4eda5fe73e60a5808ac0144af8f47e3ce8029b5691.png"/><Relationship Id="rIdT4ClickFrame84" Type="http://schemas.openxmlformats.org/officeDocument/2006/relationships/image" Target="../media/t4_click_81bbaec872ac9c6d676216052d2d4b71741b7430e0fb67fe9d91664f891092a2.png"/><Relationship Id="rIdT4ClickFrame85" Type="http://schemas.openxmlformats.org/officeDocument/2006/relationships/image" Target="../media/t4_click_5c4520c3099240ee37f2cbd91f673e4465741f1b05af910b2857b824d14f4c81.png"/><Relationship Id="rIdT4ClickFrame86" Type="http://schemas.openxmlformats.org/officeDocument/2006/relationships/image" Target="../media/t4_click_28b44ecdaf037860328675d5b2ef355690969a46c0aa8cf46771f50c1509f984.png"/><Relationship Id="rIdT4ClickFrame87" Type="http://schemas.openxmlformats.org/officeDocument/2006/relationships/image" Target="../media/t4_click_d5ab7cc908370b3e4cba1cdc02e64c86f4b05bd86c793089c7e3b70c2f9dec70.png"/><Relationship Id="rIdT4ClickFrame88" Type="http://schemas.openxmlformats.org/officeDocument/2006/relationships/image" Target="../media/t4_click_0ee64ec97a6d1524bcd11479f7d31514d9707671f723d4e99fc8fe5436347315.png"/><Relationship Id="rIdT4ClickFrame89" Type="http://schemas.openxmlformats.org/officeDocument/2006/relationships/image" Target="../media/t4_click_dbfb6d3c8e59273879bf33e3e762c3cdddaefe1d55d84a837d9d7cc47a840ff8.png"/><Relationship Id="rIdT4ClickFrame90" Type="http://schemas.openxmlformats.org/officeDocument/2006/relationships/image" Target="../media/t4_click_338903b79e2f3a85557ad6921d607adbe218a794e25b997d550c381855a520b9.png"/><Relationship Id="rIdT4ClickFrame91" Type="http://schemas.openxmlformats.org/officeDocument/2006/relationships/image" Target="../media/t4_click_90c71b5b73df21a9a82a587d9acb21776d70f42f95287ea2335fe9bc2c7f40eb.png"/><Relationship Id="rIdT4ClickFrame92" Type="http://schemas.openxmlformats.org/officeDocument/2006/relationships/image" Target="../media/t4_click_8e5d5fe246e68f7c37555f74aa38d58c6f86e7a9d3d3e51bced05d2d8b17e912.png"/><Relationship Id="rIdT4ClickFrame93" Type="http://schemas.openxmlformats.org/officeDocument/2006/relationships/image" Target="../media/t4_click_96bc35a3d20dd52d6bc9895616bf522ab8b8544a9c45cc142b461a0ef132f595.png"/><Relationship Id="rIdT4ClickFrame94" Type="http://schemas.openxmlformats.org/officeDocument/2006/relationships/image" Target="../media/t4_click_c5cf2fc6d02da844c3ca06d1ae52e6a7071d60c97775830784d5ec7bfef45b8f.png"/><Relationship Id="rIdT4ClickFrame95" Type="http://schemas.openxmlformats.org/officeDocument/2006/relationships/image" Target="../media/t4_click_cbb9f7c7cdd275fd4e33e06bc3f3919e20033cb5297b633082615a2824b4f8d5.png"/><Relationship Id="rIdT4ClickFrame96" Type="http://schemas.openxmlformats.org/officeDocument/2006/relationships/image" Target="../media/t4_click_cbe34bf9856bd46e233e0995d3ac34dc3e9e97799f47956a583ef04cd9e3b4ed.png"/></Relationships>
</file>

<file path=ppt/slides/_rels/slide19.xml.rels><?xml version='1.0' encoding='UTF-8' standalone='yes'?>
<Relationships xmlns="http://schemas.openxmlformats.org/package/2006/relationships"><Relationship Type="http://schemas.openxmlformats.org/officeDocument/2006/relationships/slideLayout" Target="../slideLayouts/t3_reference_methods_slideLayout1.xml" Id="R3d9273418cb04912"/><Relationship Type="http://schemas.openxmlformats.org/officeDocument/2006/relationships/image" Target="../media/image94.png" Id="Ree597aea702d4d17"/><Relationship Type="http://schemas.openxmlformats.org/officeDocument/2006/relationships/image" Target="../media/image9.png" Id="Rc793b04327334e8f"/><Relationship Type="http://schemas.openxmlformats.org/officeDocument/2006/relationships/image" Target="../media/image10.png" Id="R27c6254cc94b4afe"/><Relationship Type="http://schemas.openxmlformats.org/officeDocument/2006/relationships/image" Target="../media/image174.png" Id="R1473e088a00a40f9"/><Relationship Type="http://schemas.openxmlformats.org/officeDocument/2006/relationships/image" Target="/ppt/media/image211.png" Id="Ra72c754faf5b448c"/><Relationship Type="http://schemas.openxmlformats.org/officeDocument/2006/relationships/image" Target="../media/image176.png" Id="R361da524617e4601"/><Relationship Type="http://schemas.openxmlformats.org/officeDocument/2006/relationships/image" Target="../media/image98.png" Id="R708a2ec430ba440b"/><Relationship Type="http://schemas.openxmlformats.org/officeDocument/2006/relationships/image" Target="../media/image104.png" Id="R768efd75645d4cab"/><Relationship Type="http://schemas.openxmlformats.org/officeDocument/2006/relationships/image" Target="../media/image98.png" Id="R4502aa7be0db4dde"/><Relationship Type="http://schemas.openxmlformats.org/officeDocument/2006/relationships/image" Target="../media/image106.png" Id="Rd9e495fb776e4748"/><Relationship Type="http://schemas.openxmlformats.org/officeDocument/2006/relationships/image" Target="../media/image181.png" Id="R3401a80d31fa4215"/><Relationship Type="http://schemas.openxmlformats.org/officeDocument/2006/relationships/image" Target="../media/image182.png" Id="R284adf29971f4d66"/><Relationship Type="http://schemas.openxmlformats.org/officeDocument/2006/relationships/image" Target="/ppt/media/image219.png" Id="R658c5cd86fc24609"/><Relationship Type="http://schemas.openxmlformats.org/officeDocument/2006/relationships/image" Target="../media/image184.png" Id="R00b582643ca7496d"/><Relationship Type="http://schemas.openxmlformats.org/officeDocument/2006/relationships/image" Target="/ppt/media/image221.png" Id="R19e18d9c55df4d57"/><Relationship Type="http://schemas.openxmlformats.org/officeDocument/2006/relationships/image" Target="../media/image186.png" Id="R5993592216d14eb3"/><Relationship Type="http://schemas.openxmlformats.org/officeDocument/2006/relationships/image" Target="/ppt/media/image223.png" Id="R49e16709f7c74146"/><Relationship Type="http://schemas.openxmlformats.org/officeDocument/2006/relationships/notesSlide" Target="/ppt/notesSlides/notesSlide19.xml" Id="R889bfaeb3fb940ee"/><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76082a501328b8347ac4c0bf.svg"/><Relationship Id="rIdMathSvg4" Type="http://schemas.openxmlformats.org/officeDocument/2006/relationships/image" Target="../media/t4_1eb4968252cf6423c5a2e57a.svg"/><Relationship Id="rIdMathSvg5" Type="http://schemas.openxmlformats.org/officeDocument/2006/relationships/image" Target="../media/t4_a0cb9d926d17792a82a4824f.svg"/><Relationship Id="rIdMathSvg6" Type="http://schemas.openxmlformats.org/officeDocument/2006/relationships/image" Target="../media/t4_6dd0d4a1550a9e1f90aeef20.svg"/><Relationship Id="rIdMathSvg7" Type="http://schemas.openxmlformats.org/officeDocument/2006/relationships/image" Target="../media/t4_6d4d9461513c9e9473c1af37.svg"/><Relationship Id="rIdMathSvg8" Type="http://schemas.openxmlformats.org/officeDocument/2006/relationships/image" Target="../media/t4_6dd0d4a1550a9e1f90aeef20.svg"/><Relationship Id="rIdMathSvg9" Type="http://schemas.openxmlformats.org/officeDocument/2006/relationships/image" Target="../media/t4_480594b0fb79050567a7fb85.svg"/><Relationship Id="rIdMathSvg10" Type="http://schemas.openxmlformats.org/officeDocument/2006/relationships/image" Target="../media/t4_6766219e71bbce6d8ced347c.svg"/><Relationship Id="rIdMathSvg11" Type="http://schemas.openxmlformats.org/officeDocument/2006/relationships/image" Target="../media/t4_a8ad605c36af882968f86c11.svg"/><Relationship Id="rIdMathSvg12" Type="http://schemas.openxmlformats.org/officeDocument/2006/relationships/image" Target="../media/t4_6717c5769118a3d5ab60f93c.svg"/><Relationship Id="rIdMathSvg13" Type="http://schemas.openxmlformats.org/officeDocument/2006/relationships/image" Target="../media/t4_4bae8a13b6756f1fb5874b39.svg"/><Relationship Id="rIdMathSvg14" Type="http://schemas.openxmlformats.org/officeDocument/2006/relationships/image" Target="../media/t4_95ca3ea817ffe28666b4aa63.svg"/><Relationship Id="rIdMathSvg15" Type="http://schemas.openxmlformats.org/officeDocument/2006/relationships/image" Target="../media/t4_7c754cc508192cdb3c68dc7b.svg"/><Relationship Id="rIdMathSvg16" Type="http://schemas.openxmlformats.org/officeDocument/2006/relationships/image" Target="../media/t4_7163681abe9b6548e0fc5a57.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20.xml.rels><?xml version='1.0' encoding='UTF-8' standalone='yes'?>
<Relationships xmlns="http://schemas.openxmlformats.org/package/2006/relationships"><Relationship Type="http://schemas.openxmlformats.org/officeDocument/2006/relationships/slideLayout" Target="../slideLayouts/t3_reference_methods_slideLayout1.xml" Id="Rf96ddab872314732"/><Relationship Type="http://schemas.openxmlformats.org/officeDocument/2006/relationships/image" Target="../media/image94.png" Id="R72fe4bd1b71f4315"/><Relationship Type="http://schemas.openxmlformats.org/officeDocument/2006/relationships/image" Target="../media/image9.png" Id="Rc3a8ba9e050f497a"/><Relationship Type="http://schemas.openxmlformats.org/officeDocument/2006/relationships/image" Target="../media/image10.png" Id="R88a196343dd44ca3"/><Relationship Type="http://schemas.openxmlformats.org/officeDocument/2006/relationships/image" Target="../media/image78.png" Id="R63e4eb4e38e74eac"/><Relationship Type="http://schemas.openxmlformats.org/officeDocument/2006/relationships/image" Target="../media/image79.png" Id="R89f76169892341a7"/><Relationship Type="http://schemas.openxmlformats.org/officeDocument/2006/relationships/image" Target="../media/image80.png" Id="R6d4fd681f1994749"/><Relationship Type="http://schemas.openxmlformats.org/officeDocument/2006/relationships/image" Target="/ppt/media/image230.png" Id="R3806b964dee64e5d"/><Relationship Type="http://schemas.openxmlformats.org/officeDocument/2006/relationships/image" Target="/ppt/media/image231.png" Id="R970933b0e32e443e"/><Relationship Type="http://schemas.openxmlformats.org/officeDocument/2006/relationships/image" Target="../media/image79.png" Id="R6322c366cd5740e3"/><Relationship Type="http://schemas.openxmlformats.org/officeDocument/2006/relationships/image" Target="/ppt/media/image233.png" Id="Rc31daa89a6e840e4"/><Relationship Type="http://schemas.openxmlformats.org/officeDocument/2006/relationships/image" Target="/ppt/media/image234.png" Id="Rfb4950085f2846d0"/><Relationship Type="http://schemas.openxmlformats.org/officeDocument/2006/relationships/image" Target="../media/image78.png" Id="Rf7c81205af0b48b3"/><Relationship Type="http://schemas.openxmlformats.org/officeDocument/2006/relationships/image" Target="../media/image79.png" Id="R44e48c0525984008"/><Relationship Type="http://schemas.openxmlformats.org/officeDocument/2006/relationships/image" Target="../media/image80.png" Id="Re4f9ce129fba4d21"/><Relationship Type="http://schemas.openxmlformats.org/officeDocument/2006/relationships/image" Target="/ppt/media/image238.png" Id="R157a17dbf0da4ec2"/><Relationship Type="http://schemas.openxmlformats.org/officeDocument/2006/relationships/image" Target="../media/image79.png" Id="R0c19a0ca7f12416a"/><Relationship Type="http://schemas.openxmlformats.org/officeDocument/2006/relationships/image" Target="/ppt/media/image240.png" Id="R32470524881b4992"/><Relationship Type="http://schemas.openxmlformats.org/officeDocument/2006/relationships/image" Target="../media/image106.png" Id="R3add56e5cacb43a0"/><Relationship Type="http://schemas.openxmlformats.org/officeDocument/2006/relationships/image" Target="/ppt/media/image242.png" Id="R425bbfa4a8684bb5"/><Relationship Type="http://schemas.openxmlformats.org/officeDocument/2006/relationships/image" Target="/ppt/media/image243.png" Id="Redd85f71cf9a47da"/><Relationship Type="http://schemas.openxmlformats.org/officeDocument/2006/relationships/image" Target="../media/image230.png" Id="Rdf69b63039474916"/><Relationship Type="http://schemas.openxmlformats.org/officeDocument/2006/relationships/image" Target="/ppt/media/image245.png" Id="Re3134d50ff504d70"/><Relationship Type="http://schemas.openxmlformats.org/officeDocument/2006/relationships/image" Target="/ppt/media/image246.png" Id="Rd8d28bdb02e74f05"/><Relationship Type="http://schemas.openxmlformats.org/officeDocument/2006/relationships/image" Target="/ppt/media/image247.png" Id="R7c34fa9a52ff4270"/><Relationship Type="http://schemas.openxmlformats.org/officeDocument/2006/relationships/image" Target="/ppt/media/image248.png" Id="R0d845f7d510943f1"/><Relationship Type="http://schemas.openxmlformats.org/officeDocument/2006/relationships/image" Target="/ppt/media/image249.png" Id="R54190738d3484654"/><Relationship Type="http://schemas.openxmlformats.org/officeDocument/2006/relationships/image" Target="/ppt/media/image250.png" Id="Recc3354d37184919"/><Relationship Type="http://schemas.openxmlformats.org/officeDocument/2006/relationships/image" Target="/ppt/media/image251.png" Id="R6812663924b642ea"/><Relationship Type="http://schemas.openxmlformats.org/officeDocument/2006/relationships/image" Target="/ppt/media/image252.png" Id="R709a3bcede824c15"/><Relationship Type="http://schemas.openxmlformats.org/officeDocument/2006/relationships/image" Target="/ppt/media/image253.png" Id="R9c3495d19aad4237"/><Relationship Type="http://schemas.openxmlformats.org/officeDocument/2006/relationships/image" Target="/ppt/media/image254.png" Id="R4a4798cd6de44dc5"/><Relationship Type="http://schemas.openxmlformats.org/officeDocument/2006/relationships/image" Target="/ppt/media/image255.png" Id="Ra3050d613c3949b0"/><Relationship Type="http://schemas.openxmlformats.org/officeDocument/2006/relationships/notesSlide" Target="/ppt/notesSlides/notesSlide20.xml" Id="R5b4f5cecd6654f4d"/><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fb58e1e931e153453bd4f78a.svg"/><Relationship Id="rIdMathSvg4" Type="http://schemas.openxmlformats.org/officeDocument/2006/relationships/image" Target="../media/t4_c7fae1f70076eeb7980a86a8.svg"/><Relationship Id="rIdMathSvg5" Type="http://schemas.openxmlformats.org/officeDocument/2006/relationships/image" Target="../media/t4_084b25844904171df467e9db.svg"/><Relationship Id="rIdMathSvg6" Type="http://schemas.openxmlformats.org/officeDocument/2006/relationships/image" Target="../media/t4_c409dd3e45dbe9c05f1622ca.svg"/><Relationship Id="rIdMathSvg7" Type="http://schemas.openxmlformats.org/officeDocument/2006/relationships/image" Target="../media/t4_97c9ddca427e5a01e9e70243.svg"/><Relationship Id="rIdMathSvg8" Type="http://schemas.openxmlformats.org/officeDocument/2006/relationships/image" Target="../media/t4_c7fae1f70076eeb7980a86a8.svg"/><Relationship Id="rIdMathSvg9" Type="http://schemas.openxmlformats.org/officeDocument/2006/relationships/image" Target="../media/t4_a4ac7cb6b2025258e6cf103d.svg"/><Relationship Id="rIdMathSvg10" Type="http://schemas.openxmlformats.org/officeDocument/2006/relationships/image" Target="../media/t4_a5fe775fd997cfe2b4906332.svg"/><Relationship Id="rIdMathSvg11" Type="http://schemas.openxmlformats.org/officeDocument/2006/relationships/image" Target="../media/t4_fb58e1e931e153453bd4f78a.svg"/><Relationship Id="rIdMathSvg12" Type="http://schemas.openxmlformats.org/officeDocument/2006/relationships/image" Target="../media/t4_c7fae1f70076eeb7980a86a8.svg"/><Relationship Id="rIdMathSvg13" Type="http://schemas.openxmlformats.org/officeDocument/2006/relationships/image" Target="../media/t4_084b25844904171df467e9db.svg"/><Relationship Id="rIdMathSvg14" Type="http://schemas.openxmlformats.org/officeDocument/2006/relationships/image" Target="../media/t4_226a9bab27ca76398807a71d.svg"/><Relationship Id="rIdMathSvg15" Type="http://schemas.openxmlformats.org/officeDocument/2006/relationships/image" Target="../media/t4_c7fae1f70076eeb7980a86a8.svg"/><Relationship Id="rIdMathSvg16" Type="http://schemas.openxmlformats.org/officeDocument/2006/relationships/image" Target="../media/t4_e81f1948ff81f24f27ea039a.svg"/><Relationship Id="rIdMathSvg17" Type="http://schemas.openxmlformats.org/officeDocument/2006/relationships/image" Target="../media/t4_480594b0fb79050567a7fb85.svg"/><Relationship Id="rIdMathSvg18" Type="http://schemas.openxmlformats.org/officeDocument/2006/relationships/image" Target="../media/t4_03ac1ea7e4d8b5daff9ac0f1.svg"/><Relationship Id="rIdMathSvg19" Type="http://schemas.openxmlformats.org/officeDocument/2006/relationships/image" Target="../media/t4_41ee62b6157a98ad503686ee.svg"/><Relationship Id="rIdMathSvg20" Type="http://schemas.openxmlformats.org/officeDocument/2006/relationships/image" Target="../media/t4_c409dd3e45dbe9c05f1622ca.svg"/><Relationship Id="rIdMathSvg21" Type="http://schemas.openxmlformats.org/officeDocument/2006/relationships/image" Target="../media/t4_1cf701e74b2df0ab54c2c9cc.svg"/><Relationship Id="rIdMathSvg22" Type="http://schemas.openxmlformats.org/officeDocument/2006/relationships/image" Target="../media/t4_1376a3e54eb6acf4cef13747.svg"/><Relationship Id="rIdMathSvg23" Type="http://schemas.openxmlformats.org/officeDocument/2006/relationships/image" Target="../media/t4_a0ac46f910c8fe0b558d338d.svg"/><Relationship Id="rIdMathSvg24" Type="http://schemas.openxmlformats.org/officeDocument/2006/relationships/image" Target="../media/t4_50a6b8898aee101f95e02153.svg"/><Relationship Id="rIdMathSvg25" Type="http://schemas.openxmlformats.org/officeDocument/2006/relationships/image" Target="../media/t4_3a130897b99b6ede296967c3.svg"/><Relationship Id="rIdMathSvg26" Type="http://schemas.openxmlformats.org/officeDocument/2006/relationships/image" Target="../media/t4_7b297946752929623e820261.svg"/><Relationship Id="rIdMathSvg27" Type="http://schemas.openxmlformats.org/officeDocument/2006/relationships/image" Target="../media/t4_9a3f81f0103a0796a5abeaa9.svg"/><Relationship Id="rIdMathSvg28" Type="http://schemas.openxmlformats.org/officeDocument/2006/relationships/image" Target="../media/t4_398bf88c9379c728fe846bc2.svg"/><Relationship Id="rIdMathSvg29" Type="http://schemas.openxmlformats.org/officeDocument/2006/relationships/image" Target="../media/t4_99d0bccad550c6ca341216bf.svg"/><Relationship Id="rIdMathSvg30" Type="http://schemas.openxmlformats.org/officeDocument/2006/relationships/image" Target="../media/t4_bab52efbb1bb9467e929f950.svg"/><Relationship Id="rIdMathSvg31" Type="http://schemas.openxmlformats.org/officeDocument/2006/relationships/image" Target="../media/t4_60cfee24c4ff3635bb25fb2f.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21.xml.rels><?xml version='1.0' encoding='UTF-8' standalone='yes'?>
<Relationships xmlns="http://schemas.openxmlformats.org/package/2006/relationships"><Relationship Type="http://schemas.openxmlformats.org/officeDocument/2006/relationships/slideLayout" Target="../slideLayouts/t3_reference_methods_slideLayout1.xml" Id="Ra0aaeaf1dce24bb0"/><Relationship Type="http://schemas.openxmlformats.org/officeDocument/2006/relationships/image" Target="../media/image94.png" Id="Rb490ca9aa1414644"/><Relationship Type="http://schemas.openxmlformats.org/officeDocument/2006/relationships/image" Target="../media/image9.png" Id="Rc3e99811f20741ef"/><Relationship Type="http://schemas.openxmlformats.org/officeDocument/2006/relationships/image" Target="../media/image10.png" Id="Rde0265f34efc4832"/><Relationship Type="http://schemas.openxmlformats.org/officeDocument/2006/relationships/image" Target="/ppt/media/image259.png" Id="R97b05a90da4e4247"/><Relationship Type="http://schemas.openxmlformats.org/officeDocument/2006/relationships/image" Target="/ppt/media/image260.png" Id="Re273447ab3e64f30"/><Relationship Type="http://schemas.openxmlformats.org/officeDocument/2006/relationships/image" Target="/ppt/media/image261.png" Id="R4e19f01e862946dc"/><Relationship Type="http://schemas.openxmlformats.org/officeDocument/2006/relationships/image" Target="/ppt/media/image262.png" Id="Rfffa97062338472c"/><Relationship Type="http://schemas.openxmlformats.org/officeDocument/2006/relationships/image" Target="/ppt/media/image263.png" Id="R872c0f4dd1ab4503"/><Relationship Type="http://schemas.openxmlformats.org/officeDocument/2006/relationships/image" Target="/ppt/media/image264.png" Id="R2a44b911abf84b53"/><Relationship Type="http://schemas.openxmlformats.org/officeDocument/2006/relationships/image" Target="/ppt/media/image265.png" Id="Rca28dbada50f4321"/><Relationship Type="http://schemas.openxmlformats.org/officeDocument/2006/relationships/image" Target="/ppt/media/image266.png" Id="R40d98183c7e34ad9"/><Relationship Type="http://schemas.openxmlformats.org/officeDocument/2006/relationships/image" Target="../media/image98.png" Id="R444d2d7ccbef4315"/><Relationship Type="http://schemas.openxmlformats.org/officeDocument/2006/relationships/image" Target="/ppt/media/image268.png" Id="Re4aa0c98cdf547bf"/><Relationship Type="http://schemas.openxmlformats.org/officeDocument/2006/relationships/image" Target="../media/image104.png" Id="R57b35e66dea247bf"/><Relationship Type="http://schemas.openxmlformats.org/officeDocument/2006/relationships/image" Target="/ppt/media/image270.png" Id="Rf9d3fbed2ddb43e4"/><Relationship Type="http://schemas.openxmlformats.org/officeDocument/2006/relationships/image" Target="../media/image98.png" Id="Rb861777ad7a047e0"/><Relationship Type="http://schemas.openxmlformats.org/officeDocument/2006/relationships/image" Target="/ppt/media/image272.png" Id="R72240a2de7804de6"/><Relationship Type="http://schemas.openxmlformats.org/officeDocument/2006/relationships/image" Target="../media/image106.png" Id="R7c2f19de9e284428"/><Relationship Type="http://schemas.openxmlformats.org/officeDocument/2006/relationships/image" Target="/ppt/media/image274.png" Id="R031828511f2044ed"/><Relationship Type="http://schemas.openxmlformats.org/officeDocument/2006/relationships/image" Target="/ppt/media/image275.png" Id="R7571540264774df5"/><Relationship Type="http://schemas.openxmlformats.org/officeDocument/2006/relationships/notesSlide" Target="/ppt/notesSlides/notesSlide21.xml" Id="R2ac65f1f0d564934"/><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a02e7ba5cc83e9f0043bb9a1.svg"/><Relationship Id="rIdMathSvg4" Type="http://schemas.openxmlformats.org/officeDocument/2006/relationships/image" Target="../media/t4_c53561008d7093410409a9e1.svg"/><Relationship Id="rIdMathSvg5" Type="http://schemas.openxmlformats.org/officeDocument/2006/relationships/image" Target="../media/t4_fb9ad01916bd7607118c7063.svg"/><Relationship Id="rIdMathSvg6" Type="http://schemas.openxmlformats.org/officeDocument/2006/relationships/image" Target="../media/t4_6781136de7c55197dc3729f5.svg"/><Relationship Id="rIdMathSvg7" Type="http://schemas.openxmlformats.org/officeDocument/2006/relationships/image" Target="../media/t4_3d3507481576a08cae19490a.svg"/><Relationship Id="rIdMathSvg8" Type="http://schemas.openxmlformats.org/officeDocument/2006/relationships/image" Target="../media/t4_3c2dc147f22309db5c6685bc.svg"/><Relationship Id="rIdMathSvg9" Type="http://schemas.openxmlformats.org/officeDocument/2006/relationships/image" Target="../media/t4_f80767eb78038da1511fa49d.svg"/><Relationship Id="rIdMathSvg10" Type="http://schemas.openxmlformats.org/officeDocument/2006/relationships/image" Target="../media/t4_3e802f4ae337368aee14ff5d.svg"/><Relationship Id="rIdMathSvg11" Type="http://schemas.openxmlformats.org/officeDocument/2006/relationships/image" Target="../media/t4_6dd0d4a1550a9e1f90aeef20.svg"/><Relationship Id="rIdMathSvg12" Type="http://schemas.openxmlformats.org/officeDocument/2006/relationships/image" Target="../media/t4_4682db76949335744bb05861.svg"/><Relationship Id="rIdMathSvg13" Type="http://schemas.openxmlformats.org/officeDocument/2006/relationships/image" Target="../media/t4_6d4d9461513c9e9473c1af37.svg"/><Relationship Id="rIdMathSvg14" Type="http://schemas.openxmlformats.org/officeDocument/2006/relationships/image" Target="../media/t4_0cc54b4a55281fc95f2b7d4b.svg"/><Relationship Id="rIdMathSvg15" Type="http://schemas.openxmlformats.org/officeDocument/2006/relationships/image" Target="../media/t4_6dd0d4a1550a9e1f90aeef20.svg"/><Relationship Id="rIdMathSvg16" Type="http://schemas.openxmlformats.org/officeDocument/2006/relationships/image" Target="../media/t4_f5c005d2aa4680a9127baf6e.svg"/><Relationship Id="rIdMathSvg17" Type="http://schemas.openxmlformats.org/officeDocument/2006/relationships/image" Target="../media/t4_480594b0fb79050567a7fb85.svg"/><Relationship Id="rIdMathSvg18" Type="http://schemas.openxmlformats.org/officeDocument/2006/relationships/image" Target="../media/t4_5076ac51a8258254df7178ae.svg"/><Relationship Id="rIdMathSvg19" Type="http://schemas.openxmlformats.org/officeDocument/2006/relationships/image" Target="../media/t4_e541797869e7857601f5cd85.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22.xml.rels><?xml version='1.0' encoding='UTF-8' standalone='yes'?>
<Relationships xmlns="http://schemas.openxmlformats.org/package/2006/relationships"><Relationship Type="http://schemas.openxmlformats.org/officeDocument/2006/relationships/slideLayout" Target="../slideLayouts/t3_reference_methods_slideLayout1.xml" Id="R6d3514e1431e4532"/><Relationship Type="http://schemas.openxmlformats.org/officeDocument/2006/relationships/image" Target="../media/image94.png" Id="R958dae14e93047b9"/><Relationship Type="http://schemas.openxmlformats.org/officeDocument/2006/relationships/image" Target="../media/image9.png" Id="R9c04454853ea4bfd"/><Relationship Type="http://schemas.openxmlformats.org/officeDocument/2006/relationships/image" Target="../media/image10.png" Id="R59613ef5cce4489c"/><Relationship Type="http://schemas.openxmlformats.org/officeDocument/2006/relationships/image" Target="/ppt/media/image279.png" Id="R00c506e67e7b4e96"/><Relationship Type="http://schemas.openxmlformats.org/officeDocument/2006/relationships/image" Target="../media/image121.png" Id="R97ee8f30a16b4583"/><Relationship Type="http://schemas.openxmlformats.org/officeDocument/2006/relationships/image" Target="/ppt/media/image281.png" Id="Rc1fae1df2a2f42b8"/><Relationship Type="http://schemas.openxmlformats.org/officeDocument/2006/relationships/image" Target="/ppt/media/image282.png" Id="R83b83c44a2a54155"/><Relationship Type="http://schemas.openxmlformats.org/officeDocument/2006/relationships/image" Target="/ppt/media/image283.png" Id="R47572882afcf4e7e"/><Relationship Type="http://schemas.openxmlformats.org/officeDocument/2006/relationships/image" Target="/ppt/media/image284.png" Id="Rdd576666d1d24cd3"/><Relationship Type="http://schemas.openxmlformats.org/officeDocument/2006/relationships/image" Target="/ppt/media/image285.png" Id="R519195e6919744bd"/><Relationship Type="http://schemas.openxmlformats.org/officeDocument/2006/relationships/image" Target="/ppt/media/image286.png" Id="Rdc33ea4a51a74f51"/><Relationship Type="http://schemas.openxmlformats.org/officeDocument/2006/relationships/image" Target="/ppt/media/image287.png" Id="R67c1d764daca4482"/><Relationship Type="http://schemas.openxmlformats.org/officeDocument/2006/relationships/image" Target="../media/image98.png" Id="R0c9d467fa1974027"/><Relationship Type="http://schemas.openxmlformats.org/officeDocument/2006/relationships/image" Target="../media/image151.png" Id="Reaf3e01a593b434a"/><Relationship Type="http://schemas.openxmlformats.org/officeDocument/2006/relationships/image" Target="../media/image162.png" Id="R603272d2dd0a44d9"/><Relationship Type="http://schemas.openxmlformats.org/officeDocument/2006/relationships/image" Target="../media/image79.png" Id="Rc8c2a160ab484431"/><Relationship Type="http://schemas.openxmlformats.org/officeDocument/2006/relationships/image" Target="../media/image163.png" Id="R8520c77393384cab"/><Relationship Type="http://schemas.openxmlformats.org/officeDocument/2006/relationships/image" Target="../media/image152.png" Id="R31c341f08fc6484b"/><Relationship Type="http://schemas.openxmlformats.org/officeDocument/2006/relationships/image" Target="/ppt/media/image294.png" Id="R4d81d5b924b74528"/><Relationship Type="http://schemas.openxmlformats.org/officeDocument/2006/relationships/image" Target="/ppt/media/image295.png" Id="Rc906209a07f6420b"/><Relationship Type="http://schemas.openxmlformats.org/officeDocument/2006/relationships/image" Target="/ppt/media/image296.png" Id="Rb22d20c2d72d463a"/><Relationship Type="http://schemas.openxmlformats.org/officeDocument/2006/relationships/image" Target="/ppt/media/image297.png" Id="R9d2b0f4e94044a53"/><Relationship Type="http://schemas.openxmlformats.org/officeDocument/2006/relationships/image" Target="/ppt/media/image298.png" Id="Re9e920abcd684f0c"/><Relationship Type="http://schemas.openxmlformats.org/officeDocument/2006/relationships/image" Target="/ppt/media/image299.png" Id="R49f79cacf7ce499a"/><Relationship Type="http://schemas.openxmlformats.org/officeDocument/2006/relationships/image" Target="/ppt/media/image300.png" Id="R38d9bf55836c4867"/><Relationship Type="http://schemas.openxmlformats.org/officeDocument/2006/relationships/notesSlide" Target="/ppt/notesSlides/notesSlide22.xml" Id="Rae242b0317d845dc"/><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67a5d04144fa601522601813.svg"/><Relationship Id="rIdMathSvg4" Type="http://schemas.openxmlformats.org/officeDocument/2006/relationships/image" Target="../media/t4_2a0521077b6365cee7bf184f.svg"/><Relationship Id="rIdMathSvg5" Type="http://schemas.openxmlformats.org/officeDocument/2006/relationships/image" Target="../media/t4_fe24686cfbeaf93c2c80e37e.svg"/><Relationship Id="rIdMathSvg6" Type="http://schemas.openxmlformats.org/officeDocument/2006/relationships/image" Target="../media/t4_5895048c4602e619b0a602b6.svg"/><Relationship Id="rIdMathSvg7" Type="http://schemas.openxmlformats.org/officeDocument/2006/relationships/image" Target="../media/t4_e1dd7e285799142972898e23.svg"/><Relationship Id="rIdMathSvg8" Type="http://schemas.openxmlformats.org/officeDocument/2006/relationships/image" Target="../media/t4_752dfc333dd038116c9df10a.svg"/><Relationship Id="rIdMathSvg9" Type="http://schemas.openxmlformats.org/officeDocument/2006/relationships/image" Target="../media/t4_196fb90a8ff6bc52439bee1b.svg"/><Relationship Id="rIdMathSvg10" Type="http://schemas.openxmlformats.org/officeDocument/2006/relationships/image" Target="../media/t4_96afbff594b7df998ee89f5f.svg"/><Relationship Id="rIdMathSvg11" Type="http://schemas.openxmlformats.org/officeDocument/2006/relationships/image" Target="../media/t4_9a878fe83e8f15061b9955a3.svg"/><Relationship Id="rIdMathSvg12" Type="http://schemas.openxmlformats.org/officeDocument/2006/relationships/image" Target="../media/t4_6dd0d4a1550a9e1f90aeef20.svg"/><Relationship Id="rIdMathSvg13" Type="http://schemas.openxmlformats.org/officeDocument/2006/relationships/image" Target="../media/t4_58a1c94f4eb3886f53eeaad8.svg"/><Relationship Id="rIdMathSvg14" Type="http://schemas.openxmlformats.org/officeDocument/2006/relationships/image" Target="../media/t4_1a4d827140e5636c077f60d7.svg"/><Relationship Id="rIdMathSvg15" Type="http://schemas.openxmlformats.org/officeDocument/2006/relationships/image" Target="../media/t4_c7fae1f70076eeb7980a86a8.svg"/><Relationship Id="rIdMathSvg16" Type="http://schemas.openxmlformats.org/officeDocument/2006/relationships/image" Target="../media/t4_d8268b9dac2ca2e2ed6261c4.svg"/><Relationship Id="rIdMathSvg17" Type="http://schemas.openxmlformats.org/officeDocument/2006/relationships/image" Target="../media/t4_4fced8f584be0da7f7ac7ad7.svg"/><Relationship Id="rIdMathSvg18" Type="http://schemas.openxmlformats.org/officeDocument/2006/relationships/image" Target="../media/t4_acb9d9d83b297ad0bb5dc177.svg"/><Relationship Id="rIdMathSvg19" Type="http://schemas.openxmlformats.org/officeDocument/2006/relationships/image" Target="../media/t4_ce6ccf59f41dc919b70c6e23.svg"/><Relationship Id="rIdMathSvg20" Type="http://schemas.openxmlformats.org/officeDocument/2006/relationships/image" Target="../media/t4_684365d65cd7015e8085561d.svg"/><Relationship Id="rIdMathSvg21" Type="http://schemas.openxmlformats.org/officeDocument/2006/relationships/image" Target="../media/t4_a0a69a93742627bdbebc16e5.svg"/><Relationship Id="rIdMathSvg22" Type="http://schemas.openxmlformats.org/officeDocument/2006/relationships/image" Target="../media/t4_1b40953e5b9d0a21dad5ffe0.svg"/><Relationship Id="rIdMathSvg23" Type="http://schemas.openxmlformats.org/officeDocument/2006/relationships/image" Target="../media/t4_fe5e632a4924f8ffcfd25841.svg"/><Relationship Id="rIdMathSvg24" Type="http://schemas.openxmlformats.org/officeDocument/2006/relationships/image" Target="../media/t4_abfedb650f0a3b439b58f88d.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23.xml.rels><?xml version='1.0' encoding='UTF-8' standalone='yes'?>
<Relationships xmlns="http://schemas.openxmlformats.org/package/2006/relationships"><Relationship Type="http://schemas.openxmlformats.org/officeDocument/2006/relationships/slideLayout" Target="../slideLayouts/t3_reference_methods_slideLayout1.xml" Id="R09cdeaad04ca4ce6"/><Relationship Type="http://schemas.openxmlformats.org/officeDocument/2006/relationships/image" Target="../media/image94.png" Id="Rfb0901f276424fee"/><Relationship Type="http://schemas.openxmlformats.org/officeDocument/2006/relationships/image" Target="../media/image9.png" Id="R73430443f9344096"/><Relationship Type="http://schemas.openxmlformats.org/officeDocument/2006/relationships/image" Target="../media/image10.png" Id="Re85c035078cc4e46"/><Relationship Type="http://schemas.openxmlformats.org/officeDocument/2006/relationships/image" Target="../media/image282.png" Id="R95f6dc19261446ef"/><Relationship Type="http://schemas.openxmlformats.org/officeDocument/2006/relationships/image" Target="../media/image286.png" Id="R8d0680f754f043dc"/><Relationship Type="http://schemas.openxmlformats.org/officeDocument/2006/relationships/image" Target="../media/image285.png" Id="R99e628de98c946de"/><Relationship Type="http://schemas.openxmlformats.org/officeDocument/2006/relationships/image" Target="/ppt/media/image307.png" Id="R4a4f3972cb3b4dac"/><Relationship Type="http://schemas.openxmlformats.org/officeDocument/2006/relationships/image" Target="/ppt/media/image308.png" Id="R50b0c85e70c747cd"/><Relationship Type="http://schemas.openxmlformats.org/officeDocument/2006/relationships/image" Target="/ppt/media/image309.png" Id="Rf5a704e65ca74010"/><Relationship Type="http://schemas.openxmlformats.org/officeDocument/2006/relationships/image" Target="/ppt/media/image310.png" Id="R83a529b7dee24bb1"/><Relationship Type="http://schemas.openxmlformats.org/officeDocument/2006/relationships/image" Target="/ppt/media/image311.png" Id="Re233249d4c2a44dc"/><Relationship Type="http://schemas.openxmlformats.org/officeDocument/2006/relationships/image" Target="/ppt/media/image312.png" Id="Rc37c53e2444642f9"/><Relationship Type="http://schemas.openxmlformats.org/officeDocument/2006/relationships/image" Target="/ppt/media/image313.png" Id="R66749a4528034b16"/><Relationship Type="http://schemas.openxmlformats.org/officeDocument/2006/relationships/image" Target="/ppt/media/image314.png" Id="R26b3b526d20044df"/><Relationship Type="http://schemas.openxmlformats.org/officeDocument/2006/relationships/image" Target="/ppt/media/image315.png" Id="R9be0a3ffd8e24a7e"/><Relationship Type="http://schemas.openxmlformats.org/officeDocument/2006/relationships/image" Target="/ppt/media/image316.png" Id="R2fb46d28a0ab41ac"/><Relationship Type="http://schemas.openxmlformats.org/officeDocument/2006/relationships/image" Target="/ppt/media/image317.png" Id="Rbb8995738eca4261"/><Relationship Type="http://schemas.openxmlformats.org/officeDocument/2006/relationships/image" Target="/ppt/media/image318.png" Id="R9c7ad11ca6254f96"/><Relationship Type="http://schemas.openxmlformats.org/officeDocument/2006/relationships/image" Target="/ppt/media/image319.png" Id="Rd2ecd78447804943"/><Relationship Type="http://schemas.openxmlformats.org/officeDocument/2006/relationships/image" Target="/ppt/media/image320.png" Id="Rf458e8dd1e45402e"/><Relationship Type="http://schemas.openxmlformats.org/officeDocument/2006/relationships/image" Target="/ppt/media/image321.png" Id="Rd0cfcdc32e29476d"/><Relationship Type="http://schemas.openxmlformats.org/officeDocument/2006/relationships/image" Target="/ppt/media/image322.png" Id="R94b955e686524e4e"/><Relationship Type="http://schemas.openxmlformats.org/officeDocument/2006/relationships/image" Target="/ppt/media/image323.png" Id="Rc586a7e679f4446e"/><Relationship Type="http://schemas.openxmlformats.org/officeDocument/2006/relationships/image" Target="/ppt/media/image324.png" Id="R0ec1e67dc2374789"/><Relationship Type="http://schemas.openxmlformats.org/officeDocument/2006/relationships/image" Target="/ppt/media/image325.png" Id="Rfddf959ff7964d0f"/><Relationship Type="http://schemas.openxmlformats.org/officeDocument/2006/relationships/image" Target="/ppt/media/image326.png" Id="R9e49a348d3514d4d"/><Relationship Type="http://schemas.openxmlformats.org/officeDocument/2006/relationships/image" Target="/ppt/media/image327.png" Id="Rcf842a2d02334472"/><Relationship Type="http://schemas.openxmlformats.org/officeDocument/2006/relationships/image" Target="/ppt/media/image328.png" Id="R6daa0df18f4e4408"/><Relationship Type="http://schemas.openxmlformats.org/officeDocument/2006/relationships/image" Target="/ppt/media/image329.png" Id="R4278d033e2f94331"/><Relationship Type="http://schemas.openxmlformats.org/officeDocument/2006/relationships/image" Target="/ppt/media/image330.png" Id="Rd442200c4b4c4b81"/><Relationship Type="http://schemas.openxmlformats.org/officeDocument/2006/relationships/image" Target="/ppt/media/image331.png" Id="Rbd42511cbf184070"/><Relationship Type="http://schemas.openxmlformats.org/officeDocument/2006/relationships/image" Target="/ppt/media/image332.png" Id="R0d412a1079e54294"/><Relationship Type="http://schemas.openxmlformats.org/officeDocument/2006/relationships/image" Target="/ppt/media/image333.png" Id="Rc6796e05a8564397"/><Relationship Type="http://schemas.openxmlformats.org/officeDocument/2006/relationships/image" Target="/ppt/media/image334.png" Id="Rd6e75a2a024a4c5b"/><Relationship Type="http://schemas.openxmlformats.org/officeDocument/2006/relationships/notesSlide" Target="/ppt/notesSlides/notesSlide23.xml" Id="R71d00c8638c34ec3"/><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5895048c4602e619b0a602b6.svg"/><Relationship Id="rIdMathSvg4" Type="http://schemas.openxmlformats.org/officeDocument/2006/relationships/image" Target="../media/t4_96afbff594b7df998ee89f5f.svg"/><Relationship Id="rIdMathSvg5" Type="http://schemas.openxmlformats.org/officeDocument/2006/relationships/image" Target="../media/t4_196fb90a8ff6bc52439bee1b.svg"/><Relationship Id="rIdMathSvg6" Type="http://schemas.openxmlformats.org/officeDocument/2006/relationships/image" Target="../media/t4_b5b53e68a3e0ccf8e6d1d373.svg"/><Relationship Id="rIdMathSvg7" Type="http://schemas.openxmlformats.org/officeDocument/2006/relationships/image" Target="../media/t4_b71c19c95bce878c1a78e2cf.svg"/><Relationship Id="rIdMathSvg8" Type="http://schemas.openxmlformats.org/officeDocument/2006/relationships/image" Target="../media/t4_9af76d59cff8ab698312d3f5.svg"/><Relationship Id="rIdMathSvg9" Type="http://schemas.openxmlformats.org/officeDocument/2006/relationships/image" Target="../media/t4_d738cc4a33c36a262ae69acc.svg"/><Relationship Id="rIdMathSvg10" Type="http://schemas.openxmlformats.org/officeDocument/2006/relationships/image" Target="../media/t4_01379280112e90b8c14ba7df.svg"/><Relationship Id="rIdMathSvg11" Type="http://schemas.openxmlformats.org/officeDocument/2006/relationships/image" Target="../media/t4_d772645786cd118f3535a43e.svg"/><Relationship Id="rIdMathSvg12" Type="http://schemas.openxmlformats.org/officeDocument/2006/relationships/image" Target="../media/t4_b763312d1518ecdb96162377.svg"/><Relationship Id="rIdMathSvg13" Type="http://schemas.openxmlformats.org/officeDocument/2006/relationships/image" Target="../media/t4_27c89034cf01c1504a3b3cbb.svg"/><Relationship Id="rIdMathSvg14" Type="http://schemas.openxmlformats.org/officeDocument/2006/relationships/image" Target="../media/t4_999b26b08e81a578e7d2e4ac.svg"/><Relationship Id="rIdMathSvg15" Type="http://schemas.openxmlformats.org/officeDocument/2006/relationships/image" Target="../media/t4_1f9a243d4437fa3170b7e5c3.svg"/><Relationship Id="rIdMathSvg16" Type="http://schemas.openxmlformats.org/officeDocument/2006/relationships/image" Target="../media/t4_a6b5c35c91df91f04d0fa532.svg"/><Relationship Id="rIdMathSvg17" Type="http://schemas.openxmlformats.org/officeDocument/2006/relationships/image" Target="../media/t4_816d0768734cc5e1363076d2.svg"/><Relationship Id="rIdMathSvg18" Type="http://schemas.openxmlformats.org/officeDocument/2006/relationships/image" Target="../media/t4_355f31026ebf897bdbb6519d.svg"/><Relationship Id="rIdMathSvg19" Type="http://schemas.openxmlformats.org/officeDocument/2006/relationships/image" Target="../media/t4_0dd78904aa13600bd52ecec0.svg"/><Relationship Id="rIdMathSvg20" Type="http://schemas.openxmlformats.org/officeDocument/2006/relationships/image" Target="../media/t4_32e7f275f6158a97a2cd689c.svg"/><Relationship Id="rIdMathSvg21" Type="http://schemas.openxmlformats.org/officeDocument/2006/relationships/image" Target="../media/t4_b42675f690e82d3e073a1b87.svg"/><Relationship Id="rIdMathSvg22" Type="http://schemas.openxmlformats.org/officeDocument/2006/relationships/image" Target="../media/t4_950c64e5fe05438ccf354990.svg"/><Relationship Id="rIdMathSvg23" Type="http://schemas.openxmlformats.org/officeDocument/2006/relationships/image" Target="../media/t4_1abc9f9eaa7a8d73c1f91cc5.svg"/><Relationship Id="rIdMathSvg24" Type="http://schemas.openxmlformats.org/officeDocument/2006/relationships/image" Target="../media/t4_8c1e8b0e1016f8656ad0e54c.svg"/><Relationship Id="rIdMathSvg25" Type="http://schemas.openxmlformats.org/officeDocument/2006/relationships/image" Target="../media/t4_b6b2d5c9cfa13ef30c1b8768.svg"/><Relationship Id="rIdMathSvg26" Type="http://schemas.openxmlformats.org/officeDocument/2006/relationships/image" Target="../media/t4_9b37050efbca1a8726957119.svg"/><Relationship Id="rIdMathSvg27" Type="http://schemas.openxmlformats.org/officeDocument/2006/relationships/image" Target="../media/t4_2796e9c9ce01194767abcf13.svg"/><Relationship Id="rIdMathSvg28" Type="http://schemas.openxmlformats.org/officeDocument/2006/relationships/image" Target="../media/t4_1ee9ee67ece018a3025b4740.svg"/><Relationship Id="rIdMathSvg29" Type="http://schemas.openxmlformats.org/officeDocument/2006/relationships/image" Target="../media/t4_47ff2964909f9e4642431955.svg"/><Relationship Id="rIdMathSvg30" Type="http://schemas.openxmlformats.org/officeDocument/2006/relationships/image" Target="../media/t4_75e36b7527cc06064a45b79d.svg"/><Relationship Id="rIdMathSvg31" Type="http://schemas.openxmlformats.org/officeDocument/2006/relationships/image" Target="../media/t4_84ae6348baa95e5d239c460b.svg"/><Relationship Id="rIdMathSvg32" Type="http://schemas.openxmlformats.org/officeDocument/2006/relationships/image" Target="../media/t4_5cdf2f75dc31b16c0f9ff80d.svg"/><Relationship Id="rIdMathSvg33" Type="http://schemas.openxmlformats.org/officeDocument/2006/relationships/image" Target="../media/t4_8e79746d7b14915875dda774.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24.xml.rels><?xml version='1.0' encoding='UTF-8' standalone='yes'?>
<Relationships xmlns="http://schemas.openxmlformats.org/package/2006/relationships"><Relationship Type="http://schemas.openxmlformats.org/officeDocument/2006/relationships/slideLayout" Target="../slideLayouts/t3_reference_methods_slideLayout1.xml" Id="Rf1cf418f61e84997"/><Relationship Type="http://schemas.openxmlformats.org/officeDocument/2006/relationships/image" Target="/ppt/media/image335.png" Id="R5c01bb6ff8b343de"/><Relationship Type="http://schemas.openxmlformats.org/officeDocument/2006/relationships/image" Target="../media/image94.png" Id="R7cfa4a6d0edd4a80"/><Relationship Type="http://schemas.openxmlformats.org/officeDocument/2006/relationships/image" Target="../media/image9.png" Id="R79e27b0c07854b0e"/><Relationship Type="http://schemas.openxmlformats.org/officeDocument/2006/relationships/image" Target="../media/image10.png" Id="Rbc73357953244232"/><Relationship Type="http://schemas.openxmlformats.org/officeDocument/2006/relationships/image" Target="/ppt/media/image339.png" Id="R123856f5829c4a52"/><Relationship Type="http://schemas.openxmlformats.org/officeDocument/2006/relationships/image" Target="/ppt/media/image340.png" Id="R65bf0b81bc7e4d78"/><Relationship Type="http://schemas.openxmlformats.org/officeDocument/2006/relationships/image" Target="/ppt/media/image341.png" Id="Re7456bb9abba49b7"/><Relationship Type="http://schemas.openxmlformats.org/officeDocument/2006/relationships/image" Target="../media/image286.png" Id="Rc9e5d4652d7b47ad"/><Relationship Type="http://schemas.openxmlformats.org/officeDocument/2006/relationships/image" Target="/ppt/media/image343.png" Id="Ra96e5f2e517645b8"/><Relationship Type="http://schemas.openxmlformats.org/officeDocument/2006/relationships/image" Target="/ppt/media/image344.png" Id="Rad2a7a3128eb4912"/><Relationship Type="http://schemas.openxmlformats.org/officeDocument/2006/relationships/image" Target="/ppt/media/image345.png" Id="R11e0098fd9f54862"/><Relationship Type="http://schemas.openxmlformats.org/officeDocument/2006/relationships/image" Target="/ppt/media/image346.png" Id="R906c3532ef824f49"/><Relationship Type="http://schemas.openxmlformats.org/officeDocument/2006/relationships/image" Target="/ppt/media/image347.png" Id="Rd3a49731d41e4b41"/><Relationship Type="http://schemas.openxmlformats.org/officeDocument/2006/relationships/image" Target="/ppt/media/image348.png" Id="Re6c3a29721b54fe7"/><Relationship Type="http://schemas.openxmlformats.org/officeDocument/2006/relationships/image" Target="/ppt/media/image349.png" Id="R1784d41b7042457c"/><Relationship Type="http://schemas.openxmlformats.org/officeDocument/2006/relationships/image" Target="/ppt/media/image350.png" Id="R17ea2a44047c4206"/><Relationship Type="http://schemas.openxmlformats.org/officeDocument/2006/relationships/image" Target="../media/image98.png" Id="R4e7039a32e254d26"/><Relationship Type="http://schemas.openxmlformats.org/officeDocument/2006/relationships/image" Target="/ppt/media/image352.png" Id="R45605d22fd7c4c3e"/><Relationship Type="http://schemas.openxmlformats.org/officeDocument/2006/relationships/image" Target="/ppt/media/image353.png" Id="R900b1182a04d4d02"/><Relationship Type="http://schemas.openxmlformats.org/officeDocument/2006/relationships/image" Target="/ppt/media/image354.png" Id="Rcf80ff2e01f84614"/><Relationship Type="http://schemas.openxmlformats.org/officeDocument/2006/relationships/image" Target="../media/image98.png" Id="Rb1f38ad6eeaa4db1"/><Relationship Type="http://schemas.openxmlformats.org/officeDocument/2006/relationships/image" Target="/ppt/media/image356.png" Id="R0b530cbf60304396"/><Relationship Type="http://schemas.openxmlformats.org/officeDocument/2006/relationships/image" Target="/ppt/media/image357.png" Id="R2ebec28a10b648ef"/><Relationship Type="http://schemas.openxmlformats.org/officeDocument/2006/relationships/image" Target="/ppt/media/image358.png" Id="R933d2a3e3a554b08"/><Relationship Type="http://schemas.openxmlformats.org/officeDocument/2006/relationships/image" Target="/ppt/media/image359.png" Id="Rf0f438c8bea64b56"/><Relationship Type="http://schemas.openxmlformats.org/officeDocument/2006/relationships/image" Target="/ppt/media/image360.png" Id="R2166d6583b584706"/><Relationship Type="http://schemas.openxmlformats.org/officeDocument/2006/relationships/image" Target="/ppt/media/image361.png" Id="R24a0a8047b98474c"/><Relationship Type="http://schemas.openxmlformats.org/officeDocument/2006/relationships/image" Target="/ppt/media/image362.png" Id="R3cd815121c174651"/><Relationship Type="http://schemas.openxmlformats.org/officeDocument/2006/relationships/image" Target="/ppt/media/image363.png" Id="Rab5ca4d6b6864956"/><Relationship Type="http://schemas.openxmlformats.org/officeDocument/2006/relationships/image" Target="/ppt/media/image364.png" Id="R20b4d75a263c482f"/><Relationship Type="http://schemas.openxmlformats.org/officeDocument/2006/relationships/image" Target="/ppt/media/image365.png" Id="R964e38b110e9479b"/><Relationship Type="http://schemas.openxmlformats.org/officeDocument/2006/relationships/image" Target="/ppt/media/image366.png" Id="R2ab89423469c4ee5"/><Relationship Type="http://schemas.openxmlformats.org/officeDocument/2006/relationships/image" Target="/ppt/media/image367.png" Id="Rec89bc85f6f747f5"/><Relationship Type="http://schemas.openxmlformats.org/officeDocument/2006/relationships/image" Target="/ppt/media/image368.png" Id="R04c904662cd8462a"/><Relationship Type="http://schemas.openxmlformats.org/officeDocument/2006/relationships/notesSlide" Target="/ppt/notesSlides/notesSlide24.xml" Id="R0a7c85a1d39e45f7"/><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30b7b20f0bd36f309453e427.svg"/><Relationship Id="rIdMathSvg4" Type="http://schemas.openxmlformats.org/officeDocument/2006/relationships/image" Target="../media/t4_b9f9b7762fe1578457b211d4.svg"/><Relationship Id="rIdMathSvg5" Type="http://schemas.openxmlformats.org/officeDocument/2006/relationships/image" Target="../media/t4_39e4a41dc8f62cccaa602b5c.svg"/><Relationship Id="rIdMathSvg6" Type="http://schemas.openxmlformats.org/officeDocument/2006/relationships/image" Target="../media/t4_96afbff594b7df998ee89f5f.svg"/><Relationship Id="rIdMathSvg7" Type="http://schemas.openxmlformats.org/officeDocument/2006/relationships/image" Target="../media/t4_5b2a787f814a7431b253896a.svg"/><Relationship Id="rIdMathSvg8" Type="http://schemas.openxmlformats.org/officeDocument/2006/relationships/image" Target="../media/t4_31ca491efac5dc7d2f9306d0.svg"/><Relationship Id="rIdMathSvg9" Type="http://schemas.openxmlformats.org/officeDocument/2006/relationships/image" Target="../media/t4_0bc0bb8a5fbaa32af15c792d.svg"/><Relationship Id="rIdMathSvg10" Type="http://schemas.openxmlformats.org/officeDocument/2006/relationships/image" Target="../media/t4_d1bc9a36f4a087e3d5f38c5b.svg"/><Relationship Id="rIdMathSvg11" Type="http://schemas.openxmlformats.org/officeDocument/2006/relationships/image" Target="../media/t4_acf583585aefde46120c07be.svg"/><Relationship Id="rIdMathSvg12" Type="http://schemas.openxmlformats.org/officeDocument/2006/relationships/image" Target="../media/t4_e59da3700a63451693cdcb23.svg"/><Relationship Id="rIdMathSvg13" Type="http://schemas.openxmlformats.org/officeDocument/2006/relationships/image" Target="../media/t4_a2599904b464e3642abe0c75.svg"/><Relationship Id="rIdMathSvg14" Type="http://schemas.openxmlformats.org/officeDocument/2006/relationships/image" Target="../media/t4_280994e95d769f80f1a6f12b.svg"/><Relationship Id="rIdMathSvg15" Type="http://schemas.openxmlformats.org/officeDocument/2006/relationships/image" Target="../media/t4_6dd0d4a1550a9e1f90aeef20.svg"/><Relationship Id="rIdMathSvg16" Type="http://schemas.openxmlformats.org/officeDocument/2006/relationships/image" Target="../media/t4_af3acf2e586109469f360de0.svg"/><Relationship Id="rIdMathSvg17" Type="http://schemas.openxmlformats.org/officeDocument/2006/relationships/image" Target="../media/t4_d392b24acf9db1419dd34742.svg"/><Relationship Id="rIdMathSvg18" Type="http://schemas.openxmlformats.org/officeDocument/2006/relationships/image" Target="../media/t4_44405e6056cb97b94e6ae36e.svg"/><Relationship Id="rIdMathSvg19" Type="http://schemas.openxmlformats.org/officeDocument/2006/relationships/image" Target="../media/t4_6dd0d4a1550a9e1f90aeef20.svg"/><Relationship Id="rIdMathSvg20" Type="http://schemas.openxmlformats.org/officeDocument/2006/relationships/image" Target="../media/t4_830a5ac68de7c60f913bbef2.svg"/><Relationship Id="rIdMathSvg21" Type="http://schemas.openxmlformats.org/officeDocument/2006/relationships/image" Target="../media/t4_7106046900cc977be4f5748e.svg"/><Relationship Id="rIdMathSvg22" Type="http://schemas.openxmlformats.org/officeDocument/2006/relationships/image" Target="../media/t4_edb2ca48467f40a090a5881a.svg"/><Relationship Id="rIdMathSvg23" Type="http://schemas.openxmlformats.org/officeDocument/2006/relationships/image" Target="../media/t4_77ee1d81a02c825757169b4d.svg"/><Relationship Id="rIdMathSvg24" Type="http://schemas.openxmlformats.org/officeDocument/2006/relationships/image" Target="../media/t4_68ba8c64e219b341ddefce06.svg"/><Relationship Id="rIdMathSvg25" Type="http://schemas.openxmlformats.org/officeDocument/2006/relationships/image" Target="../media/t4_74175dfeb638e2ee11fb767d.svg"/><Relationship Id="rIdMathSvg26" Type="http://schemas.openxmlformats.org/officeDocument/2006/relationships/image" Target="../media/t4_d9477762bd95ab645068e33d.svg"/><Relationship Id="rIdMathSvg27" Type="http://schemas.openxmlformats.org/officeDocument/2006/relationships/image" Target="../media/t4_43ee42f553067608cfda129f.svg"/><Relationship Id="rIdMathSvg28" Type="http://schemas.openxmlformats.org/officeDocument/2006/relationships/image" Target="../media/t4_3e72a6f41b1d793f04d1d2b2.svg"/><Relationship Id="rIdMathSvg29" Type="http://schemas.openxmlformats.org/officeDocument/2006/relationships/image" Target="../media/t4_8e3ac89db0ab7d88e110a12b.svg"/><Relationship Id="rIdMathSvg30" Type="http://schemas.openxmlformats.org/officeDocument/2006/relationships/image" Target="../media/t4_1988b935ab8aa87908044a30.svg"/><Relationship Id="rIdMathSvg31" Type="http://schemas.openxmlformats.org/officeDocument/2006/relationships/image" Target="../media/t4_c57622d578d66302aa2b7197.svg"/><Relationship Id="rIdMathSvg32" Type="http://schemas.openxmlformats.org/officeDocument/2006/relationships/image" Target="../media/t4_2305c45fab47f04be4ec3332.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 Id="rIdT4ClickFrame1" Type="http://schemas.openxmlformats.org/officeDocument/2006/relationships/image" Target="../media/image335.png"/><Relationship Id="rIdT4ClickFrame2" Type="http://schemas.openxmlformats.org/officeDocument/2006/relationships/image" Target="../media/t4_click_8d4cd62fd8accde32cdaa24d37e731ceb414592dadf60fffc7c098931733bc1d.png"/><Relationship Id="rIdT4ClickFrame3" Type="http://schemas.openxmlformats.org/officeDocument/2006/relationships/image" Target="../media/t4_click_8ef45e1f6038d0764c7bd2ba0a5f4ccc741ad7eb08b1a5ffd3916b247ba65a9f.png"/><Relationship Id="rIdT4ClickFrame4" Type="http://schemas.openxmlformats.org/officeDocument/2006/relationships/image" Target="../media/t4_click_19e95ac4e294343f02def43f259afd4c6db0c3f618f4301139d04199998d5814.png"/><Relationship Id="rIdT4ClickFrame5" Type="http://schemas.openxmlformats.org/officeDocument/2006/relationships/image" Target="../media/t4_click_adaadcdcf928ce9c1bb8d4da3e80dcd4d773d10f360551adcc80611d86864800.png"/><Relationship Id="rIdT4ClickFrame6" Type="http://schemas.openxmlformats.org/officeDocument/2006/relationships/image" Target="../media/t4_click_3db750e9ccc483a99136a0a356c19bb2c89a831361ef1d21bb644d181afac08b.png"/><Relationship Id="rIdT4ClickFrame7" Type="http://schemas.openxmlformats.org/officeDocument/2006/relationships/image" Target="../media/t4_click_e97a11984fcbed15a5ec205ad57d88a315ce59ee9f57b5bd4487d1f4e41d62c1.png"/><Relationship Id="rIdT4ClickFrame8" Type="http://schemas.openxmlformats.org/officeDocument/2006/relationships/image" Target="../media/t4_click_b11c38f3b8b190b71d202c770c930c09a020b26a76b03f8342f029a3259adb31.png"/><Relationship Id="rIdT4ClickFrame9" Type="http://schemas.openxmlformats.org/officeDocument/2006/relationships/image" Target="../media/t4_click_41223add834397eaccb8a61e17272776cd88ad469f69f716401b6e781e0eab3d.png"/><Relationship Id="rIdT4ClickFrame10" Type="http://schemas.openxmlformats.org/officeDocument/2006/relationships/image" Target="../media/t4_click_c5aea4b465e7c36a379b186cacb47ab905db97107b1c7d69ec13b04d295c1bce.png"/><Relationship Id="rIdT4ClickFrame11" Type="http://schemas.openxmlformats.org/officeDocument/2006/relationships/image" Target="../media/t4_click_42ae230a1b27c290bf137a06f1dd46e876ffe1eda8ee68d42ded7b6b53d712ef.png"/><Relationship Id="rIdT4ClickFrame12" Type="http://schemas.openxmlformats.org/officeDocument/2006/relationships/image" Target="../media/t4_click_6c63498484c31ceff1717d2ea0a10c8430fe7a3a3757218eb0f39a3e7037cebb.png"/><Relationship Id="rIdT4ClickFrame13" Type="http://schemas.openxmlformats.org/officeDocument/2006/relationships/image" Target="../media/t4_click_941c9b7fea8161240781fc99814202bc832b52a5b7fc5e74c5ffafa444973b64.png"/><Relationship Id="rIdT4ClickFrame14" Type="http://schemas.openxmlformats.org/officeDocument/2006/relationships/image" Target="../media/t4_click_3131b565c17399e852f94dfaea44c514b5064f7070b5c3b4b3c982c96db43c47.png"/><Relationship Id="rIdT4ClickFrame15" Type="http://schemas.openxmlformats.org/officeDocument/2006/relationships/image" Target="../media/t4_click_d0b84fe90cd21f655782204fbf5e14f3dd2a8616d687f9254aea654d06694d7f.png"/><Relationship Id="rIdT4ClickFrame16" Type="http://schemas.openxmlformats.org/officeDocument/2006/relationships/image" Target="../media/t4_click_ba7d7c243b1d62f42561d7075fa98c76975e3eec6b53b280a0109d8f23aecfd2.png"/><Relationship Id="rIdT4ClickFrame17" Type="http://schemas.openxmlformats.org/officeDocument/2006/relationships/image" Target="../media/t4_click_3ce19ed8fbb3c343a78f974e8aaf31e624934c182373c980d5637ab22bb5eb67.png"/><Relationship Id="rIdT4ClickFrame18" Type="http://schemas.openxmlformats.org/officeDocument/2006/relationships/image" Target="../media/t4_click_2668ccd63265a204c38c124328d953f9cdb0b6a16b4cbaa32e9675b85b4ce184.png"/><Relationship Id="rIdT4ClickFrame19" Type="http://schemas.openxmlformats.org/officeDocument/2006/relationships/image" Target="../media/t4_click_fcfdcb0c825751730fdfc084757c28b8cd0b14f11f179709663888b275771b21.png"/><Relationship Id="rIdT4ClickFrame20" Type="http://schemas.openxmlformats.org/officeDocument/2006/relationships/image" Target="../media/t4_click_f87de9ba9f063929ba34f254c375eb413b26ac5bb40faa3b1b64330215f7e94c.png"/><Relationship Id="rIdT4ClickFrame21" Type="http://schemas.openxmlformats.org/officeDocument/2006/relationships/image" Target="../media/t4_click_c5d68999f551b02bee64610771efd6d61efa5884d43b8a8eed174ea9d5d338a0.png"/><Relationship Id="rIdT4ClickFrame22" Type="http://schemas.openxmlformats.org/officeDocument/2006/relationships/image" Target="../media/t4_click_c48b2d0e5c061a45e78d50727cfc654bf85e90253e405f24247daf0813163456.png"/><Relationship Id="rIdT4ClickFrame23" Type="http://schemas.openxmlformats.org/officeDocument/2006/relationships/image" Target="../media/t4_click_1e6006d04f1faced327c08c35c19c25ae2a9edb8a74a338cfe4d66db645b0583.png"/><Relationship Id="rIdT4ClickFrame24" Type="http://schemas.openxmlformats.org/officeDocument/2006/relationships/image" Target="../media/t4_click_9c562eb74bc7b00034c3e006487393cdd8c8a7a350ff8de233940ff1c38fef39.png"/><Relationship Id="rIdT4ClickFrame25" Type="http://schemas.openxmlformats.org/officeDocument/2006/relationships/image" Target="../media/t4_click_4b0bd3667724c1b1c404a7a961f2c123643268b2999133be8fc7b9e3c06d4c6a.png"/><Relationship Id="rIdT4ClickFrame26" Type="http://schemas.openxmlformats.org/officeDocument/2006/relationships/image" Target="../media/t4_click_0ee3c9ecc3a438988f034409034af5f57e8c054f88320497911c697e52845829.png"/><Relationship Id="rIdT4ClickFrame27" Type="http://schemas.openxmlformats.org/officeDocument/2006/relationships/image" Target="../media/t4_click_6d9dedcbe78bb37b154c327a72585078772159c00a098d4f608928ca48b65f70.png"/><Relationship Id="rIdT4ClickFrame28" Type="http://schemas.openxmlformats.org/officeDocument/2006/relationships/image" Target="../media/t4_click_9bb04544a28fd1bf0448e341de1ec6523ed6b810102c5b8ca546f8a1c4f2b741.png"/><Relationship Id="rIdT4ClickFrame29" Type="http://schemas.openxmlformats.org/officeDocument/2006/relationships/image" Target="../media/t4_click_1174788173c2f9a2aa62920c25f7697fafca1eab3c9c04ab19780f168e1a7735.png"/><Relationship Id="rIdT4ClickFrame30" Type="http://schemas.openxmlformats.org/officeDocument/2006/relationships/image" Target="../media/t4_click_b8fb3cf9bf8b62862a91ccf7eec425fa4e6239e59a2859bded717871af1cfbe9.png"/><Relationship Id="rIdT4ClickFrame31" Type="http://schemas.openxmlformats.org/officeDocument/2006/relationships/image" Target="../media/t4_click_8ea9b264574b78305d9768f2cbb1c826f3f7ebe6719923aa399bbbac506c3f0d.png"/><Relationship Id="rIdT4ClickFrame32" Type="http://schemas.openxmlformats.org/officeDocument/2006/relationships/image" Target="../media/t4_click_1bcc98b7a76bda0669576ad8f07a677ba38e02cb7a676c060197f1679ec15f3e.png"/><Relationship Id="rIdT4ClickFrame33" Type="http://schemas.openxmlformats.org/officeDocument/2006/relationships/image" Target="../media/t4_click_c486da86e6328330e59a559e5602fe1e8607139a4d079b85f8fae9aec6bcf5bb.png"/><Relationship Id="rIdT4ClickFrame34" Type="http://schemas.openxmlformats.org/officeDocument/2006/relationships/image" Target="../media/t4_click_060e17dd03eed2a2c3198090f98e704619dd5af66c4ec3db0fb2687bbcaf9aa2.png"/><Relationship Id="rIdT4ClickFrame35" Type="http://schemas.openxmlformats.org/officeDocument/2006/relationships/image" Target="../media/t4_click_f686bb15908c7facd52b90b0b8d403ab7a90f93c987174507433134003b1ffee.png"/><Relationship Id="rIdT4ClickFrame36" Type="http://schemas.openxmlformats.org/officeDocument/2006/relationships/image" Target="../media/t4_click_81902017b74e0aa72ac1a42771d68854ec9449a051b450b1ed8d2597c1a03663.png"/><Relationship Id="rIdT4ClickFrame37" Type="http://schemas.openxmlformats.org/officeDocument/2006/relationships/image" Target="../media/t4_click_fce4c616ad12e3c75bead1731a6de1179dbeb1de0b0c0db090266b2a23048542.png"/><Relationship Id="rIdT4ClickFrame38" Type="http://schemas.openxmlformats.org/officeDocument/2006/relationships/image" Target="../media/t4_click_d4a5eea299aca4796d04e81be62a13739a4fd0d79ac99a70375acbc968c968cb.png"/><Relationship Id="rIdT4ClickFrame39" Type="http://schemas.openxmlformats.org/officeDocument/2006/relationships/image" Target="../media/t4_click_987ca48bd52adc3fb7f21e26f1a4c44fc62c2b92d794eca93b854c3faa4f6fb2.png"/><Relationship Id="rIdT4ClickFrame40" Type="http://schemas.openxmlformats.org/officeDocument/2006/relationships/image" Target="../media/t4_click_5847c8d438e7a6d14d0c0170cfcbfd399bd77f417551c94ba1aad533fc83cabb.png"/><Relationship Id="rIdT4ClickFrame41" Type="http://schemas.openxmlformats.org/officeDocument/2006/relationships/image" Target="../media/t4_click_70f74e405a749afe4ff2508d72f76e9ad24a79ef8dfb8fc48d3dcaa1bc3d75a1.png"/><Relationship Id="rIdT4ClickFrame42" Type="http://schemas.openxmlformats.org/officeDocument/2006/relationships/image" Target="../media/t4_click_65e4e98a7e43d13e0183936686ca5425dcdd32535470ac775a0d36360642b31b.png"/><Relationship Id="rIdT4ClickFrame43" Type="http://schemas.openxmlformats.org/officeDocument/2006/relationships/image" Target="../media/t4_click_10cb022b1c1236edabe17ea0d67cd5bd75b250d0e5bae32c47a04169a321073d.png"/><Relationship Id="rIdT4ClickFrame44" Type="http://schemas.openxmlformats.org/officeDocument/2006/relationships/image" Target="../media/t4_click_ad3e3b2297291b5088bf8325f427ec1985fee94aa36d38cb5fb3b96fd157dddb.png"/><Relationship Id="rIdT4ClickFrame45" Type="http://schemas.openxmlformats.org/officeDocument/2006/relationships/image" Target="../media/t4_click_8fc11e37549ef74372cd3fbd9cfc807ee7073892d9cb44ba7582c0990a4d5ed9.png"/><Relationship Id="rIdT4ClickFrame46" Type="http://schemas.openxmlformats.org/officeDocument/2006/relationships/image" Target="../media/t4_click_8444e8f5c8c2fa9d993660fbdf8714f3c259e010c24e9392a23691d00ccc74dc.png"/><Relationship Id="rIdT4ClickFrame47" Type="http://schemas.openxmlformats.org/officeDocument/2006/relationships/image" Target="../media/t4_click_1d0a332da72dfc25be69131a90d9838036c5472c6cd4795a9d79fb69dbdef3b4.png"/><Relationship Id="rIdT4ClickFrame48" Type="http://schemas.openxmlformats.org/officeDocument/2006/relationships/image" Target="../media/t4_click_ae2b3bdc3ceb6593e2ed7edca05d7aebc6afaf0d273867959ec6ed2400fe1547.png"/><Relationship Id="rIdT4ClickFrame49" Type="http://schemas.openxmlformats.org/officeDocument/2006/relationships/image" Target="../media/t4_click_6d3e16919212764337ba308a2c9fe39729793d771d9198d81b8713fe48bdb912.png"/><Relationship Id="rIdT4ClickFrame50" Type="http://schemas.openxmlformats.org/officeDocument/2006/relationships/image" Target="../media/t4_click_b15caeb1319e597f96a5e6773d1b43ae526f82176a1be9eb654b35f3ba8f96a2.png"/><Relationship Id="rIdT4ClickFrame51" Type="http://schemas.openxmlformats.org/officeDocument/2006/relationships/image" Target="../media/t4_click_ef894445365d29144f65959c89fc7dba35edb916dcca16549ebf840fb590efc2.png"/><Relationship Id="rIdT4ClickFrame52" Type="http://schemas.openxmlformats.org/officeDocument/2006/relationships/image" Target="../media/t4_click_421d3c2b03a4cc212ea56bdfdafdae4aedaf7b26fed296001af33f0c4533f279.png"/><Relationship Id="rIdT4ClickFrame53" Type="http://schemas.openxmlformats.org/officeDocument/2006/relationships/image" Target="../media/t4_click_93504a5342c1356deff541261748801a4b491a69231e08b2ed5ecc519519f389.png"/></Relationships>
</file>

<file path=ppt/slides/_rels/slide25.xml.rels><?xml version='1.0' encoding='UTF-8' standalone='yes'?>
<Relationships xmlns="http://schemas.openxmlformats.org/package/2006/relationships"><Relationship Type="http://schemas.openxmlformats.org/officeDocument/2006/relationships/slideLayout" Target="../slideLayouts/t3_reference_methods_slideLayout1.xml" Id="R18d97f8d6a1845e9"/><Relationship Type="http://schemas.openxmlformats.org/officeDocument/2006/relationships/image" Target="../media/image94.png" Id="Ra90b03b04fce47a8"/><Relationship Type="http://schemas.openxmlformats.org/officeDocument/2006/relationships/image" Target="../media/image9.png" Id="Rcece7b3bf02e4993"/><Relationship Type="http://schemas.openxmlformats.org/officeDocument/2006/relationships/image" Target="../media/image10.png" Id="Rd883a646b73e41c5"/><Relationship Type="http://schemas.openxmlformats.org/officeDocument/2006/relationships/image" Target="../media/image230.png" Id="Rd516f60dde32438c"/><Relationship Type="http://schemas.openxmlformats.org/officeDocument/2006/relationships/image" Target="/ppt/media/image373.png" Id="R6b389994a81d4cd8"/><Relationship Type="http://schemas.openxmlformats.org/officeDocument/2006/relationships/image" Target="/ppt/media/image374.png" Id="R054e8511269f4d95"/><Relationship Type="http://schemas.openxmlformats.org/officeDocument/2006/relationships/image" Target="/ppt/media/image375.png" Id="R40530d5abdd845c2"/><Relationship Type="http://schemas.openxmlformats.org/officeDocument/2006/relationships/image" Target="/ppt/media/image376.png" Id="Rd5bea829fac94fb1"/><Relationship Type="http://schemas.openxmlformats.org/officeDocument/2006/relationships/image" Target="/ppt/media/image377.png" Id="R336718d9ccbb45a4"/><Relationship Type="http://schemas.openxmlformats.org/officeDocument/2006/relationships/image" Target="/ppt/media/image378.png" Id="R65b9e2e1f42e4e39"/><Relationship Type="http://schemas.openxmlformats.org/officeDocument/2006/relationships/image" Target="/ppt/media/image379.png" Id="Rb6518042d47342c0"/><Relationship Type="http://schemas.openxmlformats.org/officeDocument/2006/relationships/image" Target="/ppt/media/image380.png" Id="R5eceb13596ec46d5"/><Relationship Type="http://schemas.openxmlformats.org/officeDocument/2006/relationships/image" Target="/ppt/media/image381.png" Id="Re7f10b51918c46a6"/><Relationship Type="http://schemas.openxmlformats.org/officeDocument/2006/relationships/image" Target="/ppt/media/image382.png" Id="R1d93bc1e4b99417b"/><Relationship Type="http://schemas.openxmlformats.org/officeDocument/2006/relationships/image" Target="/ppt/media/image383.png" Id="Ra14d14cc55964453"/><Relationship Type="http://schemas.openxmlformats.org/officeDocument/2006/relationships/image" Target="../media/image98.png" Id="Rda4a0748297e420a"/><Relationship Type="http://schemas.openxmlformats.org/officeDocument/2006/relationships/image" Target="../media/image104.png" Id="R52fcf28c35014a5f"/><Relationship Type="http://schemas.openxmlformats.org/officeDocument/2006/relationships/image" Target="../media/image98.png" Id="R1ed71d6ced0a4617"/><Relationship Type="http://schemas.openxmlformats.org/officeDocument/2006/relationships/image" Target="../media/image106.png" Id="R499760c5c0c24b3a"/><Relationship Type="http://schemas.openxmlformats.org/officeDocument/2006/relationships/image" Target="/ppt/media/image388.png" Id="Rc112d167143d458e"/><Relationship Type="http://schemas.openxmlformats.org/officeDocument/2006/relationships/image" Target="../media/image98.png" Id="R5991e4bf7eff4c09"/><Relationship Type="http://schemas.openxmlformats.org/officeDocument/2006/relationships/image" Target="../media/image104.png" Id="R06c4b85fe36e4903"/><Relationship Type="http://schemas.openxmlformats.org/officeDocument/2006/relationships/image" Target="../media/image98.png" Id="Rbccd68f159c245c0"/><Relationship Type="http://schemas.openxmlformats.org/officeDocument/2006/relationships/image" Target="../media/image106.png" Id="R27e9298ffb894d12"/><Relationship Type="http://schemas.openxmlformats.org/officeDocument/2006/relationships/image" Target="/ppt/media/image393.png" Id="Rb34ac1c47529412c"/><Relationship Type="http://schemas.openxmlformats.org/officeDocument/2006/relationships/image" Target="/ppt/media/image394.png" Id="Re6530e1d07f14343"/><Relationship Type="http://schemas.openxmlformats.org/officeDocument/2006/relationships/image" Target="/ppt/media/image395.png" Id="Rf5d34db283f543ea"/><Relationship Type="http://schemas.openxmlformats.org/officeDocument/2006/relationships/image" Target="/ppt/media/image396.png" Id="Rfa05d27b3b5a4e79"/><Relationship Type="http://schemas.openxmlformats.org/officeDocument/2006/relationships/image" Target="/ppt/media/image397.png" Id="R47ae8ed31ffb47dd"/><Relationship Type="http://schemas.openxmlformats.org/officeDocument/2006/relationships/image" Target="/ppt/media/image398.png" Id="Re43c1be94960476d"/><Relationship Type="http://schemas.openxmlformats.org/officeDocument/2006/relationships/image" Target="/ppt/media/image399.png" Id="Rd61e178929b34dad"/><Relationship Type="http://schemas.openxmlformats.org/officeDocument/2006/relationships/image" Target="/ppt/media/image400.png" Id="R7c70e936e28f4f98"/><Relationship Type="http://schemas.openxmlformats.org/officeDocument/2006/relationships/image" Target="/ppt/media/image401.png" Id="R9d72159090644bc8"/><Relationship Type="http://schemas.openxmlformats.org/officeDocument/2006/relationships/image" Target="/ppt/media/image402.png" Id="R9ec377f8d6bc4050"/><Relationship Type="http://schemas.openxmlformats.org/officeDocument/2006/relationships/image" Target="/ppt/media/image403.png" Id="R3b13d9fc2af247f9"/><Relationship Type="http://schemas.openxmlformats.org/officeDocument/2006/relationships/image" Target="/ppt/media/image404.png" Id="R72c476468b024b01"/><Relationship Type="http://schemas.openxmlformats.org/officeDocument/2006/relationships/notesSlide" Target="/ppt/notesSlides/notesSlide25.xml" Id="R3deda3c147f9465f"/><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c409dd3e45dbe9c05f1622ca.svg"/><Relationship Id="rIdMathSvg4" Type="http://schemas.openxmlformats.org/officeDocument/2006/relationships/image" Target="../media/t4_255e30fc9b54655e906c493a.svg"/><Relationship Id="rIdMathSvg5" Type="http://schemas.openxmlformats.org/officeDocument/2006/relationships/image" Target="../media/t4_78d7f1b9051655820c7471e5.svg"/><Relationship Id="rIdMathSvg6" Type="http://schemas.openxmlformats.org/officeDocument/2006/relationships/image" Target="../media/t4_f7f5867816ff813e9e8b8eae.svg"/><Relationship Id="rIdMathSvg7" Type="http://schemas.openxmlformats.org/officeDocument/2006/relationships/image" Target="../media/t4_bb3cad81f5c8808e40dfd0cb.svg"/><Relationship Id="rIdMathSvg8" Type="http://schemas.openxmlformats.org/officeDocument/2006/relationships/image" Target="../media/t4_594c0e2833547cf43017c673.svg"/><Relationship Id="rIdMathSvg9" Type="http://schemas.openxmlformats.org/officeDocument/2006/relationships/image" Target="../media/t4_05fea9e6fddbe09dc4b39235.svg"/><Relationship Id="rIdMathSvg10" Type="http://schemas.openxmlformats.org/officeDocument/2006/relationships/image" Target="../media/t4_fe1a8fd2f960be8b17be57f0.svg"/><Relationship Id="rIdMathSvg11" Type="http://schemas.openxmlformats.org/officeDocument/2006/relationships/image" Target="../media/t4_e4744d75359cfec3e1b372e7.svg"/><Relationship Id="rIdMathSvg12" Type="http://schemas.openxmlformats.org/officeDocument/2006/relationships/image" Target="../media/t4_ba4d6cf12820b1f81ce6ca9a.svg"/><Relationship Id="rIdMathSvg13" Type="http://schemas.openxmlformats.org/officeDocument/2006/relationships/image" Target="../media/t4_1b7c07965ab090af12d1e2d2.svg"/><Relationship Id="rIdMathSvg14" Type="http://schemas.openxmlformats.org/officeDocument/2006/relationships/image" Target="../media/t4_0e6dfb854cc38294ee3b7c23.svg"/><Relationship Id="rIdMathSvg15" Type="http://schemas.openxmlformats.org/officeDocument/2006/relationships/image" Target="../media/t4_6dd0d4a1550a9e1f90aeef20.svg"/><Relationship Id="rIdMathSvg16" Type="http://schemas.openxmlformats.org/officeDocument/2006/relationships/image" Target="../media/t4_6d4d9461513c9e9473c1af37.svg"/><Relationship Id="rIdMathSvg17" Type="http://schemas.openxmlformats.org/officeDocument/2006/relationships/image" Target="../media/t4_6dd0d4a1550a9e1f90aeef20.svg"/><Relationship Id="rIdMathSvg18" Type="http://schemas.openxmlformats.org/officeDocument/2006/relationships/image" Target="../media/t4_480594b0fb79050567a7fb85.svg"/><Relationship Id="rIdMathSvg19" Type="http://schemas.openxmlformats.org/officeDocument/2006/relationships/image" Target="../media/t4_382693fe57d7debd51bfb5f0.svg"/><Relationship Id="rIdMathSvg20" Type="http://schemas.openxmlformats.org/officeDocument/2006/relationships/image" Target="../media/t4_6dd0d4a1550a9e1f90aeef20.svg"/><Relationship Id="rIdMathSvg21" Type="http://schemas.openxmlformats.org/officeDocument/2006/relationships/image" Target="../media/t4_6d4d9461513c9e9473c1af37.svg"/><Relationship Id="rIdMathSvg22" Type="http://schemas.openxmlformats.org/officeDocument/2006/relationships/image" Target="../media/t4_6dd0d4a1550a9e1f90aeef20.svg"/><Relationship Id="rIdMathSvg23" Type="http://schemas.openxmlformats.org/officeDocument/2006/relationships/image" Target="../media/t4_480594b0fb79050567a7fb85.svg"/><Relationship Id="rIdMathSvg24" Type="http://schemas.openxmlformats.org/officeDocument/2006/relationships/image" Target="../media/t4_dea4dae691f69b82d68238af.svg"/><Relationship Id="rIdMathSvg25" Type="http://schemas.openxmlformats.org/officeDocument/2006/relationships/image" Target="../media/t4_016f9edcede4a103a2f39ffe.svg"/><Relationship Id="rIdMathSvg26" Type="http://schemas.openxmlformats.org/officeDocument/2006/relationships/image" Target="../media/t4_59fed74325c51580f0b6de0f.svg"/><Relationship Id="rIdMathSvg27" Type="http://schemas.openxmlformats.org/officeDocument/2006/relationships/image" Target="../media/t4_0282127a750c2f933103f603.svg"/><Relationship Id="rIdMathSvg28" Type="http://schemas.openxmlformats.org/officeDocument/2006/relationships/image" Target="../media/t4_fcb294e1a7d4cb3957313bb0.svg"/><Relationship Id="rIdMathSvg29" Type="http://schemas.openxmlformats.org/officeDocument/2006/relationships/image" Target="../media/t4_4195a5da3be6e61a70e37dfc.svg"/><Relationship Id="rIdMathSvg30" Type="http://schemas.openxmlformats.org/officeDocument/2006/relationships/image" Target="../media/t4_a13fb943c503c0087f423ce0.svg"/><Relationship Id="rIdMathSvg31" Type="http://schemas.openxmlformats.org/officeDocument/2006/relationships/image" Target="../media/t4_d32017bbbd36cb4d5dcdc5b7.svg"/><Relationship Id="rIdMathSvg32" Type="http://schemas.openxmlformats.org/officeDocument/2006/relationships/image" Target="../media/t4_9dc9b68f3996007311335a07.svg"/><Relationship Id="rIdMathSvg33" Type="http://schemas.openxmlformats.org/officeDocument/2006/relationships/image" Target="../media/t4_c99ba6e342845c6845dac752.svg"/><Relationship Id="rIdMathSvg34" Type="http://schemas.openxmlformats.org/officeDocument/2006/relationships/image" Target="../media/t4_4b20a6ff0c9b7d1acea2dd50.svg"/><Relationship Id="rIdMathSvg35" Type="http://schemas.openxmlformats.org/officeDocument/2006/relationships/image" Target="../media/t4_597abc74250792bb5a08a36b.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26.xml.rels><?xml version='1.0' encoding='UTF-8' standalone='yes'?>
<Relationships xmlns="http://schemas.openxmlformats.org/package/2006/relationships"><Relationship Type="http://schemas.openxmlformats.org/officeDocument/2006/relationships/slideLayout" Target="../slideLayouts/t3_reference_methods_slideLayout1.xml" Id="Re7c58707be5a449d"/><Relationship Type="http://schemas.openxmlformats.org/officeDocument/2006/relationships/image" Target="../media/image94.png" Id="Rad98b7a695f241eb"/><Relationship Type="http://schemas.openxmlformats.org/officeDocument/2006/relationships/image" Target="../media/image9.png" Id="R3a775e08cbd2417d"/><Relationship Type="http://schemas.openxmlformats.org/officeDocument/2006/relationships/image" Target="../media/image10.png" Id="R0f5e9fef64bc4ddb"/><Relationship Type="http://schemas.openxmlformats.org/officeDocument/2006/relationships/image" Target="/ppt/media/image408.png" Id="Re99693f69d0e434b"/><Relationship Type="http://schemas.openxmlformats.org/officeDocument/2006/relationships/image" Target="/ppt/media/image409.png" Id="Rbfaabe4d27e846e2"/><Relationship Type="http://schemas.openxmlformats.org/officeDocument/2006/relationships/image" Target="../media/image78.png" Id="Rac7eef0c392c4032"/><Relationship Type="http://schemas.openxmlformats.org/officeDocument/2006/relationships/image" Target="../media/image79.png" Id="R7e29efa573fd4d7d"/><Relationship Type="http://schemas.openxmlformats.org/officeDocument/2006/relationships/image" Target="../media/image80.png" Id="R16192d5b69704049"/><Relationship Type="http://schemas.openxmlformats.org/officeDocument/2006/relationships/image" Target="../media/image240.png" Id="Raa7e04253c974d28"/><Relationship Type="http://schemas.openxmlformats.org/officeDocument/2006/relationships/image" Target="../media/image106.png" Id="Rd9de877af9a24152"/><Relationship Type="http://schemas.openxmlformats.org/officeDocument/2006/relationships/image" Target="../media/image242.png" Id="R7bf6e746b8864b29"/><Relationship Type="http://schemas.openxmlformats.org/officeDocument/2006/relationships/image" Target="../media/image98.png" Id="Rbbf26f26b085403c"/><Relationship Type="http://schemas.openxmlformats.org/officeDocument/2006/relationships/image" Target="../media/image104.png" Id="Reb2b92ebd6324d43"/><Relationship Type="http://schemas.openxmlformats.org/officeDocument/2006/relationships/image" Target="/ppt/media/image418.png" Id="R7460430eadc34677"/><Relationship Type="http://schemas.openxmlformats.org/officeDocument/2006/relationships/image" Target="../media/image98.png" Id="Rb4379e4b34fa408c"/><Relationship Type="http://schemas.openxmlformats.org/officeDocument/2006/relationships/image" Target="../media/image106.png" Id="Rbda37dea242b45e4"/><Relationship Type="http://schemas.openxmlformats.org/officeDocument/2006/relationships/image" Target="../media/image240.png" Id="Rc47d83fafd0a43e7"/><Relationship Type="http://schemas.openxmlformats.org/officeDocument/2006/relationships/image" Target="../media/image242.png" Id="Rc8e4eb695cac49a6"/><Relationship Type="http://schemas.openxmlformats.org/officeDocument/2006/relationships/image" Target="/ppt/media/image423.png" Id="Rba0c0e8217f84ab6"/><Relationship Type="http://schemas.openxmlformats.org/officeDocument/2006/relationships/image" Target="/ppt/media/image424.png" Id="R68440701cf5c4e09"/><Relationship Type="http://schemas.openxmlformats.org/officeDocument/2006/relationships/notesSlide" Target="/ppt/notesSlides/notesSlide26.xml" Id="Rbeaa66b2c0444e95"/><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cfaf4553400e962160ed7d9e.svg"/><Relationship Id="rIdMathSvg4" Type="http://schemas.openxmlformats.org/officeDocument/2006/relationships/image" Target="../media/t4_531cc3c7dc83b8bd2c1947ad.svg"/><Relationship Id="rIdMathSvg5" Type="http://schemas.openxmlformats.org/officeDocument/2006/relationships/image" Target="../media/t4_fb58e1e931e153453bd4f78a.svg"/><Relationship Id="rIdMathSvg6" Type="http://schemas.openxmlformats.org/officeDocument/2006/relationships/image" Target="../media/t4_c7fae1f70076eeb7980a86a8.svg"/><Relationship Id="rIdMathSvg7" Type="http://schemas.openxmlformats.org/officeDocument/2006/relationships/image" Target="../media/t4_084b25844904171df467e9db.svg"/><Relationship Id="rIdMathSvg8" Type="http://schemas.openxmlformats.org/officeDocument/2006/relationships/image" Target="../media/t4_e81f1948ff81f24f27ea039a.svg"/><Relationship Id="rIdMathSvg9" Type="http://schemas.openxmlformats.org/officeDocument/2006/relationships/image" Target="../media/t4_480594b0fb79050567a7fb85.svg"/><Relationship Id="rIdMathSvg10" Type="http://schemas.openxmlformats.org/officeDocument/2006/relationships/image" Target="../media/t4_03ac1ea7e4d8b5daff9ac0f1.svg"/><Relationship Id="rIdMathSvg11" Type="http://schemas.openxmlformats.org/officeDocument/2006/relationships/image" Target="../media/t4_6dd0d4a1550a9e1f90aeef20.svg"/><Relationship Id="rIdMathSvg12" Type="http://schemas.openxmlformats.org/officeDocument/2006/relationships/image" Target="../media/t4_6d4d9461513c9e9473c1af37.svg"/><Relationship Id="rIdMathSvg13" Type="http://schemas.openxmlformats.org/officeDocument/2006/relationships/image" Target="../media/t4_4246afe6e49f060aec9cbb09.svg"/><Relationship Id="rIdMathSvg14" Type="http://schemas.openxmlformats.org/officeDocument/2006/relationships/image" Target="../media/t4_6dd0d4a1550a9e1f90aeef20.svg"/><Relationship Id="rIdMathSvg15" Type="http://schemas.openxmlformats.org/officeDocument/2006/relationships/image" Target="../media/t4_480594b0fb79050567a7fb85.svg"/><Relationship Id="rIdMathSvg16" Type="http://schemas.openxmlformats.org/officeDocument/2006/relationships/image" Target="../media/t4_e81f1948ff81f24f27ea039a.svg"/><Relationship Id="rIdMathSvg17" Type="http://schemas.openxmlformats.org/officeDocument/2006/relationships/image" Target="../media/t4_03ac1ea7e4d8b5daff9ac0f1.svg"/><Relationship Id="rIdMathSvg18" Type="http://schemas.openxmlformats.org/officeDocument/2006/relationships/image" Target="../media/t4_8b7543dca1f25fa629aacd28.svg"/><Relationship Id="rIdMathSvg19" Type="http://schemas.openxmlformats.org/officeDocument/2006/relationships/image" Target="../media/t4_f66006c4c2fc7269430e9b87.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27.xml.rels><?xml version='1.0' encoding='UTF-8' standalone='yes'?>
<Relationships xmlns="http://schemas.openxmlformats.org/package/2006/relationships"><Relationship Type="http://schemas.openxmlformats.org/officeDocument/2006/relationships/slideLayout" Target="../slideLayouts/t3_reference_methods_slideLayout1.xml" Id="R2ca8d605d739464e"/><Relationship Type="http://schemas.openxmlformats.org/officeDocument/2006/relationships/image" Target="../media/image94.png" Id="R77c790d9afdd4514"/><Relationship Type="http://schemas.openxmlformats.org/officeDocument/2006/relationships/image" Target="../media/image9.png" Id="R04975bfa390546f7"/><Relationship Type="http://schemas.openxmlformats.org/officeDocument/2006/relationships/image" Target="../media/image10.png" Id="R066a3114a8594a11"/><Relationship Type="http://schemas.openxmlformats.org/officeDocument/2006/relationships/image" Target="../media/image230.png" Id="R681028cea7c746bb"/><Relationship Type="http://schemas.openxmlformats.org/officeDocument/2006/relationships/image" Target="../media/image98.png" Id="R731feac2723d425b"/><Relationship Type="http://schemas.openxmlformats.org/officeDocument/2006/relationships/image" Target="../media/image104.png" Id="R56bcd1a6b98d4843"/><Relationship Type="http://schemas.openxmlformats.org/officeDocument/2006/relationships/image" Target="../media/image98.png" Id="Rf7decd1a15ac4dde"/><Relationship Type="http://schemas.openxmlformats.org/officeDocument/2006/relationships/image" Target="../media/image106.png" Id="Rd6b9994ae98048c5"/><Relationship Type="http://schemas.openxmlformats.org/officeDocument/2006/relationships/image" Target="/ppt/media/image433.png" Id="Ra9a1eacb1c4e4921"/><Relationship Type="http://schemas.openxmlformats.org/officeDocument/2006/relationships/image" Target="../media/image409.png" Id="R152427b400ba4b93"/><Relationship Type="http://schemas.openxmlformats.org/officeDocument/2006/relationships/image" Target="/ppt/media/image435.png" Id="Ra4531dac338f444b"/><Relationship Type="http://schemas.openxmlformats.org/officeDocument/2006/relationships/image" Target="/ppt/media/image436.png" Id="Rb064c3d207c94cfd"/><Relationship Type="http://schemas.openxmlformats.org/officeDocument/2006/relationships/image" Target="/ppt/media/image437.png" Id="Rbd173a8f6f8b44fd"/><Relationship Type="http://schemas.openxmlformats.org/officeDocument/2006/relationships/image" Target="/ppt/media/image438.png" Id="R65313fe8d8564681"/><Relationship Type="http://schemas.openxmlformats.org/officeDocument/2006/relationships/image" Target="/ppt/media/image439.png" Id="R7939a139caf34db9"/><Relationship Type="http://schemas.openxmlformats.org/officeDocument/2006/relationships/image" Target="/ppt/media/image440.png" Id="Rb189629509474107"/><Relationship Type="http://schemas.openxmlformats.org/officeDocument/2006/relationships/image" Target="/ppt/media/image441.png" Id="R1b1d1adee2504f6b"/><Relationship Type="http://schemas.openxmlformats.org/officeDocument/2006/relationships/image" Target="/ppt/media/image442.png" Id="R8ede238d5b874538"/><Relationship Type="http://schemas.openxmlformats.org/officeDocument/2006/relationships/image" Target="/ppt/media/image443.png" Id="R1ef1f20949c1414f"/><Relationship Type="http://schemas.openxmlformats.org/officeDocument/2006/relationships/notesSlide" Target="/ppt/notesSlides/notesSlide27.xml" Id="R95c1d7df336e46a8"/><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4b4047745d94a6b2b526697b.svg"/><Relationship Id="rIdMathSvg3" Type="http://schemas.openxmlformats.org/officeDocument/2006/relationships/image" Target="../media/t4_c409dd3e45dbe9c05f1622ca.svg"/><Relationship Id="rIdMathSvg4" Type="http://schemas.openxmlformats.org/officeDocument/2006/relationships/image" Target="../media/t4_6dd0d4a1550a9e1f90aeef20.svg"/><Relationship Id="rIdMathSvg5" Type="http://schemas.openxmlformats.org/officeDocument/2006/relationships/image" Target="../media/t4_6d4d9461513c9e9473c1af37.svg"/><Relationship Id="rIdMathSvg6" Type="http://schemas.openxmlformats.org/officeDocument/2006/relationships/image" Target="../media/t4_6dd0d4a1550a9e1f90aeef20.svg"/><Relationship Id="rIdMathSvg7" Type="http://schemas.openxmlformats.org/officeDocument/2006/relationships/image" Target="../media/t4_480594b0fb79050567a7fb85.svg"/><Relationship Id="rIdMathSvg8" Type="http://schemas.openxmlformats.org/officeDocument/2006/relationships/image" Target="../media/t4_6997065131c32480eb55eb75.svg"/><Relationship Id="rIdMathSvg9" Type="http://schemas.openxmlformats.org/officeDocument/2006/relationships/image" Target="../media/t4_531cc3c7dc83b8bd2c1947ad.svg"/><Relationship Id="rIdMathSvg10" Type="http://schemas.openxmlformats.org/officeDocument/2006/relationships/image" Target="../media/t4_402e999d77e8591913569775.svg"/><Relationship Id="rIdMathSvg11" Type="http://schemas.openxmlformats.org/officeDocument/2006/relationships/image" Target="../media/t4_9b8ca2576f32faa5c65d8b39.svg"/><Relationship Id="rIdMathSvg12" Type="http://schemas.openxmlformats.org/officeDocument/2006/relationships/image" Target="../media/t4_a52b96617e8bd6b49cec2815.svg"/><Relationship Id="rIdMathSvg13" Type="http://schemas.openxmlformats.org/officeDocument/2006/relationships/image" Target="../media/t4_8b44e76ba54d6619cfc8c066.svg"/><Relationship Id="rIdMathSvg14" Type="http://schemas.openxmlformats.org/officeDocument/2006/relationships/image" Target="../media/t4_c3b7d8956b8948eb2cd03734.svg"/><Relationship Id="rIdMathSvg15" Type="http://schemas.openxmlformats.org/officeDocument/2006/relationships/image" Target="../media/t4_99900a8551f5590ebdc96c68.svg"/><Relationship Id="rIdMathSvg16" Type="http://schemas.openxmlformats.org/officeDocument/2006/relationships/image" Target="../media/t4_eb0af956878352ca07db2db4.svg"/><Relationship Id="rIdMathSvg17" Type="http://schemas.openxmlformats.org/officeDocument/2006/relationships/image" Target="../media/t4_d75b782f542d9c142f7ed6ce.svg"/><Relationship Id="rIdMathSvg18" Type="http://schemas.openxmlformats.org/officeDocument/2006/relationships/image" Target="../media/t4_2206e0d988669e01ad47b5fd.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Nav4" Type="http://schemas.openxmlformats.org/officeDocument/2006/relationships/slide" Target="slide12.xml"/></Relationships>
</file>

<file path=ppt/slides/_rels/slide28.xml.rels><?xml version='1.0' encoding='UTF-8' standalone='yes'?>
<Relationships xmlns="http://schemas.openxmlformats.org/package/2006/relationships"><Relationship Type="http://schemas.openxmlformats.org/officeDocument/2006/relationships/slideLayout" Target="../slideLayouts/t3_reference_methods_slideLayout1.xml" Id="R3c25424f895744e5"/><Relationship Type="http://schemas.openxmlformats.org/officeDocument/2006/relationships/image" Target="/ppt/media/image444.png" Id="Rdd0b0bf07d6649f9"/><Relationship Type="http://schemas.openxmlformats.org/officeDocument/2006/relationships/image" Target="../media/image94.png" Id="Rbe7ab06b46044c13"/><Relationship Type="http://schemas.openxmlformats.org/officeDocument/2006/relationships/image" Target="../media/image9.png" Id="R9f3b80c535c545ff"/><Relationship Type="http://schemas.openxmlformats.org/officeDocument/2006/relationships/image" Target="/ppt/media/image447.png" Id="R529d78d90fa249fa"/><Relationship Type="http://schemas.openxmlformats.org/officeDocument/2006/relationships/image" Target="/ppt/media/image448.png" Id="R5f7132a8f4b54577"/><Relationship Type="http://schemas.openxmlformats.org/officeDocument/2006/relationships/image" Target="/ppt/media/image449.png" Id="R012bb0cb8d2d4bea"/><Relationship Type="http://schemas.openxmlformats.org/officeDocument/2006/relationships/image" Target="/ppt/media/image450.png" Id="R745fc7c505154fac"/><Relationship Type="http://schemas.openxmlformats.org/officeDocument/2006/relationships/image" Target="/ppt/media/image451.png" Id="Rb7169555d9534b3f"/><Relationship Type="http://schemas.openxmlformats.org/officeDocument/2006/relationships/image" Target="/ppt/media/image452.png" Id="R76fc69c68d834652"/><Relationship Type="http://schemas.openxmlformats.org/officeDocument/2006/relationships/image" Target="/ppt/media/image453.png" Id="Rf9ed870d74dc4354"/><Relationship Type="http://schemas.openxmlformats.org/officeDocument/2006/relationships/image" Target="/ppt/media/image454.png" Id="R8ea17403b38a4d54"/><Relationship Type="http://schemas.openxmlformats.org/officeDocument/2006/relationships/image" Target="/ppt/media/image455.png" Id="R9ff2aae614a24c84"/><Relationship Type="http://schemas.openxmlformats.org/officeDocument/2006/relationships/image" Target="/ppt/media/image456.png" Id="Rb5d8cdf7772c4318"/><Relationship Type="http://schemas.openxmlformats.org/officeDocument/2006/relationships/image" Target="/ppt/media/image457.png" Id="R3daf9c70fc734d01"/><Relationship Type="http://schemas.openxmlformats.org/officeDocument/2006/relationships/image" Target="/ppt/media/image458.png" Id="R5a8b92aaae7e4ef3"/><Relationship Type="http://schemas.openxmlformats.org/officeDocument/2006/relationships/image" Target="/ppt/media/image459.png" Id="R6c46e7b64d95433b"/><Relationship Type="http://schemas.openxmlformats.org/officeDocument/2006/relationships/image" Target="/ppt/media/image460.png" Id="Raf814965c1fa47f5"/><Relationship Type="http://schemas.openxmlformats.org/officeDocument/2006/relationships/image" Target="/ppt/media/image461.png" Id="Re10c6cb8fd114339"/><Relationship Type="http://schemas.openxmlformats.org/officeDocument/2006/relationships/image" Target="/ppt/media/image462.png" Id="R52c0a19ed9474b14"/><Relationship Type="http://schemas.openxmlformats.org/officeDocument/2006/relationships/notesSlide" Target="/ppt/notesSlides/notesSlide28.xml" Id="R7861d83735134530"/><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e83fdbe0246517785d955bb3.svg"/><Relationship Id="rIdMathSvg3" Type="http://schemas.openxmlformats.org/officeDocument/2006/relationships/image" Target="../media/t4_07e4f1f628f25a2466430521.svg"/><Relationship Id="rIdMathSvg4" Type="http://schemas.openxmlformats.org/officeDocument/2006/relationships/image" Target="../media/t4_4990461277c536b4476a3b77.svg"/><Relationship Id="rIdMathSvg5" Type="http://schemas.openxmlformats.org/officeDocument/2006/relationships/image" Target="../media/t4_97b906e91dc364084432572c.svg"/><Relationship Id="rIdMathSvg6" Type="http://schemas.openxmlformats.org/officeDocument/2006/relationships/image" Target="../media/t4_b45f39f4ee50611c48f47e1a.svg"/><Relationship Id="rIdMathSvg7" Type="http://schemas.openxmlformats.org/officeDocument/2006/relationships/image" Target="../media/t4_300ff4c1bc14a707d298c5ce.svg"/><Relationship Id="rIdMathSvg8" Type="http://schemas.openxmlformats.org/officeDocument/2006/relationships/image" Target="../media/t4_f98bbbee1aa5de22f0d8f26e.svg"/><Relationship Id="rIdMathSvg9" Type="http://schemas.openxmlformats.org/officeDocument/2006/relationships/image" Target="../media/t4_65752d96c62cb4d2de71ba03.svg"/><Relationship Id="rIdMathSvg10" Type="http://schemas.openxmlformats.org/officeDocument/2006/relationships/image" Target="../media/t4_4bd86794928ec4428003edc0.svg"/><Relationship Id="rIdMathSvg11" Type="http://schemas.openxmlformats.org/officeDocument/2006/relationships/image" Target="../media/t4_521b3657b3afdb61cb51fe23.svg"/><Relationship Id="rIdMathSvg12" Type="http://schemas.openxmlformats.org/officeDocument/2006/relationships/image" Target="../media/t4_f6a3da2a0e1abb6588424fde.svg"/><Relationship Id="rIdMathSvg13" Type="http://schemas.openxmlformats.org/officeDocument/2006/relationships/image" Target="../media/t4_fc9fc2ff0e8814eaadc8d416.svg"/><Relationship Id="rIdMathSvg14" Type="http://schemas.openxmlformats.org/officeDocument/2006/relationships/image" Target="../media/t4_4426b02a3a0e0e78e8841372.svg"/><Relationship Id="rIdMathSvg15" Type="http://schemas.openxmlformats.org/officeDocument/2006/relationships/image" Target="../media/t4_85d3c7f3c4b9f8eca4c4cd17.svg"/><Relationship Id="rIdMathSvg16" Type="http://schemas.openxmlformats.org/officeDocument/2006/relationships/image" Target="../media/t4_361a0f8f22b06f8ab4a09a87.svg"/><Relationship Id="rIdMathSvg17" Type="http://schemas.openxmlformats.org/officeDocument/2006/relationships/image" Target="../media/t4_460da3cda6c4334b340621da.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T4ClickFrame1" Type="http://schemas.openxmlformats.org/officeDocument/2006/relationships/image" Target="../media/image444.png"/><Relationship Id="rIdT4ClickFrame2" Type="http://schemas.openxmlformats.org/officeDocument/2006/relationships/image" Target="../media/t4_click_1ca91f79450cd7942d01321829fa30ecc8c5262a3a5d217105ba52045f4506d7.png"/><Relationship Id="rIdT4ClickFrame3" Type="http://schemas.openxmlformats.org/officeDocument/2006/relationships/image" Target="../media/t4_click_3e6953e85acb0730da60d6d760ec00421addb5eefd8ca3689961aafb8bd4e74c.png"/><Relationship Id="rIdT4ClickFrame4" Type="http://schemas.openxmlformats.org/officeDocument/2006/relationships/image" Target="../media/t4_click_4041385c61cb816b907c3e8e2290b5e61e63a76a5376dcc5fee3961201f79de4.png"/><Relationship Id="rIdT4ClickFrame5" Type="http://schemas.openxmlformats.org/officeDocument/2006/relationships/image" Target="../media/t4_click_d98ae438b627d3d4f7dea2028c69712398cd70abdb0872e73de59db7755a74d7.png"/><Relationship Id="rIdT4ClickFrame6" Type="http://schemas.openxmlformats.org/officeDocument/2006/relationships/image" Target="../media/t4_click_db9c0c12807044cae6f8b0275f2d65a1ce0811c71d60876b0add94d0e9fc7c4c.png"/><Relationship Id="rIdT4ClickFrame7" Type="http://schemas.openxmlformats.org/officeDocument/2006/relationships/image" Target="../media/t4_click_1e27cc9d39919df6710e4cc8c8215a618d7615e26aacd4754608295d9a5fb5cc.png"/><Relationship Id="rIdT4ClickFrame8" Type="http://schemas.openxmlformats.org/officeDocument/2006/relationships/image" Target="../media/t4_click_c76332156fea9b9c80c91d89ee6bcbc2a989846addf32898781fa57a0ab5a9e1.png"/><Relationship Id="rIdT4ClickFrame9" Type="http://schemas.openxmlformats.org/officeDocument/2006/relationships/image" Target="../media/t4_click_6d476dbb5ac18b0c010d7004ac08394e07eccda2d265bf1b643337e8c635efe3.png"/><Relationship Id="rIdT4ClickFrame10" Type="http://schemas.openxmlformats.org/officeDocument/2006/relationships/image" Target="../media/t4_click_d0dbdda5c2db8846c9e05ce28b6d19f7397da3442f45cda42104f47a056f8486.png"/><Relationship Id="rIdT4ClickFrame11" Type="http://schemas.openxmlformats.org/officeDocument/2006/relationships/image" Target="../media/t4_click_b358ac35e9559a37ba0f3529294ac36b2b2e3dc9dc7bafca46d204146f90d79c.png"/><Relationship Id="rIdT4ClickFrame12" Type="http://schemas.openxmlformats.org/officeDocument/2006/relationships/image" Target="../media/t4_click_00e1decbb6b7c2f0a9c9659f7546c51287c6de0fb78588c560cabe723f9a9247.png"/><Relationship Id="rIdT4ClickFrame13" Type="http://schemas.openxmlformats.org/officeDocument/2006/relationships/image" Target="../media/t4_click_46e3794110ad8dba327bbe32923a4f51799c28987db45a3bb40ab4c3536c439e.png"/><Relationship Id="rIdT4ClickFrame14" Type="http://schemas.openxmlformats.org/officeDocument/2006/relationships/image" Target="../media/t4_click_33273c241aedb3331da211098452249f9cad1ffc652dbbc116979b9301102714.png"/><Relationship Id="rIdT4ClickFrame15" Type="http://schemas.openxmlformats.org/officeDocument/2006/relationships/image" Target="../media/t4_click_6e9245636bb5b990ab610fe45eef850e88a819e9c7c6b2363b814fe389ecdc9f.png"/><Relationship Id="rIdT4ClickFrame16" Type="http://schemas.openxmlformats.org/officeDocument/2006/relationships/image" Target="../media/t4_click_2dac21cc90325162c8ae6196f1f296989fa6e84672afd3636e0a1fe5052cbe73.png"/><Relationship Id="rIdT4ClickFrame17" Type="http://schemas.openxmlformats.org/officeDocument/2006/relationships/image" Target="../media/t4_click_08ed9e3f5efa64edd84ff5b870fbf3983cf8cc7bb39ed9f4883824be15169d4f.png"/><Relationship Id="rIdT4ClickFrame18" Type="http://schemas.openxmlformats.org/officeDocument/2006/relationships/image" Target="../media/t4_click_7b554b0ed798eb5b8f8a14c0c66cf2181b44a96b9eb96babdd5327061c534663.png"/><Relationship Id="rIdT4ClickFrame19" Type="http://schemas.openxmlformats.org/officeDocument/2006/relationships/image" Target="../media/t4_click_742a2f47b11a8273f3930c2f99bee44ce108bace89e20f88f9a70778e50055c7.png"/><Relationship Id="rIdT4ClickFrame20" Type="http://schemas.openxmlformats.org/officeDocument/2006/relationships/image" Target="../media/t4_click_fb204915f17d24a42bd093fb1fa2824062a2c2b23fb7d0cc373c4e4d38f1aa28.png"/><Relationship Id="rIdT4ClickFrame21" Type="http://schemas.openxmlformats.org/officeDocument/2006/relationships/image" Target="../media/t4_click_f9360c6a352b54be17ce44278bd834937769b2c0f49d8744fc33aba52f687476.png"/><Relationship Id="rIdT4ClickFrame22" Type="http://schemas.openxmlformats.org/officeDocument/2006/relationships/image" Target="../media/t4_click_573855cd0c5d20638607ace311e8304366ee25931cdb5c8f0532a87772f989a5.png"/><Relationship Id="rIdT4ClickFrame23" Type="http://schemas.openxmlformats.org/officeDocument/2006/relationships/image" Target="../media/t4_click_0f20b59fa4d9f3848aa647bf21d92eeca985e04f6ac82ff4d71169e7b63a9889.png"/><Relationship Id="rIdT4ClickFrame24" Type="http://schemas.openxmlformats.org/officeDocument/2006/relationships/image" Target="../media/t4_click_cfbf1f858fa75032c8e8a52d0e0960e7013d2403d2bcdd5603a4bebcfe8872ac.png"/><Relationship Id="rIdT4ClickFrame25" Type="http://schemas.openxmlformats.org/officeDocument/2006/relationships/image" Target="../media/t4_click_7c093ce5e8c8400d0aca7e24044478d1ea8b3f9e8b4b4b61843f8111b0a1c99c.png"/><Relationship Id="rIdT4ClickFrame26" Type="http://schemas.openxmlformats.org/officeDocument/2006/relationships/image" Target="../media/t4_click_d5331a390853623f0fa9839bd34eaec4e356bd77c1cb759a2afc10cc22e19b30.png"/><Relationship Id="rIdT4ClickFrame27" Type="http://schemas.openxmlformats.org/officeDocument/2006/relationships/image" Target="../media/t4_click_ac8057b6339916705468fac7802bd52219b42baddcc9496fa246f4bd7d34e59d.png"/><Relationship Id="rIdT4ClickFrame28" Type="http://schemas.openxmlformats.org/officeDocument/2006/relationships/image" Target="../media/t4_click_d55e55ee2dbce48a21a17e5a153bdb49c0b3ae5d81ac31c0d643e174a4fedfdf.png"/><Relationship Id="rIdT4ClickFrame29" Type="http://schemas.openxmlformats.org/officeDocument/2006/relationships/image" Target="../media/t4_click_93808459522cf18c2018fbaf680e463b4acdf6464d0c206704be0a3d1fc9d562.png"/><Relationship Id="rIdT4ClickFrame30" Type="http://schemas.openxmlformats.org/officeDocument/2006/relationships/image" Target="../media/t4_click_8a37948944a6489ce123d4ea6f24c69670b818a31cc3976574bde30dda3bcd61.png"/><Relationship Id="rIdT4ClickFrame31" Type="http://schemas.openxmlformats.org/officeDocument/2006/relationships/image" Target="../media/t4_click_a76d3901e34a920a7958e5a0bfe95c0e37a399ee0b0ca4280c43603f24d42ec8.png"/><Relationship Id="rIdT4ClickFrame32" Type="http://schemas.openxmlformats.org/officeDocument/2006/relationships/image" Target="../media/t4_click_cbb5757f8ae9bc7fe9572a8abef11de1024d446ef7e253b7876eb676b0843744.png"/><Relationship Id="rIdT4ClickFrame33" Type="http://schemas.openxmlformats.org/officeDocument/2006/relationships/image" Target="../media/t4_click_08ada3ce9a5127ff68f465e7c3678b3532e1b8dd7b72538e956aaa2b7aa2035b.png"/><Relationship Id="rIdT4ClickFrame34" Type="http://schemas.openxmlformats.org/officeDocument/2006/relationships/image" Target="../media/t4_click_3e36b1cf71ea73ce0d00fbe2876c2a32c88061569ee76236988ecade195b791f.png"/><Relationship Id="rIdT4ClickFrame35" Type="http://schemas.openxmlformats.org/officeDocument/2006/relationships/image" Target="../media/t4_click_a401819fd90b40f6eb3da3e6e5a809e7086afcdf79f719837e20938a3f97f8b9.png"/><Relationship Id="rIdT4ClickFrame36" Type="http://schemas.openxmlformats.org/officeDocument/2006/relationships/image" Target="../media/t4_click_ea0595865bd8336518e91862ee3e7b6ac00c4e87fd6c480ee29361e647fa0b5a.png"/><Relationship Id="rIdT4ClickFrame37" Type="http://schemas.openxmlformats.org/officeDocument/2006/relationships/image" Target="../media/t4_click_8fe015c2106c846792c02e791ca59fd33770b8e7ddad527c2aaac9a1e17e575b.png"/><Relationship Id="rIdT4ClickFrame38" Type="http://schemas.openxmlformats.org/officeDocument/2006/relationships/image" Target="../media/t4_click_4cc50cdac19aace7bcc2426a22d4d8136282ced1e7f01c0085e66ed3f9137920.png"/><Relationship Id="rIdT4ClickFrame39" Type="http://schemas.openxmlformats.org/officeDocument/2006/relationships/image" Target="../media/t4_click_431244e20e014135ca415935fed6afd4f49a60d9c7ac0a38f8f2be71ec22111f.png"/><Relationship Id="rIdT4ClickFrame40" Type="http://schemas.openxmlformats.org/officeDocument/2006/relationships/image" Target="../media/t4_click_55c040c3a2094a4727663b6f9c7e5af63f2175fb72f7a86d9f13ba5791002e69.png"/><Relationship Id="rIdT4ClickFrame41" Type="http://schemas.openxmlformats.org/officeDocument/2006/relationships/image" Target="../media/t4_click_b3b8f950167c540d726cb4be20c6a4af4c47d2773b11dc50be7334f9c33ecb38.png"/><Relationship Id="rIdT4ClickFrame42" Type="http://schemas.openxmlformats.org/officeDocument/2006/relationships/image" Target="../media/t4_click_a135de5a487e51ad4fce04be639886c09f000fbf4ab9582448dee2d03ae48c17.png"/><Relationship Id="rIdT4ClickFrame43" Type="http://schemas.openxmlformats.org/officeDocument/2006/relationships/image" Target="../media/t4_click_0450b9a6e771dc6712c476454908de691ebdb46908dae475695e74d986e3106e.png"/><Relationship Id="rIdT4ClickFrame44" Type="http://schemas.openxmlformats.org/officeDocument/2006/relationships/image" Target="../media/t4_click_ba3fb55d31632e0dd17e8e43781e243535ab186dc98ad4f0461dc70369af92c0.png"/><Relationship Id="rIdT4ClickFrame45" Type="http://schemas.openxmlformats.org/officeDocument/2006/relationships/image" Target="../media/t4_click_94d2492525a2f8fb8e99f1273f16b867dad5ae7f1b515b2ec6824e66b736de3d.png"/><Relationship Id="rIdT4ClickFrame46" Type="http://schemas.openxmlformats.org/officeDocument/2006/relationships/image" Target="../media/t4_click_f4af8b41bada03ce096e0447794bbceb38e338ce0f55890de4e159abd5de4099.png"/><Relationship Id="rIdT4ClickFrame47" Type="http://schemas.openxmlformats.org/officeDocument/2006/relationships/image" Target="../media/t4_click_21e37b4cb77223fb5f3ee451a69a1a2da9d737a6e3c5d7bac281d1be44d2c534.png"/><Relationship Id="rIdT4ClickFrame48" Type="http://schemas.openxmlformats.org/officeDocument/2006/relationships/image" Target="../media/t4_click_d192401d2ae73b52a8b27ec376601e11a80661963db58f17cc6bf647d9d4e718.png"/><Relationship Id="rIdT4ClickFrame49" Type="http://schemas.openxmlformats.org/officeDocument/2006/relationships/image" Target="../media/t4_click_0af1f5f4af1ac75606cfd628d75e9fd683ad0acbf201dab51d09ef77ac974293.png"/><Relationship Id="rIdT4ClickFrame50" Type="http://schemas.openxmlformats.org/officeDocument/2006/relationships/image" Target="../media/t4_click_7ac1e3e10fa233053b7e868a9476ec76123acf6afcea4af5d4f3bac4a4f264de.png"/></Relationships>
</file>

<file path=ppt/slides/_rels/slide29.xml.rels><?xml version='1.0' encoding='UTF-8' standalone='yes'?>
<Relationships xmlns="http://schemas.openxmlformats.org/package/2006/relationships"><Relationship Type="http://schemas.openxmlformats.org/officeDocument/2006/relationships/slideLayout" Target="../slideLayouts/t3_reference_methods_slideLayout1.xml" Id="Rad1682ff8a6e4fdb"/><Relationship Type="http://schemas.openxmlformats.org/officeDocument/2006/relationships/image" Target="/ppt/media/image463.png" Id="R40a0a3ddee1c45ea"/><Relationship Type="http://schemas.openxmlformats.org/officeDocument/2006/relationships/image" Target="/ppt/media/image464.png" Id="R459a94d5467b4ce5"/><Relationship Type="http://schemas.openxmlformats.org/officeDocument/2006/relationships/image" Target="../media/image94.png" Id="Re85f45ec57f24bab"/><Relationship Type="http://schemas.openxmlformats.org/officeDocument/2006/relationships/image" Target="../media/image9.png" Id="Rb52cd570aeb042e4"/><Relationship Type="http://schemas.openxmlformats.org/officeDocument/2006/relationships/image" Target="../media/image447.png" Id="R95d39bd09fa645d9"/><Relationship Type="http://schemas.openxmlformats.org/officeDocument/2006/relationships/image" Target="/ppt/media/image468.png" Id="R3754150ceefe43fe"/><Relationship Type="http://schemas.openxmlformats.org/officeDocument/2006/relationships/image" Target="../media/image448.png" Id="R810aa78f55e545a4"/><Relationship Type="http://schemas.openxmlformats.org/officeDocument/2006/relationships/image" Target="/ppt/media/image470.png" Id="Rc2e01562af1648d6"/><Relationship Type="http://schemas.openxmlformats.org/officeDocument/2006/relationships/image" Target="/ppt/media/image471.png" Id="R48774ea591174c01"/><Relationship Type="http://schemas.openxmlformats.org/officeDocument/2006/relationships/image" Target="/ppt/media/image472.png" Id="R78ea5c127cac4eed"/><Relationship Type="http://schemas.openxmlformats.org/officeDocument/2006/relationships/image" Target="/ppt/media/image473.png" Id="R950135f248a3491e"/><Relationship Type="http://schemas.openxmlformats.org/officeDocument/2006/relationships/image" Target="/ppt/media/image474.png" Id="Rf2d3fb97f9584146"/><Relationship Type="http://schemas.openxmlformats.org/officeDocument/2006/relationships/image" Target="/ppt/media/image475.png" Id="R91d2de2bbe0d4a30"/><Relationship Type="http://schemas.openxmlformats.org/officeDocument/2006/relationships/image" Target="/ppt/media/image476.png" Id="Re154249ee1c94758"/><Relationship Type="http://schemas.openxmlformats.org/officeDocument/2006/relationships/image" Target="/ppt/media/image477.png" Id="Rd9086165cc1c4e41"/><Relationship Type="http://schemas.openxmlformats.org/officeDocument/2006/relationships/notesSlide" Target="/ppt/notesSlides/notesSlide29.xml" Id="R06f756b382904010"/><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e83fdbe0246517785d955bb3.svg"/><Relationship Id="rIdMathSvg3" Type="http://schemas.openxmlformats.org/officeDocument/2006/relationships/image" Target="../media/t4_7b1f7021d2733d2f0f17022e.svg"/><Relationship Id="rIdMathSvg4" Type="http://schemas.openxmlformats.org/officeDocument/2006/relationships/image" Target="../media/t4_07e4f1f628f25a2466430521.svg"/><Relationship Id="rIdMathSvg5" Type="http://schemas.openxmlformats.org/officeDocument/2006/relationships/image" Target="../media/t4_ff35c3a33352e39e3c1763d5.svg"/><Relationship Id="rIdMathSvg6" Type="http://schemas.openxmlformats.org/officeDocument/2006/relationships/image" Target="../media/t4_31ca5ce7aa202162589e73a3.svg"/><Relationship Id="rIdMathSvg7" Type="http://schemas.openxmlformats.org/officeDocument/2006/relationships/image" Target="../media/t4_cba69c225caae5d7ff2551cb.svg"/><Relationship Id="rIdMathSvg8" Type="http://schemas.openxmlformats.org/officeDocument/2006/relationships/image" Target="../media/t4_a5d21280480eb99a19b59893.svg"/><Relationship Id="rIdMathSvg9" Type="http://schemas.openxmlformats.org/officeDocument/2006/relationships/image" Target="../media/t4_eaca255601aa551a9a691b54.svg"/><Relationship Id="rIdMathSvg10" Type="http://schemas.openxmlformats.org/officeDocument/2006/relationships/image" Target="../media/t4_b7422a4a08fdc82a15d7d4f6.svg"/><Relationship Id="rIdMathSvg11" Type="http://schemas.openxmlformats.org/officeDocument/2006/relationships/image" Target="../media/t4_c87d181ea08e61346005fc1f.svg"/><Relationship Id="rIdMathSvg12" Type="http://schemas.openxmlformats.org/officeDocument/2006/relationships/image" Target="../media/t4_3458ec00b5856be8ef2d706f.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T4ClickFrame1" Type="http://schemas.openxmlformats.org/officeDocument/2006/relationships/image" Target="../media/image463.png"/><Relationship Id="rIdT4ClickFrame2" Type="http://schemas.openxmlformats.org/officeDocument/2006/relationships/image" Target="../media/t4_click_81f7e78ecd9ec7f2e5f73aaa5543c8eb5f4e0d836ba39779eb4920612a62a84f.png"/><Relationship Id="rIdT4ClickFrame3" Type="http://schemas.openxmlformats.org/officeDocument/2006/relationships/image" Target="../media/t4_click_b640ec0f6d888d3c1b28a8135ba3da362b0e9cd8855057f4ff5fe52271216cdb.png"/><Relationship Id="rIdT4ClickFrame4" Type="http://schemas.openxmlformats.org/officeDocument/2006/relationships/image" Target="../media/t4_click_3ceee131758a90c97974107f5fe47bedbd3382067ca08dc44261c83d38b92b0b.png"/><Relationship Id="rIdT4ClickFrame5" Type="http://schemas.openxmlformats.org/officeDocument/2006/relationships/image" Target="../media/t4_click_970f4ae350fbf8e90ff51a379976c60aabb74c92b28780ef9aabcacacde2cc81.png"/><Relationship Id="rIdT4ClickFrame6" Type="http://schemas.openxmlformats.org/officeDocument/2006/relationships/image" Target="../media/t4_click_a070ff1d5807235a189362490694afb8b74df60c7891806a810fcc3933cdaa36.png"/><Relationship Id="rIdT4ClickFrame7" Type="http://schemas.openxmlformats.org/officeDocument/2006/relationships/image" Target="../media/t4_click_8d0f82e3646b69acf40b13023ed28a4658ab37e5ea6abdf80ed26e722ea29528.png"/><Relationship Id="rIdT4ClickFrame8" Type="http://schemas.openxmlformats.org/officeDocument/2006/relationships/image" Target="../media/t4_click_99f7800966669bee3c1ea5423235cb3450bd65e08758efa3fbc5896de6d1bb2d.png"/><Relationship Id="rIdT4ClickFrame9" Type="http://schemas.openxmlformats.org/officeDocument/2006/relationships/image" Target="../media/t4_click_27d86e69684db151e9e172236c68b976497df1a6868997a47a1fbc86b44feab9.png"/><Relationship Id="rIdT4ClickFrame10" Type="http://schemas.openxmlformats.org/officeDocument/2006/relationships/image" Target="../media/t4_click_2951582f9817cc8b59f91d01fb940c28668e120e7f7a45cdaac1ba52beac31e7.png"/><Relationship Id="rIdT4ClickFrame11" Type="http://schemas.openxmlformats.org/officeDocument/2006/relationships/image" Target="../media/t4_click_6fd29583fba65b7573657eefbd7d5e6c1746a674f298a7b293501fa4e613729b.png"/><Relationship Id="rIdT4ClickFrame12" Type="http://schemas.openxmlformats.org/officeDocument/2006/relationships/image" Target="../media/t4_click_7a8635ec5fda4f9e602ffd52b7a399c892e26f01a8509b5c0833e1767cda8766.png"/><Relationship Id="rIdT4ClickFrame13" Type="http://schemas.openxmlformats.org/officeDocument/2006/relationships/image" Target="../media/t4_click_ca0c8e92e2bbc636577b59f98868a2092b188c433a4057db07508ac4f6ffe4dd.png"/><Relationship Id="rIdT4ClickFrame14" Type="http://schemas.openxmlformats.org/officeDocument/2006/relationships/image" Target="../media/t4_click_1b54cdf3b5545115d43767ce18da6ecf998b7aa62b5b743ad18f476c3f22d81e.png"/><Relationship Id="rIdT4ClickFrame15" Type="http://schemas.openxmlformats.org/officeDocument/2006/relationships/image" Target="../media/t4_click_f464688db534e8b86c46958c14be741323cdf588264c8fb7dcc005079f164e2e.png"/><Relationship Id="rIdT4ClickFrame16" Type="http://schemas.openxmlformats.org/officeDocument/2006/relationships/image" Target="../media/t4_click_6dd13c9bec710196a21d7849c01333ffc07bc02ca224b731450a12520358a049.png"/><Relationship Id="rIdT4ClickFrame17" Type="http://schemas.openxmlformats.org/officeDocument/2006/relationships/image" Target="../media/t4_click_48b938030cc41d0ec21f432455d7ff46e4fb694d63c20ca165d553f46454fbaa.png"/><Relationship Id="rIdT4ClickFrame18" Type="http://schemas.openxmlformats.org/officeDocument/2006/relationships/image" Target="../media/t4_click_72f4673d66c754306be884324e0c4191bac29b75e20cc5ef50d98414913aef2e.png"/><Relationship Id="rIdT4ClickFrame19" Type="http://schemas.openxmlformats.org/officeDocument/2006/relationships/image" Target="../media/t4_click_49ff3450593aba39c6b487f4f8cce0d97d5c7e9260e20b91eb20c71b8a70005e.png"/><Relationship Id="rIdT4ClickFrame20" Type="http://schemas.openxmlformats.org/officeDocument/2006/relationships/image" Target="../media/t4_click_cd98c06852b6568619b076a8450ab0243416da1c48b159f18f6259e86cfc823a.png"/><Relationship Id="rIdT4ClickFrame21" Type="http://schemas.openxmlformats.org/officeDocument/2006/relationships/image" Target="../media/t4_click_70926eb93e2c7c754212e9e572de025daca505a187f29a0254a00325713a2b37.png"/><Relationship Id="rIdT4ClickFrame22" Type="http://schemas.openxmlformats.org/officeDocument/2006/relationships/image" Target="../media/t4_click_e6ae0751e641492e4da8775a460cffd9fc49dedaf5d59f298632d089e38b2268.png"/><Relationship Id="rIdT4ClickFrame23" Type="http://schemas.openxmlformats.org/officeDocument/2006/relationships/image" Target="../media/t4_click_114a2be39fe06f2ea75827416547073d186c0543b8b641129200dd4b3fa14a7a.png"/><Relationship Id="rIdT4ClickFrame24" Type="http://schemas.openxmlformats.org/officeDocument/2006/relationships/image" Target="../media/t4_click_5b1d5926a7671cf1637f74b5e6b879a8934d4a2941b4fc04f228b1cbd103af9d.png"/><Relationship Id="rIdT4ClickFrame25" Type="http://schemas.openxmlformats.org/officeDocument/2006/relationships/image" Target="../media/t4_click_b0d34990bde4102fc1df0fd2cb945be9278988fd77ed909a7577a0c6a6860c8d.png"/><Relationship Id="rIdT4ClickFrame26" Type="http://schemas.openxmlformats.org/officeDocument/2006/relationships/image" Target="../media/image464.png"/><Relationship Id="rIdT4ClickFrame27" Type="http://schemas.openxmlformats.org/officeDocument/2006/relationships/image" Target="../media/t4_click_eb66d76c9c9baf1292a2a1a52e197c1c1ec56fb0a671ada361b3c27d741d50b1.png"/><Relationship Id="rIdT4ClickFrame28" Type="http://schemas.openxmlformats.org/officeDocument/2006/relationships/image" Target="../media/t4_click_98d8407ba5f6aed757f7bb67ba990a85e916ffa261aa3158f6ae042cba4c8583.png"/><Relationship Id="rIdT4ClickFrame29" Type="http://schemas.openxmlformats.org/officeDocument/2006/relationships/image" Target="../media/t4_click_55b7e9d6daf4e1ffa502edb07d77ca1aa633ba88cdb2a8d73416d9bd8aa1409c.png"/><Relationship Id="rIdT4ClickFrame30" Type="http://schemas.openxmlformats.org/officeDocument/2006/relationships/image" Target="../media/t4_click_7df22de56d0f105797348aa360e6bc461b397db20dba32c767ca3fb873c529ff.png"/><Relationship Id="rIdT4ClickFrame31" Type="http://schemas.openxmlformats.org/officeDocument/2006/relationships/image" Target="../media/t4_click_1847cbfdac153a55d9eada0765c12a36b814a139cc55ff90fa5367aa40d5625b.png"/><Relationship Id="rIdT4ClickFrame32" Type="http://schemas.openxmlformats.org/officeDocument/2006/relationships/image" Target="../media/t4_click_a94c0fdd7f7d53d7b117e90f06b90fc9c6e9140300d8fc3f0edd093f9723aa0f.png"/><Relationship Id="rIdT4ClickFrame33" Type="http://schemas.openxmlformats.org/officeDocument/2006/relationships/image" Target="../media/t4_click_4dc06491d496fd1cf7e41df1a29bd9c0e1e2e8d420bfb3d69ab28ed093bc78f6.png"/><Relationship Id="rIdT4ClickFrame34" Type="http://schemas.openxmlformats.org/officeDocument/2006/relationships/image" Target="../media/t4_click_859fa20c8f7366a0655268232e04533fc17221d5c0f65488ff0cb5d70fe9fdf0.png"/><Relationship Id="rIdT4ClickFrame35" Type="http://schemas.openxmlformats.org/officeDocument/2006/relationships/image" Target="../media/t4_click_281de529952b5f9e7efb0864ff558b7b7d5b4683e5c6a29265c278558922f8dc.png"/><Relationship Id="rIdT4ClickFrame36" Type="http://schemas.openxmlformats.org/officeDocument/2006/relationships/image" Target="../media/t4_click_4432dd00c358a7d547efc63cae0c0ab21a7dbba672813b63ae2ed8a9db65eef1.png"/><Relationship Id="rIdT4ClickFrame37" Type="http://schemas.openxmlformats.org/officeDocument/2006/relationships/image" Target="../media/t4_click_a5978cf0897f6f594cf5cc950a1d0d5f04c0c39929de9d728f2ef7a27d0b22ea.png"/><Relationship Id="rIdT4ClickFrame38" Type="http://schemas.openxmlformats.org/officeDocument/2006/relationships/image" Target="../media/t4_click_f914246b5d29b98309299d162195b54db3446a130cd4532ea6949bdddefc05c8.png"/><Relationship Id="rIdT4ClickFrame39" Type="http://schemas.openxmlformats.org/officeDocument/2006/relationships/image" Target="../media/t4_click_033e722257014018232b43896e6658b2d01a8db7304459525caf31cd60db8603.png"/><Relationship Id="rIdT4ClickFrame40" Type="http://schemas.openxmlformats.org/officeDocument/2006/relationships/image" Target="../media/t4_click_27ab8fd86cb638fb75b07a27ee6cce4de5442adf3ef07b38b4254ae68609336b.png"/><Relationship Id="rIdT4ClickFrame41" Type="http://schemas.openxmlformats.org/officeDocument/2006/relationships/image" Target="../media/t4_click_6bf3568a3fb81a7dab7f0a4e36216fadf30c4f3854147990b310c2df7088b89e.png"/><Relationship Id="rIdT4ClickFrame42" Type="http://schemas.openxmlformats.org/officeDocument/2006/relationships/image" Target="../media/t4_click_7358ef049f3044d77caff49e09eab9659758094b2e7b877b21459927c1b998c2.png"/><Relationship Id="rIdT4ClickFrame43" Type="http://schemas.openxmlformats.org/officeDocument/2006/relationships/image" Target="../media/t4_click_60d6b8a1cad552e0f35631f6c9c51514a0734258ed10594b66a8cb986ee0ca23.png"/><Relationship Id="rIdT4ClickFrame44" Type="http://schemas.openxmlformats.org/officeDocument/2006/relationships/image" Target="../media/t4_click_696d3e084f9207c23894e8fedb4f94639ea22a551b53c25da408a1fabc783daf.png"/><Relationship Id="rIdT4ClickFrame45" Type="http://schemas.openxmlformats.org/officeDocument/2006/relationships/image" Target="../media/t4_click_53fbd4379ae18a6968587ba4ea2e9220bb2e5f153f4c0d117a993c3eae42d03d.png"/><Relationship Id="rIdT4ClickFrame46" Type="http://schemas.openxmlformats.org/officeDocument/2006/relationships/image" Target="../media/t4_click_625a3fd00905c2b36e0760607b551a5548fa38238560620bdefdb54b41996f82.png"/><Relationship Id="rIdT4ClickFrame47" Type="http://schemas.openxmlformats.org/officeDocument/2006/relationships/image" Target="../media/t4_click_c7112bfd50d91662f130468b2ee25f836568b3563dd23342d10250da86f64ccb.png"/><Relationship Id="rIdT4ClickFrame48" Type="http://schemas.openxmlformats.org/officeDocument/2006/relationships/image" Target="../media/t4_click_8ba7713583462caacdcb8ecfe95438f1195ac8f2c57574b1ef391287f0353f85.png"/><Relationship Id="rIdT4ClickFrame49" Type="http://schemas.openxmlformats.org/officeDocument/2006/relationships/image" Target="../media/t4_click_180832e20cac7fcfc85f7c5db448bb4336ac164895fc1f00c00aa2a31e55dd75.png"/><Relationship Id="rIdT4ClickFrame50" Type="http://schemas.openxmlformats.org/officeDocument/2006/relationships/image" Target="../media/t4_click_3d93b3a97a19dc0982783ad38358a13002c66fc371671571bc96d92f2d3785ca.png"/></Relationships>
</file>

<file path=ppt/slides/_rels/slide30.xml.rels><?xml version='1.0' encoding='UTF-8' standalone='yes'?>
<Relationships xmlns="http://schemas.openxmlformats.org/package/2006/relationships"><Relationship Type="http://schemas.openxmlformats.org/officeDocument/2006/relationships/slideLayout" Target="../slideLayouts/t3_reference_methods_slideLayout1.xml" Id="R858839e06a57481c"/><Relationship Type="http://schemas.openxmlformats.org/officeDocument/2006/relationships/image" Target="../media/image94.png" Id="R69717e67379d413e"/><Relationship Type="http://schemas.openxmlformats.org/officeDocument/2006/relationships/image" Target="../media/image9.png" Id="Ra81dff7b43da4754"/><Relationship Type="http://schemas.openxmlformats.org/officeDocument/2006/relationships/image" Target="../media/image447.png" Id="Raa31f19dffc048ea"/><Relationship Type="http://schemas.openxmlformats.org/officeDocument/2006/relationships/image" Target="../media/image45.png" Id="R1b3c3fe0c0954317"/><Relationship Type="http://schemas.openxmlformats.org/officeDocument/2006/relationships/image" Target="/ppt/media/image482.png" Id="Ra7348a2a6ec44711"/><Relationship Type="http://schemas.openxmlformats.org/officeDocument/2006/relationships/image" Target="../media/image54.png" Id="R08f8e22a23fc4e4a"/><Relationship Type="http://schemas.openxmlformats.org/officeDocument/2006/relationships/image" Target="/ppt/media/image484.png" Id="Rbd0d21a219204c35"/><Relationship Type="http://schemas.openxmlformats.org/officeDocument/2006/relationships/image" Target="/ppt/media/image485.png" Id="R60d7e235088f4db0"/><Relationship Type="http://schemas.openxmlformats.org/officeDocument/2006/relationships/image" Target="../media/image113.png" Id="R7ddd0552190045be"/><Relationship Type="http://schemas.openxmlformats.org/officeDocument/2006/relationships/image" Target="/ppt/media/image487.png" Id="Ref56db1caed64095"/><Relationship Type="http://schemas.openxmlformats.org/officeDocument/2006/relationships/image" Target="/ppt/media/image488.png" Id="Rb7ed0057c6f24e99"/><Relationship Type="http://schemas.openxmlformats.org/officeDocument/2006/relationships/image" Target="../media/image447.png" Id="Rb509634963044519"/><Relationship Type="http://schemas.openxmlformats.org/officeDocument/2006/relationships/image" Target="/ppt/media/image490.png" Id="Red850bc0cbb141b4"/><Relationship Type="http://schemas.openxmlformats.org/officeDocument/2006/relationships/notesSlide" Target="/ppt/notesSlides/notesSlide30.xml" Id="R239b340f207c41ea"/><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e83fdbe0246517785d955bb3.svg"/><Relationship Id="rIdMathSvg3" Type="http://schemas.openxmlformats.org/officeDocument/2006/relationships/image" Target="../media/t4_4b3804c91ba44651ac426abd.svg"/><Relationship Id="rIdMathSvg4" Type="http://schemas.openxmlformats.org/officeDocument/2006/relationships/image" Target="../media/t4_7e42f4de0c0bbc61dc4c5e2d.svg"/><Relationship Id="rIdMathSvg5" Type="http://schemas.openxmlformats.org/officeDocument/2006/relationships/image" Target="../media/t4_a7cc59358dfaaf3bb4bb23fb.svg"/><Relationship Id="rIdMathSvg6" Type="http://schemas.openxmlformats.org/officeDocument/2006/relationships/image" Target="../media/t4_72ea6143ad847e8aac8c64cc.svg"/><Relationship Id="rIdMathSvg7" Type="http://schemas.openxmlformats.org/officeDocument/2006/relationships/image" Target="../media/t4_5f3de65efaf992ba19af6215.svg"/><Relationship Id="rIdMathSvg8" Type="http://schemas.openxmlformats.org/officeDocument/2006/relationships/image" Target="../media/t4_7eeb95c625b02b0756eae131.svg"/><Relationship Id="rIdMathSvg9" Type="http://schemas.openxmlformats.org/officeDocument/2006/relationships/image" Target="../media/t4_b01c6636e70da1b6d3941431.svg"/><Relationship Id="rIdMathSvg10" Type="http://schemas.openxmlformats.org/officeDocument/2006/relationships/image" Target="../media/t4_657e5e8756b456c8135e72af.svg"/><Relationship Id="rIdMathSvg11" Type="http://schemas.openxmlformats.org/officeDocument/2006/relationships/image" Target="../media/t4_e83fdbe0246517785d955bb3.svg"/><Relationship Id="rIdMathSvg12" Type="http://schemas.openxmlformats.org/officeDocument/2006/relationships/image" Target="../media/t4_539d3785552151cc2e2d07d1.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s>
</file>

<file path=ppt/slides/_rels/slide31.xml.rels><?xml version='1.0' encoding='UTF-8' standalone='yes'?>
<Relationships xmlns="http://schemas.openxmlformats.org/package/2006/relationships"><Relationship Type="http://schemas.openxmlformats.org/officeDocument/2006/relationships/slideLayout" Target="../slideLayouts/t3_reference_methods_slideLayout1.xml" Id="R3af066b665514ac0"/><Relationship Type="http://schemas.openxmlformats.org/officeDocument/2006/relationships/image" Target="../media/image94.png" Id="Rca5ca12c5d954227"/><Relationship Type="http://schemas.openxmlformats.org/officeDocument/2006/relationships/image" Target="../media/image9.png" Id="R95744c2b9ed5459b"/><Relationship Type="http://schemas.openxmlformats.org/officeDocument/2006/relationships/image" Target="../media/image447.png" Id="R8cc771bfa1554a7f"/><Relationship Type="http://schemas.openxmlformats.org/officeDocument/2006/relationships/image" Target="/ppt/media/image494.png" Id="R46376c039c6845aa"/><Relationship Type="http://schemas.openxmlformats.org/officeDocument/2006/relationships/image" Target="/ppt/media/image495.png" Id="Rf03e1c17b99d4a2e"/><Relationship Type="http://schemas.openxmlformats.org/officeDocument/2006/relationships/image" Target="../media/image79.png" Id="R868a1e23a29f4d2c"/><Relationship Type="http://schemas.openxmlformats.org/officeDocument/2006/relationships/image" Target="../media/image80.png" Id="R258b70677a934622"/><Relationship Type="http://schemas.openxmlformats.org/officeDocument/2006/relationships/image" Target="../media/image82.png" Id="Rc71fc150d6aa4680"/><Relationship Type="http://schemas.openxmlformats.org/officeDocument/2006/relationships/image" Target="../media/image79.png" Id="R738140e832ce46ca"/><Relationship Type="http://schemas.openxmlformats.org/officeDocument/2006/relationships/image" Target="../media/image80.png" Id="R8f74718f97524237"/><Relationship Type="http://schemas.openxmlformats.org/officeDocument/2006/relationships/image" Target="/ppt/media/image501.png" Id="R4434435138634709"/><Relationship Type="http://schemas.openxmlformats.org/officeDocument/2006/relationships/image" Target="../media/image79.png" Id="Rc8f34ddc9bf241c3"/><Relationship Type="http://schemas.openxmlformats.org/officeDocument/2006/relationships/image" Target="/ppt/media/image503.png" Id="Rbe14bacd631444b4"/><Relationship Type="http://schemas.openxmlformats.org/officeDocument/2006/relationships/image" Target="../media/image79.png" Id="Rb9488f9cfd5a438f"/><Relationship Type="http://schemas.openxmlformats.org/officeDocument/2006/relationships/image" Target="../media/image80.png" Id="Rc8c6c3a71aee495f"/><Relationship Type="http://schemas.openxmlformats.org/officeDocument/2006/relationships/image" Target="../media/image78.png" Id="Rb6e90924aa454657"/><Relationship Type="http://schemas.openxmlformats.org/officeDocument/2006/relationships/image" Target="../media/image79.png" Id="Rdfa4cd01af344103"/><Relationship Type="http://schemas.openxmlformats.org/officeDocument/2006/relationships/image" Target="../media/image80.png" Id="R69c4841cf2b94bfd"/><Relationship Type="http://schemas.openxmlformats.org/officeDocument/2006/relationships/image" Target="../media/image82.png" Id="Rd3479a7a46824175"/><Relationship Type="http://schemas.openxmlformats.org/officeDocument/2006/relationships/image" Target="../media/image79.png" Id="Ra17510dcd9054208"/><Relationship Type="http://schemas.openxmlformats.org/officeDocument/2006/relationships/image" Target="../media/image80.png" Id="Rfc263e7e4c8d437a"/><Relationship Type="http://schemas.openxmlformats.org/officeDocument/2006/relationships/image" Target="../media/image501.png" Id="R9579e1a8e40b4646"/><Relationship Type="http://schemas.openxmlformats.org/officeDocument/2006/relationships/image" Target="../media/image79.png" Id="Rd08a984b7db5405b"/><Relationship Type="http://schemas.openxmlformats.org/officeDocument/2006/relationships/image" Target="../media/image503.png" Id="Rd219ea720f6c4f1b"/><Relationship Type="http://schemas.openxmlformats.org/officeDocument/2006/relationships/image" Target="../media/image78.png" Id="Rb4452b40ef8849f5"/><Relationship Type="http://schemas.openxmlformats.org/officeDocument/2006/relationships/image" Target="../media/image79.png" Id="R2bcc002991a1459b"/><Relationship Type="http://schemas.openxmlformats.org/officeDocument/2006/relationships/image" Target="../media/image80.png" Id="Ra4f38716844f4429"/><Relationship Type="http://schemas.openxmlformats.org/officeDocument/2006/relationships/image" Target="../media/image448.png" Id="Rfd7ca93080744a37"/><Relationship Type="http://schemas.openxmlformats.org/officeDocument/2006/relationships/image" Target="/ppt/media/image519.png" Id="R6462630fbd004393"/><Relationship Type="http://schemas.openxmlformats.org/officeDocument/2006/relationships/image" Target="/ppt/media/image520.png" Id="Re6ad7e176b734cd4"/><Relationship Type="http://schemas.openxmlformats.org/officeDocument/2006/relationships/image" Target="/ppt/media/image521.png" Id="Rd35cc577077a441a"/><Relationship Type="http://schemas.openxmlformats.org/officeDocument/2006/relationships/notesSlide" Target="/ppt/notesSlides/notesSlide31.xml" Id="R2fe707245dd543d5"/><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e83fdbe0246517785d955bb3.svg"/><Relationship Id="rIdMathSvg3" Type="http://schemas.openxmlformats.org/officeDocument/2006/relationships/image" Target="../media/t4_26dad258907a0e686faa0f8d.svg"/><Relationship Id="rIdMathSvg4" Type="http://schemas.openxmlformats.org/officeDocument/2006/relationships/image" Target="../media/t4_6469b7d0eff79f1bf397ac6a.svg"/><Relationship Id="rIdMathSvg5" Type="http://schemas.openxmlformats.org/officeDocument/2006/relationships/image" Target="../media/t4_c7fae1f70076eeb7980a86a8.svg"/><Relationship Id="rIdMathSvg6" Type="http://schemas.openxmlformats.org/officeDocument/2006/relationships/image" Target="../media/t4_084b25844904171df467e9db.svg"/><Relationship Id="rIdMathSvg7" Type="http://schemas.openxmlformats.org/officeDocument/2006/relationships/image" Target="../media/t4_cb3212bf7882659136eb9cd1.svg"/><Relationship Id="rIdMathSvg8" Type="http://schemas.openxmlformats.org/officeDocument/2006/relationships/image" Target="../media/t4_c7fae1f70076eeb7980a86a8.svg"/><Relationship Id="rIdMathSvg9" Type="http://schemas.openxmlformats.org/officeDocument/2006/relationships/image" Target="../media/t4_084b25844904171df467e9db.svg"/><Relationship Id="rIdMathSvg10" Type="http://schemas.openxmlformats.org/officeDocument/2006/relationships/image" Target="../media/t4_78d88a61dddfa0d08da00899.svg"/><Relationship Id="rIdMathSvg11" Type="http://schemas.openxmlformats.org/officeDocument/2006/relationships/image" Target="../media/t4_c7fae1f70076eeb7980a86a8.svg"/><Relationship Id="rIdMathSvg12" Type="http://schemas.openxmlformats.org/officeDocument/2006/relationships/image" Target="../media/t4_823791cfdba17b1c8e3d10a3.svg"/><Relationship Id="rIdMathSvg13" Type="http://schemas.openxmlformats.org/officeDocument/2006/relationships/image" Target="../media/t4_c7fae1f70076eeb7980a86a8.svg"/><Relationship Id="rIdMathSvg14" Type="http://schemas.openxmlformats.org/officeDocument/2006/relationships/image" Target="../media/t4_084b25844904171df467e9db.svg"/><Relationship Id="rIdMathSvg15" Type="http://schemas.openxmlformats.org/officeDocument/2006/relationships/image" Target="../media/t4_fb58e1e931e153453bd4f78a.svg"/><Relationship Id="rIdMathSvg16" Type="http://schemas.openxmlformats.org/officeDocument/2006/relationships/image" Target="../media/t4_c7fae1f70076eeb7980a86a8.svg"/><Relationship Id="rIdMathSvg17" Type="http://schemas.openxmlformats.org/officeDocument/2006/relationships/image" Target="../media/t4_084b25844904171df467e9db.svg"/><Relationship Id="rIdMathSvg18" Type="http://schemas.openxmlformats.org/officeDocument/2006/relationships/image" Target="../media/t4_cb3212bf7882659136eb9cd1.svg"/><Relationship Id="rIdMathSvg19" Type="http://schemas.openxmlformats.org/officeDocument/2006/relationships/image" Target="../media/t4_c7fae1f70076eeb7980a86a8.svg"/><Relationship Id="rIdMathSvg20" Type="http://schemas.openxmlformats.org/officeDocument/2006/relationships/image" Target="../media/t4_084b25844904171df467e9db.svg"/><Relationship Id="rIdMathSvg21" Type="http://schemas.openxmlformats.org/officeDocument/2006/relationships/image" Target="../media/t4_78d88a61dddfa0d08da00899.svg"/><Relationship Id="rIdMathSvg22" Type="http://schemas.openxmlformats.org/officeDocument/2006/relationships/image" Target="../media/t4_c7fae1f70076eeb7980a86a8.svg"/><Relationship Id="rIdMathSvg23" Type="http://schemas.openxmlformats.org/officeDocument/2006/relationships/image" Target="../media/t4_823791cfdba17b1c8e3d10a3.svg"/><Relationship Id="rIdMathSvg24" Type="http://schemas.openxmlformats.org/officeDocument/2006/relationships/image" Target="../media/t4_fb58e1e931e153453bd4f78a.svg"/><Relationship Id="rIdMathSvg25" Type="http://schemas.openxmlformats.org/officeDocument/2006/relationships/image" Target="../media/t4_c7fae1f70076eeb7980a86a8.svg"/><Relationship Id="rIdMathSvg26" Type="http://schemas.openxmlformats.org/officeDocument/2006/relationships/image" Target="../media/t4_084b25844904171df467e9db.svg"/><Relationship Id="rIdMathSvg27" Type="http://schemas.openxmlformats.org/officeDocument/2006/relationships/image" Target="../media/t4_07e4f1f628f25a2466430521.svg"/><Relationship Id="rIdMathSvg28" Type="http://schemas.openxmlformats.org/officeDocument/2006/relationships/image" Target="../media/t4_1e3bdcfc31495f138976db97.svg"/><Relationship Id="rIdMathSvg29" Type="http://schemas.openxmlformats.org/officeDocument/2006/relationships/image" Target="../media/t4_6298a7f362e3f77bf8fd727d.svg"/><Relationship Id="rIdMathSvg30" Type="http://schemas.openxmlformats.org/officeDocument/2006/relationships/image" Target="../media/t4_e200dea0ab36d22b0313a0f3.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s>
</file>

<file path=ppt/slides/_rels/slide32.xml.rels><?xml version='1.0' encoding='UTF-8' standalone='yes'?>
<Relationships xmlns="http://schemas.openxmlformats.org/package/2006/relationships"><Relationship Type="http://schemas.openxmlformats.org/officeDocument/2006/relationships/slideLayout" Target="../slideLayouts/t3_reference_methods_slideLayout1.xml" Id="R2cec5710afe64c62"/><Relationship Type="http://schemas.openxmlformats.org/officeDocument/2006/relationships/image" Target="/ppt/media/image522.png" Id="R6b94c5019a8f47f5"/><Relationship Type="http://schemas.openxmlformats.org/officeDocument/2006/relationships/image" Target="../media/image94.png" Id="R25ff33c45bde4908"/><Relationship Type="http://schemas.openxmlformats.org/officeDocument/2006/relationships/image" Target="../media/image9.png" Id="R5bf765d4c66d478c"/><Relationship Type="http://schemas.openxmlformats.org/officeDocument/2006/relationships/image" Target="../media/image447.png" Id="R6ca519844c094ef3"/><Relationship Type="http://schemas.openxmlformats.org/officeDocument/2006/relationships/image" Target="../media/image448.png" Id="R1152d3008a5c418c"/><Relationship Type="http://schemas.openxmlformats.org/officeDocument/2006/relationships/image" Target="../media/image408.png" Id="Rb8362ba9f51c4df9"/><Relationship Type="http://schemas.openxmlformats.org/officeDocument/2006/relationships/image" Target="../media/image78.png" Id="Refeebc40682a4344"/><Relationship Type="http://schemas.openxmlformats.org/officeDocument/2006/relationships/image" Target="../media/image79.png" Id="Rab7a03df1e284766"/><Relationship Type="http://schemas.openxmlformats.org/officeDocument/2006/relationships/image" Target="/ppt/media/image530.png" Id="Rc900d5a8b32b4572"/><Relationship Type="http://schemas.openxmlformats.org/officeDocument/2006/relationships/image" Target="../media/image9.png" Id="R97ff781a65af43a6"/><Relationship Type="http://schemas.openxmlformats.org/officeDocument/2006/relationships/image" Target="/ppt/media/image532.png" Id="R7e8d24d7922b450c"/><Relationship Type="http://schemas.openxmlformats.org/officeDocument/2006/relationships/image" Target="/ppt/media/image533.png" Id="R862819dd107a406c"/><Relationship Type="http://schemas.openxmlformats.org/officeDocument/2006/relationships/image" Target="/ppt/media/image534.png" Id="R1ae761eedce54985"/><Relationship Type="http://schemas.openxmlformats.org/officeDocument/2006/relationships/image" Target="/ppt/media/image535.png" Id="R55c43ddb13154508"/><Relationship Type="http://schemas.openxmlformats.org/officeDocument/2006/relationships/image" Target="/ppt/media/image536.png" Id="R073e8845b3d44117"/><Relationship Type="http://schemas.openxmlformats.org/officeDocument/2006/relationships/image" Target="/ppt/media/image537.png" Id="R73d682ea8f7745ff"/><Relationship Type="http://schemas.openxmlformats.org/officeDocument/2006/relationships/notesSlide" Target="/ppt/notesSlides/notesSlide32.xml" Id="Rd29440378d0a41ee"/><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e83fdbe0246517785d955bb3.svg"/><Relationship Id="rIdMathSvg3" Type="http://schemas.openxmlformats.org/officeDocument/2006/relationships/image" Target="../media/t4_07e4f1f628f25a2466430521.svg"/><Relationship Id="rIdMathSvg4" Type="http://schemas.openxmlformats.org/officeDocument/2006/relationships/image" Target="../media/t4_cfaf4553400e962160ed7d9e.svg"/><Relationship Id="rIdMathSvg5" Type="http://schemas.openxmlformats.org/officeDocument/2006/relationships/image" Target="../media/t4_fb58e1e931e153453bd4f78a.svg"/><Relationship Id="rIdMathSvg6" Type="http://schemas.openxmlformats.org/officeDocument/2006/relationships/image" Target="../media/t4_c7fae1f70076eeb7980a86a8.svg"/><Relationship Id="rIdMathSvg7" Type="http://schemas.openxmlformats.org/officeDocument/2006/relationships/image" Target="../media/t4_a3bef67caf9e5ff91d3a1851.svg"/><Relationship Id="rIdMathSvg8" Type="http://schemas.openxmlformats.org/officeDocument/2006/relationships/image" Target="../media/t4_cfd2d9f96109ba27ae85477a.svg"/><Relationship Id="rIdMathSvg9" Type="http://schemas.openxmlformats.org/officeDocument/2006/relationships/image" Target="../media/t4_62bf59633c174ec10c56c553.svg"/><Relationship Id="rIdMathSvg10" Type="http://schemas.openxmlformats.org/officeDocument/2006/relationships/image" Target="../media/t4_bd6cf40372d5eb281e549e02.svg"/><Relationship Id="rIdMathSvg11" Type="http://schemas.openxmlformats.org/officeDocument/2006/relationships/image" Target="../media/t4_ebd02633e429b2cbbf86a689.svg"/><Relationship Id="rIdMathSvg12" Type="http://schemas.openxmlformats.org/officeDocument/2006/relationships/image" Target="../media/t4_4179200835f729d41153ca05.svg"/><Relationship Id="rIdMathSvg13" Type="http://schemas.openxmlformats.org/officeDocument/2006/relationships/image" Target="../media/t4_faccc2fa6b2054394be13947.svg"/><Relationship Id="rIdMathSvg14" Type="http://schemas.openxmlformats.org/officeDocument/2006/relationships/image" Target="../media/t4_d423b1d8523b6da6697d76d8.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T4ClickFrame1" Type="http://schemas.openxmlformats.org/officeDocument/2006/relationships/image" Target="../media/image522.png"/><Relationship Id="rIdT4ClickFrame2" Type="http://schemas.openxmlformats.org/officeDocument/2006/relationships/image" Target="../media/t4_click_8e22fbf8ef0756c2871bfc9b9a2a0a447d96d1974dae3a07fa6231be51ca0e6e.png"/><Relationship Id="rIdT4ClickFrame3" Type="http://schemas.openxmlformats.org/officeDocument/2006/relationships/image" Target="../media/t4_click_89bc5c7f8fbb91989569cfae0e5e953650c2dc5d7ced5605f324ba772af7b37f.png"/><Relationship Id="rIdT4ClickFrame4" Type="http://schemas.openxmlformats.org/officeDocument/2006/relationships/image" Target="../media/t4_click_b1e746d896ea237d04990eb3f1722559c596827cee759b6db6a8778c87b30db1.png"/><Relationship Id="rIdT4ClickFrame5" Type="http://schemas.openxmlformats.org/officeDocument/2006/relationships/image" Target="../media/t4_click_40eb2066157cc2a9576a3aa207fc32524d0eba15f09fec793c3d6bbd715454ef.png"/><Relationship Id="rIdT4ClickFrame6" Type="http://schemas.openxmlformats.org/officeDocument/2006/relationships/image" Target="../media/t4_click_f66c7a5efb026c2108f58acef42baf4f131cf55fc9c8fdf2cb5a8f89c169d48f.png"/><Relationship Id="rIdT4ClickFrame7" Type="http://schemas.openxmlformats.org/officeDocument/2006/relationships/image" Target="../media/t4_click_8419ab4e4e66d0daa8df4706369304860913697af6945b58f2c7ce8e08631a44.png"/><Relationship Id="rIdT4ClickFrame8" Type="http://schemas.openxmlformats.org/officeDocument/2006/relationships/image" Target="../media/t4_click_f6a802b5e567cee3152167301ec9db6c87d01bd9704dacb9aace6526a92cea07.png"/><Relationship Id="rIdT4ClickFrame9" Type="http://schemas.openxmlformats.org/officeDocument/2006/relationships/image" Target="../media/t4_click_634ecca46140a86c151af2e21ce4555fe89f5b59c86fc5bbf1a89e13ed7a2821.png"/><Relationship Id="rIdT4ClickFrame10" Type="http://schemas.openxmlformats.org/officeDocument/2006/relationships/image" Target="../media/t4_click_b0b075b42c57503d6a09fc768e28fa60565befd62e2c44f970025cd846898584.png"/><Relationship Id="rIdT4ClickFrame11" Type="http://schemas.openxmlformats.org/officeDocument/2006/relationships/image" Target="../media/t4_click_ac833aa4b760683910d9ea455599d564cc62b73efcc7b2714792f7c888b330eb.png"/><Relationship Id="rIdT4ClickFrame12" Type="http://schemas.openxmlformats.org/officeDocument/2006/relationships/image" Target="../media/t4_click_1b01d00ff85b0396c8c13e0babc70fa5080a0f3c621b71078798825986cb46e8.png"/><Relationship Id="rIdT4ClickFrame13" Type="http://schemas.openxmlformats.org/officeDocument/2006/relationships/image" Target="../media/t4_click_3fc92d07f3cc0c10eed15466314ef377303e254b283c539a562ee144a8262758.png"/><Relationship Id="rIdT4ClickFrame14" Type="http://schemas.openxmlformats.org/officeDocument/2006/relationships/image" Target="../media/t4_click_3bc98638dc32a1a8d0ebe3ba76c5ca04ea33681b1c8464bdcf7808ca5e393ace.png"/><Relationship Id="rIdT4ClickFrame15" Type="http://schemas.openxmlformats.org/officeDocument/2006/relationships/image" Target="../media/t4_click_7522f179554e426efc9cbe7904715aee5a5ff33d839d8531011a65e132cbce20.png"/><Relationship Id="rIdT4ClickFrame16" Type="http://schemas.openxmlformats.org/officeDocument/2006/relationships/image" Target="../media/t4_click_c014883089aafa1cc2c47996ce055b7e300a1aec9e05d8cc1f9098e964fdf30f.png"/><Relationship Id="rIdT4ClickFrame17" Type="http://schemas.openxmlformats.org/officeDocument/2006/relationships/image" Target="../media/t4_click_ddc9645407895e18365905e6387cd0358b36807d26ccf467ed907c4d8b3f675e.png"/><Relationship Id="rIdT4ClickFrame18" Type="http://schemas.openxmlformats.org/officeDocument/2006/relationships/image" Target="../media/t4_click_a5dc2aafee79bd5127ac9c83aee7a1941731b55870179136356108f28244591f.png"/><Relationship Id="rIdT4ClickFrame19" Type="http://schemas.openxmlformats.org/officeDocument/2006/relationships/image" Target="../media/t4_click_05b647f03b1e93173ee151cd9807ee37163f64cc4593a89b852dfb9d1040f2a4.png"/><Relationship Id="rIdT4ClickFrame20" Type="http://schemas.openxmlformats.org/officeDocument/2006/relationships/image" Target="../media/t4_click_10b3a8e4a71cc690cf3a9dfd4e5f07ad191a9f13d54bb3edb4c4a04a9c332d0e.png"/><Relationship Id="rIdT4ClickFrame21" Type="http://schemas.openxmlformats.org/officeDocument/2006/relationships/image" Target="../media/t4_click_45d8010c641514f5c0f1ac3d63d873dc9e3c41c8f12423fa715d5c26805b6d53.png"/><Relationship Id="rIdT4ClickFrame22" Type="http://schemas.openxmlformats.org/officeDocument/2006/relationships/image" Target="../media/t4_click_dda9564f8047a89d34d0339a19a491af51f693538249c73ecde65d5248e3fdcb.png"/><Relationship Id="rIdT4ClickFrame23" Type="http://schemas.openxmlformats.org/officeDocument/2006/relationships/image" Target="../media/t4_click_0d3bb7c37194af1b7a24fbfb359285963243fe377c3cc83b4f95e2266844361f.png"/><Relationship Id="rIdT4ClickFrame24" Type="http://schemas.openxmlformats.org/officeDocument/2006/relationships/image" Target="../media/t4_click_c7c88263e299e907d012a42c2449b5d9b8243e2efe9e767dd234979588610066.png"/><Relationship Id="rIdT4ClickFrame25" Type="http://schemas.openxmlformats.org/officeDocument/2006/relationships/image" Target="../media/t4_click_0e7e8a0b37cbb436cbb7798a1b9ffe69842eb0fbcbce6d4e5f05ce60b60e4acc.png"/><Relationship Id="rIdT4ClickFrame26" Type="http://schemas.openxmlformats.org/officeDocument/2006/relationships/image" Target="../media/t4_click_1a04501e7a4cebf6363572552c8609a94bdec5c3ee637a5a2865d2e6168850da.png"/><Relationship Id="rIdT4ClickFrame27" Type="http://schemas.openxmlformats.org/officeDocument/2006/relationships/image" Target="../media/t4_click_640659f87c035de5954c8d2232797b158631be85ac0bcf112367ba3628032239.png"/><Relationship Id="rIdT4ClickFrame28" Type="http://schemas.openxmlformats.org/officeDocument/2006/relationships/image" Target="../media/t4_click_9a2ad19ef0613dd7b6664bac020f631d40f272d26a7714de415bc9ca0852510c.png"/><Relationship Id="rIdT4ClickFrame29" Type="http://schemas.openxmlformats.org/officeDocument/2006/relationships/image" Target="../media/t4_click_4f1703489bcf2075291017e9f4cab3b89a865dfea4c75233b70208ac3df50c75.png"/><Relationship Id="rIdT4ClickFrame30" Type="http://schemas.openxmlformats.org/officeDocument/2006/relationships/image" Target="../media/t4_click_92668a60775e9c0b1283837b056b94d8377e520d474d5ff6b9b8ac4c764b0fb6.png"/><Relationship Id="rIdT4ClickFrame31" Type="http://schemas.openxmlformats.org/officeDocument/2006/relationships/image" Target="../media/t4_click_4a8aa7eb468545969c2b5c30a2d3d13262ab0796096164e8fce336c75a81c80f.png"/><Relationship Id="rIdT4ClickFrame32" Type="http://schemas.openxmlformats.org/officeDocument/2006/relationships/image" Target="../media/t4_click_3281a59576fcd81e6f25d2741650c16636b5e66bbc228104fde4e3ba81ae67bb.png"/><Relationship Id="rIdT4ClickFrame33" Type="http://schemas.openxmlformats.org/officeDocument/2006/relationships/image" Target="../media/t4_click_09773cfbc95f69bc97da4e5122f2a4e9b57c158baa80834582064d85b3b0f6ed.png"/><Relationship Id="rIdT4ClickFrame34" Type="http://schemas.openxmlformats.org/officeDocument/2006/relationships/image" Target="../media/t4_click_213a2e73a099d2bdb412c886bfbe8fb13236dd94b1722ed65883c1cbe3366615.png"/><Relationship Id="rIdT4ClickFrame35" Type="http://schemas.openxmlformats.org/officeDocument/2006/relationships/image" Target="../media/t4_click_e41654ddc606967581cd1323744f135ac01d648a5b2f035ab6460ffa0471b16a.png"/><Relationship Id="rIdT4ClickFrame36" Type="http://schemas.openxmlformats.org/officeDocument/2006/relationships/image" Target="../media/t4_click_d0c86c6564f03d4aa4eba025b53dc237c474254f6ddbb19742d20ab8309a9d11.png"/><Relationship Id="rIdT4ClickFrame37" Type="http://schemas.openxmlformats.org/officeDocument/2006/relationships/image" Target="../media/t4_click_dfe6f0957253590b673068d17591d370f0e510b3e1e1b65ebbb4f36dcf93a7a8.png"/><Relationship Id="rIdT4ClickFrame38" Type="http://schemas.openxmlformats.org/officeDocument/2006/relationships/image" Target="../media/t4_click_93188c538fd5468550d88b3b7bf8953aa15071b79f5d590c14bc5a44c568a5a0.png"/><Relationship Id="rIdT4ClickFrame39" Type="http://schemas.openxmlformats.org/officeDocument/2006/relationships/image" Target="../media/t4_click_8f69984f00639fc07966ad4e2bacb74312dd46b794f78fe2d4e43b9606676a3e.png"/><Relationship Id="rIdT4ClickFrame40" Type="http://schemas.openxmlformats.org/officeDocument/2006/relationships/image" Target="../media/t4_click_56a70bf25066912502c460a5d9df0bc68169643793e3b1a4280eab3ce5086eb2.png"/><Relationship Id="rIdT4ClickFrame41" Type="http://schemas.openxmlformats.org/officeDocument/2006/relationships/image" Target="../media/t4_click_37c807362becff0edc8e8b3f51a4cf36ce859e1fcba04210554f39afeef160be.png"/><Relationship Id="rIdT4ClickFrame42" Type="http://schemas.openxmlformats.org/officeDocument/2006/relationships/image" Target="../media/t4_click_04b86ec7662be8c64b78b27c1641c4b7498eb187216d25f4a91d3321ec926ebf.png"/><Relationship Id="rIdT4ClickFrame43" Type="http://schemas.openxmlformats.org/officeDocument/2006/relationships/image" Target="../media/t4_click_81637dd9a7bb4f75e689bce9d8e66e741ce23f7dcd0fea2778519ce66631e635.png"/><Relationship Id="rIdT4ClickFrame44" Type="http://schemas.openxmlformats.org/officeDocument/2006/relationships/image" Target="../media/t4_click_325dfa17499f9b58d7fc90c34e0bafe6b416b877e252e26997660e34c26d99dc.png"/><Relationship Id="rIdT4ClickFrame45" Type="http://schemas.openxmlformats.org/officeDocument/2006/relationships/image" Target="../media/t4_click_2900b03b11f554bc7c842d2d39edcb6d026fb37a8fc32c6aa24985fac42d731d.png"/><Relationship Id="rIdT4ClickFrame46" Type="http://schemas.openxmlformats.org/officeDocument/2006/relationships/image" Target="../media/t4_click_8337c646636ab5ee7885a125d5ab638416ad66f1341963b4688f67836532ea46.png"/><Relationship Id="rIdT4ClickFrame47" Type="http://schemas.openxmlformats.org/officeDocument/2006/relationships/image" Target="../media/t4_click_cd5f40f5a0abdd800bb6012741125de1596b128075218e62711de5c3cb933da6.png"/><Relationship Id="rIdT4ClickFrame48" Type="http://schemas.openxmlformats.org/officeDocument/2006/relationships/image" Target="../media/t4_click_80b027d8bd5dcba2c2f5ce61d187ffd885e7764b495dc89e1c3322234cd51b71.png"/><Relationship Id="rIdT4ClickFrame49" Type="http://schemas.openxmlformats.org/officeDocument/2006/relationships/image" Target="../media/t4_click_34f663082200c68af4c7adc779396b28373229172fa44eac49be996a8b11d81b.png"/><Relationship Id="rIdT4ClickFrame50" Type="http://schemas.openxmlformats.org/officeDocument/2006/relationships/image" Target="../media/t4_click_c8390b72f85027a971e500d94a3a1c69827c56079c110305b9d469e09dae0368.png"/></Relationships>
</file>

<file path=ppt/slides/_rels/slide33.xml.rels><?xml version='1.0' encoding='UTF-8' standalone='yes'?>
<Relationships xmlns="http://schemas.openxmlformats.org/package/2006/relationships"><Relationship Type="http://schemas.openxmlformats.org/officeDocument/2006/relationships/slideLayout" Target="../slideLayouts/t3_reference_methods_slideLayout1.xml" Id="Re11c5b1f15294111"/><Relationship Type="http://schemas.openxmlformats.org/officeDocument/2006/relationships/image" Target="/ppt/media/image538.png" Id="R8df4f1b3315b483f"/><Relationship Type="http://schemas.openxmlformats.org/officeDocument/2006/relationships/image" Target="../media/image94.png" Id="Rb8f14c2f8b874bdd"/><Relationship Type="http://schemas.openxmlformats.org/officeDocument/2006/relationships/image" Target="../media/image9.png" Id="Rc15b9b7188cf402f"/><Relationship Type="http://schemas.openxmlformats.org/officeDocument/2006/relationships/image" Target="../media/image447.png" Id="R6a9c0c8f21ff48ea"/><Relationship Type="http://schemas.openxmlformats.org/officeDocument/2006/relationships/image" Target="/ppt/media/image542.png" Id="R82af20fecd834ba8"/><Relationship Type="http://schemas.openxmlformats.org/officeDocument/2006/relationships/image" Target="../media/image448.png" Id="Rfae645605d974495"/><Relationship Type="http://schemas.openxmlformats.org/officeDocument/2006/relationships/image" Target="/ppt/media/image544.png" Id="R08dcc4e4d1fa496a"/><Relationship Type="http://schemas.openxmlformats.org/officeDocument/2006/relationships/image" Target="/ppt/media/image545.png" Id="R0c94d747c2ef44ac"/><Relationship Type="http://schemas.openxmlformats.org/officeDocument/2006/relationships/image" Target="/ppt/media/image546.png" Id="R9bbc8f3d80304c34"/><Relationship Type="http://schemas.openxmlformats.org/officeDocument/2006/relationships/image" Target="/ppt/media/image547.png" Id="R3224432756b44638"/><Relationship Type="http://schemas.openxmlformats.org/officeDocument/2006/relationships/image" Target="/ppt/media/image548.png" Id="Rdbee05f4f1854b2b"/><Relationship Type="http://schemas.openxmlformats.org/officeDocument/2006/relationships/image" Target="/ppt/media/image549.png" Id="R790a8a1ab83449fa"/><Relationship Type="http://schemas.openxmlformats.org/officeDocument/2006/relationships/image" Target="/ppt/media/image550.png" Id="Reb9c8ca71eb6431e"/><Relationship Type="http://schemas.openxmlformats.org/officeDocument/2006/relationships/image" Target="/ppt/media/image551.png" Id="R4834432cb45b48a7"/><Relationship Type="http://schemas.openxmlformats.org/officeDocument/2006/relationships/notesSlide" Target="/ppt/notesSlides/notesSlide33.xml" Id="R63fb50080c1747fc"/><Relationship Id="rIdMathSvg0" Type="http://schemas.openxmlformats.org/officeDocument/2006/relationships/image" Target="../media/t4_70e07c74be94dd24df6ecf65.svg"/><Relationship Id="rIdMathSvg1" Type="http://schemas.openxmlformats.org/officeDocument/2006/relationships/image" Target="../media/t4_cfd2d9f96109ba27ae85477a.svg"/><Relationship Id="rIdMathSvg2" Type="http://schemas.openxmlformats.org/officeDocument/2006/relationships/image" Target="../media/t4_e83fdbe0246517785d955bb3.svg"/><Relationship Id="rIdMathSvg3" Type="http://schemas.openxmlformats.org/officeDocument/2006/relationships/image" Target="../media/t4_1f8ace207ae89a5a722677a5.svg"/><Relationship Id="rIdMathSvg4" Type="http://schemas.openxmlformats.org/officeDocument/2006/relationships/image" Target="../media/t4_07e4f1f628f25a2466430521.svg"/><Relationship Id="rIdMathSvg5" Type="http://schemas.openxmlformats.org/officeDocument/2006/relationships/image" Target="../media/t4_d7f3819517ee2bf750a9c7f2.svg"/><Relationship Id="rIdMathSvg6" Type="http://schemas.openxmlformats.org/officeDocument/2006/relationships/image" Target="../media/t4_2b2b588028625a854fea949b.svg"/><Relationship Id="rIdMathSvg7" Type="http://schemas.openxmlformats.org/officeDocument/2006/relationships/image" Target="../media/t4_084104d380fd9fa0d28d9ba5.svg"/><Relationship Id="rIdMathSvg8" Type="http://schemas.openxmlformats.org/officeDocument/2006/relationships/image" Target="../media/t4_d6948a38e77053e377d0ff56.svg"/><Relationship Id="rIdMathSvg9" Type="http://schemas.openxmlformats.org/officeDocument/2006/relationships/image" Target="../media/t4_d723b3251f987b18294e2605.svg"/><Relationship Id="rIdMathSvg10" Type="http://schemas.openxmlformats.org/officeDocument/2006/relationships/image" Target="../media/t4_e2b38076a27cf0b39239daec.svg"/><Relationship Id="rIdMathSvg11" Type="http://schemas.openxmlformats.org/officeDocument/2006/relationships/image" Target="../media/t4_81a59ed7cd104d65bf3bf4a2.svg"/><Relationship Id="rIdMathSvg12" Type="http://schemas.openxmlformats.org/officeDocument/2006/relationships/image" Target="../media/t4_9887e3656e8eb49da288854e.svg"/><Relationship Id="rIdNav0" Type="http://schemas.openxmlformats.org/officeDocument/2006/relationships/slide" Target="slide6.xml"/><Relationship Id="rIdNav1" Type="http://schemas.openxmlformats.org/officeDocument/2006/relationships/slide" Target="slide5.xml"/><Relationship Id="rIdNav2" Type="http://schemas.openxmlformats.org/officeDocument/2006/relationships/slide" Target="slide12.xml"/><Relationship Id="rIdNav3" Type="http://schemas.openxmlformats.org/officeDocument/2006/relationships/slide" Target="slide28.xml"/><Relationship Id="rIdT4ClickFrame1" Type="http://schemas.openxmlformats.org/officeDocument/2006/relationships/image" Target="../media/image538.png"/><Relationship Id="rIdT4ClickFrame2" Type="http://schemas.openxmlformats.org/officeDocument/2006/relationships/image" Target="../media/t4_click_591696da630fddfb5f17adeb7f023981e88eeda7bd2d6c42cf3472032d133f8f.png"/><Relationship Id="rIdT4ClickFrame3" Type="http://schemas.openxmlformats.org/officeDocument/2006/relationships/image" Target="../media/t4_click_bcb24122b7c6a095caef7cc6eebec5efe28721b01186c96fea5ded8d23d4eb2c.png"/><Relationship Id="rIdT4ClickFrame4" Type="http://schemas.openxmlformats.org/officeDocument/2006/relationships/image" Target="../media/t4_click_292964e967f73804260e100008f780a9e16c2974fe38b8ae785b6e67b53f12eb.png"/><Relationship Id="rIdT4ClickFrame5" Type="http://schemas.openxmlformats.org/officeDocument/2006/relationships/image" Target="../media/t4_click_0edcaa9b6c84bafcdcab2feb5ac169ccf38192c45e245478e6a08047a821f24d.png"/><Relationship Id="rIdT4ClickFrame6" Type="http://schemas.openxmlformats.org/officeDocument/2006/relationships/image" Target="../media/t4_click_9aabd3f01285a8a5912012deedd894a9058ec4b3ae21208024d8072c8479d858.png"/><Relationship Id="rIdT4ClickFrame7" Type="http://schemas.openxmlformats.org/officeDocument/2006/relationships/image" Target="../media/t4_click_df0640030e7cea6e2e42db7932fbeee9da79e5e66175a3c1df814e8efbbc08dd.png"/><Relationship Id="rIdT4ClickFrame8" Type="http://schemas.openxmlformats.org/officeDocument/2006/relationships/image" Target="../media/t4_click_35803c3528d6708b7106e8a7640e1172509bb735251848829ab9ff05bb912974.png"/><Relationship Id="rIdT4ClickFrame9" Type="http://schemas.openxmlformats.org/officeDocument/2006/relationships/image" Target="../media/t4_click_cc68abee3a9f4758200b2b5c9a78961534566a463bb61f04e951f6c0a728bee0.png"/><Relationship Id="rIdT4ClickFrame10" Type="http://schemas.openxmlformats.org/officeDocument/2006/relationships/image" Target="../media/t4_click_ff1de853be0c0db691584a946eebbab9c7fd42616d34357b92b947227a4d232c.png"/><Relationship Id="rIdT4ClickFrame11" Type="http://schemas.openxmlformats.org/officeDocument/2006/relationships/image" Target="../media/t4_click_7b1343ca72c365e9433b2fb39c9f579f9e1574ab74917ea9e4cf25f581e70e62.png"/><Relationship Id="rIdT4ClickFrame12" Type="http://schemas.openxmlformats.org/officeDocument/2006/relationships/image" Target="../media/t4_click_f33379a6b8e731068da249d94c2ef7e0b10cc7601c7e169a32cbd7e4088222a4.png"/><Relationship Id="rIdT4ClickFrame13" Type="http://schemas.openxmlformats.org/officeDocument/2006/relationships/image" Target="../media/t4_click_c0c465ecc70699d4436be239116f548fd07660eac6a133ef820efae27303a92e.png"/><Relationship Id="rIdT4ClickFrame14" Type="http://schemas.openxmlformats.org/officeDocument/2006/relationships/image" Target="../media/t4_click_a70908e13d0f4dd8449a103b1e3fc14cfe40ea9bfef34fb0aaba586e6b014bd9.png"/><Relationship Id="rIdT4ClickFrame15" Type="http://schemas.openxmlformats.org/officeDocument/2006/relationships/image" Target="../media/t4_click_9f214670cc42c4037c000697b5387f5f6a07f3b06ffe0f5afa85407928d7e87d.png"/><Relationship Id="rIdT4ClickFrame16" Type="http://schemas.openxmlformats.org/officeDocument/2006/relationships/image" Target="../media/t4_click_689249ddd67de10313888f5f9339186ec9e3b4445fc226aed7413be3d1d5c557.png"/><Relationship Id="rIdT4ClickFrame17" Type="http://schemas.openxmlformats.org/officeDocument/2006/relationships/image" Target="../media/t4_click_17fc731a1b9ae5013bd382d9738aa0ff1504fefa28d5a89fd3bb658c1c531b5a.png"/><Relationship Id="rIdT4ClickFrame18" Type="http://schemas.openxmlformats.org/officeDocument/2006/relationships/image" Target="../media/t4_click_dcbba5cd0058bec71e8ddb333c32d683b8e82bb31312bcd3b3652cfeb9020488.png"/><Relationship Id="rIdT4ClickFrame19" Type="http://schemas.openxmlformats.org/officeDocument/2006/relationships/image" Target="../media/t4_click_b59f1b5cde724d2fa021d375773fd7c4432753dc5934fcdfe75f7c02558517dd.png"/><Relationship Id="rIdT4ClickFrame20" Type="http://schemas.openxmlformats.org/officeDocument/2006/relationships/image" Target="../media/t4_click_a2f690740e209ebe960a7f922326d48ac7f88cccbc393c823a3bd8be132e16bd.png"/><Relationship Id="rIdT4ClickFrame21" Type="http://schemas.openxmlformats.org/officeDocument/2006/relationships/image" Target="../media/t4_click_237839fce7186bd469d296bc690679e22ae44e236006ab1cfa6b80b9ac83c001.png"/><Relationship Id="rIdT4ClickFrame22" Type="http://schemas.openxmlformats.org/officeDocument/2006/relationships/image" Target="../media/t4_click_e92e5383da2af9c3ac90ec732ea479143c74655842c6657d4f0f6b8b4b1b0342.png"/><Relationship Id="rIdT4ClickFrame23" Type="http://schemas.openxmlformats.org/officeDocument/2006/relationships/image" Target="../media/t4_click_ab9b6a28a0d9b5a84dcd589503c7e13dea4351054c9385a0efdbb3eeb65f984a.png"/><Relationship Id="rIdT4ClickFrame24" Type="http://schemas.openxmlformats.org/officeDocument/2006/relationships/image" Target="../media/t4_click_c434cbbf32f8f0707bc7e7cd11c766ed46dc3d006e724be3d319bc23262079f0.png"/><Relationship Id="rIdT4ClickFrame25" Type="http://schemas.openxmlformats.org/officeDocument/2006/relationships/image" Target="../media/t4_click_0633994787af94009facd10002ea3554f0bf0107d63b432cd63ce455130db4c1.png"/><Relationship Id="rIdT4ClickFrame26" Type="http://schemas.openxmlformats.org/officeDocument/2006/relationships/image" Target="../media/t4_click_b3c14cfeba50174e20a7f6ffbd2eb702e8c87c05220308fb1fcbbad4a5a00c1b.png"/><Relationship Id="rIdT4ClickFrame27" Type="http://schemas.openxmlformats.org/officeDocument/2006/relationships/image" Target="../media/t4_click_ab556d2af69f557be802012988c89c301fe3e86b98fcc6d83177f5b890b93cc0.png"/><Relationship Id="rIdT4ClickFrame28" Type="http://schemas.openxmlformats.org/officeDocument/2006/relationships/image" Target="../media/t4_click_6c1cc029cb28d1f6e26cc3952247d6ae16e95dc7db8759615f4442122b369e03.png"/><Relationship Id="rIdT4ClickFrame29" Type="http://schemas.openxmlformats.org/officeDocument/2006/relationships/image" Target="../media/t4_click_062dbadafd8dbef3eca41f4a95f84a1c630a76a34dce5027145cf465e05b5df2.png"/><Relationship Id="rIdT4ClickFrame30" Type="http://schemas.openxmlformats.org/officeDocument/2006/relationships/image" Target="../media/t4_click_c682c702bb0b1475fc98fa05e170e12814d71b4f813ab1e2dae5fa5a878ecdeb.png"/><Relationship Id="rIdT4ClickFrame31" Type="http://schemas.openxmlformats.org/officeDocument/2006/relationships/image" Target="../media/t4_click_540c84812a3cd78c67ba56fe90595a57d13de64ac149acfc37f769359d701f36.png"/><Relationship Id="rIdT4ClickFrame32" Type="http://schemas.openxmlformats.org/officeDocument/2006/relationships/image" Target="../media/t4_click_1fd94bd587197618d9c448ed8d6300711d7ea5eace88ecfe99d31b0d99f25fe1.png"/><Relationship Id="rIdT4ClickFrame33" Type="http://schemas.openxmlformats.org/officeDocument/2006/relationships/image" Target="../media/t4_click_5001a5ef551115a76184bad2c1388a2ec27384cde46fd23a01588524394eee67.png"/><Relationship Id="rIdT4ClickFrame34" Type="http://schemas.openxmlformats.org/officeDocument/2006/relationships/image" Target="../media/t4_click_b8bc8a7cee00cf19835d756efb5ff958539e8641144855f68ed7305ef5ab1660.png"/><Relationship Id="rIdT4ClickFrame35" Type="http://schemas.openxmlformats.org/officeDocument/2006/relationships/image" Target="../media/t4_click_6b280128c6740fbfadd892553d28a0f348b74af750b0b111d5d33d8a124f077c.png"/><Relationship Id="rIdT4ClickFrame36" Type="http://schemas.openxmlformats.org/officeDocument/2006/relationships/image" Target="../media/t4_click_219ea23b55a7b8e33e6cd61561bffe5ac4c54ae253f55a7f2722bb8944e3f152.png"/><Relationship Id="rIdT4ClickFrame37" Type="http://schemas.openxmlformats.org/officeDocument/2006/relationships/image" Target="../media/t4_click_896e6f2e2f7c370234ee08013dba79c4532dcb470d935144b863cbbe611051e5.png"/><Relationship Id="rIdT4ClickFrame38" Type="http://schemas.openxmlformats.org/officeDocument/2006/relationships/image" Target="../media/t4_click_25de762694304e79a31afdddd1ca42c094c5c94b1fbfb34c916857b9277eeacb.png"/><Relationship Id="rIdT4ClickFrame39" Type="http://schemas.openxmlformats.org/officeDocument/2006/relationships/image" Target="../media/t4_click_306ea6477a7fc242ee0f30ae929bece7913cd238e0fec9adb98f796ce94892de.png"/><Relationship Id="rIdT4ClickFrame40" Type="http://schemas.openxmlformats.org/officeDocument/2006/relationships/image" Target="../media/t4_click_cb2169abb3e4e7655bdeeb2a465edc0be929ea7fb4ea5f8048a02892fb956f85.png"/><Relationship Id="rIdT4ClickFrame41" Type="http://schemas.openxmlformats.org/officeDocument/2006/relationships/image" Target="../media/t4_click_eaa53ef89679ec57569e2a0be9a924a198b6c6079189baba1994abbf3a3fb74a.png"/><Relationship Id="rIdT4ClickFrame42" Type="http://schemas.openxmlformats.org/officeDocument/2006/relationships/image" Target="../media/t4_click_76f7e7badd3e70037dee1962c0a8fdf38bf802c20895f50dcad534e1068540b6.png"/><Relationship Id="rIdT4ClickFrame43" Type="http://schemas.openxmlformats.org/officeDocument/2006/relationships/image" Target="../media/t4_click_144df2ceb398416c97a8cf311c2e894f76615a42abfabdc09732a03cfcfc69c3.png"/><Relationship Id="rIdT4ClickFrame44" Type="http://schemas.openxmlformats.org/officeDocument/2006/relationships/image" Target="../media/t4_click_e21d13eb8af6b8b25522801a80f01a45e165be3a13923b71c6e8e6b6aaa58f38.png"/><Relationship Id="rIdT4ClickFrame45" Type="http://schemas.openxmlformats.org/officeDocument/2006/relationships/image" Target="../media/t4_click_112b8b37d5ce68bde6240cb3c4f4e0376032afcbdca4be16427084042cef2b83.png"/><Relationship Id="rIdT4ClickFrame46" Type="http://schemas.openxmlformats.org/officeDocument/2006/relationships/image" Target="../media/t4_click_7ae38b158305b8ba357f3be645453e386fcdd289f2a6b1c6d2fa2fe719fd8414.png"/><Relationship Id="rIdT4ClickFrame47" Type="http://schemas.openxmlformats.org/officeDocument/2006/relationships/image" Target="../media/t4_click_7204fa7137e09fa5473ba66e0273e710f8547f346f053804b461f9997180e714.png"/><Relationship Id="rIdT4ClickFrame48" Type="http://schemas.openxmlformats.org/officeDocument/2006/relationships/image" Target="../media/t4_click_2e9b180043bd14457117ec7f6ccfffdbb2894c0f2296cb1e7e1a1e5e4eae1e9f.png"/><Relationship Id="rIdT4ClickFrame49" Type="http://schemas.openxmlformats.org/officeDocument/2006/relationships/image" Target="../media/t4_click_254992867559c36eca26b7e9f96db4a8fe494ad5a44f2f023a3b74175c224e95.png"/><Relationship Id="rIdT4ClickFrame50" Type="http://schemas.openxmlformats.org/officeDocument/2006/relationships/image" Target="../media/t4_click_7ac794b73e568214063c6e3834943d104f6dbfe36dd4a5d78a478b4618dbe0da.png"/></Relationships>
</file>

<file path=ppt/slides/_rels/slide34.xml.rels><?xml version='1.0' encoding='UTF-8' standalone='yes'?>
<Relationships xmlns="http://schemas.openxmlformats.org/package/2006/relationships"><Relationship Type="http://schemas.openxmlformats.org/officeDocument/2006/relationships/slideLayout" Target="../slideLayouts/t3_reference_methods_slideLayout1.xml" Id="R90d51ff141f945f7"/><Relationship Type="http://schemas.openxmlformats.org/officeDocument/2006/relationships/image" Target="../media/image448.png" Id="Ra2aea2ec610c4a4a"/><Relationship Type="http://schemas.openxmlformats.org/officeDocument/2006/relationships/image" Target="/ppt/media/image553.png" Id="Rb740dd047e1c4166"/><Relationship Type="http://schemas.openxmlformats.org/officeDocument/2006/relationships/image" Target="/ppt/media/image554.png" Id="Rfa111ea3f6154329"/><Relationship Type="http://schemas.openxmlformats.org/officeDocument/2006/relationships/image" Target="/ppt/media/image555.png" Id="R12340fe3512e437e"/><Relationship Type="http://schemas.openxmlformats.org/officeDocument/2006/relationships/image" Target="/ppt/media/image556.png" Id="Rd1e25f56ab544343"/><Relationship Type="http://schemas.openxmlformats.org/officeDocument/2006/relationships/image" Target="/ppt/media/image557.png" Id="Rbb995d840ccb40a0"/><Relationship Type="http://schemas.openxmlformats.org/officeDocument/2006/relationships/image" Target="/ppt/media/image558.png" Id="Ra10b39442e594d52"/><Relationship Type="http://schemas.openxmlformats.org/officeDocument/2006/relationships/image" Target="/ppt/media/image559.png" Id="Rb2de3270b9ce4fb0"/><Relationship Type="http://schemas.openxmlformats.org/officeDocument/2006/relationships/image" Target="/ppt/media/image560.png" Id="R916c2291207b4465"/><Relationship Type="http://schemas.openxmlformats.org/officeDocument/2006/relationships/image" Target="/ppt/media/image561.png" Id="Re6622ecd02874866"/><Relationship Type="http://schemas.openxmlformats.org/officeDocument/2006/relationships/image" Target="/ppt/media/image562.png" Id="R6d0a64dc10744758"/><Relationship Type="http://schemas.openxmlformats.org/officeDocument/2006/relationships/notesSlide" Target="/ppt/notesSlides/notesSlide34.xml" Id="R60b64046a830430d"/><Relationship Id="rIdMathSvg0" Type="http://schemas.openxmlformats.org/officeDocument/2006/relationships/image" Target="../media/t4_07e4f1f628f25a2466430521.svg"/><Relationship Id="rIdMathSvg1" Type="http://schemas.openxmlformats.org/officeDocument/2006/relationships/image" Target="../media/t4_5592d0ac398ddb3fd6ded12f.svg"/><Relationship Id="rIdMathSvg2" Type="http://schemas.openxmlformats.org/officeDocument/2006/relationships/image" Target="../media/t4_9365320f12eba4c05589748b.svg"/><Relationship Id="rIdMathSvg3" Type="http://schemas.openxmlformats.org/officeDocument/2006/relationships/image" Target="../media/t4_83b28954377966d4a3c13d69.svg"/><Relationship Id="rIdMathSvg4" Type="http://schemas.openxmlformats.org/officeDocument/2006/relationships/image" Target="../media/t4_c307d4f570db5855a2776859.svg"/><Relationship Id="rIdMathSvg5" Type="http://schemas.openxmlformats.org/officeDocument/2006/relationships/image" Target="../media/t4_1f9380e42255c24abb12e208.svg"/><Relationship Id="rIdMathSvg6" Type="http://schemas.openxmlformats.org/officeDocument/2006/relationships/image" Target="../media/t4_db6f34568ee77031253ecb95.svg"/><Relationship Id="rIdMathSvg7" Type="http://schemas.openxmlformats.org/officeDocument/2006/relationships/image" Target="../media/t4_5f9397d09387ca7f51396b16.svg"/><Relationship Id="rIdMathSvg8" Type="http://schemas.openxmlformats.org/officeDocument/2006/relationships/image" Target="../media/t4_dca60846aaa976f684af9282.svg"/><Relationship Id="rIdMathSvg9" Type="http://schemas.openxmlformats.org/officeDocument/2006/relationships/image" Target="../media/t4_b730d8697cb01ffefcc460be.svg"/><Relationship Id="rIdMathSvg10" Type="http://schemas.openxmlformats.org/officeDocument/2006/relationships/image" Target="../media/t4_23f113e5adbd8a94682935f1.svg"/><Relationship Id="rIdNav0" Type="http://schemas.openxmlformats.org/officeDocument/2006/relationships/slide" Target="slide6.xml"/></Relationships>
</file>

<file path=ppt/slides/_rels/slide35.xml.rels><?xml version='1.0' encoding='UTF-8' standalone='yes'?>
<Relationships xmlns="http://schemas.openxmlformats.org/package/2006/relationships"><Relationship Type="http://schemas.openxmlformats.org/officeDocument/2006/relationships/slideLayout" Target="../slideLayouts/t3_reference_methods_slideLayout1.xml" Id="R0a497e7b0d9c44d7"/><Relationship Type="http://schemas.openxmlformats.org/officeDocument/2006/relationships/notesSlide" Target="/ppt/notesSlides/notesSlide35.xml" Id="R81bcaa925af64e2a"/><Relationship Id="rIdNav0" Type="http://schemas.openxmlformats.org/officeDocument/2006/relationships/slide" Target="slide4.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urse">
            <a:extLst xmlns:a="http://schemas.openxmlformats.org/drawingml/2006/main">
              <a:ext uri="{FF2B5EF4-FFF2-40B4-BE49-F238E27FC236}">
                <a16:creationId xmlns:a16="http://schemas.microsoft.com/office/drawing/2014/main" id="{36F4319B-77BE-428C-9461-DD855B8FDA84}"/>
              </a:ext>
            </a:extLst>
          </p:cNvPr>
          <p:cNvSpPr>
            <a:spLocks xmlns:a="http://schemas.openxmlformats.org/drawingml/2006/main" noGrp="1"/>
          </p:cNvSpPr>
          <p:nvPr/>
        </p:nvSpPr>
        <p:spPr>
          <a:xfrm xmlns:a="http://schemas.openxmlformats.org/drawingml/2006/main">
            <a:off x="952500" y="20002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i="0">
                <a:solidFill>
                  <a:srgbClr val="202020"/>
                </a:solidFill>
                <a:latin typeface="Times New Roman"/>
                <a:ea typeface="Times New Roman"/>
                <a:cs typeface="Times New Roman"/>
              </a:defRPr>
            </a:pPr>
            <a:r>
              <a:rPr sz="2250" b="0" i="0">
                <a:solidFill>
                  <a:srgbClr val="202020"/>
                </a:solidFill>
                <a:latin typeface="Times New Roman"/>
                <a:ea typeface="Times New Roman"/>
                <a:cs typeface="Times New Roman"/>
              </a:rPr>
              <a:t>ELEG2310B</a:t>
            </a:r>
          </a:p>
        </p:txBody>
      </p:sp>
      <p:sp>
        <p:nvSpPr>
          <p:cNvPr id="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28D3C849-FCDB-4A5C-AC30-6B5F6579C048}"/>
              </a:ext>
            </a:extLst>
          </p:cNvPr>
          <p:cNvSpPr>
            <a:spLocks xmlns:a="http://schemas.openxmlformats.org/drawingml/2006/main" noGrp="1"/>
          </p:cNvSpPr>
          <p:nvPr/>
        </p:nvSpPr>
        <p:spPr>
          <a:xfrm xmlns:a="http://schemas.openxmlformats.org/drawingml/2006/main">
            <a:off x="952500" y="271462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200" b="1" i="0">
                <a:solidFill>
                  <a:srgbClr val="202020"/>
                </a:solidFill>
                <a:latin typeface="Times New Roman"/>
                <a:ea typeface="Times New Roman"/>
                <a:cs typeface="Times New Roman"/>
              </a:defRPr>
            </a:pPr>
            <a:r>
              <a:rPr sz="4200" b="1" i="0">
                <a:solidFill>
                  <a:srgbClr val="202020"/>
                </a:solidFill>
                <a:latin typeface="Times New Roman"/>
                <a:ea typeface="Times New Roman"/>
                <a:cs typeface="Times New Roman"/>
              </a:rPr>
              <a:t>Tutorial 4</a:t>
            </a:r>
          </a:p>
        </p:txBody>
      </p:sp>
      <p:sp>
        <p:nvSpPr>
          <p:cNvPr id="4" name="topic">
            <a:extLst xmlns:a="http://schemas.openxmlformats.org/drawingml/2006/main">
              <a:ext uri="{FF2B5EF4-FFF2-40B4-BE49-F238E27FC236}">
                <a16:creationId xmlns:a16="http://schemas.microsoft.com/office/drawing/2014/main" id="{ED522314-16FE-43F8-A857-27433F8972CD}"/>
              </a:ext>
            </a:extLst>
          </p:cNvPr>
          <p:cNvSpPr>
            <a:spLocks xmlns:a="http://schemas.openxmlformats.org/drawingml/2006/main" noGrp="1"/>
          </p:cNvSpPr>
          <p:nvPr/>
        </p:nvSpPr>
        <p:spPr>
          <a:xfrm xmlns:a="http://schemas.openxmlformats.org/drawingml/2006/main">
            <a:off x="952500" y="36195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0" i="0">
                <a:solidFill>
                  <a:srgbClr val="202020"/>
                </a:solidFill>
                <a:latin typeface="Times New Roman"/>
                <a:ea typeface="Times New Roman"/>
                <a:cs typeface="Times New Roman"/>
              </a:defRPr>
            </a:pPr>
            <a:r>
              <a:rPr sz="2550" b="0" i="0">
                <a:solidFill>
                  <a:srgbClr val="202020"/>
                </a:solidFill>
                <a:latin typeface="Times New Roman"/>
                <a:ea typeface="Times New Roman"/>
                <a:cs typeface="Times New Roman"/>
              </a:rPr>
              <a:t>Phase and Frequency Modulation</a:t>
            </a:r>
          </a:p>
        </p:txBody>
      </p:sp>
      <p:sp>
        <p:nvSpPr>
          <p:cNvPr id="5" name="assistants">
            <a:extLst xmlns:a="http://schemas.openxmlformats.org/drawingml/2006/main">
              <a:ext uri="{FF2B5EF4-FFF2-40B4-BE49-F238E27FC236}">
                <a16:creationId xmlns:a16="http://schemas.microsoft.com/office/drawing/2014/main" id="{4A45DBF1-C355-4601-B41A-C731E05988CD}"/>
              </a:ext>
            </a:extLst>
          </p:cNvPr>
          <p:cNvSpPr>
            <a:spLocks xmlns:a="http://schemas.openxmlformats.org/drawingml/2006/main" noGrp="1"/>
          </p:cNvSpPr>
          <p:nvPr/>
        </p:nvSpPr>
        <p:spPr>
          <a:xfrm xmlns:a="http://schemas.openxmlformats.org/drawingml/2006/main">
            <a:off x="952500" y="46672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Teaching Assistants: WANG, Runbang; TIAN, Feng</a:t>
            </a:r>
          </a:p>
        </p:txBody>
      </p:sp>
      <p:sp>
        <p:nvSpPr>
          <p:cNvPr id="6" name="email">
            <a:extLst xmlns:a="http://schemas.openxmlformats.org/drawingml/2006/main">
              <a:ext uri="{FF2B5EF4-FFF2-40B4-BE49-F238E27FC236}">
                <a16:creationId xmlns:a16="http://schemas.microsoft.com/office/drawing/2014/main" id="{D1888DB4-5417-4A8A-A2BA-5C01069F68B2}"/>
              </a:ext>
            </a:extLst>
          </p:cNvPr>
          <p:cNvSpPr>
            <a:spLocks xmlns:a="http://schemas.openxmlformats.org/drawingml/2006/main" noGrp="1"/>
          </p:cNvSpPr>
          <p:nvPr/>
        </p:nvSpPr>
        <p:spPr>
          <a:xfrm xmlns:a="http://schemas.openxmlformats.org/drawingml/2006/main">
            <a:off x="952500" y="51435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20137564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4925c9d800124bea">
            <a:extLst>
              <a:ext uri="{96DAC541-7B7A-43D3-8B79-37D633B846F1}">
                <asvg:svgBlip xmlns:asvg="http://schemas.microsoft.com/office/drawing/2016/SVG/main" r:embed="rIdLatex21"/>
              </a:ext>
            </a:extLst>
          </a:blip>
          <a:stretch xmlns:a="http://schemas.openxmlformats.org/drawingml/2006/main"/>
        </p:blipFill>
        <p:spPr>
          <a:xfrm xmlns:a="http://schemas.openxmlformats.org/drawingml/2006/main">
            <a:off x="83724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92919328109b4ee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43005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bb79f116db4448ec">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69665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13a354839d804482">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1017174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07A2A795-5D68-4292-A836-0BAB9A9ADAA1}"/>
              </a:ext>
            </a:extLst>
          </p:cNvPr>
          <p:cNvSpPr>
            <a:spLocks xmlns:a="http://schemas.openxmlformats.org/drawingml/2006/main" noGrp="1"/>
          </p:cNvSpPr>
          <p:nvPr/>
        </p:nvSpPr>
        <p:spPr>
          <a:xfrm xmlns:a="http://schemas.openxmlformats.org/drawingml/2006/main">
            <a:off x="22383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0755AA5A-86FC-4B1E-B249-69F49048F7DB}"/>
              </a:ext>
            </a:extLst>
          </p:cNvPr>
          <p:cNvSpPr>
            <a:spLocks xmlns:a="http://schemas.openxmlformats.org/drawingml/2006/main" noGrp="1"/>
          </p:cNvSpPr>
          <p:nvPr/>
        </p:nvSpPr>
        <p:spPr>
          <a:xfrm xmlns:a="http://schemas.openxmlformats.org/drawingml/2006/main" rot="5400000">
            <a:off x="3924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channel_shaft">
            <a:extLst xmlns:a="http://schemas.openxmlformats.org/drawingml/2006/main">
              <a:ext uri="{FF2B5EF4-FFF2-40B4-BE49-F238E27FC236}">
                <a16:creationId xmlns:a16="http://schemas.microsoft.com/office/drawing/2014/main" id="{F11663F5-0720-4FBC-BDB7-D4C8B9945B00}"/>
              </a:ext>
            </a:extLst>
          </p:cNvPr>
          <p:cNvSpPr>
            <a:spLocks xmlns:a="http://schemas.openxmlformats.org/drawingml/2006/main" noGrp="1"/>
          </p:cNvSpPr>
          <p:nvPr/>
        </p:nvSpPr>
        <p:spPr>
          <a:xfrm xmlns:a="http://schemas.openxmlformats.org/drawingml/2006/main">
            <a:off x="5505450" y="3429000"/>
            <a:ext cx="111442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channel_head">
            <a:extLst xmlns:a="http://schemas.openxmlformats.org/drawingml/2006/main">
              <a:ext uri="{FF2B5EF4-FFF2-40B4-BE49-F238E27FC236}">
                <a16:creationId xmlns:a16="http://schemas.microsoft.com/office/drawing/2014/main" id="{4AD32299-6BF7-4F88-8D9D-93ADE87DA39A}"/>
              </a:ext>
            </a:extLst>
          </p:cNvPr>
          <p:cNvSpPr>
            <a:spLocks xmlns:a="http://schemas.openxmlformats.org/drawingml/2006/main" noGrp="1"/>
          </p:cNvSpPr>
          <p:nvPr/>
        </p:nvSpPr>
        <p:spPr>
          <a:xfrm xmlns:a="http://schemas.openxmlformats.org/drawingml/2006/main" rot="5400000">
            <a:off x="6591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9" name="!!rx_shaft">
            <a:extLst xmlns:a="http://schemas.openxmlformats.org/drawingml/2006/main">
              <a:ext uri="{FF2B5EF4-FFF2-40B4-BE49-F238E27FC236}">
                <a16:creationId xmlns:a16="http://schemas.microsoft.com/office/drawing/2014/main" id="{BF99EAC6-D117-405F-8E1A-1B346F2FD8E5}"/>
              </a:ext>
            </a:extLst>
          </p:cNvPr>
          <p:cNvSpPr>
            <a:spLocks xmlns:a="http://schemas.openxmlformats.org/drawingml/2006/main" noGrp="1"/>
          </p:cNvSpPr>
          <p:nvPr/>
        </p:nvSpPr>
        <p:spPr>
          <a:xfrm xmlns:a="http://schemas.openxmlformats.org/drawingml/2006/main">
            <a:off x="81438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rx_head">
            <a:extLst xmlns:a="http://schemas.openxmlformats.org/drawingml/2006/main">
              <a:ext uri="{FF2B5EF4-FFF2-40B4-BE49-F238E27FC236}">
                <a16:creationId xmlns:a16="http://schemas.microsoft.com/office/drawing/2014/main" id="{8A4AE472-FB5C-4206-A34C-797EE16DCC26}"/>
              </a:ext>
            </a:extLst>
          </p:cNvPr>
          <p:cNvSpPr>
            <a:spLocks xmlns:a="http://schemas.openxmlformats.org/drawingml/2006/main" noGrp="1"/>
          </p:cNvSpPr>
          <p:nvPr/>
        </p:nvSpPr>
        <p:spPr>
          <a:xfrm xmlns:a="http://schemas.openxmlformats.org/drawingml/2006/main" rot="5400000">
            <a:off x="98298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11" name="!!tx_label">
            <a:extLst xmlns:a="http://schemas.openxmlformats.org/drawingml/2006/main">
              <a:ext uri="{FF2B5EF4-FFF2-40B4-BE49-F238E27FC236}">
                <a16:creationId xmlns:a16="http://schemas.microsoft.com/office/drawing/2014/main" id="{21C29262-F7AE-48E7-8C56-E72BE80A75A2}"/>
              </a:ext>
            </a:extLst>
          </p:cNvPr>
          <p:cNvSpPr>
            <a:spLocks xmlns:a="http://schemas.openxmlformats.org/drawingml/2006/main" noGrp="1"/>
          </p:cNvSpPr>
          <p:nvPr/>
        </p:nvSpPr>
        <p:spPr>
          <a:xfrm xmlns:a="http://schemas.openxmlformats.org/drawingml/2006/main">
            <a:off x="21526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Modulation</a:t>
            </a:r>
          </a:p>
        </p:txBody>
      </p:sp>
      <p:sp>
        <p:nvSpPr>
          <p:cNvPr id="12" name="!!channel_label">
            <a:extLst xmlns:a="http://schemas.openxmlformats.org/drawingml/2006/main">
              <a:ext uri="{FF2B5EF4-FFF2-40B4-BE49-F238E27FC236}">
                <a16:creationId xmlns:a16="http://schemas.microsoft.com/office/drawing/2014/main" id="{5C8C049F-B5EE-474F-A508-1D6310D7F25A}"/>
              </a:ext>
            </a:extLst>
          </p:cNvPr>
          <p:cNvSpPr>
            <a:spLocks xmlns:a="http://schemas.openxmlformats.org/drawingml/2006/main" noGrp="1"/>
          </p:cNvSpPr>
          <p:nvPr/>
        </p:nvSpPr>
        <p:spPr>
          <a:xfrm xmlns:a="http://schemas.openxmlformats.org/drawingml/2006/main">
            <a:off x="5219700" y="2600325"/>
            <a:ext cx="176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Transmission</a:t>
            </a:r>
          </a:p>
        </p:txBody>
      </p:sp>
      <p:sp>
        <p:nvSpPr>
          <p:cNvPr id="13" name="!!rx_label">
            <a:extLst xmlns:a="http://schemas.openxmlformats.org/drawingml/2006/main">
              <a:ext uri="{FF2B5EF4-FFF2-40B4-BE49-F238E27FC236}">
                <a16:creationId xmlns:a16="http://schemas.microsoft.com/office/drawing/2014/main" id="{7674CE2B-C67A-428B-86B2-0DE07245DF50}"/>
              </a:ext>
            </a:extLst>
          </p:cNvPr>
          <p:cNvSpPr>
            <a:spLocks xmlns:a="http://schemas.openxmlformats.org/drawingml/2006/main" noGrp="1"/>
          </p:cNvSpPr>
          <p:nvPr/>
        </p:nvSpPr>
        <p:spPr>
          <a:xfrm xmlns:a="http://schemas.openxmlformats.org/drawingml/2006/main">
            <a:off x="80581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Demodulation</a:t>
            </a:r>
          </a:p>
        </p:txBody>
      </p:sp>
      <p:sp>
        <p:nvSpPr>
          <p:cNvPr id="14" name="!!ideal_label">
            <a:extLst xmlns:a="http://schemas.openxmlformats.org/drawingml/2006/main">
              <a:ext uri="{FF2B5EF4-FFF2-40B4-BE49-F238E27FC236}">
                <a16:creationId xmlns:a16="http://schemas.microsoft.com/office/drawing/2014/main" id="{79178F8B-48AA-443D-AD59-E9CF61B4241C}"/>
              </a:ext>
            </a:extLst>
          </p:cNvPr>
          <p:cNvSpPr>
            <a:spLocks xmlns:a="http://schemas.openxmlformats.org/drawingml/2006/main" noGrp="1"/>
          </p:cNvSpPr>
          <p:nvPr/>
        </p:nvSpPr>
        <p:spPr>
          <a:xfrm xmlns:a="http://schemas.openxmlformats.org/drawingml/2006/main">
            <a:off x="4667250" y="42195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Ideal channel</a:t>
            </a:r>
          </a:p>
        </p:txBody>
      </p:sp>
      <p:pic>
        <p:nvPicPr>
          <p:cNvPr id="15" name="!!ideal_equation" descr="LaTeX formula: !!ideal_equation"/>
          <p:cNvPicPr>
            <a:picLocks xmlns:a="http://schemas.openxmlformats.org/drawingml/2006/main" noChangeAspect="1"/>
          </p:cNvPicPr>
          <p:nvPr/>
        </p:nvPicPr>
        <p:blipFill>
          <a:blip xmlns:r="http://schemas.openxmlformats.org/officeDocument/2006/relationships" xmlns:a="http://schemas.openxmlformats.org/drawingml/2006/main" r:embed="Rc8fa9ac29cd84330">
            <a:extLst>
              <a:ext uri="{96DAC541-7B7A-43D3-8B79-37D633B846F1}">
                <asvg:svgBlip xmlns:asvg="http://schemas.microsoft.com/office/drawing/2016/SVG/main" r:embed="rIdLatex15"/>
              </a:ext>
            </a:extLst>
          </a:blip>
          <a:stretch xmlns:a="http://schemas.openxmlformats.org/drawingml/2006/main"/>
        </p:blipFill>
        <p:spPr>
          <a:xfrm xmlns:a="http://schemas.openxmlformats.org/drawingml/2006/main">
            <a:off x="5075873" y="4745222"/>
            <a:ext cx="2040255" cy="396506"/>
          </a:xfrm>
          <a:prstGeom xmlns:a="http://schemas.openxmlformats.org/drawingml/2006/main" prst="rect">
            <a:avLst/>
          </a:prstGeom>
        </p:spPr>
      </p:pic>
    </p:spTree>
    <p:extLst>
      <p:ext uri="{BB962C8B-B14F-4D97-AF65-F5344CB8AC3E}">
        <p14:creationId xmlns:p14="http://schemas.microsoft.com/office/powerpoint/2010/main" val="8904054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b951595dc83247cb">
            <a:extLst>
              <a:ext uri="{96DAC541-7B7A-43D3-8B79-37D633B846F1}">
                <asvg:svgBlip xmlns:asvg="http://schemas.microsoft.com/office/drawing/2016/SVG/main" r:embed="rIdLatex13"/>
              </a:ext>
            </a:extLst>
          </a:blip>
          <a:stretch xmlns:a="http://schemas.openxmlformats.org/drawingml/2006/main"/>
        </p:blipFill>
        <p:spPr>
          <a:xfrm xmlns:a="http://schemas.openxmlformats.org/drawingml/2006/main">
            <a:off x="169449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6cc5d1d750464093">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6340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8716de019fca4a98">
            <a:alphaModFix amt="0"/>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56330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9494b625df204dcf">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931449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D6D6CE0B-934C-4A3C-9CA9-CDC2400B2F24}"/>
              </a:ext>
            </a:extLst>
          </p:cNvPr>
          <p:cNvSpPr>
            <a:spLocks xmlns:a="http://schemas.openxmlformats.org/drawingml/2006/main" noGrp="1"/>
          </p:cNvSpPr>
          <p:nvPr/>
        </p:nvSpPr>
        <p:spPr>
          <a:xfrm xmlns:a="http://schemas.openxmlformats.org/drawingml/2006/main">
            <a:off x="309562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D592AABA-8118-454C-BF87-5C140D2362D2}"/>
              </a:ext>
            </a:extLst>
          </p:cNvPr>
          <p:cNvSpPr>
            <a:spLocks xmlns:a="http://schemas.openxmlformats.org/drawingml/2006/main" noGrp="1"/>
          </p:cNvSpPr>
          <p:nvPr/>
        </p:nvSpPr>
        <p:spPr>
          <a:xfrm xmlns:a="http://schemas.openxmlformats.org/drawingml/2006/main" rot="5400000">
            <a:off x="526732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rx_shaft">
            <a:extLst xmlns:a="http://schemas.openxmlformats.org/drawingml/2006/main">
              <a:ext uri="{FF2B5EF4-FFF2-40B4-BE49-F238E27FC236}">
                <a16:creationId xmlns:a16="http://schemas.microsoft.com/office/drawing/2014/main" id="{60EA3A3E-A2F5-4E04-BD05-FD6380B6F14F}"/>
              </a:ext>
            </a:extLst>
          </p:cNvPr>
          <p:cNvSpPr>
            <a:spLocks xmlns:a="http://schemas.openxmlformats.org/drawingml/2006/main" noGrp="1"/>
          </p:cNvSpPr>
          <p:nvPr/>
        </p:nvSpPr>
        <p:spPr>
          <a:xfrm xmlns:a="http://schemas.openxmlformats.org/drawingml/2006/main">
            <a:off x="681037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rx_head">
            <a:extLst xmlns:a="http://schemas.openxmlformats.org/drawingml/2006/main">
              <a:ext uri="{FF2B5EF4-FFF2-40B4-BE49-F238E27FC236}">
                <a16:creationId xmlns:a16="http://schemas.microsoft.com/office/drawing/2014/main" id="{14A9C521-E2AB-4017-959F-779B72D9D31F}"/>
              </a:ext>
            </a:extLst>
          </p:cNvPr>
          <p:cNvSpPr>
            <a:spLocks xmlns:a="http://schemas.openxmlformats.org/drawingml/2006/main" noGrp="1"/>
          </p:cNvSpPr>
          <p:nvPr/>
        </p:nvSpPr>
        <p:spPr>
          <a:xfrm xmlns:a="http://schemas.openxmlformats.org/drawingml/2006/main" rot="5400000">
            <a:off x="898207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705811190"/>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detail_"/>
        <p:cNvGrpSpPr/>
        <p:nvPr/>
      </p:nvGrpSpPr>
      <p:grpSpPr>
        <a:xfrm xmlns:a="http://schemas.openxmlformats.org/drawingml/2006/main"/>
      </p:grpSpPr>
      <p:sp>
        <p:nvSpPr>
          <p:cNvPr id="71" name="!!detail_tx_AM">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7D0A69BF-2474-41FF-860A-EBA0F7533C41}"/>
              </a:ext>
            </a:extLst>
          </p:cNvPr>
          <p:cNvSpPr>
            <a:spLocks xmlns:a="http://schemas.openxmlformats.org/drawingml/2006/main" noGrp="1"/>
          </p:cNvSpPr>
          <p:nvPr/>
        </p:nvSpPr>
        <p:spPr>
          <a:xfrm xmlns:a="http://schemas.openxmlformats.org/drawingml/2006/main">
            <a:off x="4352925" y="35147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AM schemes</a:t>
            </a:r>
          </a:p>
        </p:txBody>
      </p:sp>
      <p:pic>
        <p:nvPicPr>
          <p:cNvPr id="2" name="!!signal" descr="LaTeX formula: !!signal">
            <ns0:hlinkClick xmlns:ns0="http://schemas.openxmlformats.org/drawingml/2006/main" xmlns:ns1="http://schemas.openxmlformats.org/officeDocument/2006/relationships" ns1:id="rIdNav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3c9675d9fb14bb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514306" y="452438"/>
            <a:ext cx="1163389" cy="647700"/>
          </a:xfrm>
          <a:prstGeom xmlns:a="http://schemas.openxmlformats.org/drawingml/2006/main" prst="rect">
            <a:avLst/>
          </a:prstGeom>
        </p:spPr>
      </p:pic>
      <p:sp>
        <p:nvSpPr>
          <p:cNvPr id="7" name="!!detail_tx_P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1E7A5FB-E391-4C24-8DAB-8D18D3792A4C}"/>
              </a:ext>
            </a:extLst>
          </p:cNvPr>
          <p:cNvSpPr>
            <a:spLocks xmlns:a="http://schemas.openxmlformats.org/drawingml/2006/main" noGrp="1"/>
          </p:cNvSpPr>
          <p:nvPr/>
        </p:nvSpPr>
        <p:spPr>
          <a:xfrm xmlns:a="http://schemas.openxmlformats.org/drawingml/2006/main">
            <a:off x="6886575"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PM</a:t>
            </a:r>
          </a:p>
        </p:txBody>
      </p:sp>
      <p:sp>
        <p:nvSpPr>
          <p:cNvPr id="8" name="!!detail_tx_FM">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A5B3CF0-B4FF-4E77-9CE9-83727EE3A364}"/>
              </a:ext>
            </a:extLst>
          </p:cNvPr>
          <p:cNvSpPr>
            <a:spLocks xmlns:a="http://schemas.openxmlformats.org/drawingml/2006/main" noGrp="1"/>
          </p:cNvSpPr>
          <p:nvPr/>
        </p:nvSpPr>
        <p:spPr>
          <a:xfrm xmlns:a="http://schemas.openxmlformats.org/drawingml/2006/main">
            <a:off x="9296400"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FM</a:t>
            </a:r>
          </a:p>
        </p:txBody>
      </p:sp>
      <p:sp>
        <p:nvSpPr>
          <p:cNvPr id="9" name="!!detail_tx_PA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CCF5FA2-2D7B-4DEC-B02B-5F0F46372B79}"/>
              </a:ext>
            </a:extLst>
          </p:cNvPr>
          <p:cNvSpPr>
            <a:spLocks xmlns:a="http://schemas.openxmlformats.org/drawingml/2006/main" noGrp="1"/>
          </p:cNvSpPr>
          <p:nvPr/>
        </p:nvSpPr>
        <p:spPr>
          <a:xfrm xmlns:a="http://schemas.openxmlformats.org/drawingml/2006/main">
            <a:off x="5613437" y="597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PAM</a:t>
            </a:r>
          </a:p>
        </p:txBody>
      </p:sp>
      <p:pic>
        <p:nvPicPr>
          <p:cNvPr id="10" name="!!detail_sinusoid_formula" descr="LaTeX formula: sinusoid_formula"/>
          <p:cNvPicPr>
            <a:picLocks xmlns:a="http://schemas.openxmlformats.org/drawingml/2006/main" noChangeAspect="1"/>
          </p:cNvPicPr>
          <p:nvPr/>
        </p:nvPicPr>
        <p:blipFill>
          <a:blip xmlns:r="http://schemas.openxmlformats.org/officeDocument/2006/relationships" xmlns:a="http://schemas.openxmlformats.org/drawingml/2006/main" r:embed="R81eaae8cb5ff4a78">
            <a:extLst>
              <a:ext uri="{96DAC541-7B7A-43D3-8B79-37D633B846F1}">
                <asvg:svgBlip xmlns:asvg="http://schemas.microsoft.com/office/drawing/2016/SVG/main" r:embed="rIdLatex10"/>
              </a:ext>
            </a:extLst>
          </a:blip>
          <a:stretch xmlns:a="http://schemas.openxmlformats.org/drawingml/2006/main"/>
        </p:blipFill>
        <p:spPr>
          <a:xfrm xmlns:a="http://schemas.openxmlformats.org/drawingml/2006/main">
            <a:off x="3257550" y="1992075"/>
            <a:ext cx="4435959" cy="454501"/>
          </a:xfrm>
          <a:prstGeom xmlns:a="http://schemas.openxmlformats.org/drawingml/2006/main" prst="rect">
            <a:avLst/>
          </a:prstGeom>
        </p:spPr>
      </p:pic>
      <p:pic>
        <p:nvPicPr>
          <p:cNvPr id="11" name="!!detail_pulse_formula" descr="LaTeX formula: pulse_formula"/>
          <p:cNvPicPr>
            <a:picLocks xmlns:a="http://schemas.openxmlformats.org/drawingml/2006/main" noChangeAspect="1"/>
          </p:cNvPicPr>
          <p:nvPr/>
        </p:nvPicPr>
        <p:blipFill>
          <a:blip xmlns:r="http://schemas.openxmlformats.org/officeDocument/2006/relationships" xmlns:a="http://schemas.openxmlformats.org/drawingml/2006/main" r:embed="Rd1e86a2e8e854418">
            <a:extLst>
              <a:ext uri="{96DAC541-7B7A-43D3-8B79-37D633B846F1}">
                <asvg:svgBlip xmlns:asvg="http://schemas.microsoft.com/office/drawing/2016/SVG/main" r:embed="rIdLatex11"/>
              </a:ext>
            </a:extLst>
          </a:blip>
          <a:stretch xmlns:a="http://schemas.openxmlformats.org/drawingml/2006/main"/>
        </p:blipFill>
        <p:spPr>
          <a:xfrm xmlns:a="http://schemas.openxmlformats.org/drawingml/2006/main">
            <a:off x="3257550" y="4393878"/>
            <a:ext cx="5734050" cy="895358"/>
          </a:xfrm>
          <a:prstGeom xmlns:a="http://schemas.openxmlformats.org/drawingml/2006/main" prst="rect">
            <a:avLst/>
          </a:prstGeom>
        </p:spPr>
      </p:pic>
      <p:sp>
        <p:nvSpPr>
          <p:cNvPr id="22" name="!!detail_choice_spine">
            <a:extLst xmlns:a="http://schemas.openxmlformats.org/drawingml/2006/main">
              <a:ext uri="{FF2B5EF4-FFF2-40B4-BE49-F238E27FC236}">
                <a16:creationId xmlns:a16="http://schemas.microsoft.com/office/drawing/2014/main" id="{7F92CC80-F529-43B1-A520-E79066FFFF05}"/>
              </a:ext>
            </a:extLst>
          </p:cNvPr>
          <p:cNvSpPr>
            <a:spLocks xmlns:a="http://schemas.openxmlformats.org/drawingml/2006/main" noGrp="1"/>
          </p:cNvSpPr>
          <p:nvPr/>
        </p:nvSpPr>
        <p:spPr>
          <a:xfrm xmlns:a="http://schemas.openxmlformats.org/drawingml/2006/main">
            <a:off x="2390775" y="1352550"/>
            <a:ext cx="13335" cy="34671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3" name="!!detail_sinusoid_choice_shaft">
            <a:extLst xmlns:a="http://schemas.openxmlformats.org/drawingml/2006/main">
              <a:ext uri="{FF2B5EF4-FFF2-40B4-BE49-F238E27FC236}">
                <a16:creationId xmlns:a16="http://schemas.microsoft.com/office/drawing/2014/main" id="{1A5AFF7A-4617-401A-A295-23B13CB9169F}"/>
              </a:ext>
            </a:extLst>
          </p:cNvPr>
          <p:cNvSpPr>
            <a:spLocks xmlns:a="http://schemas.openxmlformats.org/drawingml/2006/main" noGrp="1"/>
          </p:cNvSpPr>
          <p:nvPr/>
        </p:nvSpPr>
        <p:spPr>
          <a:xfrm xmlns:a="http://schemas.openxmlformats.org/drawingml/2006/main">
            <a:off x="2390775" y="2238375"/>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4" name="!!detail_sinusoid_choice_head">
            <a:extLst xmlns:a="http://schemas.openxmlformats.org/drawingml/2006/main">
              <a:ext uri="{FF2B5EF4-FFF2-40B4-BE49-F238E27FC236}">
                <a16:creationId xmlns:a16="http://schemas.microsoft.com/office/drawing/2014/main" id="{2DAD7307-0893-4989-9F3C-A6DCE0B4F43D}"/>
              </a:ext>
            </a:extLst>
          </p:cNvPr>
          <p:cNvSpPr>
            <a:spLocks xmlns:a="http://schemas.openxmlformats.org/drawingml/2006/main" noGrp="1"/>
          </p:cNvSpPr>
          <p:nvPr/>
        </p:nvSpPr>
        <p:spPr>
          <a:xfrm xmlns:a="http://schemas.openxmlformats.org/drawingml/2006/main" rot="5400000">
            <a:off x="3009900" y="2200275"/>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5" name="!!detail_pulse_choice_shaft">
            <a:extLst xmlns:a="http://schemas.openxmlformats.org/drawingml/2006/main">
              <a:ext uri="{FF2B5EF4-FFF2-40B4-BE49-F238E27FC236}">
                <a16:creationId xmlns:a16="http://schemas.microsoft.com/office/drawing/2014/main" id="{CCAE4AED-EBE1-43B7-BBF3-96AE959E3084}"/>
              </a:ext>
            </a:extLst>
          </p:cNvPr>
          <p:cNvSpPr>
            <a:spLocks xmlns:a="http://schemas.openxmlformats.org/drawingml/2006/main" noGrp="1"/>
          </p:cNvSpPr>
          <p:nvPr/>
        </p:nvSpPr>
        <p:spPr>
          <a:xfrm xmlns:a="http://schemas.openxmlformats.org/drawingml/2006/main">
            <a:off x="2390775" y="4819650"/>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6" name="!!detail_pulse_choice_head">
            <a:extLst xmlns:a="http://schemas.openxmlformats.org/drawingml/2006/main">
              <a:ext uri="{FF2B5EF4-FFF2-40B4-BE49-F238E27FC236}">
                <a16:creationId xmlns:a16="http://schemas.microsoft.com/office/drawing/2014/main" id="{E02B1C5F-B445-4D8A-B112-76C0B6980D62}"/>
              </a:ext>
            </a:extLst>
          </p:cNvPr>
          <p:cNvSpPr>
            <a:spLocks xmlns:a="http://schemas.openxmlformats.org/drawingml/2006/main" noGrp="1"/>
          </p:cNvSpPr>
          <p:nvPr/>
        </p:nvSpPr>
        <p:spPr>
          <a:xfrm xmlns:a="http://schemas.openxmlformats.org/drawingml/2006/main" rot="5400000">
            <a:off x="3009900" y="4781550"/>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7" name="!!detail_sinusoid_label">
            <a:extLst xmlns:a="http://schemas.openxmlformats.org/drawingml/2006/main">
              <a:ext uri="{FF2B5EF4-FFF2-40B4-BE49-F238E27FC236}">
                <a16:creationId xmlns:a16="http://schemas.microsoft.com/office/drawing/2014/main" id="{0A2F6D01-EDDC-47E7-9F20-58FE33FCD567}"/>
              </a:ext>
            </a:extLst>
          </p:cNvPr>
          <p:cNvSpPr>
            <a:spLocks xmlns:a="http://schemas.openxmlformats.org/drawingml/2006/main" noGrp="1"/>
          </p:cNvSpPr>
          <p:nvPr/>
        </p:nvSpPr>
        <p:spPr>
          <a:xfrm xmlns:a="http://schemas.openxmlformats.org/drawingml/2006/main">
            <a:off x="3257550" y="15525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Sinusoidal carrier</a:t>
            </a:r>
          </a:p>
        </p:txBody>
      </p:sp>
      <p:sp>
        <p:nvSpPr>
          <p:cNvPr id="31" name="!!detail_amplitude_bracket_l">
            <a:extLst xmlns:a="http://schemas.openxmlformats.org/drawingml/2006/main">
              <a:ext uri="{FF2B5EF4-FFF2-40B4-BE49-F238E27FC236}">
                <a16:creationId xmlns:a16="http://schemas.microsoft.com/office/drawing/2014/main" id="{DC27978C-5957-4E66-93BA-A0933C5BB337}"/>
              </a:ext>
            </a:extLst>
          </p:cNvPr>
          <p:cNvSpPr>
            <a:spLocks xmlns:a="http://schemas.openxmlformats.org/drawingml/2006/main" noGrp="1"/>
          </p:cNvSpPr>
          <p:nvPr/>
        </p:nvSpPr>
        <p:spPr>
          <a:xfrm xmlns:a="http://schemas.openxmlformats.org/drawingml/2006/main">
            <a:off x="482510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detail_amplitude_bracket_b">
            <a:extLst xmlns:a="http://schemas.openxmlformats.org/drawingml/2006/main">
              <a:ext uri="{FF2B5EF4-FFF2-40B4-BE49-F238E27FC236}">
                <a16:creationId xmlns:a16="http://schemas.microsoft.com/office/drawing/2014/main" id="{2C73468E-34D8-43FE-A03B-A705BC8D31AA}"/>
              </a:ext>
            </a:extLst>
          </p:cNvPr>
          <p:cNvSpPr>
            <a:spLocks xmlns:a="http://schemas.openxmlformats.org/drawingml/2006/main" noGrp="1"/>
          </p:cNvSpPr>
          <p:nvPr/>
        </p:nvSpPr>
        <p:spPr>
          <a:xfrm xmlns:a="http://schemas.openxmlformats.org/drawingml/2006/main">
            <a:off x="4825102" y="2619375"/>
            <a:ext cx="1010915"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3" name="!!detail_amplitude_bracket_r">
            <a:extLst xmlns:a="http://schemas.openxmlformats.org/drawingml/2006/main">
              <a:ext uri="{FF2B5EF4-FFF2-40B4-BE49-F238E27FC236}">
                <a16:creationId xmlns:a16="http://schemas.microsoft.com/office/drawing/2014/main" id="{4D9E8214-856D-42A0-8BC0-F2FBC944886B}"/>
              </a:ext>
            </a:extLst>
          </p:cNvPr>
          <p:cNvSpPr>
            <a:spLocks xmlns:a="http://schemas.openxmlformats.org/drawingml/2006/main" noGrp="1"/>
          </p:cNvSpPr>
          <p:nvPr/>
        </p:nvSpPr>
        <p:spPr>
          <a:xfrm xmlns:a="http://schemas.openxmlformats.org/drawingml/2006/main">
            <a:off x="5836017"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4" name="!!detail_amplitude_branch_shaft">
            <a:extLst xmlns:a="http://schemas.openxmlformats.org/drawingml/2006/main">
              <a:ext uri="{FF2B5EF4-FFF2-40B4-BE49-F238E27FC236}">
                <a16:creationId xmlns:a16="http://schemas.microsoft.com/office/drawing/2014/main" id="{39BC7B6E-5362-4820-A697-73E5A4DE12F1}"/>
              </a:ext>
            </a:extLst>
          </p:cNvPr>
          <p:cNvSpPr>
            <a:spLocks xmlns:a="http://schemas.openxmlformats.org/drawingml/2006/main" noGrp="1"/>
          </p:cNvSpPr>
          <p:nvPr/>
        </p:nvSpPr>
        <p:spPr>
          <a:xfrm xmlns:a="http://schemas.openxmlformats.org/drawingml/2006/main">
            <a:off x="5330560" y="2619375"/>
            <a:ext cx="13335" cy="3619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5" name="!!detail_amplitude_branch_head">
            <a:extLst xmlns:a="http://schemas.openxmlformats.org/drawingml/2006/main">
              <a:ext uri="{FF2B5EF4-FFF2-40B4-BE49-F238E27FC236}">
                <a16:creationId xmlns:a16="http://schemas.microsoft.com/office/drawing/2014/main" id="{5C8FCF61-D7E7-4225-BB71-7F98DFDC6C78}"/>
              </a:ext>
            </a:extLst>
          </p:cNvPr>
          <p:cNvSpPr>
            <a:spLocks xmlns:a="http://schemas.openxmlformats.org/drawingml/2006/main" noGrp="1"/>
          </p:cNvSpPr>
          <p:nvPr/>
        </p:nvSpPr>
        <p:spPr>
          <a:xfrm xmlns:a="http://schemas.openxmlformats.org/drawingml/2006/main" rot="10800000">
            <a:off x="5297222"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36" name="!!detail_phase_bracket_l">
            <a:extLst xmlns:a="http://schemas.openxmlformats.org/drawingml/2006/main">
              <a:ext uri="{FF2B5EF4-FFF2-40B4-BE49-F238E27FC236}">
                <a16:creationId xmlns:a16="http://schemas.microsoft.com/office/drawing/2014/main" id="{697B075C-3AEE-42CA-89CD-2F090725308D}"/>
              </a:ext>
            </a:extLst>
          </p:cNvPr>
          <p:cNvSpPr>
            <a:spLocks xmlns:a="http://schemas.openxmlformats.org/drawingml/2006/main" noGrp="1"/>
          </p:cNvSpPr>
          <p:nvPr/>
        </p:nvSpPr>
        <p:spPr>
          <a:xfrm xmlns:a="http://schemas.openxmlformats.org/drawingml/2006/main">
            <a:off x="671523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7" name="!!detail_phase_bracket_b">
            <a:extLst xmlns:a="http://schemas.openxmlformats.org/drawingml/2006/main">
              <a:ext uri="{FF2B5EF4-FFF2-40B4-BE49-F238E27FC236}">
                <a16:creationId xmlns:a16="http://schemas.microsoft.com/office/drawing/2014/main" id="{7FD58E20-7B17-437F-B628-17296FB20B27}"/>
              </a:ext>
            </a:extLst>
          </p:cNvPr>
          <p:cNvSpPr>
            <a:spLocks xmlns:a="http://schemas.openxmlformats.org/drawingml/2006/main" noGrp="1"/>
          </p:cNvSpPr>
          <p:nvPr/>
        </p:nvSpPr>
        <p:spPr>
          <a:xfrm xmlns:a="http://schemas.openxmlformats.org/drawingml/2006/main">
            <a:off x="6715232" y="2619375"/>
            <a:ext cx="910106"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8" name="!!detail_phase_bracket_r">
            <a:extLst xmlns:a="http://schemas.openxmlformats.org/drawingml/2006/main">
              <a:ext uri="{FF2B5EF4-FFF2-40B4-BE49-F238E27FC236}">
                <a16:creationId xmlns:a16="http://schemas.microsoft.com/office/drawing/2014/main" id="{C075D25A-F507-44DA-B4FF-6AC91DAE8B79}"/>
              </a:ext>
            </a:extLst>
          </p:cNvPr>
          <p:cNvSpPr>
            <a:spLocks xmlns:a="http://schemas.openxmlformats.org/drawingml/2006/main" noGrp="1"/>
          </p:cNvSpPr>
          <p:nvPr/>
        </p:nvSpPr>
        <p:spPr>
          <a:xfrm xmlns:a="http://schemas.openxmlformats.org/drawingml/2006/main">
            <a:off x="7625338"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9" name="!!detail_phase_stem">
            <a:extLst xmlns:a="http://schemas.openxmlformats.org/drawingml/2006/main">
              <a:ext uri="{FF2B5EF4-FFF2-40B4-BE49-F238E27FC236}">
                <a16:creationId xmlns:a16="http://schemas.microsoft.com/office/drawing/2014/main" id="{2BE84FCB-6862-49FF-AAE3-C39F22226AF9}"/>
              </a:ext>
            </a:extLst>
          </p:cNvPr>
          <p:cNvSpPr>
            <a:spLocks xmlns:a="http://schemas.openxmlformats.org/drawingml/2006/main" noGrp="1"/>
          </p:cNvSpPr>
          <p:nvPr/>
        </p:nvSpPr>
        <p:spPr>
          <a:xfrm xmlns:a="http://schemas.openxmlformats.org/drawingml/2006/main">
            <a:off x="7170285" y="2619375"/>
            <a:ext cx="13335" cy="2095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0" name="!!detail_phase_fork">
            <a:extLst xmlns:a="http://schemas.openxmlformats.org/drawingml/2006/main">
              <a:ext uri="{FF2B5EF4-FFF2-40B4-BE49-F238E27FC236}">
                <a16:creationId xmlns:a16="http://schemas.microsoft.com/office/drawing/2014/main" id="{E969F3D8-1646-4397-BD84-C8D183A32675}"/>
              </a:ext>
            </a:extLst>
          </p:cNvPr>
          <p:cNvSpPr>
            <a:spLocks xmlns:a="http://schemas.openxmlformats.org/drawingml/2006/main" noGrp="1"/>
          </p:cNvSpPr>
          <p:nvPr/>
        </p:nvSpPr>
        <p:spPr>
          <a:xfrm xmlns:a="http://schemas.openxmlformats.org/drawingml/2006/main">
            <a:off x="7170285" y="2828925"/>
            <a:ext cx="259284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1" name="!!detail_pm_branch_shaft">
            <a:extLst xmlns:a="http://schemas.openxmlformats.org/drawingml/2006/main">
              <a:ext uri="{FF2B5EF4-FFF2-40B4-BE49-F238E27FC236}">
                <a16:creationId xmlns:a16="http://schemas.microsoft.com/office/drawing/2014/main" id="{DA9BBF5A-9A6E-46D5-BF43-C66CF5AC05E3}"/>
              </a:ext>
            </a:extLst>
          </p:cNvPr>
          <p:cNvSpPr>
            <a:spLocks xmlns:a="http://schemas.openxmlformats.org/drawingml/2006/main" noGrp="1"/>
          </p:cNvSpPr>
          <p:nvPr/>
        </p:nvSpPr>
        <p:spPr>
          <a:xfrm xmlns:a="http://schemas.openxmlformats.org/drawingml/2006/main">
            <a:off x="7353300"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2" name="!!detail_pm_branch_head">
            <a:extLst xmlns:a="http://schemas.openxmlformats.org/drawingml/2006/main">
              <a:ext uri="{FF2B5EF4-FFF2-40B4-BE49-F238E27FC236}">
                <a16:creationId xmlns:a16="http://schemas.microsoft.com/office/drawing/2014/main" id="{D16E8E93-1F43-4C1B-A92C-CF604DC49268}"/>
              </a:ext>
            </a:extLst>
          </p:cNvPr>
          <p:cNvSpPr>
            <a:spLocks xmlns:a="http://schemas.openxmlformats.org/drawingml/2006/main" noGrp="1"/>
          </p:cNvSpPr>
          <p:nvPr/>
        </p:nvSpPr>
        <p:spPr>
          <a:xfrm xmlns:a="http://schemas.openxmlformats.org/drawingml/2006/main" rot="10800000">
            <a:off x="7319963"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3" name="!!detail_fm_branch_shaft">
            <a:extLst xmlns:a="http://schemas.openxmlformats.org/drawingml/2006/main">
              <a:ext uri="{FF2B5EF4-FFF2-40B4-BE49-F238E27FC236}">
                <a16:creationId xmlns:a16="http://schemas.microsoft.com/office/drawing/2014/main" id="{7E6992DC-24C0-4B2D-A29A-E18AA01E9A95}"/>
              </a:ext>
            </a:extLst>
          </p:cNvPr>
          <p:cNvSpPr>
            <a:spLocks xmlns:a="http://schemas.openxmlformats.org/drawingml/2006/main" noGrp="1"/>
          </p:cNvSpPr>
          <p:nvPr/>
        </p:nvSpPr>
        <p:spPr>
          <a:xfrm xmlns:a="http://schemas.openxmlformats.org/drawingml/2006/main">
            <a:off x="9763125"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4" name="!!detail_fm_branch_head">
            <a:extLst xmlns:a="http://schemas.openxmlformats.org/drawingml/2006/main">
              <a:ext uri="{FF2B5EF4-FFF2-40B4-BE49-F238E27FC236}">
                <a16:creationId xmlns:a16="http://schemas.microsoft.com/office/drawing/2014/main" id="{2A42B708-6D65-4625-8E55-D4AE49AEE1DF}"/>
              </a:ext>
            </a:extLst>
          </p:cNvPr>
          <p:cNvSpPr>
            <a:spLocks xmlns:a="http://schemas.openxmlformats.org/drawingml/2006/main" noGrp="1"/>
          </p:cNvSpPr>
          <p:nvPr/>
        </p:nvSpPr>
        <p:spPr>
          <a:xfrm xmlns:a="http://schemas.openxmlformats.org/drawingml/2006/main" rot="10800000">
            <a:off x="9729788"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5" name="!!detail_amplitude_operation">
            <a:extLst xmlns:a="http://schemas.openxmlformats.org/drawingml/2006/main">
              <a:ext uri="{FF2B5EF4-FFF2-40B4-BE49-F238E27FC236}">
                <a16:creationId xmlns:a16="http://schemas.microsoft.com/office/drawing/2014/main" id="{018F10CA-D063-4AD8-B169-06EC470B17C2}"/>
              </a:ext>
            </a:extLst>
          </p:cNvPr>
          <p:cNvSpPr>
            <a:spLocks xmlns:a="http://schemas.openxmlformats.org/drawingml/2006/main" noGrp="1"/>
          </p:cNvSpPr>
          <p:nvPr/>
        </p:nvSpPr>
        <p:spPr>
          <a:xfrm xmlns:a="http://schemas.openxmlformats.org/drawingml/2006/main">
            <a:off x="3981450" y="307657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amplitude</a:t>
            </a:r>
          </a:p>
        </p:txBody>
      </p:sp>
      <p:sp>
        <p:nvSpPr>
          <p:cNvPr id="46" name="!!detail_phase_operation">
            <a:extLst xmlns:a="http://schemas.openxmlformats.org/drawingml/2006/main">
              <a:ext uri="{FF2B5EF4-FFF2-40B4-BE49-F238E27FC236}">
                <a16:creationId xmlns:a16="http://schemas.microsoft.com/office/drawing/2014/main" id="{98278DB6-EAAE-4C18-AEB0-2D61526D2B78}"/>
              </a:ext>
            </a:extLst>
          </p:cNvPr>
          <p:cNvSpPr>
            <a:spLocks xmlns:a="http://schemas.openxmlformats.org/drawingml/2006/main" noGrp="1"/>
          </p:cNvSpPr>
          <p:nvPr/>
        </p:nvSpPr>
        <p:spPr>
          <a:xfrm xmlns:a="http://schemas.openxmlformats.org/drawingml/2006/main">
            <a:off x="6419850" y="3076575"/>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phase</a:t>
            </a:r>
          </a:p>
        </p:txBody>
      </p:sp>
      <p:sp>
        <p:nvSpPr>
          <p:cNvPr id="47" name="!!detail_frequency_operation">
            <a:extLst xmlns:a="http://schemas.openxmlformats.org/drawingml/2006/main">
              <a:ext uri="{FF2B5EF4-FFF2-40B4-BE49-F238E27FC236}">
                <a16:creationId xmlns:a16="http://schemas.microsoft.com/office/drawing/2014/main" id="{334E0337-EB6F-4A08-950F-4454F4489244}"/>
              </a:ext>
            </a:extLst>
          </p:cNvPr>
          <p:cNvSpPr>
            <a:spLocks xmlns:a="http://schemas.openxmlformats.org/drawingml/2006/main" noGrp="1"/>
          </p:cNvSpPr>
          <p:nvPr/>
        </p:nvSpPr>
        <p:spPr>
          <a:xfrm xmlns:a="http://schemas.openxmlformats.org/drawingml/2006/main">
            <a:off x="8524875"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frequency</a:t>
            </a:r>
          </a:p>
        </p:txBody>
      </p:sp>
      <p:sp>
        <p:nvSpPr>
          <p:cNvPr id="48" name="!!detail_pulse_label">
            <a:extLst xmlns:a="http://schemas.openxmlformats.org/drawingml/2006/main">
              <a:ext uri="{FF2B5EF4-FFF2-40B4-BE49-F238E27FC236}">
                <a16:creationId xmlns:a16="http://schemas.microsoft.com/office/drawing/2014/main" id="{3C0AD1B9-73D9-4DAB-B5F5-6AD48C94B925}"/>
              </a:ext>
            </a:extLst>
          </p:cNvPr>
          <p:cNvSpPr>
            <a:spLocks xmlns:a="http://schemas.openxmlformats.org/drawingml/2006/main" noGrp="1"/>
          </p:cNvSpPr>
          <p:nvPr/>
        </p:nvSpPr>
        <p:spPr>
          <a:xfrm xmlns:a="http://schemas.openxmlformats.org/drawingml/2006/main">
            <a:off x="3257550" y="4152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Pulses</a:t>
            </a:r>
          </a:p>
        </p:txBody>
      </p:sp>
      <p:sp>
        <p:nvSpPr>
          <p:cNvPr id="52" name="!!detail_sample_bracket_l">
            <a:extLst xmlns:a="http://schemas.openxmlformats.org/drawingml/2006/main">
              <a:ext uri="{FF2B5EF4-FFF2-40B4-BE49-F238E27FC236}">
                <a16:creationId xmlns:a16="http://schemas.microsoft.com/office/drawing/2014/main" id="{A81E0BB7-EA35-443E-9A9A-DFE0D7156D28}"/>
              </a:ext>
            </a:extLst>
          </p:cNvPr>
          <p:cNvSpPr>
            <a:spLocks xmlns:a="http://schemas.openxmlformats.org/drawingml/2006/main" noGrp="1"/>
          </p:cNvSpPr>
          <p:nvPr/>
        </p:nvSpPr>
        <p:spPr>
          <a:xfrm xmlns:a="http://schemas.openxmlformats.org/drawingml/2006/main">
            <a:off x="5331927"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3" name="!!detail_sample_bracket_b">
            <a:extLst xmlns:a="http://schemas.openxmlformats.org/drawingml/2006/main">
              <a:ext uri="{FF2B5EF4-FFF2-40B4-BE49-F238E27FC236}">
                <a16:creationId xmlns:a16="http://schemas.microsoft.com/office/drawing/2014/main" id="{8C3FDFD7-B55E-4D35-867F-C18CF30CAD25}"/>
              </a:ext>
            </a:extLst>
          </p:cNvPr>
          <p:cNvSpPr>
            <a:spLocks xmlns:a="http://schemas.openxmlformats.org/drawingml/2006/main" noGrp="1"/>
          </p:cNvSpPr>
          <p:nvPr/>
        </p:nvSpPr>
        <p:spPr>
          <a:xfrm xmlns:a="http://schemas.openxmlformats.org/drawingml/2006/main">
            <a:off x="5331927" y="5181600"/>
            <a:ext cx="1515522"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4" name="!!detail_sample_bracket_r">
            <a:extLst xmlns:a="http://schemas.openxmlformats.org/drawingml/2006/main">
              <a:ext uri="{FF2B5EF4-FFF2-40B4-BE49-F238E27FC236}">
                <a16:creationId xmlns:a16="http://schemas.microsoft.com/office/drawing/2014/main" id="{D606A1BB-29C9-4E49-9001-00324A0D4427}"/>
              </a:ext>
            </a:extLst>
          </p:cNvPr>
          <p:cNvSpPr>
            <a:spLocks xmlns:a="http://schemas.openxmlformats.org/drawingml/2006/main" noGrp="1"/>
          </p:cNvSpPr>
          <p:nvPr/>
        </p:nvSpPr>
        <p:spPr>
          <a:xfrm xmlns:a="http://schemas.openxmlformats.org/drawingml/2006/main">
            <a:off x="6847448"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5" name="!!detail_pulse_control_shaft">
            <a:extLst xmlns:a="http://schemas.openxmlformats.org/drawingml/2006/main">
              <a:ext uri="{FF2B5EF4-FFF2-40B4-BE49-F238E27FC236}">
                <a16:creationId xmlns:a16="http://schemas.microsoft.com/office/drawing/2014/main" id="{D973FD33-8853-4F09-B677-108AE2E2FF2B}"/>
              </a:ext>
            </a:extLst>
          </p:cNvPr>
          <p:cNvSpPr>
            <a:spLocks xmlns:a="http://schemas.openxmlformats.org/drawingml/2006/main" noGrp="1"/>
          </p:cNvSpPr>
          <p:nvPr/>
        </p:nvSpPr>
        <p:spPr>
          <a:xfrm xmlns:a="http://schemas.openxmlformats.org/drawingml/2006/main">
            <a:off x="6089687" y="5181600"/>
            <a:ext cx="13335" cy="2571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6" name="!!detail_pulse_control_head">
            <a:extLst xmlns:a="http://schemas.openxmlformats.org/drawingml/2006/main">
              <a:ext uri="{FF2B5EF4-FFF2-40B4-BE49-F238E27FC236}">
                <a16:creationId xmlns:a16="http://schemas.microsoft.com/office/drawing/2014/main" id="{5AC0C46B-5CE2-4E57-88F9-A19750E5B211}"/>
              </a:ext>
            </a:extLst>
          </p:cNvPr>
          <p:cNvSpPr>
            <a:spLocks xmlns:a="http://schemas.openxmlformats.org/drawingml/2006/main" noGrp="1"/>
          </p:cNvSpPr>
          <p:nvPr/>
        </p:nvSpPr>
        <p:spPr>
          <a:xfrm xmlns:a="http://schemas.openxmlformats.org/drawingml/2006/main" rot="10800000">
            <a:off x="6056350" y="541972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57" name="!!detail_pulse_operation">
            <a:extLst xmlns:a="http://schemas.openxmlformats.org/drawingml/2006/main">
              <a:ext uri="{FF2B5EF4-FFF2-40B4-BE49-F238E27FC236}">
                <a16:creationId xmlns:a16="http://schemas.microsoft.com/office/drawing/2014/main" id="{CF939668-3D26-47C9-BBF1-0E1ABE593230}"/>
              </a:ext>
            </a:extLst>
          </p:cNvPr>
          <p:cNvSpPr>
            <a:spLocks xmlns:a="http://schemas.openxmlformats.org/drawingml/2006/main" noGrp="1"/>
          </p:cNvSpPr>
          <p:nvPr/>
        </p:nvSpPr>
        <p:spPr>
          <a:xfrm xmlns:a="http://schemas.openxmlformats.org/drawingml/2006/main">
            <a:off x="4756187" y="5543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pulse height</a:t>
            </a:r>
          </a:p>
        </p:txBody>
      </p:sp>
      <p:pic>
        <p:nvPicPr>
          <p:cNvPr id="58"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6c33fe8690204575">
            <a:alphaModFix amt="35000"/>
            <a:extLst>
              <a:ext uri="{96DAC541-7B7A-43D3-8B79-37D633B846F1}">
                <asvg:svgBlip xmlns:asvg="http://schemas.microsoft.com/office/drawing/2016/SVG/main" r:embed="rIdLatex58"/>
              </a:ext>
            </a:extLst>
          </a:blip>
          <a:stretch xmlns:a="http://schemas.openxmlformats.org/drawingml/2006/main"/>
        </p:blipFill>
        <p:spPr>
          <a:xfrm xmlns:a="http://schemas.openxmlformats.org/drawingml/2006/main">
            <a:off x="1862138" y="666762"/>
            <a:ext cx="657225" cy="285725"/>
          </a:xfrm>
          <a:prstGeom xmlns:a="http://schemas.openxmlformats.org/drawingml/2006/main" prst="rect">
            <a:avLst/>
          </a:prstGeom>
        </p:spPr>
      </p:pic>
      <p:pic>
        <p:nvPicPr>
          <p:cNvPr id="59"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e6a39991428447d5">
            <a:alphaModFix amt="35000"/>
            <a:extLst>
              <a:ext uri="{96DAC541-7B7A-43D3-8B79-37D633B846F1}">
                <asvg:svgBlip xmlns:asvg="http://schemas.microsoft.com/office/drawing/2016/SVG/main" r:embed="rIdLatex59"/>
              </a:ext>
            </a:extLst>
          </a:blip>
          <a:stretch xmlns:a="http://schemas.openxmlformats.org/drawingml/2006/main"/>
        </p:blipFill>
        <p:spPr>
          <a:xfrm xmlns:a="http://schemas.openxmlformats.org/drawingml/2006/main">
            <a:off x="9672638" y="666762"/>
            <a:ext cx="657225" cy="285725"/>
          </a:xfrm>
          <a:prstGeom xmlns:a="http://schemas.openxmlformats.org/drawingml/2006/main" prst="rect">
            <a:avLst/>
          </a:prstGeom>
        </p:spPr>
      </p:pic>
      <p:sp>
        <p:nvSpPr>
          <p:cNvPr id="60" name="!!tx_shaft">
            <a:extLst xmlns:a="http://schemas.openxmlformats.org/drawingml/2006/main">
              <a:ext uri="{FF2B5EF4-FFF2-40B4-BE49-F238E27FC236}">
                <a16:creationId xmlns:a16="http://schemas.microsoft.com/office/drawing/2014/main" id="{DA5D3AC2-F845-442D-BFBF-2932A196DE8C}"/>
              </a:ext>
            </a:extLst>
          </p:cNvPr>
          <p:cNvSpPr>
            <a:spLocks xmlns:a="http://schemas.openxmlformats.org/drawingml/2006/main" noGrp="1"/>
          </p:cNvSpPr>
          <p:nvPr/>
        </p:nvSpPr>
        <p:spPr>
          <a:xfrm xmlns:a="http://schemas.openxmlformats.org/drawingml/2006/main">
            <a:off x="29051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1" name="!!tx_head">
            <a:extLst xmlns:a="http://schemas.openxmlformats.org/drawingml/2006/main">
              <a:ext uri="{FF2B5EF4-FFF2-40B4-BE49-F238E27FC236}">
                <a16:creationId xmlns:a16="http://schemas.microsoft.com/office/drawing/2014/main" id="{2F0FD6C9-7ADC-4400-9620-B71568B42746}"/>
              </a:ext>
            </a:extLst>
          </p:cNvPr>
          <p:cNvSpPr>
            <a:spLocks xmlns:a="http://schemas.openxmlformats.org/drawingml/2006/main" noGrp="1"/>
          </p:cNvSpPr>
          <p:nvPr/>
        </p:nvSpPr>
        <p:spPr>
          <a:xfrm xmlns:a="http://schemas.openxmlformats.org/drawingml/2006/main" rot="5400000">
            <a:off x="50387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2" name="!!rx_shaft">
            <a:extLst xmlns:a="http://schemas.openxmlformats.org/drawingml/2006/main">
              <a:ext uri="{FF2B5EF4-FFF2-40B4-BE49-F238E27FC236}">
                <a16:creationId xmlns:a16="http://schemas.microsoft.com/office/drawing/2014/main" id="{14E7D56D-AF07-4F65-9FA7-27C71C366D5E}"/>
              </a:ext>
            </a:extLst>
          </p:cNvPr>
          <p:cNvSpPr>
            <a:spLocks xmlns:a="http://schemas.openxmlformats.org/drawingml/2006/main" noGrp="1"/>
          </p:cNvSpPr>
          <p:nvPr/>
        </p:nvSpPr>
        <p:spPr>
          <a:xfrm xmlns:a="http://schemas.openxmlformats.org/drawingml/2006/main">
            <a:off x="70580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3" name="!!rx_head">
            <a:extLst xmlns:a="http://schemas.openxmlformats.org/drawingml/2006/main">
              <a:ext uri="{FF2B5EF4-FFF2-40B4-BE49-F238E27FC236}">
                <a16:creationId xmlns:a16="http://schemas.microsoft.com/office/drawing/2014/main" id="{ED4F3CEF-0986-4097-9C7A-B8ABC14FA105}"/>
              </a:ext>
            </a:extLst>
          </p:cNvPr>
          <p:cNvSpPr>
            <a:spLocks xmlns:a="http://schemas.openxmlformats.org/drawingml/2006/main" noGrp="1"/>
          </p:cNvSpPr>
          <p:nvPr/>
        </p:nvSpPr>
        <p:spPr>
          <a:xfrm xmlns:a="http://schemas.openxmlformats.org/drawingml/2006/main" rot="5400000">
            <a:off x="91916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4" name="!!detail_focus_stem">
            <a:extLst xmlns:a="http://schemas.openxmlformats.org/drawingml/2006/main">
              <a:ext uri="{FF2B5EF4-FFF2-40B4-BE49-F238E27FC236}">
                <a16:creationId xmlns:a16="http://schemas.microsoft.com/office/drawing/2014/main" id="{845FC1F8-8527-49FA-9B69-05011554E2DB}"/>
              </a:ext>
            </a:extLst>
          </p:cNvPr>
          <p:cNvSpPr>
            <a:spLocks xmlns:a="http://schemas.openxmlformats.org/drawingml/2006/main" noGrp="1"/>
          </p:cNvSpPr>
          <p:nvPr/>
        </p:nvSpPr>
        <p:spPr>
          <a:xfrm xmlns:a="http://schemas.openxmlformats.org/drawingml/2006/main">
            <a:off x="6096000" y="1209675"/>
            <a:ext cx="13335" cy="1428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5" name="!!detail_focus_cross">
            <a:extLst xmlns:a="http://schemas.openxmlformats.org/drawingml/2006/main">
              <a:ext uri="{FF2B5EF4-FFF2-40B4-BE49-F238E27FC236}">
                <a16:creationId xmlns:a16="http://schemas.microsoft.com/office/drawing/2014/main" id="{6FA5E81D-8D14-47BD-9849-9877B447DAAB}"/>
              </a:ext>
            </a:extLst>
          </p:cNvPr>
          <p:cNvSpPr>
            <a:spLocks xmlns:a="http://schemas.openxmlformats.org/drawingml/2006/main" noGrp="1"/>
          </p:cNvSpPr>
          <p:nvPr/>
        </p:nvSpPr>
        <p:spPr>
          <a:xfrm xmlns:a="http://schemas.openxmlformats.org/drawingml/2006/main">
            <a:off x="2390775" y="1352550"/>
            <a:ext cx="371856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1560762499"/>
      </p:ext>
    </p:extLst>
  </p:cSld>
  <mc:AlternateContent xmlns:mc="http://schemas.openxmlformats.org/markup-compatibility/2006">
    <mc:Choice xmlns:p159="http://schemas.microsoft.com/office/powerpoint/2015/09/main" Requires="p159">
      <p:transition xmlns:p14="http://schemas.microsoft.com/office/powerpoint/2010/main" spd="slow" advClick="1" p14:dur="1500">
        <p159:morph option="byObject"/>
      </p:transition>
    </mc:Choice>
    <mc:Fallback>
      <p:transition spd="slow" advClick="1">
        <p:fade/>
      </p:transition>
    </mc:Fallback>
  </mc:AlternateContent>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AF17CB09-B60B-49A0-8A18-47B2AE37B3CF}"/>
              </a:ext>
            </a:extLst>
          </p:cNvPr>
          <p:cNvSpPr>
            <a:spLocks xmlns:a="http://schemas.openxmlformats.org/drawingml/2006/main" noGrp="1"/>
          </p:cNvSpPr>
          <p:nvPr/>
        </p:nvSpPr>
        <p:spPr>
          <a:xfrm xmlns:a="http://schemas.openxmlformats.org/drawingml/2006/main">
            <a:off x="666750" y="2381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i="0">
                <a:solidFill>
                  <a:srgbClr val="202020"/>
                </a:solidFill>
                <a:latin typeface="Times New Roman"/>
                <a:ea typeface="Times New Roman"/>
                <a:cs typeface="Times New Roman"/>
              </a:defRPr>
            </a:defPPr>
          </a:lstStyle>
          <a:p xmlns:a="http://schemas.openxmlformats.org/drawingml/2006/main">
            <a:r>
              <a:t/>
            </a:r>
          </a:p>
        </p:txBody>
      </p:sp>
      <p:sp>
        <p:nvSpPr>
          <p:cNvPr id="2" name="map-left-shaft">
            <a:extLst xmlns:a="http://schemas.openxmlformats.org/drawingml/2006/main">
              <a:ext uri="{FF2B5EF4-FFF2-40B4-BE49-F238E27FC236}">
                <a16:creationId xmlns:a16="http://schemas.microsoft.com/office/drawing/2014/main" id="{5D2B8BC5-F087-4F17-9C9F-5B84C1078B93}"/>
              </a:ext>
            </a:extLst>
          </p:cNvPr>
          <p:cNvSpPr>
            <a:spLocks xmlns:a="http://schemas.openxmlformats.org/drawingml/2006/main" noGrp="1"/>
          </p:cNvSpPr>
          <p:nvPr/>
        </p:nvSpPr>
        <p:spPr>
          <a:xfrm xmlns:a="http://schemas.openxmlformats.org/drawingml/2006/main">
            <a:off x="2952750" y="800100"/>
            <a:ext cx="202882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3" name="map-left-head">
            <a:extLst xmlns:a="http://schemas.openxmlformats.org/drawingml/2006/main">
              <a:ext uri="{FF2B5EF4-FFF2-40B4-BE49-F238E27FC236}">
                <a16:creationId xmlns:a16="http://schemas.microsoft.com/office/drawing/2014/main" id="{E000009C-8469-45E4-A990-58019900F1FF}"/>
              </a:ext>
            </a:extLst>
          </p:cNvPr>
          <p:cNvSpPr>
            <a:spLocks xmlns:a="http://schemas.openxmlformats.org/drawingml/2006/main" noGrp="1"/>
          </p:cNvSpPr>
          <p:nvPr/>
        </p:nvSpPr>
        <p:spPr>
          <a:xfrm xmlns:a="http://schemas.openxmlformats.org/drawingml/2006/main" rot="5400000">
            <a:off x="4962525" y="7572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4" name="map-right-shaft">
            <a:extLst xmlns:a="http://schemas.openxmlformats.org/drawingml/2006/main">
              <a:ext uri="{FF2B5EF4-FFF2-40B4-BE49-F238E27FC236}">
                <a16:creationId xmlns:a16="http://schemas.microsoft.com/office/drawing/2014/main" id="{3672DEB8-FE48-42E5-9167-366672E7777A}"/>
              </a:ext>
            </a:extLst>
          </p:cNvPr>
          <p:cNvSpPr>
            <a:spLocks xmlns:a="http://schemas.openxmlformats.org/drawingml/2006/main" noGrp="1"/>
          </p:cNvSpPr>
          <p:nvPr/>
        </p:nvSpPr>
        <p:spPr>
          <a:xfrm xmlns:a="http://schemas.openxmlformats.org/drawingml/2006/main">
            <a:off x="7153275" y="800100"/>
            <a:ext cx="206692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5" name="map-right-head">
            <a:extLst xmlns:a="http://schemas.openxmlformats.org/drawingml/2006/main">
              <a:ext uri="{FF2B5EF4-FFF2-40B4-BE49-F238E27FC236}">
                <a16:creationId xmlns:a16="http://schemas.microsoft.com/office/drawing/2014/main" id="{833708FD-4D9C-4F11-ADB0-28ED98E3AC7C}"/>
              </a:ext>
            </a:extLst>
          </p:cNvPr>
          <p:cNvSpPr>
            <a:spLocks xmlns:a="http://schemas.openxmlformats.org/drawingml/2006/main" noGrp="1"/>
          </p:cNvSpPr>
          <p:nvPr/>
        </p:nvSpPr>
        <p:spPr>
          <a:xfrm xmlns:a="http://schemas.openxmlformats.org/drawingml/2006/main" rot="5400000">
            <a:off x="9201150" y="75723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6" name="known-carrier">
            <a:extLst xmlns:a="http://schemas.openxmlformats.org/drawingml/2006/main">
              <a:ext uri="{FF2B5EF4-FFF2-40B4-BE49-F238E27FC236}">
                <a16:creationId xmlns:a16="http://schemas.microsoft.com/office/drawing/2014/main" id="{7BDFA7A9-4B09-439E-864F-D74B866A3A33}"/>
              </a:ext>
            </a:extLst>
          </p:cNvPr>
          <p:cNvSpPr>
            <a:spLocks xmlns:a="http://schemas.openxmlformats.org/drawingml/2006/main" noGrp="1"/>
          </p:cNvSpPr>
          <p:nvPr/>
        </p:nvSpPr>
        <p:spPr>
          <a:xfrm xmlns:a="http://schemas.openxmlformats.org/drawingml/2006/main">
            <a:off x="3238500" y="159067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Sinusoidal carrier</a:t>
            </a:r>
          </a:p>
        </p:txBody>
      </p:sp>
      <p:sp>
        <p:nvSpPr>
          <p:cNvPr id="7" name="phase-branch">
            <a:extLst xmlns:a="http://schemas.openxmlformats.org/drawingml/2006/main">
              <a:ext uri="{FF2B5EF4-FFF2-40B4-BE49-F238E27FC236}">
                <a16:creationId xmlns:a16="http://schemas.microsoft.com/office/drawing/2014/main" id="{66F1E41D-B933-49C9-9A8C-E336EEC2D424}"/>
              </a:ext>
            </a:extLst>
          </p:cNvPr>
          <p:cNvSpPr>
            <a:spLocks xmlns:a="http://schemas.openxmlformats.org/drawingml/2006/main" noGrp="1"/>
          </p:cNvSpPr>
          <p:nvPr/>
        </p:nvSpPr>
        <p:spPr>
          <a:xfrm xmlns:a="http://schemas.openxmlformats.org/drawingml/2006/main">
            <a:off x="4048125" y="2638425"/>
            <a:ext cx="2143125" cy="571500"/>
          </a:xfrm>
          <a:custGeom xmlns:a="http://schemas.openxmlformats.org/drawingml/2006/main">
            <a:pathLst>
              <a:path w="2143125" h="571500">
                <a:moveTo>
                  <a:pt x="2143125" y="0"/>
                </a:moveTo>
                <a:lnTo>
                  <a:pt x="2143125" y="276225"/>
                </a:lnTo>
                <a:lnTo>
                  <a:pt x="0" y="276225"/>
                </a:lnTo>
                <a:lnTo>
                  <a:pt x="0" y="571500"/>
                </a:lnTo>
              </a:path>
            </a:pathLst>
          </a:custGeom>
          <a:noFill xmlns:a="http://schemas.openxmlformats.org/drawingml/2006/main"/>
          <a:ln xmlns:a="http://schemas.openxmlformats.org/drawingml/2006/main" w="19050">
            <a:solidFill>
              <a:srgbClr val="202020"/>
            </a:solidFill>
          </a:ln>
        </p:spPr>
      </p:sp>
      <p:sp>
        <p:nvSpPr>
          <p:cNvPr id="8" name="frequency-branch">
            <a:extLst xmlns:a="http://schemas.openxmlformats.org/drawingml/2006/main">
              <a:ext uri="{FF2B5EF4-FFF2-40B4-BE49-F238E27FC236}">
                <a16:creationId xmlns:a16="http://schemas.microsoft.com/office/drawing/2014/main" id="{5F355132-509E-474D-ACF5-B119C4B5D10B}"/>
              </a:ext>
            </a:extLst>
          </p:cNvPr>
          <p:cNvSpPr>
            <a:spLocks xmlns:a="http://schemas.openxmlformats.org/drawingml/2006/main" noGrp="1"/>
          </p:cNvSpPr>
          <p:nvPr/>
        </p:nvSpPr>
        <p:spPr>
          <a:xfrm xmlns:a="http://schemas.openxmlformats.org/drawingml/2006/main">
            <a:off x="6191250" y="2914650"/>
            <a:ext cx="3295650" cy="295275"/>
          </a:xfrm>
          <a:custGeom xmlns:a="http://schemas.openxmlformats.org/drawingml/2006/main">
            <a:pathLst>
              <a:path w="3295650" h="295275">
                <a:moveTo>
                  <a:pt x="0" y="0"/>
                </a:moveTo>
                <a:lnTo>
                  <a:pt x="3295650" y="0"/>
                </a:lnTo>
                <a:lnTo>
                  <a:pt x="3295650" y="295275"/>
                </a:lnTo>
              </a:path>
            </a:pathLst>
          </a:custGeom>
          <a:noFill xmlns:a="http://schemas.openxmlformats.org/drawingml/2006/main"/>
          <a:ln xmlns:a="http://schemas.openxmlformats.org/drawingml/2006/main" w="19050">
            <a:solidFill>
              <a:srgbClr val="202020"/>
            </a:solidFill>
          </a:ln>
        </p:spPr>
      </p:sp>
      <p:sp>
        <p:nvSpPr>
          <p:cNvPr id="9" name="pm-name">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D82CC43-2613-4E73-B508-4DF4AF2B1795}"/>
              </a:ext>
            </a:extLst>
          </p:cNvPr>
          <p:cNvSpPr>
            <a:spLocks xmlns:a="http://schemas.openxmlformats.org/drawingml/2006/main" noGrp="1"/>
          </p:cNvSpPr>
          <p:nvPr/>
        </p:nvSpPr>
        <p:spPr>
          <a:xfrm xmlns:a="http://schemas.openxmlformats.org/drawingml/2006/main">
            <a:off x="2286000" y="32575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i="0">
                <a:solidFill>
                  <a:srgbClr val="202020"/>
                </a:solidFill>
                <a:latin typeface="Times New Roman"/>
                <a:ea typeface="Times New Roman"/>
                <a:cs typeface="Times New Roman"/>
              </a:defRPr>
            </a:defPPr>
          </a:lstStyle>
          <a:p xmlns:a="http://schemas.openxmlformats.org/drawingml/2006/main">
            <a:pPr algn="ctr">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Change phase</a:t>
            </a:r>
          </a:p>
        </p:txBody>
      </p:sp>
      <p:sp>
        <p:nvSpPr>
          <p:cNvPr id="10" name="fm-name">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5759990-FCF6-4EFE-9ACD-0B4E72778471}"/>
              </a:ext>
            </a:extLst>
          </p:cNvPr>
          <p:cNvSpPr>
            <a:spLocks xmlns:a="http://schemas.openxmlformats.org/drawingml/2006/main" noGrp="1"/>
          </p:cNvSpPr>
          <p:nvPr/>
        </p:nvSpPr>
        <p:spPr>
          <a:xfrm xmlns:a="http://schemas.openxmlformats.org/drawingml/2006/main">
            <a:off x="7667625" y="32575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i="0">
                <a:solidFill>
                  <a:srgbClr val="202020"/>
                </a:solidFill>
                <a:latin typeface="Times New Roman"/>
                <a:ea typeface="Times New Roman"/>
                <a:cs typeface="Times New Roman"/>
              </a:defRPr>
            </a:defPPr>
          </a:lstStyle>
          <a:p xmlns:a="http://schemas.openxmlformats.org/drawingml/2006/main">
            <a:pPr algn="ctr">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Change frequency</a:t>
            </a:r>
          </a:p>
        </p:txBody>
      </p:sp>
      <p:sp>
        <p:nvSpPr>
          <p:cNvPr id="11" name="pm-label">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1624904B-1640-4EFA-B1DC-14CF65D43EF5}"/>
              </a:ext>
            </a:extLst>
          </p:cNvPr>
          <p:cNvSpPr>
            <a:spLocks xmlns:a="http://schemas.openxmlformats.org/drawingml/2006/main" noGrp="1"/>
          </p:cNvSpPr>
          <p:nvPr/>
        </p:nvSpPr>
        <p:spPr>
          <a:xfrm xmlns:a="http://schemas.openxmlformats.org/drawingml/2006/main">
            <a:off x="2286000" y="367665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0" i="0">
                <a:solidFill>
                  <a:srgbClr val="202020"/>
                </a:solidFill>
                <a:latin typeface="Times New Roman"/>
                <a:ea typeface="Times New Roman"/>
                <a:cs typeface="Times New Roman"/>
              </a:defRPr>
            </a:defPPr>
          </a:lstStyle>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PM</a:t>
            </a:r>
          </a:p>
        </p:txBody>
      </p:sp>
      <p:sp>
        <p:nvSpPr>
          <p:cNvPr id="12" name="fm-label">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A4600ED2-2E9B-4F7D-BBCD-F7C5AEF83C92}"/>
              </a:ext>
            </a:extLst>
          </p:cNvPr>
          <p:cNvSpPr>
            <a:spLocks xmlns:a="http://schemas.openxmlformats.org/drawingml/2006/main" noGrp="1"/>
          </p:cNvSpPr>
          <p:nvPr/>
        </p:nvSpPr>
        <p:spPr>
          <a:xfrm xmlns:a="http://schemas.openxmlformats.org/drawingml/2006/main">
            <a:off x="7667625" y="367665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0" i="0">
                <a:solidFill>
                  <a:srgbClr val="202020"/>
                </a:solidFill>
                <a:latin typeface="Times New Roman"/>
                <a:ea typeface="Times New Roman"/>
                <a:cs typeface="Times New Roman"/>
              </a:defRPr>
            </a:defPPr>
          </a:lstStyle>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FM</a:t>
            </a:r>
          </a:p>
        </p:txBody>
      </p:sp>
      <p:sp>
        <p:nvSpPr>
          <p:cNvPr id="13" name="pm-reference-axis-shaft">
            <a:extLst xmlns:a="http://schemas.openxmlformats.org/drawingml/2006/main">
              <a:ext uri="{FF2B5EF4-FFF2-40B4-BE49-F238E27FC236}">
                <a16:creationId xmlns:a16="http://schemas.microsoft.com/office/drawing/2014/main" id="{8F16F128-FC23-4F26-9281-7E4DA4A85913}"/>
              </a:ext>
            </a:extLst>
          </p:cNvPr>
          <p:cNvSpPr>
            <a:spLocks xmlns:a="http://schemas.openxmlformats.org/drawingml/2006/main" noGrp="1"/>
          </p:cNvSpPr>
          <p:nvPr/>
        </p:nvSpPr>
        <p:spPr>
          <a:xfrm xmlns:a="http://schemas.openxmlformats.org/drawingml/2006/main">
            <a:off x="2286000" y="4829175"/>
            <a:ext cx="34385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pm-reference-axis-head">
            <a:extLst xmlns:a="http://schemas.openxmlformats.org/drawingml/2006/main">
              <a:ext uri="{FF2B5EF4-FFF2-40B4-BE49-F238E27FC236}">
                <a16:creationId xmlns:a16="http://schemas.microsoft.com/office/drawing/2014/main" id="{E561C274-B611-4003-B924-949EDC0FFBF7}"/>
              </a:ext>
            </a:extLst>
          </p:cNvPr>
          <p:cNvSpPr>
            <a:spLocks xmlns:a="http://schemas.openxmlformats.org/drawingml/2006/main" noGrp="1"/>
          </p:cNvSpPr>
          <p:nvPr/>
        </p:nvSpPr>
        <p:spPr>
          <a:xfrm xmlns:a="http://schemas.openxmlformats.org/drawingml/2006/main" rot="5400000">
            <a:off x="5705475" y="47863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5" name="pm-reference-tick-0">
            <a:extLst xmlns:a="http://schemas.openxmlformats.org/drawingml/2006/main">
              <a:ext uri="{FF2B5EF4-FFF2-40B4-BE49-F238E27FC236}">
                <a16:creationId xmlns:a16="http://schemas.microsoft.com/office/drawing/2014/main" id="{54BC43AD-9923-4304-A003-E42742FC4396}"/>
              </a:ext>
            </a:extLst>
          </p:cNvPr>
          <p:cNvSpPr>
            <a:spLocks xmlns:a="http://schemas.openxmlformats.org/drawingml/2006/main" noGrp="1"/>
          </p:cNvSpPr>
          <p:nvPr/>
        </p:nvSpPr>
        <p:spPr>
          <a:xfrm xmlns:a="http://schemas.openxmlformats.org/drawingml/2006/main">
            <a:off x="2286000" y="48291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pm-reference-tick-1">
            <a:extLst xmlns:a="http://schemas.openxmlformats.org/drawingml/2006/main">
              <a:ext uri="{FF2B5EF4-FFF2-40B4-BE49-F238E27FC236}">
                <a16:creationId xmlns:a16="http://schemas.microsoft.com/office/drawing/2014/main" id="{F32B138A-289F-4298-AE66-33DDA832F815}"/>
              </a:ext>
            </a:extLst>
          </p:cNvPr>
          <p:cNvSpPr>
            <a:spLocks xmlns:a="http://schemas.openxmlformats.org/drawingml/2006/main" noGrp="1"/>
          </p:cNvSpPr>
          <p:nvPr/>
        </p:nvSpPr>
        <p:spPr>
          <a:xfrm xmlns:a="http://schemas.openxmlformats.org/drawingml/2006/main">
            <a:off x="5810250" y="48291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pm-reference-wave">
            <a:extLst xmlns:a="http://schemas.openxmlformats.org/drawingml/2006/main">
              <a:ext uri="{FF2B5EF4-FFF2-40B4-BE49-F238E27FC236}">
                <a16:creationId xmlns:a16="http://schemas.microsoft.com/office/drawing/2014/main" id="{004E0F0B-185A-46E4-85BF-6FC3AAE1B98C}"/>
              </a:ext>
            </a:extLst>
          </p:cNvPr>
          <p:cNvSpPr>
            <a:spLocks xmlns:a="http://schemas.openxmlformats.org/drawingml/2006/main" noGrp="1"/>
          </p:cNvSpPr>
          <p:nvPr/>
        </p:nvSpPr>
        <p:spPr>
          <a:xfrm xmlns:a="http://schemas.openxmlformats.org/drawingml/2006/main">
            <a:off x="2286000" y="4429125"/>
            <a:ext cx="3524250" cy="800100"/>
          </a:xfrm>
          <a:custGeom xmlns:a="http://schemas.openxmlformats.org/drawingml/2006/main">
            <a:pathLst>
              <a:path w="3524250" h="800100">
                <a:moveTo>
                  <a:pt x="0" y="0"/>
                </a:moveTo>
                <a:lnTo>
                  <a:pt x="3916" y="88"/>
                </a:lnTo>
                <a:lnTo>
                  <a:pt x="7832" y="351"/>
                </a:lnTo>
                <a:lnTo>
                  <a:pt x="11747" y="789"/>
                </a:lnTo>
                <a:lnTo>
                  <a:pt x="15663" y="1403"/>
                </a:lnTo>
                <a:lnTo>
                  <a:pt x="19579" y="2192"/>
                </a:lnTo>
                <a:lnTo>
                  <a:pt x="23495" y="3155"/>
                </a:lnTo>
                <a:lnTo>
                  <a:pt x="27411" y="4292"/>
                </a:lnTo>
                <a:lnTo>
                  <a:pt x="31327" y="5602"/>
                </a:lnTo>
                <a:lnTo>
                  <a:pt x="35242" y="7086"/>
                </a:lnTo>
                <a:lnTo>
                  <a:pt x="39158" y="8742"/>
                </a:lnTo>
                <a:lnTo>
                  <a:pt x="43074" y="10570"/>
                </a:lnTo>
                <a:lnTo>
                  <a:pt x="46990" y="12568"/>
                </a:lnTo>
                <a:lnTo>
                  <a:pt x="50906" y="14737"/>
                </a:lnTo>
                <a:lnTo>
                  <a:pt x="54822" y="17074"/>
                </a:lnTo>
                <a:lnTo>
                  <a:pt x="58737" y="19580"/>
                </a:lnTo>
                <a:lnTo>
                  <a:pt x="62653" y="22252"/>
                </a:lnTo>
                <a:lnTo>
                  <a:pt x="66569" y="25090"/>
                </a:lnTo>
                <a:lnTo>
                  <a:pt x="70485" y="28093"/>
                </a:lnTo>
                <a:lnTo>
                  <a:pt x="74401" y="31259"/>
                </a:lnTo>
                <a:lnTo>
                  <a:pt x="78317" y="34586"/>
                </a:lnTo>
                <a:lnTo>
                  <a:pt x="82232" y="38074"/>
                </a:lnTo>
                <a:lnTo>
                  <a:pt x="86148" y="41721"/>
                </a:lnTo>
                <a:lnTo>
                  <a:pt x="90064" y="45524"/>
                </a:lnTo>
                <a:lnTo>
                  <a:pt x="93980" y="49484"/>
                </a:lnTo>
                <a:lnTo>
                  <a:pt x="97896" y="53597"/>
                </a:lnTo>
                <a:lnTo>
                  <a:pt x="101812" y="57862"/>
                </a:lnTo>
                <a:lnTo>
                  <a:pt x="105727" y="62277"/>
                </a:lnTo>
                <a:lnTo>
                  <a:pt x="109643" y="66840"/>
                </a:lnTo>
                <a:lnTo>
                  <a:pt x="113559" y="71549"/>
                </a:lnTo>
                <a:lnTo>
                  <a:pt x="117475" y="76403"/>
                </a:lnTo>
                <a:lnTo>
                  <a:pt x="121391" y="81398"/>
                </a:lnTo>
                <a:lnTo>
                  <a:pt x="125307" y="86533"/>
                </a:lnTo>
                <a:lnTo>
                  <a:pt x="129222" y="91806"/>
                </a:lnTo>
                <a:lnTo>
                  <a:pt x="133138" y="97214"/>
                </a:lnTo>
                <a:lnTo>
                  <a:pt x="137054" y="102755"/>
                </a:lnTo>
                <a:lnTo>
                  <a:pt x="140970" y="108426"/>
                </a:lnTo>
                <a:lnTo>
                  <a:pt x="144886" y="114225"/>
                </a:lnTo>
                <a:lnTo>
                  <a:pt x="148802" y="120150"/>
                </a:lnTo>
                <a:lnTo>
                  <a:pt x="152718" y="126197"/>
                </a:lnTo>
                <a:lnTo>
                  <a:pt x="156633" y="132364"/>
                </a:lnTo>
                <a:lnTo>
                  <a:pt x="160549" y="138649"/>
                </a:lnTo>
                <a:lnTo>
                  <a:pt x="164465" y="145049"/>
                </a:lnTo>
                <a:lnTo>
                  <a:pt x="168381" y="151560"/>
                </a:lnTo>
                <a:lnTo>
                  <a:pt x="172297" y="158180"/>
                </a:lnTo>
                <a:lnTo>
                  <a:pt x="176213" y="164907"/>
                </a:lnTo>
                <a:lnTo>
                  <a:pt x="180128" y="171736"/>
                </a:lnTo>
                <a:lnTo>
                  <a:pt x="184044" y="178666"/>
                </a:lnTo>
                <a:lnTo>
                  <a:pt x="187960" y="185692"/>
                </a:lnTo>
                <a:lnTo>
                  <a:pt x="191876" y="192813"/>
                </a:lnTo>
                <a:lnTo>
                  <a:pt x="195792" y="200025"/>
                </a:lnTo>
                <a:lnTo>
                  <a:pt x="199707" y="207324"/>
                </a:lnTo>
                <a:lnTo>
                  <a:pt x="203623" y="214708"/>
                </a:lnTo>
                <a:lnTo>
                  <a:pt x="207539" y="222174"/>
                </a:lnTo>
                <a:lnTo>
                  <a:pt x="211455" y="229717"/>
                </a:lnTo>
                <a:lnTo>
                  <a:pt x="215371" y="237335"/>
                </a:lnTo>
                <a:lnTo>
                  <a:pt x="219287" y="245024"/>
                </a:lnTo>
                <a:lnTo>
                  <a:pt x="223203" y="252782"/>
                </a:lnTo>
                <a:lnTo>
                  <a:pt x="227118" y="260604"/>
                </a:lnTo>
                <a:lnTo>
                  <a:pt x="231034" y="268487"/>
                </a:lnTo>
                <a:lnTo>
                  <a:pt x="234950" y="276428"/>
                </a:lnTo>
                <a:lnTo>
                  <a:pt x="238866" y="284423"/>
                </a:lnTo>
                <a:lnTo>
                  <a:pt x="242782" y="292469"/>
                </a:lnTo>
                <a:lnTo>
                  <a:pt x="246697" y="300562"/>
                </a:lnTo>
                <a:lnTo>
                  <a:pt x="250613" y="308698"/>
                </a:lnTo>
                <a:lnTo>
                  <a:pt x="254529" y="316875"/>
                </a:lnTo>
                <a:lnTo>
                  <a:pt x="258445" y="325088"/>
                </a:lnTo>
                <a:lnTo>
                  <a:pt x="262361" y="333334"/>
                </a:lnTo>
                <a:lnTo>
                  <a:pt x="266277" y="341609"/>
                </a:lnTo>
                <a:lnTo>
                  <a:pt x="270193" y="349910"/>
                </a:lnTo>
                <a:lnTo>
                  <a:pt x="274108" y="358233"/>
                </a:lnTo>
                <a:lnTo>
                  <a:pt x="278024" y="366575"/>
                </a:lnTo>
                <a:lnTo>
                  <a:pt x="281940" y="374931"/>
                </a:lnTo>
                <a:lnTo>
                  <a:pt x="285856" y="383298"/>
                </a:lnTo>
                <a:lnTo>
                  <a:pt x="289772" y="391672"/>
                </a:lnTo>
                <a:lnTo>
                  <a:pt x="293687" y="400050"/>
                </a:lnTo>
                <a:lnTo>
                  <a:pt x="297603" y="408428"/>
                </a:lnTo>
                <a:lnTo>
                  <a:pt x="301519" y="416802"/>
                </a:lnTo>
                <a:lnTo>
                  <a:pt x="305435" y="425169"/>
                </a:lnTo>
                <a:lnTo>
                  <a:pt x="309351" y="433525"/>
                </a:lnTo>
                <a:lnTo>
                  <a:pt x="313267" y="441867"/>
                </a:lnTo>
                <a:lnTo>
                  <a:pt x="317183" y="450190"/>
                </a:lnTo>
                <a:lnTo>
                  <a:pt x="321098" y="458491"/>
                </a:lnTo>
                <a:lnTo>
                  <a:pt x="325014" y="466766"/>
                </a:lnTo>
                <a:lnTo>
                  <a:pt x="328930" y="475012"/>
                </a:lnTo>
                <a:lnTo>
                  <a:pt x="332846" y="483225"/>
                </a:lnTo>
                <a:lnTo>
                  <a:pt x="336762" y="491402"/>
                </a:lnTo>
                <a:lnTo>
                  <a:pt x="340677" y="499538"/>
                </a:lnTo>
                <a:lnTo>
                  <a:pt x="344593" y="507631"/>
                </a:lnTo>
                <a:lnTo>
                  <a:pt x="348509" y="515677"/>
                </a:lnTo>
                <a:lnTo>
                  <a:pt x="352425" y="523672"/>
                </a:lnTo>
                <a:lnTo>
                  <a:pt x="356341" y="531613"/>
                </a:lnTo>
                <a:lnTo>
                  <a:pt x="360257" y="539496"/>
                </a:lnTo>
                <a:lnTo>
                  <a:pt x="364173" y="547318"/>
                </a:lnTo>
                <a:lnTo>
                  <a:pt x="368088" y="555076"/>
                </a:lnTo>
                <a:lnTo>
                  <a:pt x="372004" y="562765"/>
                </a:lnTo>
                <a:lnTo>
                  <a:pt x="375920" y="570383"/>
                </a:lnTo>
                <a:lnTo>
                  <a:pt x="379836" y="577926"/>
                </a:lnTo>
                <a:lnTo>
                  <a:pt x="383752" y="585392"/>
                </a:lnTo>
                <a:lnTo>
                  <a:pt x="387667" y="592776"/>
                </a:lnTo>
                <a:lnTo>
                  <a:pt x="391583" y="600075"/>
                </a:lnTo>
                <a:lnTo>
                  <a:pt x="395499" y="607287"/>
                </a:lnTo>
                <a:lnTo>
                  <a:pt x="399415" y="614408"/>
                </a:lnTo>
                <a:lnTo>
                  <a:pt x="403331" y="621434"/>
                </a:lnTo>
                <a:lnTo>
                  <a:pt x="407247" y="628364"/>
                </a:lnTo>
                <a:lnTo>
                  <a:pt x="411163" y="635193"/>
                </a:lnTo>
                <a:lnTo>
                  <a:pt x="415078" y="641920"/>
                </a:lnTo>
                <a:lnTo>
                  <a:pt x="418994" y="648540"/>
                </a:lnTo>
                <a:lnTo>
                  <a:pt x="422910" y="655051"/>
                </a:lnTo>
                <a:lnTo>
                  <a:pt x="426826" y="661451"/>
                </a:lnTo>
                <a:lnTo>
                  <a:pt x="430742" y="667736"/>
                </a:lnTo>
                <a:lnTo>
                  <a:pt x="434657" y="673903"/>
                </a:lnTo>
                <a:lnTo>
                  <a:pt x="438573" y="679950"/>
                </a:lnTo>
                <a:lnTo>
                  <a:pt x="442489" y="685875"/>
                </a:lnTo>
                <a:lnTo>
                  <a:pt x="446405" y="691674"/>
                </a:lnTo>
                <a:lnTo>
                  <a:pt x="450321" y="697345"/>
                </a:lnTo>
                <a:lnTo>
                  <a:pt x="454237" y="702886"/>
                </a:lnTo>
                <a:lnTo>
                  <a:pt x="458153" y="708294"/>
                </a:lnTo>
                <a:lnTo>
                  <a:pt x="462068" y="713567"/>
                </a:lnTo>
                <a:lnTo>
                  <a:pt x="465984" y="718702"/>
                </a:lnTo>
                <a:lnTo>
                  <a:pt x="469900" y="723697"/>
                </a:lnTo>
                <a:lnTo>
                  <a:pt x="473816" y="728551"/>
                </a:lnTo>
                <a:lnTo>
                  <a:pt x="477732" y="733260"/>
                </a:lnTo>
                <a:lnTo>
                  <a:pt x="481647" y="737823"/>
                </a:lnTo>
                <a:lnTo>
                  <a:pt x="485563" y="742238"/>
                </a:lnTo>
                <a:lnTo>
                  <a:pt x="489479" y="746503"/>
                </a:lnTo>
                <a:lnTo>
                  <a:pt x="493395" y="750616"/>
                </a:lnTo>
                <a:lnTo>
                  <a:pt x="497311" y="754576"/>
                </a:lnTo>
                <a:lnTo>
                  <a:pt x="501227" y="758379"/>
                </a:lnTo>
                <a:lnTo>
                  <a:pt x="505142" y="762026"/>
                </a:lnTo>
                <a:lnTo>
                  <a:pt x="509058" y="765514"/>
                </a:lnTo>
                <a:lnTo>
                  <a:pt x="512974" y="768841"/>
                </a:lnTo>
                <a:lnTo>
                  <a:pt x="516890" y="772007"/>
                </a:lnTo>
                <a:lnTo>
                  <a:pt x="520806" y="775010"/>
                </a:lnTo>
                <a:lnTo>
                  <a:pt x="524722" y="777848"/>
                </a:lnTo>
                <a:lnTo>
                  <a:pt x="528638" y="780520"/>
                </a:lnTo>
                <a:lnTo>
                  <a:pt x="532553" y="783026"/>
                </a:lnTo>
                <a:lnTo>
                  <a:pt x="536469" y="785363"/>
                </a:lnTo>
                <a:lnTo>
                  <a:pt x="540385" y="787532"/>
                </a:lnTo>
                <a:lnTo>
                  <a:pt x="544301" y="789530"/>
                </a:lnTo>
                <a:lnTo>
                  <a:pt x="548217" y="791358"/>
                </a:lnTo>
                <a:lnTo>
                  <a:pt x="552133" y="793014"/>
                </a:lnTo>
                <a:lnTo>
                  <a:pt x="556048" y="794498"/>
                </a:lnTo>
                <a:lnTo>
                  <a:pt x="559964" y="795808"/>
                </a:lnTo>
                <a:lnTo>
                  <a:pt x="563880" y="796945"/>
                </a:lnTo>
                <a:lnTo>
                  <a:pt x="567796" y="797908"/>
                </a:lnTo>
                <a:lnTo>
                  <a:pt x="571712" y="798697"/>
                </a:lnTo>
                <a:lnTo>
                  <a:pt x="575628" y="799311"/>
                </a:lnTo>
                <a:lnTo>
                  <a:pt x="579543" y="799749"/>
                </a:lnTo>
                <a:lnTo>
                  <a:pt x="583459" y="800012"/>
                </a:lnTo>
                <a:lnTo>
                  <a:pt x="587375" y="800100"/>
                </a:lnTo>
                <a:lnTo>
                  <a:pt x="591291" y="800012"/>
                </a:lnTo>
                <a:lnTo>
                  <a:pt x="595207" y="799749"/>
                </a:lnTo>
                <a:lnTo>
                  <a:pt x="599122" y="799311"/>
                </a:lnTo>
                <a:lnTo>
                  <a:pt x="603038" y="798697"/>
                </a:lnTo>
                <a:lnTo>
                  <a:pt x="606954" y="797908"/>
                </a:lnTo>
                <a:lnTo>
                  <a:pt x="610870" y="796945"/>
                </a:lnTo>
                <a:lnTo>
                  <a:pt x="614786" y="795808"/>
                </a:lnTo>
                <a:lnTo>
                  <a:pt x="618702" y="794498"/>
                </a:lnTo>
                <a:lnTo>
                  <a:pt x="622618" y="793014"/>
                </a:lnTo>
                <a:lnTo>
                  <a:pt x="626533" y="791358"/>
                </a:lnTo>
                <a:lnTo>
                  <a:pt x="630449" y="789530"/>
                </a:lnTo>
                <a:lnTo>
                  <a:pt x="634365" y="787532"/>
                </a:lnTo>
                <a:lnTo>
                  <a:pt x="638281" y="785363"/>
                </a:lnTo>
                <a:lnTo>
                  <a:pt x="642197" y="783026"/>
                </a:lnTo>
                <a:lnTo>
                  <a:pt x="646112" y="780520"/>
                </a:lnTo>
                <a:lnTo>
                  <a:pt x="650028" y="777848"/>
                </a:lnTo>
                <a:lnTo>
                  <a:pt x="653944" y="775010"/>
                </a:lnTo>
                <a:lnTo>
                  <a:pt x="657860" y="772007"/>
                </a:lnTo>
                <a:lnTo>
                  <a:pt x="661776" y="768841"/>
                </a:lnTo>
                <a:lnTo>
                  <a:pt x="665692" y="765514"/>
                </a:lnTo>
                <a:lnTo>
                  <a:pt x="669608" y="762026"/>
                </a:lnTo>
                <a:lnTo>
                  <a:pt x="673523" y="758379"/>
                </a:lnTo>
                <a:lnTo>
                  <a:pt x="677439" y="754576"/>
                </a:lnTo>
                <a:lnTo>
                  <a:pt x="681355" y="750616"/>
                </a:lnTo>
                <a:lnTo>
                  <a:pt x="685271" y="746503"/>
                </a:lnTo>
                <a:lnTo>
                  <a:pt x="689187" y="742238"/>
                </a:lnTo>
                <a:lnTo>
                  <a:pt x="693102" y="737823"/>
                </a:lnTo>
                <a:lnTo>
                  <a:pt x="697018" y="733260"/>
                </a:lnTo>
                <a:lnTo>
                  <a:pt x="700934" y="728551"/>
                </a:lnTo>
                <a:lnTo>
                  <a:pt x="704850" y="723697"/>
                </a:lnTo>
                <a:lnTo>
                  <a:pt x="708766" y="718702"/>
                </a:lnTo>
                <a:lnTo>
                  <a:pt x="712682" y="713567"/>
                </a:lnTo>
                <a:lnTo>
                  <a:pt x="716598" y="708294"/>
                </a:lnTo>
                <a:lnTo>
                  <a:pt x="720513" y="702886"/>
                </a:lnTo>
                <a:lnTo>
                  <a:pt x="724429" y="697345"/>
                </a:lnTo>
                <a:lnTo>
                  <a:pt x="728345" y="691674"/>
                </a:lnTo>
                <a:lnTo>
                  <a:pt x="732261" y="685875"/>
                </a:lnTo>
                <a:lnTo>
                  <a:pt x="736177" y="679950"/>
                </a:lnTo>
                <a:lnTo>
                  <a:pt x="740092" y="673903"/>
                </a:lnTo>
                <a:lnTo>
                  <a:pt x="744008" y="667736"/>
                </a:lnTo>
                <a:lnTo>
                  <a:pt x="747924" y="661451"/>
                </a:lnTo>
                <a:lnTo>
                  <a:pt x="751840" y="655051"/>
                </a:lnTo>
                <a:lnTo>
                  <a:pt x="755756" y="648540"/>
                </a:lnTo>
                <a:lnTo>
                  <a:pt x="759672" y="641920"/>
                </a:lnTo>
                <a:lnTo>
                  <a:pt x="763588" y="635193"/>
                </a:lnTo>
                <a:lnTo>
                  <a:pt x="767503" y="628364"/>
                </a:lnTo>
                <a:lnTo>
                  <a:pt x="771419" y="621434"/>
                </a:lnTo>
                <a:lnTo>
                  <a:pt x="775335" y="614408"/>
                </a:lnTo>
                <a:lnTo>
                  <a:pt x="779251" y="607287"/>
                </a:lnTo>
                <a:lnTo>
                  <a:pt x="783167" y="600075"/>
                </a:lnTo>
                <a:lnTo>
                  <a:pt x="787082" y="592776"/>
                </a:lnTo>
                <a:lnTo>
                  <a:pt x="790998" y="585392"/>
                </a:lnTo>
                <a:lnTo>
                  <a:pt x="794914" y="577926"/>
                </a:lnTo>
                <a:lnTo>
                  <a:pt x="798830" y="570383"/>
                </a:lnTo>
                <a:lnTo>
                  <a:pt x="802746" y="562765"/>
                </a:lnTo>
                <a:lnTo>
                  <a:pt x="806662" y="555076"/>
                </a:lnTo>
                <a:lnTo>
                  <a:pt x="810578" y="547318"/>
                </a:lnTo>
                <a:lnTo>
                  <a:pt x="814493" y="539496"/>
                </a:lnTo>
                <a:lnTo>
                  <a:pt x="818409" y="531613"/>
                </a:lnTo>
                <a:lnTo>
                  <a:pt x="822325" y="523672"/>
                </a:lnTo>
                <a:lnTo>
                  <a:pt x="826241" y="515677"/>
                </a:lnTo>
                <a:lnTo>
                  <a:pt x="830157" y="507631"/>
                </a:lnTo>
                <a:lnTo>
                  <a:pt x="834073" y="499538"/>
                </a:lnTo>
                <a:lnTo>
                  <a:pt x="837988" y="491402"/>
                </a:lnTo>
                <a:lnTo>
                  <a:pt x="841904" y="483225"/>
                </a:lnTo>
                <a:lnTo>
                  <a:pt x="845820" y="475012"/>
                </a:lnTo>
                <a:lnTo>
                  <a:pt x="849736" y="466766"/>
                </a:lnTo>
                <a:lnTo>
                  <a:pt x="853652" y="458491"/>
                </a:lnTo>
                <a:lnTo>
                  <a:pt x="857567" y="450190"/>
                </a:lnTo>
                <a:lnTo>
                  <a:pt x="861483" y="441867"/>
                </a:lnTo>
                <a:lnTo>
                  <a:pt x="865399" y="433525"/>
                </a:lnTo>
                <a:lnTo>
                  <a:pt x="869315" y="425169"/>
                </a:lnTo>
                <a:lnTo>
                  <a:pt x="873231" y="416802"/>
                </a:lnTo>
                <a:lnTo>
                  <a:pt x="877147" y="408428"/>
                </a:lnTo>
                <a:lnTo>
                  <a:pt x="881063" y="400050"/>
                </a:lnTo>
                <a:lnTo>
                  <a:pt x="884978" y="391672"/>
                </a:lnTo>
                <a:lnTo>
                  <a:pt x="888894" y="383298"/>
                </a:lnTo>
                <a:lnTo>
                  <a:pt x="892810" y="374931"/>
                </a:lnTo>
                <a:lnTo>
                  <a:pt x="896726" y="366575"/>
                </a:lnTo>
                <a:lnTo>
                  <a:pt x="900642" y="358233"/>
                </a:lnTo>
                <a:lnTo>
                  <a:pt x="904558" y="349910"/>
                </a:lnTo>
                <a:lnTo>
                  <a:pt x="908473" y="341609"/>
                </a:lnTo>
                <a:lnTo>
                  <a:pt x="912389" y="333334"/>
                </a:lnTo>
                <a:lnTo>
                  <a:pt x="916305" y="325088"/>
                </a:lnTo>
                <a:lnTo>
                  <a:pt x="920221" y="316875"/>
                </a:lnTo>
                <a:lnTo>
                  <a:pt x="924137" y="308698"/>
                </a:lnTo>
                <a:lnTo>
                  <a:pt x="928053" y="300562"/>
                </a:lnTo>
                <a:lnTo>
                  <a:pt x="931968" y="292469"/>
                </a:lnTo>
                <a:lnTo>
                  <a:pt x="935884" y="284423"/>
                </a:lnTo>
                <a:lnTo>
                  <a:pt x="939800" y="276428"/>
                </a:lnTo>
                <a:lnTo>
                  <a:pt x="943716" y="268487"/>
                </a:lnTo>
                <a:lnTo>
                  <a:pt x="947632" y="260604"/>
                </a:lnTo>
                <a:lnTo>
                  <a:pt x="951547" y="252782"/>
                </a:lnTo>
                <a:lnTo>
                  <a:pt x="955463" y="245024"/>
                </a:lnTo>
                <a:lnTo>
                  <a:pt x="959379" y="237335"/>
                </a:lnTo>
                <a:lnTo>
                  <a:pt x="963295" y="229717"/>
                </a:lnTo>
                <a:lnTo>
                  <a:pt x="967211" y="222174"/>
                </a:lnTo>
                <a:lnTo>
                  <a:pt x="971127" y="214708"/>
                </a:lnTo>
                <a:lnTo>
                  <a:pt x="975043" y="207324"/>
                </a:lnTo>
                <a:lnTo>
                  <a:pt x="978958" y="200025"/>
                </a:lnTo>
                <a:lnTo>
                  <a:pt x="982874" y="192813"/>
                </a:lnTo>
                <a:lnTo>
                  <a:pt x="986790" y="185692"/>
                </a:lnTo>
                <a:lnTo>
                  <a:pt x="990706" y="178666"/>
                </a:lnTo>
                <a:lnTo>
                  <a:pt x="994622" y="171736"/>
                </a:lnTo>
                <a:lnTo>
                  <a:pt x="998537" y="164907"/>
                </a:lnTo>
                <a:lnTo>
                  <a:pt x="1002453" y="158180"/>
                </a:lnTo>
                <a:lnTo>
                  <a:pt x="1006369" y="151560"/>
                </a:lnTo>
                <a:lnTo>
                  <a:pt x="1010285" y="145049"/>
                </a:lnTo>
                <a:lnTo>
                  <a:pt x="1014201" y="138649"/>
                </a:lnTo>
                <a:lnTo>
                  <a:pt x="1018117" y="132364"/>
                </a:lnTo>
                <a:lnTo>
                  <a:pt x="1022033" y="126197"/>
                </a:lnTo>
                <a:lnTo>
                  <a:pt x="1025948" y="120150"/>
                </a:lnTo>
                <a:lnTo>
                  <a:pt x="1029864" y="114225"/>
                </a:lnTo>
                <a:lnTo>
                  <a:pt x="1033780" y="108426"/>
                </a:lnTo>
                <a:lnTo>
                  <a:pt x="1037696" y="102755"/>
                </a:lnTo>
                <a:lnTo>
                  <a:pt x="1041612" y="97214"/>
                </a:lnTo>
                <a:lnTo>
                  <a:pt x="1045527" y="91806"/>
                </a:lnTo>
                <a:lnTo>
                  <a:pt x="1049443" y="86533"/>
                </a:lnTo>
                <a:lnTo>
                  <a:pt x="1053359" y="81398"/>
                </a:lnTo>
                <a:lnTo>
                  <a:pt x="1057275" y="76403"/>
                </a:lnTo>
                <a:lnTo>
                  <a:pt x="1061191" y="71549"/>
                </a:lnTo>
                <a:lnTo>
                  <a:pt x="1065107" y="66840"/>
                </a:lnTo>
                <a:lnTo>
                  <a:pt x="1069023" y="62277"/>
                </a:lnTo>
                <a:lnTo>
                  <a:pt x="1072938" y="57862"/>
                </a:lnTo>
                <a:lnTo>
                  <a:pt x="1076854" y="53597"/>
                </a:lnTo>
                <a:lnTo>
                  <a:pt x="1080770" y="49484"/>
                </a:lnTo>
                <a:lnTo>
                  <a:pt x="1084686" y="45524"/>
                </a:lnTo>
                <a:lnTo>
                  <a:pt x="1088602" y="41721"/>
                </a:lnTo>
                <a:lnTo>
                  <a:pt x="1092518" y="38074"/>
                </a:lnTo>
                <a:lnTo>
                  <a:pt x="1096433" y="34586"/>
                </a:lnTo>
                <a:lnTo>
                  <a:pt x="1100349" y="31259"/>
                </a:lnTo>
                <a:lnTo>
                  <a:pt x="1104265" y="28093"/>
                </a:lnTo>
                <a:lnTo>
                  <a:pt x="1108181" y="25090"/>
                </a:lnTo>
                <a:lnTo>
                  <a:pt x="1112097" y="22252"/>
                </a:lnTo>
                <a:lnTo>
                  <a:pt x="1116013" y="19580"/>
                </a:lnTo>
                <a:lnTo>
                  <a:pt x="1119928" y="17074"/>
                </a:lnTo>
                <a:lnTo>
                  <a:pt x="1123844" y="14737"/>
                </a:lnTo>
                <a:lnTo>
                  <a:pt x="1127760" y="12568"/>
                </a:lnTo>
                <a:lnTo>
                  <a:pt x="1131676" y="10570"/>
                </a:lnTo>
                <a:lnTo>
                  <a:pt x="1135592" y="8742"/>
                </a:lnTo>
                <a:lnTo>
                  <a:pt x="1139508" y="7086"/>
                </a:lnTo>
                <a:lnTo>
                  <a:pt x="1143423" y="5602"/>
                </a:lnTo>
                <a:lnTo>
                  <a:pt x="1147339" y="4292"/>
                </a:lnTo>
                <a:lnTo>
                  <a:pt x="1151255" y="3155"/>
                </a:lnTo>
                <a:lnTo>
                  <a:pt x="1155171" y="2192"/>
                </a:lnTo>
                <a:lnTo>
                  <a:pt x="1159087" y="1403"/>
                </a:lnTo>
                <a:lnTo>
                  <a:pt x="1163003" y="789"/>
                </a:lnTo>
                <a:lnTo>
                  <a:pt x="1166918" y="351"/>
                </a:lnTo>
                <a:lnTo>
                  <a:pt x="1170834" y="88"/>
                </a:lnTo>
                <a:lnTo>
                  <a:pt x="1174750" y="0"/>
                </a:lnTo>
                <a:lnTo>
                  <a:pt x="1178666" y="88"/>
                </a:lnTo>
                <a:lnTo>
                  <a:pt x="1182582" y="351"/>
                </a:lnTo>
                <a:lnTo>
                  <a:pt x="1186498" y="789"/>
                </a:lnTo>
                <a:lnTo>
                  <a:pt x="1190413" y="1403"/>
                </a:lnTo>
                <a:lnTo>
                  <a:pt x="1194329" y="2192"/>
                </a:lnTo>
                <a:lnTo>
                  <a:pt x="1198245" y="3155"/>
                </a:lnTo>
                <a:lnTo>
                  <a:pt x="1202161" y="4292"/>
                </a:lnTo>
                <a:lnTo>
                  <a:pt x="1206077" y="5602"/>
                </a:lnTo>
                <a:lnTo>
                  <a:pt x="1209992" y="7086"/>
                </a:lnTo>
                <a:lnTo>
                  <a:pt x="1213908" y="8742"/>
                </a:lnTo>
                <a:lnTo>
                  <a:pt x="1217824" y="10570"/>
                </a:lnTo>
                <a:lnTo>
                  <a:pt x="1221740" y="12568"/>
                </a:lnTo>
                <a:lnTo>
                  <a:pt x="1225656" y="14737"/>
                </a:lnTo>
                <a:lnTo>
                  <a:pt x="1229572" y="17074"/>
                </a:lnTo>
                <a:lnTo>
                  <a:pt x="1233488" y="19580"/>
                </a:lnTo>
                <a:lnTo>
                  <a:pt x="1237403" y="22252"/>
                </a:lnTo>
                <a:lnTo>
                  <a:pt x="1241319" y="25090"/>
                </a:lnTo>
                <a:lnTo>
                  <a:pt x="1245235" y="28093"/>
                </a:lnTo>
                <a:lnTo>
                  <a:pt x="1249151" y="31259"/>
                </a:lnTo>
                <a:lnTo>
                  <a:pt x="1253067" y="34586"/>
                </a:lnTo>
                <a:lnTo>
                  <a:pt x="1256983" y="38074"/>
                </a:lnTo>
                <a:lnTo>
                  <a:pt x="1260898" y="41721"/>
                </a:lnTo>
                <a:lnTo>
                  <a:pt x="1264814" y="45524"/>
                </a:lnTo>
                <a:lnTo>
                  <a:pt x="1268730" y="49484"/>
                </a:lnTo>
                <a:lnTo>
                  <a:pt x="1272646" y="53597"/>
                </a:lnTo>
                <a:lnTo>
                  <a:pt x="1276562" y="57862"/>
                </a:lnTo>
                <a:lnTo>
                  <a:pt x="1280478" y="62277"/>
                </a:lnTo>
                <a:lnTo>
                  <a:pt x="1284393" y="66840"/>
                </a:lnTo>
                <a:lnTo>
                  <a:pt x="1288309" y="71549"/>
                </a:lnTo>
                <a:lnTo>
                  <a:pt x="1292225" y="76403"/>
                </a:lnTo>
                <a:lnTo>
                  <a:pt x="1296141" y="81398"/>
                </a:lnTo>
                <a:lnTo>
                  <a:pt x="1300057" y="86533"/>
                </a:lnTo>
                <a:lnTo>
                  <a:pt x="1303972" y="91806"/>
                </a:lnTo>
                <a:lnTo>
                  <a:pt x="1307888" y="97214"/>
                </a:lnTo>
                <a:lnTo>
                  <a:pt x="1311804" y="102755"/>
                </a:lnTo>
                <a:lnTo>
                  <a:pt x="1315720" y="108426"/>
                </a:lnTo>
                <a:lnTo>
                  <a:pt x="1319636" y="114225"/>
                </a:lnTo>
                <a:lnTo>
                  <a:pt x="1323552" y="120150"/>
                </a:lnTo>
                <a:lnTo>
                  <a:pt x="1327468" y="126197"/>
                </a:lnTo>
                <a:lnTo>
                  <a:pt x="1331383" y="132364"/>
                </a:lnTo>
                <a:lnTo>
                  <a:pt x="1335299" y="138649"/>
                </a:lnTo>
                <a:lnTo>
                  <a:pt x="1339215" y="145049"/>
                </a:lnTo>
                <a:lnTo>
                  <a:pt x="1343131" y="151560"/>
                </a:lnTo>
                <a:lnTo>
                  <a:pt x="1347047" y="158180"/>
                </a:lnTo>
                <a:lnTo>
                  <a:pt x="1350963" y="164907"/>
                </a:lnTo>
                <a:lnTo>
                  <a:pt x="1354878" y="171736"/>
                </a:lnTo>
                <a:lnTo>
                  <a:pt x="1358794" y="178666"/>
                </a:lnTo>
                <a:lnTo>
                  <a:pt x="1362710" y="185692"/>
                </a:lnTo>
                <a:lnTo>
                  <a:pt x="1366626" y="192813"/>
                </a:lnTo>
                <a:lnTo>
                  <a:pt x="1370542" y="200025"/>
                </a:lnTo>
                <a:lnTo>
                  <a:pt x="1374458" y="207324"/>
                </a:lnTo>
                <a:lnTo>
                  <a:pt x="1378373" y="214708"/>
                </a:lnTo>
                <a:lnTo>
                  <a:pt x="1382289" y="222174"/>
                </a:lnTo>
                <a:lnTo>
                  <a:pt x="1386205" y="229717"/>
                </a:lnTo>
                <a:lnTo>
                  <a:pt x="1390121" y="237335"/>
                </a:lnTo>
                <a:lnTo>
                  <a:pt x="1394037" y="245024"/>
                </a:lnTo>
                <a:lnTo>
                  <a:pt x="1397952" y="252782"/>
                </a:lnTo>
                <a:lnTo>
                  <a:pt x="1401868" y="260604"/>
                </a:lnTo>
                <a:lnTo>
                  <a:pt x="1405784" y="268487"/>
                </a:lnTo>
                <a:lnTo>
                  <a:pt x="1409700" y="276428"/>
                </a:lnTo>
                <a:lnTo>
                  <a:pt x="1413616" y="284423"/>
                </a:lnTo>
                <a:lnTo>
                  <a:pt x="1417532" y="292469"/>
                </a:lnTo>
                <a:lnTo>
                  <a:pt x="1421448" y="300562"/>
                </a:lnTo>
                <a:lnTo>
                  <a:pt x="1425363" y="308698"/>
                </a:lnTo>
                <a:lnTo>
                  <a:pt x="1429279" y="316875"/>
                </a:lnTo>
                <a:lnTo>
                  <a:pt x="1433195" y="325088"/>
                </a:lnTo>
                <a:lnTo>
                  <a:pt x="1437111" y="333334"/>
                </a:lnTo>
                <a:lnTo>
                  <a:pt x="1441027" y="341609"/>
                </a:lnTo>
                <a:lnTo>
                  <a:pt x="1444943" y="349910"/>
                </a:lnTo>
                <a:lnTo>
                  <a:pt x="1448858" y="358233"/>
                </a:lnTo>
                <a:lnTo>
                  <a:pt x="1452774" y="366575"/>
                </a:lnTo>
                <a:lnTo>
                  <a:pt x="1456690" y="374931"/>
                </a:lnTo>
                <a:lnTo>
                  <a:pt x="1460606" y="383298"/>
                </a:lnTo>
                <a:lnTo>
                  <a:pt x="1464522" y="391672"/>
                </a:lnTo>
                <a:lnTo>
                  <a:pt x="1468437" y="400050"/>
                </a:lnTo>
                <a:lnTo>
                  <a:pt x="1472353" y="408428"/>
                </a:lnTo>
                <a:lnTo>
                  <a:pt x="1476269" y="416802"/>
                </a:lnTo>
                <a:lnTo>
                  <a:pt x="1480185" y="425169"/>
                </a:lnTo>
                <a:lnTo>
                  <a:pt x="1484101" y="433525"/>
                </a:lnTo>
                <a:lnTo>
                  <a:pt x="1488017" y="441867"/>
                </a:lnTo>
                <a:lnTo>
                  <a:pt x="1491933" y="450190"/>
                </a:lnTo>
                <a:lnTo>
                  <a:pt x="1495848" y="458491"/>
                </a:lnTo>
                <a:lnTo>
                  <a:pt x="1499764" y="466766"/>
                </a:lnTo>
                <a:lnTo>
                  <a:pt x="1503680" y="475012"/>
                </a:lnTo>
                <a:lnTo>
                  <a:pt x="1507596" y="483225"/>
                </a:lnTo>
                <a:lnTo>
                  <a:pt x="1511512" y="491402"/>
                </a:lnTo>
                <a:lnTo>
                  <a:pt x="1515428" y="499538"/>
                </a:lnTo>
                <a:lnTo>
                  <a:pt x="1519343" y="507631"/>
                </a:lnTo>
                <a:lnTo>
                  <a:pt x="1523259" y="515677"/>
                </a:lnTo>
                <a:lnTo>
                  <a:pt x="1527175" y="523672"/>
                </a:lnTo>
                <a:lnTo>
                  <a:pt x="1531091" y="531613"/>
                </a:lnTo>
                <a:lnTo>
                  <a:pt x="1535007" y="539496"/>
                </a:lnTo>
                <a:lnTo>
                  <a:pt x="1538923" y="547318"/>
                </a:lnTo>
                <a:lnTo>
                  <a:pt x="1542838" y="555076"/>
                </a:lnTo>
                <a:lnTo>
                  <a:pt x="1546754" y="562765"/>
                </a:lnTo>
                <a:lnTo>
                  <a:pt x="1550670" y="570383"/>
                </a:lnTo>
                <a:lnTo>
                  <a:pt x="1554586" y="577926"/>
                </a:lnTo>
                <a:lnTo>
                  <a:pt x="1558502" y="585392"/>
                </a:lnTo>
                <a:lnTo>
                  <a:pt x="1562417" y="592776"/>
                </a:lnTo>
                <a:lnTo>
                  <a:pt x="1566333" y="600075"/>
                </a:lnTo>
                <a:lnTo>
                  <a:pt x="1570249" y="607287"/>
                </a:lnTo>
                <a:lnTo>
                  <a:pt x="1574165" y="614408"/>
                </a:lnTo>
                <a:lnTo>
                  <a:pt x="1578081" y="621434"/>
                </a:lnTo>
                <a:lnTo>
                  <a:pt x="1581997" y="628364"/>
                </a:lnTo>
                <a:lnTo>
                  <a:pt x="1585913" y="635193"/>
                </a:lnTo>
                <a:lnTo>
                  <a:pt x="1589828" y="641920"/>
                </a:lnTo>
                <a:lnTo>
                  <a:pt x="1593744" y="648540"/>
                </a:lnTo>
                <a:lnTo>
                  <a:pt x="1597660" y="655051"/>
                </a:lnTo>
                <a:lnTo>
                  <a:pt x="1601576" y="661451"/>
                </a:lnTo>
                <a:lnTo>
                  <a:pt x="1605492" y="667736"/>
                </a:lnTo>
                <a:lnTo>
                  <a:pt x="1609408" y="673903"/>
                </a:lnTo>
                <a:lnTo>
                  <a:pt x="1613323" y="679950"/>
                </a:lnTo>
                <a:lnTo>
                  <a:pt x="1617239" y="685875"/>
                </a:lnTo>
                <a:lnTo>
                  <a:pt x="1621155" y="691674"/>
                </a:lnTo>
                <a:lnTo>
                  <a:pt x="1625071" y="697345"/>
                </a:lnTo>
                <a:lnTo>
                  <a:pt x="1628987" y="702886"/>
                </a:lnTo>
                <a:lnTo>
                  <a:pt x="1632903" y="708294"/>
                </a:lnTo>
                <a:lnTo>
                  <a:pt x="1636818" y="713567"/>
                </a:lnTo>
                <a:lnTo>
                  <a:pt x="1640734" y="718702"/>
                </a:lnTo>
                <a:lnTo>
                  <a:pt x="1644650" y="723697"/>
                </a:lnTo>
                <a:lnTo>
                  <a:pt x="1648566" y="728551"/>
                </a:lnTo>
                <a:lnTo>
                  <a:pt x="1652482" y="733260"/>
                </a:lnTo>
                <a:lnTo>
                  <a:pt x="1656397" y="737823"/>
                </a:lnTo>
                <a:lnTo>
                  <a:pt x="1660313" y="742238"/>
                </a:lnTo>
                <a:lnTo>
                  <a:pt x="1664229" y="746503"/>
                </a:lnTo>
                <a:lnTo>
                  <a:pt x="1668145" y="750616"/>
                </a:lnTo>
                <a:lnTo>
                  <a:pt x="1672061" y="754576"/>
                </a:lnTo>
                <a:lnTo>
                  <a:pt x="1675977" y="758379"/>
                </a:lnTo>
                <a:lnTo>
                  <a:pt x="1679893" y="762026"/>
                </a:lnTo>
                <a:lnTo>
                  <a:pt x="1683808" y="765514"/>
                </a:lnTo>
                <a:lnTo>
                  <a:pt x="1687724" y="768841"/>
                </a:lnTo>
                <a:lnTo>
                  <a:pt x="1691640" y="772007"/>
                </a:lnTo>
                <a:lnTo>
                  <a:pt x="1695556" y="775010"/>
                </a:lnTo>
                <a:lnTo>
                  <a:pt x="1699472" y="777848"/>
                </a:lnTo>
                <a:lnTo>
                  <a:pt x="1703388" y="780520"/>
                </a:lnTo>
                <a:lnTo>
                  <a:pt x="1707303" y="783026"/>
                </a:lnTo>
                <a:lnTo>
                  <a:pt x="1711219" y="785363"/>
                </a:lnTo>
                <a:lnTo>
                  <a:pt x="1715135" y="787532"/>
                </a:lnTo>
                <a:lnTo>
                  <a:pt x="1719051" y="789530"/>
                </a:lnTo>
                <a:lnTo>
                  <a:pt x="1722967" y="791358"/>
                </a:lnTo>
                <a:lnTo>
                  <a:pt x="1726883" y="793014"/>
                </a:lnTo>
                <a:lnTo>
                  <a:pt x="1730798" y="794498"/>
                </a:lnTo>
                <a:lnTo>
                  <a:pt x="1734714" y="795808"/>
                </a:lnTo>
                <a:lnTo>
                  <a:pt x="1738630" y="796945"/>
                </a:lnTo>
                <a:lnTo>
                  <a:pt x="1742546" y="797908"/>
                </a:lnTo>
                <a:lnTo>
                  <a:pt x="1746462" y="798697"/>
                </a:lnTo>
                <a:lnTo>
                  <a:pt x="1750377" y="799311"/>
                </a:lnTo>
                <a:lnTo>
                  <a:pt x="1754293" y="799749"/>
                </a:lnTo>
                <a:lnTo>
                  <a:pt x="1758209" y="800012"/>
                </a:lnTo>
                <a:lnTo>
                  <a:pt x="1762125" y="800100"/>
                </a:lnTo>
                <a:lnTo>
                  <a:pt x="1766041" y="800012"/>
                </a:lnTo>
                <a:lnTo>
                  <a:pt x="1769957" y="799749"/>
                </a:lnTo>
                <a:lnTo>
                  <a:pt x="1773873" y="799311"/>
                </a:lnTo>
                <a:lnTo>
                  <a:pt x="1777788" y="798697"/>
                </a:lnTo>
                <a:lnTo>
                  <a:pt x="1781704" y="797908"/>
                </a:lnTo>
                <a:lnTo>
                  <a:pt x="1785620" y="796945"/>
                </a:lnTo>
                <a:lnTo>
                  <a:pt x="1789536" y="795808"/>
                </a:lnTo>
                <a:lnTo>
                  <a:pt x="1793452" y="794498"/>
                </a:lnTo>
                <a:lnTo>
                  <a:pt x="1797368" y="793014"/>
                </a:lnTo>
                <a:lnTo>
                  <a:pt x="1801283" y="791358"/>
                </a:lnTo>
                <a:lnTo>
                  <a:pt x="1805199" y="789530"/>
                </a:lnTo>
                <a:lnTo>
                  <a:pt x="1809115" y="787532"/>
                </a:lnTo>
                <a:lnTo>
                  <a:pt x="1813031" y="785363"/>
                </a:lnTo>
                <a:lnTo>
                  <a:pt x="1816947" y="783026"/>
                </a:lnTo>
                <a:lnTo>
                  <a:pt x="1820862" y="780520"/>
                </a:lnTo>
                <a:lnTo>
                  <a:pt x="1824778" y="777848"/>
                </a:lnTo>
                <a:lnTo>
                  <a:pt x="1828694" y="775010"/>
                </a:lnTo>
                <a:lnTo>
                  <a:pt x="1832610" y="772007"/>
                </a:lnTo>
                <a:lnTo>
                  <a:pt x="1836526" y="768841"/>
                </a:lnTo>
                <a:lnTo>
                  <a:pt x="1840442" y="765514"/>
                </a:lnTo>
                <a:lnTo>
                  <a:pt x="1844358" y="762026"/>
                </a:lnTo>
                <a:lnTo>
                  <a:pt x="1848273" y="758379"/>
                </a:lnTo>
                <a:lnTo>
                  <a:pt x="1852189" y="754576"/>
                </a:lnTo>
                <a:lnTo>
                  <a:pt x="1856105" y="750616"/>
                </a:lnTo>
                <a:lnTo>
                  <a:pt x="1860021" y="746503"/>
                </a:lnTo>
                <a:lnTo>
                  <a:pt x="1863937" y="742238"/>
                </a:lnTo>
                <a:lnTo>
                  <a:pt x="1867853" y="737823"/>
                </a:lnTo>
                <a:lnTo>
                  <a:pt x="1871768" y="733260"/>
                </a:lnTo>
                <a:lnTo>
                  <a:pt x="1875684" y="728551"/>
                </a:lnTo>
                <a:lnTo>
                  <a:pt x="1879600" y="723697"/>
                </a:lnTo>
                <a:lnTo>
                  <a:pt x="1883516" y="718702"/>
                </a:lnTo>
                <a:lnTo>
                  <a:pt x="1887432" y="713567"/>
                </a:lnTo>
                <a:lnTo>
                  <a:pt x="1891348" y="708294"/>
                </a:lnTo>
                <a:lnTo>
                  <a:pt x="1895263" y="702886"/>
                </a:lnTo>
                <a:lnTo>
                  <a:pt x="1899179" y="697345"/>
                </a:lnTo>
                <a:lnTo>
                  <a:pt x="1903095" y="691674"/>
                </a:lnTo>
                <a:lnTo>
                  <a:pt x="1907011" y="685875"/>
                </a:lnTo>
                <a:lnTo>
                  <a:pt x="1910927" y="679950"/>
                </a:lnTo>
                <a:lnTo>
                  <a:pt x="1914842" y="673903"/>
                </a:lnTo>
                <a:lnTo>
                  <a:pt x="1918758" y="667736"/>
                </a:lnTo>
                <a:lnTo>
                  <a:pt x="1922674" y="661451"/>
                </a:lnTo>
                <a:lnTo>
                  <a:pt x="1926590" y="655051"/>
                </a:lnTo>
                <a:lnTo>
                  <a:pt x="1930506" y="648540"/>
                </a:lnTo>
                <a:lnTo>
                  <a:pt x="1934422" y="641920"/>
                </a:lnTo>
                <a:lnTo>
                  <a:pt x="1938338" y="635193"/>
                </a:lnTo>
                <a:lnTo>
                  <a:pt x="1942253" y="628364"/>
                </a:lnTo>
                <a:lnTo>
                  <a:pt x="1946169" y="621434"/>
                </a:lnTo>
                <a:lnTo>
                  <a:pt x="1950085" y="614408"/>
                </a:lnTo>
                <a:lnTo>
                  <a:pt x="1954001" y="607287"/>
                </a:lnTo>
                <a:lnTo>
                  <a:pt x="1957917" y="600075"/>
                </a:lnTo>
                <a:lnTo>
                  <a:pt x="1961833" y="592776"/>
                </a:lnTo>
                <a:lnTo>
                  <a:pt x="1965748" y="585392"/>
                </a:lnTo>
                <a:lnTo>
                  <a:pt x="1969664" y="577926"/>
                </a:lnTo>
                <a:lnTo>
                  <a:pt x="1973580" y="570383"/>
                </a:lnTo>
                <a:lnTo>
                  <a:pt x="1977496" y="562765"/>
                </a:lnTo>
                <a:lnTo>
                  <a:pt x="1981412" y="555076"/>
                </a:lnTo>
                <a:lnTo>
                  <a:pt x="1985328" y="547318"/>
                </a:lnTo>
                <a:lnTo>
                  <a:pt x="1989243" y="539496"/>
                </a:lnTo>
                <a:lnTo>
                  <a:pt x="1993159" y="531613"/>
                </a:lnTo>
                <a:lnTo>
                  <a:pt x="1997075" y="523672"/>
                </a:lnTo>
                <a:lnTo>
                  <a:pt x="2000991" y="515677"/>
                </a:lnTo>
                <a:lnTo>
                  <a:pt x="2004907" y="507631"/>
                </a:lnTo>
                <a:lnTo>
                  <a:pt x="2008822" y="499538"/>
                </a:lnTo>
                <a:lnTo>
                  <a:pt x="2012738" y="491402"/>
                </a:lnTo>
                <a:lnTo>
                  <a:pt x="2016654" y="483225"/>
                </a:lnTo>
                <a:lnTo>
                  <a:pt x="2020570" y="475012"/>
                </a:lnTo>
                <a:lnTo>
                  <a:pt x="2024486" y="466766"/>
                </a:lnTo>
                <a:lnTo>
                  <a:pt x="2028402" y="458491"/>
                </a:lnTo>
                <a:lnTo>
                  <a:pt x="2032318" y="450190"/>
                </a:lnTo>
                <a:lnTo>
                  <a:pt x="2036233" y="441867"/>
                </a:lnTo>
                <a:lnTo>
                  <a:pt x="2040149" y="433525"/>
                </a:lnTo>
                <a:lnTo>
                  <a:pt x="2044065" y="425169"/>
                </a:lnTo>
                <a:lnTo>
                  <a:pt x="2047981" y="416802"/>
                </a:lnTo>
                <a:lnTo>
                  <a:pt x="2051897" y="408428"/>
                </a:lnTo>
                <a:lnTo>
                  <a:pt x="2055813" y="400050"/>
                </a:lnTo>
                <a:lnTo>
                  <a:pt x="2059728" y="391672"/>
                </a:lnTo>
                <a:lnTo>
                  <a:pt x="2063644" y="383298"/>
                </a:lnTo>
                <a:lnTo>
                  <a:pt x="2067560" y="374931"/>
                </a:lnTo>
                <a:lnTo>
                  <a:pt x="2071476" y="366575"/>
                </a:lnTo>
                <a:lnTo>
                  <a:pt x="2075392" y="358233"/>
                </a:lnTo>
                <a:lnTo>
                  <a:pt x="2079308" y="349910"/>
                </a:lnTo>
                <a:lnTo>
                  <a:pt x="2083223" y="341609"/>
                </a:lnTo>
                <a:lnTo>
                  <a:pt x="2087139" y="333334"/>
                </a:lnTo>
                <a:lnTo>
                  <a:pt x="2091055" y="325088"/>
                </a:lnTo>
                <a:lnTo>
                  <a:pt x="2094971" y="316875"/>
                </a:lnTo>
                <a:lnTo>
                  <a:pt x="2098887" y="308698"/>
                </a:lnTo>
                <a:lnTo>
                  <a:pt x="2102803" y="300562"/>
                </a:lnTo>
                <a:lnTo>
                  <a:pt x="2106718" y="292469"/>
                </a:lnTo>
                <a:lnTo>
                  <a:pt x="2110634" y="284423"/>
                </a:lnTo>
                <a:lnTo>
                  <a:pt x="2114550" y="276428"/>
                </a:lnTo>
                <a:lnTo>
                  <a:pt x="2118466" y="268487"/>
                </a:lnTo>
                <a:lnTo>
                  <a:pt x="2122382" y="260604"/>
                </a:lnTo>
                <a:lnTo>
                  <a:pt x="2126298" y="252782"/>
                </a:lnTo>
                <a:lnTo>
                  <a:pt x="2130213" y="245024"/>
                </a:lnTo>
                <a:lnTo>
                  <a:pt x="2134129" y="237335"/>
                </a:lnTo>
                <a:lnTo>
                  <a:pt x="2138045" y="229717"/>
                </a:lnTo>
                <a:lnTo>
                  <a:pt x="2141961" y="222174"/>
                </a:lnTo>
                <a:lnTo>
                  <a:pt x="2145877" y="214708"/>
                </a:lnTo>
                <a:lnTo>
                  <a:pt x="2149793" y="207324"/>
                </a:lnTo>
                <a:lnTo>
                  <a:pt x="2153708" y="200025"/>
                </a:lnTo>
                <a:lnTo>
                  <a:pt x="2157624" y="192813"/>
                </a:lnTo>
                <a:lnTo>
                  <a:pt x="2161540" y="185692"/>
                </a:lnTo>
                <a:lnTo>
                  <a:pt x="2165456" y="178666"/>
                </a:lnTo>
                <a:lnTo>
                  <a:pt x="2169372" y="171736"/>
                </a:lnTo>
                <a:lnTo>
                  <a:pt x="2173287" y="164907"/>
                </a:lnTo>
                <a:lnTo>
                  <a:pt x="2177203" y="158180"/>
                </a:lnTo>
                <a:lnTo>
                  <a:pt x="2181119" y="151560"/>
                </a:lnTo>
                <a:lnTo>
                  <a:pt x="2185035" y="145049"/>
                </a:lnTo>
                <a:lnTo>
                  <a:pt x="2188951" y="138649"/>
                </a:lnTo>
                <a:lnTo>
                  <a:pt x="2192867" y="132364"/>
                </a:lnTo>
                <a:lnTo>
                  <a:pt x="2196783" y="126197"/>
                </a:lnTo>
                <a:lnTo>
                  <a:pt x="2200698" y="120150"/>
                </a:lnTo>
                <a:lnTo>
                  <a:pt x="2204614" y="114225"/>
                </a:lnTo>
                <a:lnTo>
                  <a:pt x="2208530" y="108426"/>
                </a:lnTo>
                <a:lnTo>
                  <a:pt x="2212446" y="102755"/>
                </a:lnTo>
                <a:lnTo>
                  <a:pt x="2216362" y="97214"/>
                </a:lnTo>
                <a:lnTo>
                  <a:pt x="2220278" y="91806"/>
                </a:lnTo>
                <a:lnTo>
                  <a:pt x="2224193" y="86533"/>
                </a:lnTo>
                <a:lnTo>
                  <a:pt x="2228109" y="81398"/>
                </a:lnTo>
                <a:lnTo>
                  <a:pt x="2232025" y="76403"/>
                </a:lnTo>
                <a:lnTo>
                  <a:pt x="2235941" y="71549"/>
                </a:lnTo>
                <a:lnTo>
                  <a:pt x="2239857" y="66840"/>
                </a:lnTo>
                <a:lnTo>
                  <a:pt x="2243773" y="62277"/>
                </a:lnTo>
                <a:lnTo>
                  <a:pt x="2247688" y="57862"/>
                </a:lnTo>
                <a:lnTo>
                  <a:pt x="2251604" y="53597"/>
                </a:lnTo>
                <a:lnTo>
                  <a:pt x="2255520" y="49484"/>
                </a:lnTo>
                <a:lnTo>
                  <a:pt x="2259436" y="45524"/>
                </a:lnTo>
                <a:lnTo>
                  <a:pt x="2263352" y="41721"/>
                </a:lnTo>
                <a:lnTo>
                  <a:pt x="2267267" y="38074"/>
                </a:lnTo>
                <a:lnTo>
                  <a:pt x="2271183" y="34586"/>
                </a:lnTo>
                <a:lnTo>
                  <a:pt x="2275099" y="31259"/>
                </a:lnTo>
                <a:lnTo>
                  <a:pt x="2279015" y="28093"/>
                </a:lnTo>
                <a:lnTo>
                  <a:pt x="2282931" y="25090"/>
                </a:lnTo>
                <a:lnTo>
                  <a:pt x="2286847" y="22252"/>
                </a:lnTo>
                <a:lnTo>
                  <a:pt x="2290763" y="19580"/>
                </a:lnTo>
                <a:lnTo>
                  <a:pt x="2294678" y="17074"/>
                </a:lnTo>
                <a:lnTo>
                  <a:pt x="2298594" y="14737"/>
                </a:lnTo>
                <a:lnTo>
                  <a:pt x="2302510" y="12568"/>
                </a:lnTo>
                <a:lnTo>
                  <a:pt x="2306426" y="10570"/>
                </a:lnTo>
                <a:lnTo>
                  <a:pt x="2310342" y="8742"/>
                </a:lnTo>
                <a:lnTo>
                  <a:pt x="2314258" y="7086"/>
                </a:lnTo>
                <a:lnTo>
                  <a:pt x="2318173" y="5602"/>
                </a:lnTo>
                <a:lnTo>
                  <a:pt x="2322089" y="4292"/>
                </a:lnTo>
                <a:lnTo>
                  <a:pt x="2326005" y="3155"/>
                </a:lnTo>
                <a:lnTo>
                  <a:pt x="2329921" y="2192"/>
                </a:lnTo>
                <a:lnTo>
                  <a:pt x="2333837" y="1403"/>
                </a:lnTo>
                <a:lnTo>
                  <a:pt x="2337753" y="789"/>
                </a:lnTo>
                <a:lnTo>
                  <a:pt x="2341668" y="351"/>
                </a:lnTo>
                <a:lnTo>
                  <a:pt x="2345584" y="88"/>
                </a:lnTo>
                <a:lnTo>
                  <a:pt x="2349500" y="0"/>
                </a:lnTo>
                <a:lnTo>
                  <a:pt x="2353416" y="88"/>
                </a:lnTo>
                <a:lnTo>
                  <a:pt x="2357332" y="351"/>
                </a:lnTo>
                <a:lnTo>
                  <a:pt x="2361248" y="789"/>
                </a:lnTo>
                <a:lnTo>
                  <a:pt x="2365163" y="1403"/>
                </a:lnTo>
                <a:lnTo>
                  <a:pt x="2369079" y="2192"/>
                </a:lnTo>
                <a:lnTo>
                  <a:pt x="2372995" y="3155"/>
                </a:lnTo>
                <a:lnTo>
                  <a:pt x="2376911" y="4292"/>
                </a:lnTo>
                <a:lnTo>
                  <a:pt x="2380827" y="5602"/>
                </a:lnTo>
                <a:lnTo>
                  <a:pt x="2384743" y="7086"/>
                </a:lnTo>
                <a:lnTo>
                  <a:pt x="2388658" y="8742"/>
                </a:lnTo>
                <a:lnTo>
                  <a:pt x="2392574" y="10570"/>
                </a:lnTo>
                <a:lnTo>
                  <a:pt x="2396490" y="12568"/>
                </a:lnTo>
                <a:lnTo>
                  <a:pt x="2400406" y="14737"/>
                </a:lnTo>
                <a:lnTo>
                  <a:pt x="2404322" y="17074"/>
                </a:lnTo>
                <a:lnTo>
                  <a:pt x="2408238" y="19580"/>
                </a:lnTo>
                <a:lnTo>
                  <a:pt x="2412153" y="22252"/>
                </a:lnTo>
                <a:lnTo>
                  <a:pt x="2416069" y="25090"/>
                </a:lnTo>
                <a:lnTo>
                  <a:pt x="2419985" y="28093"/>
                </a:lnTo>
                <a:lnTo>
                  <a:pt x="2423901" y="31259"/>
                </a:lnTo>
                <a:lnTo>
                  <a:pt x="2427817" y="34586"/>
                </a:lnTo>
                <a:lnTo>
                  <a:pt x="2431733" y="38074"/>
                </a:lnTo>
                <a:lnTo>
                  <a:pt x="2435648" y="41721"/>
                </a:lnTo>
                <a:lnTo>
                  <a:pt x="2439564" y="45524"/>
                </a:lnTo>
                <a:lnTo>
                  <a:pt x="2443480" y="49484"/>
                </a:lnTo>
                <a:lnTo>
                  <a:pt x="2447396" y="53597"/>
                </a:lnTo>
                <a:lnTo>
                  <a:pt x="2451312" y="57862"/>
                </a:lnTo>
                <a:lnTo>
                  <a:pt x="2455228" y="62277"/>
                </a:lnTo>
                <a:lnTo>
                  <a:pt x="2459143" y="66840"/>
                </a:lnTo>
                <a:lnTo>
                  <a:pt x="2463059" y="71549"/>
                </a:lnTo>
                <a:lnTo>
                  <a:pt x="2466975" y="76403"/>
                </a:lnTo>
                <a:lnTo>
                  <a:pt x="2470891" y="81398"/>
                </a:lnTo>
                <a:lnTo>
                  <a:pt x="2474807" y="86533"/>
                </a:lnTo>
                <a:lnTo>
                  <a:pt x="2478723" y="91806"/>
                </a:lnTo>
                <a:lnTo>
                  <a:pt x="2482638" y="97214"/>
                </a:lnTo>
                <a:lnTo>
                  <a:pt x="2486554" y="102755"/>
                </a:lnTo>
                <a:lnTo>
                  <a:pt x="2490470" y="108426"/>
                </a:lnTo>
                <a:lnTo>
                  <a:pt x="2494386" y="114225"/>
                </a:lnTo>
                <a:lnTo>
                  <a:pt x="2498302" y="120150"/>
                </a:lnTo>
                <a:lnTo>
                  <a:pt x="2502218" y="126197"/>
                </a:lnTo>
                <a:lnTo>
                  <a:pt x="2506133" y="132364"/>
                </a:lnTo>
                <a:lnTo>
                  <a:pt x="2510049" y="138649"/>
                </a:lnTo>
                <a:lnTo>
                  <a:pt x="2513965" y="145049"/>
                </a:lnTo>
                <a:lnTo>
                  <a:pt x="2517881" y="151560"/>
                </a:lnTo>
                <a:lnTo>
                  <a:pt x="2521797" y="158180"/>
                </a:lnTo>
                <a:lnTo>
                  <a:pt x="2525713" y="164907"/>
                </a:lnTo>
                <a:lnTo>
                  <a:pt x="2529628" y="171736"/>
                </a:lnTo>
                <a:lnTo>
                  <a:pt x="2533544" y="178666"/>
                </a:lnTo>
                <a:lnTo>
                  <a:pt x="2537460" y="185692"/>
                </a:lnTo>
                <a:lnTo>
                  <a:pt x="2541376" y="192813"/>
                </a:lnTo>
                <a:lnTo>
                  <a:pt x="2545292" y="200025"/>
                </a:lnTo>
                <a:lnTo>
                  <a:pt x="2549208" y="207324"/>
                </a:lnTo>
                <a:lnTo>
                  <a:pt x="2553123" y="214708"/>
                </a:lnTo>
                <a:lnTo>
                  <a:pt x="2557039" y="222174"/>
                </a:lnTo>
                <a:lnTo>
                  <a:pt x="2560955" y="229717"/>
                </a:lnTo>
                <a:lnTo>
                  <a:pt x="2564871" y="237335"/>
                </a:lnTo>
                <a:lnTo>
                  <a:pt x="2568787" y="245024"/>
                </a:lnTo>
                <a:lnTo>
                  <a:pt x="2572703" y="252782"/>
                </a:lnTo>
                <a:lnTo>
                  <a:pt x="2576618" y="260604"/>
                </a:lnTo>
                <a:lnTo>
                  <a:pt x="2580534" y="268487"/>
                </a:lnTo>
                <a:lnTo>
                  <a:pt x="2584450" y="276428"/>
                </a:lnTo>
                <a:lnTo>
                  <a:pt x="2588366" y="284423"/>
                </a:lnTo>
                <a:lnTo>
                  <a:pt x="2592282" y="292469"/>
                </a:lnTo>
                <a:lnTo>
                  <a:pt x="2596197" y="300562"/>
                </a:lnTo>
                <a:lnTo>
                  <a:pt x="2600113" y="308698"/>
                </a:lnTo>
                <a:lnTo>
                  <a:pt x="2604029" y="316875"/>
                </a:lnTo>
                <a:lnTo>
                  <a:pt x="2607945" y="325088"/>
                </a:lnTo>
                <a:lnTo>
                  <a:pt x="2611861" y="333334"/>
                </a:lnTo>
                <a:lnTo>
                  <a:pt x="2615777" y="341609"/>
                </a:lnTo>
                <a:lnTo>
                  <a:pt x="2619692" y="349910"/>
                </a:lnTo>
                <a:lnTo>
                  <a:pt x="2623608" y="358233"/>
                </a:lnTo>
                <a:lnTo>
                  <a:pt x="2627524" y="366575"/>
                </a:lnTo>
                <a:lnTo>
                  <a:pt x="2631440" y="374931"/>
                </a:lnTo>
                <a:lnTo>
                  <a:pt x="2635356" y="383298"/>
                </a:lnTo>
                <a:lnTo>
                  <a:pt x="2639272" y="391672"/>
                </a:lnTo>
                <a:lnTo>
                  <a:pt x="2643188" y="400050"/>
                </a:lnTo>
                <a:lnTo>
                  <a:pt x="2647103" y="408428"/>
                </a:lnTo>
                <a:lnTo>
                  <a:pt x="2651019" y="416802"/>
                </a:lnTo>
                <a:lnTo>
                  <a:pt x="2654935" y="425169"/>
                </a:lnTo>
                <a:lnTo>
                  <a:pt x="2658851" y="433525"/>
                </a:lnTo>
                <a:lnTo>
                  <a:pt x="2662767" y="441867"/>
                </a:lnTo>
                <a:lnTo>
                  <a:pt x="2666683" y="450190"/>
                </a:lnTo>
                <a:lnTo>
                  <a:pt x="2670598" y="458491"/>
                </a:lnTo>
                <a:lnTo>
                  <a:pt x="2674514" y="466766"/>
                </a:lnTo>
                <a:lnTo>
                  <a:pt x="2678430" y="475012"/>
                </a:lnTo>
                <a:lnTo>
                  <a:pt x="2682346" y="483225"/>
                </a:lnTo>
                <a:lnTo>
                  <a:pt x="2686262" y="491402"/>
                </a:lnTo>
                <a:lnTo>
                  <a:pt x="2690178" y="499538"/>
                </a:lnTo>
                <a:lnTo>
                  <a:pt x="2694093" y="507631"/>
                </a:lnTo>
                <a:lnTo>
                  <a:pt x="2698009" y="515677"/>
                </a:lnTo>
                <a:lnTo>
                  <a:pt x="2701925" y="523672"/>
                </a:lnTo>
                <a:lnTo>
                  <a:pt x="2705841" y="531613"/>
                </a:lnTo>
                <a:lnTo>
                  <a:pt x="2709757" y="539496"/>
                </a:lnTo>
                <a:lnTo>
                  <a:pt x="2713673" y="547318"/>
                </a:lnTo>
                <a:lnTo>
                  <a:pt x="2717588" y="555076"/>
                </a:lnTo>
                <a:lnTo>
                  <a:pt x="2721504" y="562765"/>
                </a:lnTo>
                <a:lnTo>
                  <a:pt x="2725420" y="570383"/>
                </a:lnTo>
                <a:lnTo>
                  <a:pt x="2729336" y="577926"/>
                </a:lnTo>
                <a:lnTo>
                  <a:pt x="2733252" y="585392"/>
                </a:lnTo>
                <a:lnTo>
                  <a:pt x="2737168" y="592776"/>
                </a:lnTo>
                <a:lnTo>
                  <a:pt x="2741083" y="600075"/>
                </a:lnTo>
                <a:lnTo>
                  <a:pt x="2744999" y="607287"/>
                </a:lnTo>
                <a:lnTo>
                  <a:pt x="2748915" y="614408"/>
                </a:lnTo>
                <a:lnTo>
                  <a:pt x="2752831" y="621434"/>
                </a:lnTo>
                <a:lnTo>
                  <a:pt x="2756747" y="628364"/>
                </a:lnTo>
                <a:lnTo>
                  <a:pt x="2760662" y="635193"/>
                </a:lnTo>
                <a:lnTo>
                  <a:pt x="2764578" y="641920"/>
                </a:lnTo>
                <a:lnTo>
                  <a:pt x="2768494" y="648540"/>
                </a:lnTo>
                <a:lnTo>
                  <a:pt x="2772410" y="655051"/>
                </a:lnTo>
                <a:lnTo>
                  <a:pt x="2776326" y="661451"/>
                </a:lnTo>
                <a:lnTo>
                  <a:pt x="2780242" y="667736"/>
                </a:lnTo>
                <a:lnTo>
                  <a:pt x="2784157" y="673903"/>
                </a:lnTo>
                <a:lnTo>
                  <a:pt x="2788073" y="679950"/>
                </a:lnTo>
                <a:lnTo>
                  <a:pt x="2791989" y="685875"/>
                </a:lnTo>
                <a:lnTo>
                  <a:pt x="2795905" y="691674"/>
                </a:lnTo>
                <a:lnTo>
                  <a:pt x="2799821" y="697345"/>
                </a:lnTo>
                <a:lnTo>
                  <a:pt x="2803737" y="702886"/>
                </a:lnTo>
                <a:lnTo>
                  <a:pt x="2807653" y="708294"/>
                </a:lnTo>
                <a:lnTo>
                  <a:pt x="2811568" y="713567"/>
                </a:lnTo>
                <a:lnTo>
                  <a:pt x="2815484" y="718702"/>
                </a:lnTo>
                <a:lnTo>
                  <a:pt x="2819400" y="723697"/>
                </a:lnTo>
                <a:lnTo>
                  <a:pt x="2823316" y="728551"/>
                </a:lnTo>
                <a:lnTo>
                  <a:pt x="2827232" y="733260"/>
                </a:lnTo>
                <a:lnTo>
                  <a:pt x="2831148" y="737823"/>
                </a:lnTo>
                <a:lnTo>
                  <a:pt x="2835063" y="742238"/>
                </a:lnTo>
                <a:lnTo>
                  <a:pt x="2838979" y="746503"/>
                </a:lnTo>
                <a:lnTo>
                  <a:pt x="2842895" y="750616"/>
                </a:lnTo>
                <a:lnTo>
                  <a:pt x="2846811" y="754576"/>
                </a:lnTo>
                <a:lnTo>
                  <a:pt x="2850727" y="758379"/>
                </a:lnTo>
                <a:lnTo>
                  <a:pt x="2854643" y="762026"/>
                </a:lnTo>
                <a:lnTo>
                  <a:pt x="2858558" y="765514"/>
                </a:lnTo>
                <a:lnTo>
                  <a:pt x="2862474" y="768841"/>
                </a:lnTo>
                <a:lnTo>
                  <a:pt x="2866390" y="772007"/>
                </a:lnTo>
                <a:lnTo>
                  <a:pt x="2870306" y="775010"/>
                </a:lnTo>
                <a:lnTo>
                  <a:pt x="2874222" y="777848"/>
                </a:lnTo>
                <a:lnTo>
                  <a:pt x="2878138" y="780520"/>
                </a:lnTo>
                <a:lnTo>
                  <a:pt x="2882053" y="783026"/>
                </a:lnTo>
                <a:lnTo>
                  <a:pt x="2885969" y="785363"/>
                </a:lnTo>
                <a:lnTo>
                  <a:pt x="2889885" y="787532"/>
                </a:lnTo>
                <a:lnTo>
                  <a:pt x="2893801" y="789530"/>
                </a:lnTo>
                <a:lnTo>
                  <a:pt x="2897717" y="791358"/>
                </a:lnTo>
                <a:lnTo>
                  <a:pt x="2901633" y="793014"/>
                </a:lnTo>
                <a:lnTo>
                  <a:pt x="2905548" y="794498"/>
                </a:lnTo>
                <a:lnTo>
                  <a:pt x="2909464" y="795808"/>
                </a:lnTo>
                <a:lnTo>
                  <a:pt x="2913380" y="796945"/>
                </a:lnTo>
                <a:lnTo>
                  <a:pt x="2917296" y="797908"/>
                </a:lnTo>
                <a:lnTo>
                  <a:pt x="2921212" y="798697"/>
                </a:lnTo>
                <a:lnTo>
                  <a:pt x="2925128" y="799311"/>
                </a:lnTo>
                <a:lnTo>
                  <a:pt x="2929043" y="799749"/>
                </a:lnTo>
                <a:lnTo>
                  <a:pt x="2932959" y="800012"/>
                </a:lnTo>
                <a:lnTo>
                  <a:pt x="2936875" y="800100"/>
                </a:lnTo>
                <a:lnTo>
                  <a:pt x="2940791" y="800012"/>
                </a:lnTo>
                <a:lnTo>
                  <a:pt x="2944707" y="799749"/>
                </a:lnTo>
                <a:lnTo>
                  <a:pt x="2948622" y="799311"/>
                </a:lnTo>
                <a:lnTo>
                  <a:pt x="2952538" y="798697"/>
                </a:lnTo>
                <a:lnTo>
                  <a:pt x="2956454" y="797908"/>
                </a:lnTo>
                <a:lnTo>
                  <a:pt x="2960370" y="796945"/>
                </a:lnTo>
                <a:lnTo>
                  <a:pt x="2964286" y="795808"/>
                </a:lnTo>
                <a:lnTo>
                  <a:pt x="2968202" y="794498"/>
                </a:lnTo>
                <a:lnTo>
                  <a:pt x="2972117" y="793014"/>
                </a:lnTo>
                <a:lnTo>
                  <a:pt x="2976033" y="791358"/>
                </a:lnTo>
                <a:lnTo>
                  <a:pt x="2979949" y="789530"/>
                </a:lnTo>
                <a:lnTo>
                  <a:pt x="2983865" y="787532"/>
                </a:lnTo>
                <a:lnTo>
                  <a:pt x="2987781" y="785363"/>
                </a:lnTo>
                <a:lnTo>
                  <a:pt x="2991697" y="783026"/>
                </a:lnTo>
                <a:lnTo>
                  <a:pt x="2995613" y="780520"/>
                </a:lnTo>
                <a:lnTo>
                  <a:pt x="2999528" y="777848"/>
                </a:lnTo>
                <a:lnTo>
                  <a:pt x="3003444" y="775010"/>
                </a:lnTo>
                <a:lnTo>
                  <a:pt x="3007360" y="772007"/>
                </a:lnTo>
                <a:lnTo>
                  <a:pt x="3011276" y="768841"/>
                </a:lnTo>
                <a:lnTo>
                  <a:pt x="3015192" y="765514"/>
                </a:lnTo>
                <a:lnTo>
                  <a:pt x="3019108" y="762026"/>
                </a:lnTo>
                <a:lnTo>
                  <a:pt x="3023023" y="758379"/>
                </a:lnTo>
                <a:lnTo>
                  <a:pt x="3026939" y="754576"/>
                </a:lnTo>
                <a:lnTo>
                  <a:pt x="3030855" y="750616"/>
                </a:lnTo>
                <a:lnTo>
                  <a:pt x="3034771" y="746503"/>
                </a:lnTo>
                <a:lnTo>
                  <a:pt x="3038687" y="742238"/>
                </a:lnTo>
                <a:lnTo>
                  <a:pt x="3042603" y="737823"/>
                </a:lnTo>
                <a:lnTo>
                  <a:pt x="3046518" y="733260"/>
                </a:lnTo>
                <a:lnTo>
                  <a:pt x="3050434" y="728551"/>
                </a:lnTo>
                <a:lnTo>
                  <a:pt x="3054350" y="723697"/>
                </a:lnTo>
                <a:lnTo>
                  <a:pt x="3058266" y="718702"/>
                </a:lnTo>
                <a:lnTo>
                  <a:pt x="3062182" y="713567"/>
                </a:lnTo>
                <a:lnTo>
                  <a:pt x="3066098" y="708294"/>
                </a:lnTo>
                <a:lnTo>
                  <a:pt x="3070013" y="702886"/>
                </a:lnTo>
                <a:lnTo>
                  <a:pt x="3073929" y="697345"/>
                </a:lnTo>
                <a:lnTo>
                  <a:pt x="3077845" y="691674"/>
                </a:lnTo>
                <a:lnTo>
                  <a:pt x="3081761" y="685875"/>
                </a:lnTo>
                <a:lnTo>
                  <a:pt x="3085677" y="679950"/>
                </a:lnTo>
                <a:lnTo>
                  <a:pt x="3089593" y="673903"/>
                </a:lnTo>
                <a:lnTo>
                  <a:pt x="3093508" y="667736"/>
                </a:lnTo>
                <a:lnTo>
                  <a:pt x="3097424" y="661451"/>
                </a:lnTo>
                <a:lnTo>
                  <a:pt x="3101340" y="655051"/>
                </a:lnTo>
                <a:lnTo>
                  <a:pt x="3105256" y="648540"/>
                </a:lnTo>
                <a:lnTo>
                  <a:pt x="3109172" y="641920"/>
                </a:lnTo>
                <a:lnTo>
                  <a:pt x="3113087" y="635193"/>
                </a:lnTo>
                <a:lnTo>
                  <a:pt x="3117003" y="628364"/>
                </a:lnTo>
                <a:lnTo>
                  <a:pt x="3120919" y="621434"/>
                </a:lnTo>
                <a:lnTo>
                  <a:pt x="3124835" y="614408"/>
                </a:lnTo>
                <a:lnTo>
                  <a:pt x="3128751" y="607287"/>
                </a:lnTo>
                <a:lnTo>
                  <a:pt x="3132667" y="600075"/>
                </a:lnTo>
                <a:lnTo>
                  <a:pt x="3136582" y="592776"/>
                </a:lnTo>
                <a:lnTo>
                  <a:pt x="3140498" y="585392"/>
                </a:lnTo>
                <a:lnTo>
                  <a:pt x="3144414" y="577926"/>
                </a:lnTo>
                <a:lnTo>
                  <a:pt x="3148330" y="570383"/>
                </a:lnTo>
                <a:lnTo>
                  <a:pt x="3152246" y="562765"/>
                </a:lnTo>
                <a:lnTo>
                  <a:pt x="3156162" y="555076"/>
                </a:lnTo>
                <a:lnTo>
                  <a:pt x="3160078" y="547318"/>
                </a:lnTo>
                <a:lnTo>
                  <a:pt x="3163993" y="539496"/>
                </a:lnTo>
                <a:lnTo>
                  <a:pt x="3167909" y="531613"/>
                </a:lnTo>
                <a:lnTo>
                  <a:pt x="3171825" y="523672"/>
                </a:lnTo>
                <a:lnTo>
                  <a:pt x="3175741" y="515677"/>
                </a:lnTo>
                <a:lnTo>
                  <a:pt x="3179657" y="507631"/>
                </a:lnTo>
                <a:lnTo>
                  <a:pt x="3183573" y="499538"/>
                </a:lnTo>
                <a:lnTo>
                  <a:pt x="3187488" y="491402"/>
                </a:lnTo>
                <a:lnTo>
                  <a:pt x="3191404" y="483225"/>
                </a:lnTo>
                <a:lnTo>
                  <a:pt x="3195320" y="475012"/>
                </a:lnTo>
                <a:lnTo>
                  <a:pt x="3199236" y="466766"/>
                </a:lnTo>
                <a:lnTo>
                  <a:pt x="3203152" y="458491"/>
                </a:lnTo>
                <a:lnTo>
                  <a:pt x="3207068" y="450190"/>
                </a:lnTo>
                <a:lnTo>
                  <a:pt x="3210983" y="441867"/>
                </a:lnTo>
                <a:lnTo>
                  <a:pt x="3214899" y="433525"/>
                </a:lnTo>
                <a:lnTo>
                  <a:pt x="3218815" y="425169"/>
                </a:lnTo>
                <a:lnTo>
                  <a:pt x="3222731" y="416802"/>
                </a:lnTo>
                <a:lnTo>
                  <a:pt x="3226647" y="408428"/>
                </a:lnTo>
                <a:lnTo>
                  <a:pt x="3230563" y="400050"/>
                </a:lnTo>
                <a:lnTo>
                  <a:pt x="3234478" y="391672"/>
                </a:lnTo>
                <a:lnTo>
                  <a:pt x="3238394" y="383298"/>
                </a:lnTo>
                <a:lnTo>
                  <a:pt x="3242310" y="374931"/>
                </a:lnTo>
                <a:lnTo>
                  <a:pt x="3246226" y="366575"/>
                </a:lnTo>
                <a:lnTo>
                  <a:pt x="3250142" y="358233"/>
                </a:lnTo>
                <a:lnTo>
                  <a:pt x="3254058" y="349910"/>
                </a:lnTo>
                <a:lnTo>
                  <a:pt x="3257973" y="341609"/>
                </a:lnTo>
                <a:lnTo>
                  <a:pt x="3261889" y="333334"/>
                </a:lnTo>
                <a:lnTo>
                  <a:pt x="3265805" y="325088"/>
                </a:lnTo>
                <a:lnTo>
                  <a:pt x="3269721" y="316875"/>
                </a:lnTo>
                <a:lnTo>
                  <a:pt x="3273637" y="308698"/>
                </a:lnTo>
                <a:lnTo>
                  <a:pt x="3277553" y="300562"/>
                </a:lnTo>
                <a:lnTo>
                  <a:pt x="3281468" y="292469"/>
                </a:lnTo>
                <a:lnTo>
                  <a:pt x="3285384" y="284423"/>
                </a:lnTo>
                <a:lnTo>
                  <a:pt x="3289300" y="276428"/>
                </a:lnTo>
                <a:lnTo>
                  <a:pt x="3293216" y="268487"/>
                </a:lnTo>
                <a:lnTo>
                  <a:pt x="3297132" y="260604"/>
                </a:lnTo>
                <a:lnTo>
                  <a:pt x="3301047" y="252782"/>
                </a:lnTo>
                <a:lnTo>
                  <a:pt x="3304963" y="245024"/>
                </a:lnTo>
                <a:lnTo>
                  <a:pt x="3308879" y="237335"/>
                </a:lnTo>
                <a:lnTo>
                  <a:pt x="3312795" y="229717"/>
                </a:lnTo>
                <a:lnTo>
                  <a:pt x="3316711" y="222174"/>
                </a:lnTo>
                <a:lnTo>
                  <a:pt x="3320627" y="214708"/>
                </a:lnTo>
                <a:lnTo>
                  <a:pt x="3324542" y="207324"/>
                </a:lnTo>
                <a:lnTo>
                  <a:pt x="3328458" y="200025"/>
                </a:lnTo>
                <a:lnTo>
                  <a:pt x="3332374" y="192813"/>
                </a:lnTo>
                <a:lnTo>
                  <a:pt x="3336290" y="185692"/>
                </a:lnTo>
                <a:lnTo>
                  <a:pt x="3340206" y="178666"/>
                </a:lnTo>
                <a:lnTo>
                  <a:pt x="3344122" y="171736"/>
                </a:lnTo>
                <a:lnTo>
                  <a:pt x="3348038" y="164907"/>
                </a:lnTo>
                <a:lnTo>
                  <a:pt x="3351953" y="158180"/>
                </a:lnTo>
                <a:lnTo>
                  <a:pt x="3355869" y="151560"/>
                </a:lnTo>
                <a:lnTo>
                  <a:pt x="3359785" y="145049"/>
                </a:lnTo>
                <a:lnTo>
                  <a:pt x="3363701" y="138649"/>
                </a:lnTo>
                <a:lnTo>
                  <a:pt x="3367617" y="132364"/>
                </a:lnTo>
                <a:lnTo>
                  <a:pt x="3371533" y="126197"/>
                </a:lnTo>
                <a:lnTo>
                  <a:pt x="3375448" y="120150"/>
                </a:lnTo>
                <a:lnTo>
                  <a:pt x="3379364" y="114225"/>
                </a:lnTo>
                <a:lnTo>
                  <a:pt x="3383280" y="108426"/>
                </a:lnTo>
                <a:lnTo>
                  <a:pt x="3387196" y="102755"/>
                </a:lnTo>
                <a:lnTo>
                  <a:pt x="3391112" y="97214"/>
                </a:lnTo>
                <a:lnTo>
                  <a:pt x="3395028" y="91806"/>
                </a:lnTo>
                <a:lnTo>
                  <a:pt x="3398943" y="86533"/>
                </a:lnTo>
                <a:lnTo>
                  <a:pt x="3402859" y="81398"/>
                </a:lnTo>
                <a:lnTo>
                  <a:pt x="3406775" y="76403"/>
                </a:lnTo>
                <a:lnTo>
                  <a:pt x="3410691" y="71549"/>
                </a:lnTo>
                <a:lnTo>
                  <a:pt x="3414607" y="66840"/>
                </a:lnTo>
                <a:lnTo>
                  <a:pt x="3418523" y="62277"/>
                </a:lnTo>
                <a:lnTo>
                  <a:pt x="3422438" y="57862"/>
                </a:lnTo>
                <a:lnTo>
                  <a:pt x="3426354" y="53597"/>
                </a:lnTo>
                <a:lnTo>
                  <a:pt x="3430270" y="49484"/>
                </a:lnTo>
                <a:lnTo>
                  <a:pt x="3434186" y="45524"/>
                </a:lnTo>
                <a:lnTo>
                  <a:pt x="3438102" y="41721"/>
                </a:lnTo>
                <a:lnTo>
                  <a:pt x="3442018" y="38074"/>
                </a:lnTo>
                <a:lnTo>
                  <a:pt x="3445933" y="34586"/>
                </a:lnTo>
                <a:lnTo>
                  <a:pt x="3449849" y="31259"/>
                </a:lnTo>
                <a:lnTo>
                  <a:pt x="3453765" y="28093"/>
                </a:lnTo>
                <a:lnTo>
                  <a:pt x="3457681" y="25090"/>
                </a:lnTo>
                <a:lnTo>
                  <a:pt x="3461597" y="22252"/>
                </a:lnTo>
                <a:lnTo>
                  <a:pt x="3465512" y="19580"/>
                </a:lnTo>
                <a:lnTo>
                  <a:pt x="3469428" y="17074"/>
                </a:lnTo>
                <a:lnTo>
                  <a:pt x="3473344" y="14737"/>
                </a:lnTo>
                <a:lnTo>
                  <a:pt x="3477260" y="12568"/>
                </a:lnTo>
                <a:lnTo>
                  <a:pt x="3481176" y="10570"/>
                </a:lnTo>
                <a:lnTo>
                  <a:pt x="3485092" y="8742"/>
                </a:lnTo>
                <a:lnTo>
                  <a:pt x="3489007" y="7086"/>
                </a:lnTo>
                <a:lnTo>
                  <a:pt x="3492923" y="5602"/>
                </a:lnTo>
                <a:lnTo>
                  <a:pt x="3496839" y="4292"/>
                </a:lnTo>
                <a:lnTo>
                  <a:pt x="3500755" y="3155"/>
                </a:lnTo>
                <a:lnTo>
                  <a:pt x="3504671" y="2192"/>
                </a:lnTo>
                <a:lnTo>
                  <a:pt x="3508587" y="1403"/>
                </a:lnTo>
                <a:lnTo>
                  <a:pt x="3512503" y="789"/>
                </a:lnTo>
                <a:lnTo>
                  <a:pt x="3516418" y="351"/>
                </a:lnTo>
                <a:lnTo>
                  <a:pt x="3520334" y="88"/>
                </a:lnTo>
                <a:lnTo>
                  <a:pt x="3524250" y="0"/>
                </a:lnTo>
              </a:path>
            </a:pathLst>
          </a:custGeom>
          <a:noFill xmlns:a="http://schemas.openxmlformats.org/drawingml/2006/main"/>
          <a:ln xmlns:a="http://schemas.openxmlformats.org/drawingml/2006/main" w="19050">
            <a:solidFill>
              <a:srgbClr val="AAAAAA"/>
            </a:solidFill>
          </a:ln>
        </p:spPr>
      </p:sp>
      <p:sp>
        <p:nvSpPr>
          <p:cNvPr id="18" name="fm-reference-axis-shaft">
            <a:extLst xmlns:a="http://schemas.openxmlformats.org/drawingml/2006/main">
              <a:ext uri="{FF2B5EF4-FFF2-40B4-BE49-F238E27FC236}">
                <a16:creationId xmlns:a16="http://schemas.microsoft.com/office/drawing/2014/main" id="{09D1B485-9B2B-4E79-A520-21150DC93401}"/>
              </a:ext>
            </a:extLst>
          </p:cNvPr>
          <p:cNvSpPr>
            <a:spLocks xmlns:a="http://schemas.openxmlformats.org/drawingml/2006/main" noGrp="1"/>
          </p:cNvSpPr>
          <p:nvPr/>
        </p:nvSpPr>
        <p:spPr>
          <a:xfrm xmlns:a="http://schemas.openxmlformats.org/drawingml/2006/main">
            <a:off x="7667625" y="4829175"/>
            <a:ext cx="34385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fm-reference-axis-head">
            <a:extLst xmlns:a="http://schemas.openxmlformats.org/drawingml/2006/main">
              <a:ext uri="{FF2B5EF4-FFF2-40B4-BE49-F238E27FC236}">
                <a16:creationId xmlns:a16="http://schemas.microsoft.com/office/drawing/2014/main" id="{DEE5263B-195C-4DA4-A57B-DBC9E86BF1D5}"/>
              </a:ext>
            </a:extLst>
          </p:cNvPr>
          <p:cNvSpPr>
            <a:spLocks xmlns:a="http://schemas.openxmlformats.org/drawingml/2006/main" noGrp="1"/>
          </p:cNvSpPr>
          <p:nvPr/>
        </p:nvSpPr>
        <p:spPr>
          <a:xfrm xmlns:a="http://schemas.openxmlformats.org/drawingml/2006/main" rot="5400000">
            <a:off x="11087100" y="47863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0" name="fm-reference-tick-0">
            <a:extLst xmlns:a="http://schemas.openxmlformats.org/drawingml/2006/main">
              <a:ext uri="{FF2B5EF4-FFF2-40B4-BE49-F238E27FC236}">
                <a16:creationId xmlns:a16="http://schemas.microsoft.com/office/drawing/2014/main" id="{1480D631-D97F-4013-8E06-1717FF9CB44D}"/>
              </a:ext>
            </a:extLst>
          </p:cNvPr>
          <p:cNvSpPr>
            <a:spLocks xmlns:a="http://schemas.openxmlformats.org/drawingml/2006/main" noGrp="1"/>
          </p:cNvSpPr>
          <p:nvPr/>
        </p:nvSpPr>
        <p:spPr>
          <a:xfrm xmlns:a="http://schemas.openxmlformats.org/drawingml/2006/main">
            <a:off x="7667625" y="48291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fm-reference-tick-1">
            <a:extLst xmlns:a="http://schemas.openxmlformats.org/drawingml/2006/main">
              <a:ext uri="{FF2B5EF4-FFF2-40B4-BE49-F238E27FC236}">
                <a16:creationId xmlns:a16="http://schemas.microsoft.com/office/drawing/2014/main" id="{3E06CFCB-5585-490F-9F75-00015181E774}"/>
              </a:ext>
            </a:extLst>
          </p:cNvPr>
          <p:cNvSpPr>
            <a:spLocks xmlns:a="http://schemas.openxmlformats.org/drawingml/2006/main" noGrp="1"/>
          </p:cNvSpPr>
          <p:nvPr/>
        </p:nvSpPr>
        <p:spPr>
          <a:xfrm xmlns:a="http://schemas.openxmlformats.org/drawingml/2006/main">
            <a:off x="11191875" y="48291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fm-reference-wave">
            <a:extLst xmlns:a="http://schemas.openxmlformats.org/drawingml/2006/main">
              <a:ext uri="{FF2B5EF4-FFF2-40B4-BE49-F238E27FC236}">
                <a16:creationId xmlns:a16="http://schemas.microsoft.com/office/drawing/2014/main" id="{17F2DE48-F1A9-4E83-93B5-0ED9A37110BE}"/>
              </a:ext>
            </a:extLst>
          </p:cNvPr>
          <p:cNvSpPr>
            <a:spLocks xmlns:a="http://schemas.openxmlformats.org/drawingml/2006/main" noGrp="1"/>
          </p:cNvSpPr>
          <p:nvPr/>
        </p:nvSpPr>
        <p:spPr>
          <a:xfrm xmlns:a="http://schemas.openxmlformats.org/drawingml/2006/main">
            <a:off x="7667625" y="4429125"/>
            <a:ext cx="3524250" cy="800100"/>
          </a:xfrm>
          <a:custGeom xmlns:a="http://schemas.openxmlformats.org/drawingml/2006/main">
            <a:pathLst>
              <a:path w="3524250" h="800100">
                <a:moveTo>
                  <a:pt x="0" y="0"/>
                </a:moveTo>
                <a:lnTo>
                  <a:pt x="3916" y="88"/>
                </a:lnTo>
                <a:lnTo>
                  <a:pt x="7832" y="351"/>
                </a:lnTo>
                <a:lnTo>
                  <a:pt x="11748" y="789"/>
                </a:lnTo>
                <a:lnTo>
                  <a:pt x="15663" y="1403"/>
                </a:lnTo>
                <a:lnTo>
                  <a:pt x="19579" y="2192"/>
                </a:lnTo>
                <a:lnTo>
                  <a:pt x="23495" y="3155"/>
                </a:lnTo>
                <a:lnTo>
                  <a:pt x="27411" y="4292"/>
                </a:lnTo>
                <a:lnTo>
                  <a:pt x="31327" y="5602"/>
                </a:lnTo>
                <a:lnTo>
                  <a:pt x="35243" y="7086"/>
                </a:lnTo>
                <a:lnTo>
                  <a:pt x="39158" y="8742"/>
                </a:lnTo>
                <a:lnTo>
                  <a:pt x="43074" y="10570"/>
                </a:lnTo>
                <a:lnTo>
                  <a:pt x="46990" y="12568"/>
                </a:lnTo>
                <a:lnTo>
                  <a:pt x="50906" y="14737"/>
                </a:lnTo>
                <a:lnTo>
                  <a:pt x="54822" y="17074"/>
                </a:lnTo>
                <a:lnTo>
                  <a:pt x="58737" y="19580"/>
                </a:lnTo>
                <a:lnTo>
                  <a:pt x="62653" y="22252"/>
                </a:lnTo>
                <a:lnTo>
                  <a:pt x="66569" y="25090"/>
                </a:lnTo>
                <a:lnTo>
                  <a:pt x="70485" y="28093"/>
                </a:lnTo>
                <a:lnTo>
                  <a:pt x="74401" y="31259"/>
                </a:lnTo>
                <a:lnTo>
                  <a:pt x="78317" y="34586"/>
                </a:lnTo>
                <a:lnTo>
                  <a:pt x="82232" y="38074"/>
                </a:lnTo>
                <a:lnTo>
                  <a:pt x="86148" y="41721"/>
                </a:lnTo>
                <a:lnTo>
                  <a:pt x="90064" y="45524"/>
                </a:lnTo>
                <a:lnTo>
                  <a:pt x="93980" y="49484"/>
                </a:lnTo>
                <a:lnTo>
                  <a:pt x="97896" y="53597"/>
                </a:lnTo>
                <a:lnTo>
                  <a:pt x="101812" y="57862"/>
                </a:lnTo>
                <a:lnTo>
                  <a:pt x="105728" y="62277"/>
                </a:lnTo>
                <a:lnTo>
                  <a:pt x="109643" y="66840"/>
                </a:lnTo>
                <a:lnTo>
                  <a:pt x="113559" y="71549"/>
                </a:lnTo>
                <a:lnTo>
                  <a:pt x="117475" y="76403"/>
                </a:lnTo>
                <a:lnTo>
                  <a:pt x="121391" y="81398"/>
                </a:lnTo>
                <a:lnTo>
                  <a:pt x="125307" y="86533"/>
                </a:lnTo>
                <a:lnTo>
                  <a:pt x="129223" y="91806"/>
                </a:lnTo>
                <a:lnTo>
                  <a:pt x="133138" y="97214"/>
                </a:lnTo>
                <a:lnTo>
                  <a:pt x="137054" y="102755"/>
                </a:lnTo>
                <a:lnTo>
                  <a:pt x="140970" y="108426"/>
                </a:lnTo>
                <a:lnTo>
                  <a:pt x="144886" y="114225"/>
                </a:lnTo>
                <a:lnTo>
                  <a:pt x="148802" y="120150"/>
                </a:lnTo>
                <a:lnTo>
                  <a:pt x="152717" y="126197"/>
                </a:lnTo>
                <a:lnTo>
                  <a:pt x="156633" y="132364"/>
                </a:lnTo>
                <a:lnTo>
                  <a:pt x="160549" y="138649"/>
                </a:lnTo>
                <a:lnTo>
                  <a:pt x="164465" y="145049"/>
                </a:lnTo>
                <a:lnTo>
                  <a:pt x="168381" y="151560"/>
                </a:lnTo>
                <a:lnTo>
                  <a:pt x="172297" y="158180"/>
                </a:lnTo>
                <a:lnTo>
                  <a:pt x="176213" y="164907"/>
                </a:lnTo>
                <a:lnTo>
                  <a:pt x="180128" y="171736"/>
                </a:lnTo>
                <a:lnTo>
                  <a:pt x="184044" y="178666"/>
                </a:lnTo>
                <a:lnTo>
                  <a:pt x="187960" y="185692"/>
                </a:lnTo>
                <a:lnTo>
                  <a:pt x="191876" y="192813"/>
                </a:lnTo>
                <a:lnTo>
                  <a:pt x="195792" y="200025"/>
                </a:lnTo>
                <a:lnTo>
                  <a:pt x="199708" y="207324"/>
                </a:lnTo>
                <a:lnTo>
                  <a:pt x="203623" y="214708"/>
                </a:lnTo>
                <a:lnTo>
                  <a:pt x="207539" y="222174"/>
                </a:lnTo>
                <a:lnTo>
                  <a:pt x="211455" y="229717"/>
                </a:lnTo>
                <a:lnTo>
                  <a:pt x="215371" y="237335"/>
                </a:lnTo>
                <a:lnTo>
                  <a:pt x="219287" y="245024"/>
                </a:lnTo>
                <a:lnTo>
                  <a:pt x="223202" y="252782"/>
                </a:lnTo>
                <a:lnTo>
                  <a:pt x="227118" y="260604"/>
                </a:lnTo>
                <a:lnTo>
                  <a:pt x="231034" y="268487"/>
                </a:lnTo>
                <a:lnTo>
                  <a:pt x="234950" y="276428"/>
                </a:lnTo>
                <a:lnTo>
                  <a:pt x="238866" y="284423"/>
                </a:lnTo>
                <a:lnTo>
                  <a:pt x="242782" y="292469"/>
                </a:lnTo>
                <a:lnTo>
                  <a:pt x="246697" y="300562"/>
                </a:lnTo>
                <a:lnTo>
                  <a:pt x="250613" y="308698"/>
                </a:lnTo>
                <a:lnTo>
                  <a:pt x="254529" y="316875"/>
                </a:lnTo>
                <a:lnTo>
                  <a:pt x="258445" y="325088"/>
                </a:lnTo>
                <a:lnTo>
                  <a:pt x="262361" y="333334"/>
                </a:lnTo>
                <a:lnTo>
                  <a:pt x="266277" y="341609"/>
                </a:lnTo>
                <a:lnTo>
                  <a:pt x="270193" y="349910"/>
                </a:lnTo>
                <a:lnTo>
                  <a:pt x="274108" y="358233"/>
                </a:lnTo>
                <a:lnTo>
                  <a:pt x="278024" y="366575"/>
                </a:lnTo>
                <a:lnTo>
                  <a:pt x="281940" y="374931"/>
                </a:lnTo>
                <a:lnTo>
                  <a:pt x="285856" y="383298"/>
                </a:lnTo>
                <a:lnTo>
                  <a:pt x="289772" y="391672"/>
                </a:lnTo>
                <a:lnTo>
                  <a:pt x="293688" y="400050"/>
                </a:lnTo>
                <a:lnTo>
                  <a:pt x="297603" y="408428"/>
                </a:lnTo>
                <a:lnTo>
                  <a:pt x="301519" y="416802"/>
                </a:lnTo>
                <a:lnTo>
                  <a:pt x="305435" y="425169"/>
                </a:lnTo>
                <a:lnTo>
                  <a:pt x="309351" y="433525"/>
                </a:lnTo>
                <a:lnTo>
                  <a:pt x="313267" y="441867"/>
                </a:lnTo>
                <a:lnTo>
                  <a:pt x="317182" y="450190"/>
                </a:lnTo>
                <a:lnTo>
                  <a:pt x="321098" y="458491"/>
                </a:lnTo>
                <a:lnTo>
                  <a:pt x="325014" y="466766"/>
                </a:lnTo>
                <a:lnTo>
                  <a:pt x="328930" y="475012"/>
                </a:lnTo>
                <a:lnTo>
                  <a:pt x="332846" y="483225"/>
                </a:lnTo>
                <a:lnTo>
                  <a:pt x="336762" y="491402"/>
                </a:lnTo>
                <a:lnTo>
                  <a:pt x="340677" y="499538"/>
                </a:lnTo>
                <a:lnTo>
                  <a:pt x="344593" y="507631"/>
                </a:lnTo>
                <a:lnTo>
                  <a:pt x="348509" y="515677"/>
                </a:lnTo>
                <a:lnTo>
                  <a:pt x="352425" y="523672"/>
                </a:lnTo>
                <a:lnTo>
                  <a:pt x="356341" y="531613"/>
                </a:lnTo>
                <a:lnTo>
                  <a:pt x="360257" y="539496"/>
                </a:lnTo>
                <a:lnTo>
                  <a:pt x="364173" y="547318"/>
                </a:lnTo>
                <a:lnTo>
                  <a:pt x="368088" y="555076"/>
                </a:lnTo>
                <a:lnTo>
                  <a:pt x="372004" y="562765"/>
                </a:lnTo>
                <a:lnTo>
                  <a:pt x="375920" y="570383"/>
                </a:lnTo>
                <a:lnTo>
                  <a:pt x="379836" y="577926"/>
                </a:lnTo>
                <a:lnTo>
                  <a:pt x="383752" y="585392"/>
                </a:lnTo>
                <a:lnTo>
                  <a:pt x="387668" y="592776"/>
                </a:lnTo>
                <a:lnTo>
                  <a:pt x="391583" y="600075"/>
                </a:lnTo>
                <a:lnTo>
                  <a:pt x="395499" y="607287"/>
                </a:lnTo>
                <a:lnTo>
                  <a:pt x="399415" y="614408"/>
                </a:lnTo>
                <a:lnTo>
                  <a:pt x="403331" y="621434"/>
                </a:lnTo>
                <a:lnTo>
                  <a:pt x="407247" y="628364"/>
                </a:lnTo>
                <a:lnTo>
                  <a:pt x="411162" y="635193"/>
                </a:lnTo>
                <a:lnTo>
                  <a:pt x="415078" y="641920"/>
                </a:lnTo>
                <a:lnTo>
                  <a:pt x="418994" y="648540"/>
                </a:lnTo>
                <a:lnTo>
                  <a:pt x="422910" y="655051"/>
                </a:lnTo>
                <a:lnTo>
                  <a:pt x="426826" y="661451"/>
                </a:lnTo>
                <a:lnTo>
                  <a:pt x="430742" y="667736"/>
                </a:lnTo>
                <a:lnTo>
                  <a:pt x="434657" y="673903"/>
                </a:lnTo>
                <a:lnTo>
                  <a:pt x="438573" y="679950"/>
                </a:lnTo>
                <a:lnTo>
                  <a:pt x="442489" y="685875"/>
                </a:lnTo>
                <a:lnTo>
                  <a:pt x="446405" y="691674"/>
                </a:lnTo>
                <a:lnTo>
                  <a:pt x="450321" y="697345"/>
                </a:lnTo>
                <a:lnTo>
                  <a:pt x="454237" y="702886"/>
                </a:lnTo>
                <a:lnTo>
                  <a:pt x="458153" y="708294"/>
                </a:lnTo>
                <a:lnTo>
                  <a:pt x="462068" y="713567"/>
                </a:lnTo>
                <a:lnTo>
                  <a:pt x="465984" y="718702"/>
                </a:lnTo>
                <a:lnTo>
                  <a:pt x="469900" y="723697"/>
                </a:lnTo>
                <a:lnTo>
                  <a:pt x="473816" y="728551"/>
                </a:lnTo>
                <a:lnTo>
                  <a:pt x="477732" y="733260"/>
                </a:lnTo>
                <a:lnTo>
                  <a:pt x="481648" y="737823"/>
                </a:lnTo>
                <a:lnTo>
                  <a:pt x="485563" y="742238"/>
                </a:lnTo>
                <a:lnTo>
                  <a:pt x="489479" y="746503"/>
                </a:lnTo>
                <a:lnTo>
                  <a:pt x="493395" y="750616"/>
                </a:lnTo>
                <a:lnTo>
                  <a:pt x="497311" y="754576"/>
                </a:lnTo>
                <a:lnTo>
                  <a:pt x="501227" y="758379"/>
                </a:lnTo>
                <a:lnTo>
                  <a:pt x="505142" y="762026"/>
                </a:lnTo>
                <a:lnTo>
                  <a:pt x="509058" y="765514"/>
                </a:lnTo>
                <a:lnTo>
                  <a:pt x="512974" y="768841"/>
                </a:lnTo>
                <a:lnTo>
                  <a:pt x="516890" y="772007"/>
                </a:lnTo>
                <a:lnTo>
                  <a:pt x="520806" y="775010"/>
                </a:lnTo>
                <a:lnTo>
                  <a:pt x="524722" y="777848"/>
                </a:lnTo>
                <a:lnTo>
                  <a:pt x="528638" y="780520"/>
                </a:lnTo>
                <a:lnTo>
                  <a:pt x="532553" y="783026"/>
                </a:lnTo>
                <a:lnTo>
                  <a:pt x="536469" y="785363"/>
                </a:lnTo>
                <a:lnTo>
                  <a:pt x="540385" y="787532"/>
                </a:lnTo>
                <a:lnTo>
                  <a:pt x="544301" y="789530"/>
                </a:lnTo>
                <a:lnTo>
                  <a:pt x="548217" y="791358"/>
                </a:lnTo>
                <a:lnTo>
                  <a:pt x="552133" y="793014"/>
                </a:lnTo>
                <a:lnTo>
                  <a:pt x="556048" y="794498"/>
                </a:lnTo>
                <a:lnTo>
                  <a:pt x="559964" y="795808"/>
                </a:lnTo>
                <a:lnTo>
                  <a:pt x="563880" y="796945"/>
                </a:lnTo>
                <a:lnTo>
                  <a:pt x="567796" y="797908"/>
                </a:lnTo>
                <a:lnTo>
                  <a:pt x="571712" y="798697"/>
                </a:lnTo>
                <a:lnTo>
                  <a:pt x="575627" y="799311"/>
                </a:lnTo>
                <a:lnTo>
                  <a:pt x="579543" y="799749"/>
                </a:lnTo>
                <a:lnTo>
                  <a:pt x="583459" y="800012"/>
                </a:lnTo>
                <a:lnTo>
                  <a:pt x="587375" y="800100"/>
                </a:lnTo>
                <a:lnTo>
                  <a:pt x="591291" y="800012"/>
                </a:lnTo>
                <a:lnTo>
                  <a:pt x="595207" y="799749"/>
                </a:lnTo>
                <a:lnTo>
                  <a:pt x="599122" y="799311"/>
                </a:lnTo>
                <a:lnTo>
                  <a:pt x="603038" y="798697"/>
                </a:lnTo>
                <a:lnTo>
                  <a:pt x="606954" y="797908"/>
                </a:lnTo>
                <a:lnTo>
                  <a:pt x="610870" y="796945"/>
                </a:lnTo>
                <a:lnTo>
                  <a:pt x="614786" y="795808"/>
                </a:lnTo>
                <a:lnTo>
                  <a:pt x="618702" y="794498"/>
                </a:lnTo>
                <a:lnTo>
                  <a:pt x="622618" y="793014"/>
                </a:lnTo>
                <a:lnTo>
                  <a:pt x="626533" y="791358"/>
                </a:lnTo>
                <a:lnTo>
                  <a:pt x="630449" y="789530"/>
                </a:lnTo>
                <a:lnTo>
                  <a:pt x="634365" y="787532"/>
                </a:lnTo>
                <a:lnTo>
                  <a:pt x="638281" y="785363"/>
                </a:lnTo>
                <a:lnTo>
                  <a:pt x="642197" y="783026"/>
                </a:lnTo>
                <a:lnTo>
                  <a:pt x="646113" y="780520"/>
                </a:lnTo>
                <a:lnTo>
                  <a:pt x="650028" y="777848"/>
                </a:lnTo>
                <a:lnTo>
                  <a:pt x="653944" y="775010"/>
                </a:lnTo>
                <a:lnTo>
                  <a:pt x="657860" y="772007"/>
                </a:lnTo>
                <a:lnTo>
                  <a:pt x="661776" y="768841"/>
                </a:lnTo>
                <a:lnTo>
                  <a:pt x="665692" y="765514"/>
                </a:lnTo>
                <a:lnTo>
                  <a:pt x="669607" y="762026"/>
                </a:lnTo>
                <a:lnTo>
                  <a:pt x="673523" y="758379"/>
                </a:lnTo>
                <a:lnTo>
                  <a:pt x="677439" y="754576"/>
                </a:lnTo>
                <a:lnTo>
                  <a:pt x="681355" y="750616"/>
                </a:lnTo>
                <a:lnTo>
                  <a:pt x="685271" y="746503"/>
                </a:lnTo>
                <a:lnTo>
                  <a:pt x="689187" y="742238"/>
                </a:lnTo>
                <a:lnTo>
                  <a:pt x="693102" y="737823"/>
                </a:lnTo>
                <a:lnTo>
                  <a:pt x="697018" y="733260"/>
                </a:lnTo>
                <a:lnTo>
                  <a:pt x="700934" y="728551"/>
                </a:lnTo>
                <a:lnTo>
                  <a:pt x="704850" y="723697"/>
                </a:lnTo>
                <a:lnTo>
                  <a:pt x="708766" y="718702"/>
                </a:lnTo>
                <a:lnTo>
                  <a:pt x="712682" y="713567"/>
                </a:lnTo>
                <a:lnTo>
                  <a:pt x="716598" y="708294"/>
                </a:lnTo>
                <a:lnTo>
                  <a:pt x="720513" y="702886"/>
                </a:lnTo>
                <a:lnTo>
                  <a:pt x="724429" y="697345"/>
                </a:lnTo>
                <a:lnTo>
                  <a:pt x="728345" y="691674"/>
                </a:lnTo>
                <a:lnTo>
                  <a:pt x="732261" y="685875"/>
                </a:lnTo>
                <a:lnTo>
                  <a:pt x="736177" y="679950"/>
                </a:lnTo>
                <a:lnTo>
                  <a:pt x="740093" y="673903"/>
                </a:lnTo>
                <a:lnTo>
                  <a:pt x="744008" y="667736"/>
                </a:lnTo>
                <a:lnTo>
                  <a:pt x="747924" y="661451"/>
                </a:lnTo>
                <a:lnTo>
                  <a:pt x="751840" y="655051"/>
                </a:lnTo>
                <a:lnTo>
                  <a:pt x="755756" y="648540"/>
                </a:lnTo>
                <a:lnTo>
                  <a:pt x="759672" y="641920"/>
                </a:lnTo>
                <a:lnTo>
                  <a:pt x="763587" y="635193"/>
                </a:lnTo>
                <a:lnTo>
                  <a:pt x="767503" y="628364"/>
                </a:lnTo>
                <a:lnTo>
                  <a:pt x="771419" y="621434"/>
                </a:lnTo>
                <a:lnTo>
                  <a:pt x="775335" y="614408"/>
                </a:lnTo>
                <a:lnTo>
                  <a:pt x="779251" y="607287"/>
                </a:lnTo>
                <a:lnTo>
                  <a:pt x="783167" y="600075"/>
                </a:lnTo>
                <a:lnTo>
                  <a:pt x="787082" y="592776"/>
                </a:lnTo>
                <a:lnTo>
                  <a:pt x="790998" y="585392"/>
                </a:lnTo>
                <a:lnTo>
                  <a:pt x="794914" y="577926"/>
                </a:lnTo>
                <a:lnTo>
                  <a:pt x="798830" y="570383"/>
                </a:lnTo>
                <a:lnTo>
                  <a:pt x="802746" y="562765"/>
                </a:lnTo>
                <a:lnTo>
                  <a:pt x="806662" y="555076"/>
                </a:lnTo>
                <a:lnTo>
                  <a:pt x="810578" y="547318"/>
                </a:lnTo>
                <a:lnTo>
                  <a:pt x="814493" y="539496"/>
                </a:lnTo>
                <a:lnTo>
                  <a:pt x="818409" y="531613"/>
                </a:lnTo>
                <a:lnTo>
                  <a:pt x="822325" y="523672"/>
                </a:lnTo>
                <a:lnTo>
                  <a:pt x="826241" y="515677"/>
                </a:lnTo>
                <a:lnTo>
                  <a:pt x="830157" y="507631"/>
                </a:lnTo>
                <a:lnTo>
                  <a:pt x="834072" y="499538"/>
                </a:lnTo>
                <a:lnTo>
                  <a:pt x="837988" y="491402"/>
                </a:lnTo>
                <a:lnTo>
                  <a:pt x="841904" y="483225"/>
                </a:lnTo>
                <a:lnTo>
                  <a:pt x="845820" y="475012"/>
                </a:lnTo>
                <a:lnTo>
                  <a:pt x="849736" y="466766"/>
                </a:lnTo>
                <a:lnTo>
                  <a:pt x="853652" y="458491"/>
                </a:lnTo>
                <a:lnTo>
                  <a:pt x="857567" y="450190"/>
                </a:lnTo>
                <a:lnTo>
                  <a:pt x="861483" y="441867"/>
                </a:lnTo>
                <a:lnTo>
                  <a:pt x="865399" y="433525"/>
                </a:lnTo>
                <a:lnTo>
                  <a:pt x="869315" y="425169"/>
                </a:lnTo>
                <a:lnTo>
                  <a:pt x="873231" y="416802"/>
                </a:lnTo>
                <a:lnTo>
                  <a:pt x="877147" y="408428"/>
                </a:lnTo>
                <a:lnTo>
                  <a:pt x="881063" y="400050"/>
                </a:lnTo>
                <a:lnTo>
                  <a:pt x="884978" y="391672"/>
                </a:lnTo>
                <a:lnTo>
                  <a:pt x="888894" y="383298"/>
                </a:lnTo>
                <a:lnTo>
                  <a:pt x="892810" y="374931"/>
                </a:lnTo>
                <a:lnTo>
                  <a:pt x="896726" y="366575"/>
                </a:lnTo>
                <a:lnTo>
                  <a:pt x="900642" y="358233"/>
                </a:lnTo>
                <a:lnTo>
                  <a:pt x="904558" y="349910"/>
                </a:lnTo>
                <a:lnTo>
                  <a:pt x="908473" y="341609"/>
                </a:lnTo>
                <a:lnTo>
                  <a:pt x="912389" y="333334"/>
                </a:lnTo>
                <a:lnTo>
                  <a:pt x="916305" y="325088"/>
                </a:lnTo>
                <a:lnTo>
                  <a:pt x="920221" y="316875"/>
                </a:lnTo>
                <a:lnTo>
                  <a:pt x="924137" y="308698"/>
                </a:lnTo>
                <a:lnTo>
                  <a:pt x="928053" y="300562"/>
                </a:lnTo>
                <a:lnTo>
                  <a:pt x="931968" y="292469"/>
                </a:lnTo>
                <a:lnTo>
                  <a:pt x="935884" y="284423"/>
                </a:lnTo>
                <a:lnTo>
                  <a:pt x="939800" y="276428"/>
                </a:lnTo>
                <a:lnTo>
                  <a:pt x="943716" y="268487"/>
                </a:lnTo>
                <a:lnTo>
                  <a:pt x="947632" y="260604"/>
                </a:lnTo>
                <a:lnTo>
                  <a:pt x="951547" y="252782"/>
                </a:lnTo>
                <a:lnTo>
                  <a:pt x="955463" y="245024"/>
                </a:lnTo>
                <a:lnTo>
                  <a:pt x="959379" y="237335"/>
                </a:lnTo>
                <a:lnTo>
                  <a:pt x="963295" y="229717"/>
                </a:lnTo>
                <a:lnTo>
                  <a:pt x="967211" y="222174"/>
                </a:lnTo>
                <a:lnTo>
                  <a:pt x="971127" y="214708"/>
                </a:lnTo>
                <a:lnTo>
                  <a:pt x="975043" y="207324"/>
                </a:lnTo>
                <a:lnTo>
                  <a:pt x="978958" y="200025"/>
                </a:lnTo>
                <a:lnTo>
                  <a:pt x="982874" y="192813"/>
                </a:lnTo>
                <a:lnTo>
                  <a:pt x="986790" y="185692"/>
                </a:lnTo>
                <a:lnTo>
                  <a:pt x="990706" y="178666"/>
                </a:lnTo>
                <a:lnTo>
                  <a:pt x="994622" y="171736"/>
                </a:lnTo>
                <a:lnTo>
                  <a:pt x="998538" y="164907"/>
                </a:lnTo>
                <a:lnTo>
                  <a:pt x="1002453" y="158180"/>
                </a:lnTo>
                <a:lnTo>
                  <a:pt x="1006369" y="151560"/>
                </a:lnTo>
                <a:lnTo>
                  <a:pt x="1010285" y="145049"/>
                </a:lnTo>
                <a:lnTo>
                  <a:pt x="1014201" y="138649"/>
                </a:lnTo>
                <a:lnTo>
                  <a:pt x="1018117" y="132364"/>
                </a:lnTo>
                <a:lnTo>
                  <a:pt x="1022032" y="126197"/>
                </a:lnTo>
                <a:lnTo>
                  <a:pt x="1025948" y="120150"/>
                </a:lnTo>
                <a:lnTo>
                  <a:pt x="1029864" y="114225"/>
                </a:lnTo>
                <a:lnTo>
                  <a:pt x="1033780" y="108426"/>
                </a:lnTo>
                <a:lnTo>
                  <a:pt x="1037696" y="102755"/>
                </a:lnTo>
                <a:lnTo>
                  <a:pt x="1041612" y="97214"/>
                </a:lnTo>
                <a:lnTo>
                  <a:pt x="1045527" y="91806"/>
                </a:lnTo>
                <a:lnTo>
                  <a:pt x="1049443" y="86533"/>
                </a:lnTo>
                <a:lnTo>
                  <a:pt x="1053359" y="81398"/>
                </a:lnTo>
                <a:lnTo>
                  <a:pt x="1057275" y="76403"/>
                </a:lnTo>
                <a:lnTo>
                  <a:pt x="1061191" y="71549"/>
                </a:lnTo>
                <a:lnTo>
                  <a:pt x="1065107" y="66840"/>
                </a:lnTo>
                <a:lnTo>
                  <a:pt x="1069023" y="62277"/>
                </a:lnTo>
                <a:lnTo>
                  <a:pt x="1072938" y="57862"/>
                </a:lnTo>
                <a:lnTo>
                  <a:pt x="1076854" y="53597"/>
                </a:lnTo>
                <a:lnTo>
                  <a:pt x="1080770" y="49484"/>
                </a:lnTo>
                <a:lnTo>
                  <a:pt x="1084686" y="45524"/>
                </a:lnTo>
                <a:lnTo>
                  <a:pt x="1088602" y="41721"/>
                </a:lnTo>
                <a:lnTo>
                  <a:pt x="1092518" y="38074"/>
                </a:lnTo>
                <a:lnTo>
                  <a:pt x="1096433" y="34586"/>
                </a:lnTo>
                <a:lnTo>
                  <a:pt x="1100349" y="31259"/>
                </a:lnTo>
                <a:lnTo>
                  <a:pt x="1104265" y="28093"/>
                </a:lnTo>
                <a:lnTo>
                  <a:pt x="1108181" y="25090"/>
                </a:lnTo>
                <a:lnTo>
                  <a:pt x="1112097" y="22252"/>
                </a:lnTo>
                <a:lnTo>
                  <a:pt x="1116012" y="19580"/>
                </a:lnTo>
                <a:lnTo>
                  <a:pt x="1119928" y="17074"/>
                </a:lnTo>
                <a:lnTo>
                  <a:pt x="1123844" y="14737"/>
                </a:lnTo>
                <a:lnTo>
                  <a:pt x="1127760" y="12568"/>
                </a:lnTo>
                <a:lnTo>
                  <a:pt x="1131676" y="10570"/>
                </a:lnTo>
                <a:lnTo>
                  <a:pt x="1135592" y="8742"/>
                </a:lnTo>
                <a:lnTo>
                  <a:pt x="1139508" y="7086"/>
                </a:lnTo>
                <a:lnTo>
                  <a:pt x="1143423" y="5602"/>
                </a:lnTo>
                <a:lnTo>
                  <a:pt x="1147339" y="4292"/>
                </a:lnTo>
                <a:lnTo>
                  <a:pt x="1151255" y="3155"/>
                </a:lnTo>
                <a:lnTo>
                  <a:pt x="1155171" y="2192"/>
                </a:lnTo>
                <a:lnTo>
                  <a:pt x="1159087" y="1403"/>
                </a:lnTo>
                <a:lnTo>
                  <a:pt x="1163003" y="789"/>
                </a:lnTo>
                <a:lnTo>
                  <a:pt x="1166918" y="351"/>
                </a:lnTo>
                <a:lnTo>
                  <a:pt x="1170834" y="88"/>
                </a:lnTo>
                <a:lnTo>
                  <a:pt x="1174750" y="0"/>
                </a:lnTo>
                <a:lnTo>
                  <a:pt x="1178666" y="88"/>
                </a:lnTo>
                <a:lnTo>
                  <a:pt x="1182582" y="351"/>
                </a:lnTo>
                <a:lnTo>
                  <a:pt x="1186497" y="789"/>
                </a:lnTo>
                <a:lnTo>
                  <a:pt x="1190413" y="1403"/>
                </a:lnTo>
                <a:lnTo>
                  <a:pt x="1194329" y="2192"/>
                </a:lnTo>
                <a:lnTo>
                  <a:pt x="1198245" y="3155"/>
                </a:lnTo>
                <a:lnTo>
                  <a:pt x="1202161" y="4292"/>
                </a:lnTo>
                <a:lnTo>
                  <a:pt x="1206077" y="5602"/>
                </a:lnTo>
                <a:lnTo>
                  <a:pt x="1209992" y="7086"/>
                </a:lnTo>
                <a:lnTo>
                  <a:pt x="1213908" y="8742"/>
                </a:lnTo>
                <a:lnTo>
                  <a:pt x="1217824" y="10570"/>
                </a:lnTo>
                <a:lnTo>
                  <a:pt x="1221740" y="12568"/>
                </a:lnTo>
                <a:lnTo>
                  <a:pt x="1225656" y="14737"/>
                </a:lnTo>
                <a:lnTo>
                  <a:pt x="1229572" y="17074"/>
                </a:lnTo>
                <a:lnTo>
                  <a:pt x="1233488" y="19580"/>
                </a:lnTo>
                <a:lnTo>
                  <a:pt x="1237403" y="22252"/>
                </a:lnTo>
                <a:lnTo>
                  <a:pt x="1241319" y="25090"/>
                </a:lnTo>
                <a:lnTo>
                  <a:pt x="1245235" y="28093"/>
                </a:lnTo>
                <a:lnTo>
                  <a:pt x="1249151" y="31259"/>
                </a:lnTo>
                <a:lnTo>
                  <a:pt x="1253067" y="34586"/>
                </a:lnTo>
                <a:lnTo>
                  <a:pt x="1256983" y="38074"/>
                </a:lnTo>
                <a:lnTo>
                  <a:pt x="1260898" y="41721"/>
                </a:lnTo>
                <a:lnTo>
                  <a:pt x="1264814" y="45524"/>
                </a:lnTo>
                <a:lnTo>
                  <a:pt x="1268730" y="49484"/>
                </a:lnTo>
                <a:lnTo>
                  <a:pt x="1272646" y="53597"/>
                </a:lnTo>
                <a:lnTo>
                  <a:pt x="1276562" y="57862"/>
                </a:lnTo>
                <a:lnTo>
                  <a:pt x="1280478" y="62277"/>
                </a:lnTo>
                <a:lnTo>
                  <a:pt x="1284393" y="66840"/>
                </a:lnTo>
                <a:lnTo>
                  <a:pt x="1288309" y="71549"/>
                </a:lnTo>
                <a:lnTo>
                  <a:pt x="1292225" y="76403"/>
                </a:lnTo>
                <a:lnTo>
                  <a:pt x="1296141" y="81398"/>
                </a:lnTo>
                <a:lnTo>
                  <a:pt x="1300057" y="86533"/>
                </a:lnTo>
                <a:lnTo>
                  <a:pt x="1303972" y="91806"/>
                </a:lnTo>
                <a:lnTo>
                  <a:pt x="1307888" y="97214"/>
                </a:lnTo>
                <a:lnTo>
                  <a:pt x="1311804" y="102755"/>
                </a:lnTo>
                <a:lnTo>
                  <a:pt x="1315720" y="108426"/>
                </a:lnTo>
                <a:lnTo>
                  <a:pt x="1319636" y="114225"/>
                </a:lnTo>
                <a:lnTo>
                  <a:pt x="1323552" y="120150"/>
                </a:lnTo>
                <a:lnTo>
                  <a:pt x="1327468" y="126197"/>
                </a:lnTo>
                <a:lnTo>
                  <a:pt x="1331383" y="132364"/>
                </a:lnTo>
                <a:lnTo>
                  <a:pt x="1335299" y="138649"/>
                </a:lnTo>
                <a:lnTo>
                  <a:pt x="1339215" y="145049"/>
                </a:lnTo>
                <a:lnTo>
                  <a:pt x="1343131" y="151560"/>
                </a:lnTo>
                <a:lnTo>
                  <a:pt x="1347047" y="158180"/>
                </a:lnTo>
                <a:lnTo>
                  <a:pt x="1350963" y="164907"/>
                </a:lnTo>
                <a:lnTo>
                  <a:pt x="1354878" y="171736"/>
                </a:lnTo>
                <a:lnTo>
                  <a:pt x="1358794" y="178666"/>
                </a:lnTo>
                <a:lnTo>
                  <a:pt x="1362710" y="185692"/>
                </a:lnTo>
                <a:lnTo>
                  <a:pt x="1366626" y="192813"/>
                </a:lnTo>
                <a:lnTo>
                  <a:pt x="1370542" y="200025"/>
                </a:lnTo>
                <a:lnTo>
                  <a:pt x="1374457" y="207324"/>
                </a:lnTo>
                <a:lnTo>
                  <a:pt x="1378373" y="214708"/>
                </a:lnTo>
                <a:lnTo>
                  <a:pt x="1382289" y="222174"/>
                </a:lnTo>
                <a:lnTo>
                  <a:pt x="1386205" y="229717"/>
                </a:lnTo>
                <a:lnTo>
                  <a:pt x="1390121" y="237335"/>
                </a:lnTo>
                <a:lnTo>
                  <a:pt x="1394037" y="245024"/>
                </a:lnTo>
                <a:lnTo>
                  <a:pt x="1397952" y="252782"/>
                </a:lnTo>
                <a:lnTo>
                  <a:pt x="1401868" y="260604"/>
                </a:lnTo>
                <a:lnTo>
                  <a:pt x="1405784" y="268487"/>
                </a:lnTo>
                <a:lnTo>
                  <a:pt x="1409700" y="276428"/>
                </a:lnTo>
                <a:lnTo>
                  <a:pt x="1413616" y="284423"/>
                </a:lnTo>
                <a:lnTo>
                  <a:pt x="1417532" y="292469"/>
                </a:lnTo>
                <a:lnTo>
                  <a:pt x="1421448" y="300562"/>
                </a:lnTo>
                <a:lnTo>
                  <a:pt x="1425363" y="308698"/>
                </a:lnTo>
                <a:lnTo>
                  <a:pt x="1429279" y="316875"/>
                </a:lnTo>
                <a:lnTo>
                  <a:pt x="1433195" y="325088"/>
                </a:lnTo>
                <a:lnTo>
                  <a:pt x="1437111" y="333334"/>
                </a:lnTo>
                <a:lnTo>
                  <a:pt x="1441027" y="341609"/>
                </a:lnTo>
                <a:lnTo>
                  <a:pt x="1444943" y="349910"/>
                </a:lnTo>
                <a:lnTo>
                  <a:pt x="1448858" y="358233"/>
                </a:lnTo>
                <a:lnTo>
                  <a:pt x="1452774" y="366575"/>
                </a:lnTo>
                <a:lnTo>
                  <a:pt x="1456690" y="374931"/>
                </a:lnTo>
                <a:lnTo>
                  <a:pt x="1460606" y="383298"/>
                </a:lnTo>
                <a:lnTo>
                  <a:pt x="1464522" y="391672"/>
                </a:lnTo>
                <a:lnTo>
                  <a:pt x="1468437" y="400050"/>
                </a:lnTo>
                <a:lnTo>
                  <a:pt x="1472353" y="408428"/>
                </a:lnTo>
                <a:lnTo>
                  <a:pt x="1476269" y="416802"/>
                </a:lnTo>
                <a:lnTo>
                  <a:pt x="1480185" y="425169"/>
                </a:lnTo>
                <a:lnTo>
                  <a:pt x="1484101" y="433525"/>
                </a:lnTo>
                <a:lnTo>
                  <a:pt x="1488017" y="441867"/>
                </a:lnTo>
                <a:lnTo>
                  <a:pt x="1491933" y="450190"/>
                </a:lnTo>
                <a:lnTo>
                  <a:pt x="1495848" y="458491"/>
                </a:lnTo>
                <a:lnTo>
                  <a:pt x="1499764" y="466766"/>
                </a:lnTo>
                <a:lnTo>
                  <a:pt x="1503680" y="475012"/>
                </a:lnTo>
                <a:lnTo>
                  <a:pt x="1507596" y="483225"/>
                </a:lnTo>
                <a:lnTo>
                  <a:pt x="1511512" y="491402"/>
                </a:lnTo>
                <a:lnTo>
                  <a:pt x="1515428" y="499538"/>
                </a:lnTo>
                <a:lnTo>
                  <a:pt x="1519343" y="507631"/>
                </a:lnTo>
                <a:lnTo>
                  <a:pt x="1523259" y="515677"/>
                </a:lnTo>
                <a:lnTo>
                  <a:pt x="1527175" y="523672"/>
                </a:lnTo>
                <a:lnTo>
                  <a:pt x="1531091" y="531613"/>
                </a:lnTo>
                <a:lnTo>
                  <a:pt x="1535007" y="539496"/>
                </a:lnTo>
                <a:lnTo>
                  <a:pt x="1538922" y="547318"/>
                </a:lnTo>
                <a:lnTo>
                  <a:pt x="1542838" y="555076"/>
                </a:lnTo>
                <a:lnTo>
                  <a:pt x="1546754" y="562765"/>
                </a:lnTo>
                <a:lnTo>
                  <a:pt x="1550670" y="570383"/>
                </a:lnTo>
                <a:lnTo>
                  <a:pt x="1554586" y="577926"/>
                </a:lnTo>
                <a:lnTo>
                  <a:pt x="1558502" y="585392"/>
                </a:lnTo>
                <a:lnTo>
                  <a:pt x="1562417" y="592776"/>
                </a:lnTo>
                <a:lnTo>
                  <a:pt x="1566333" y="600075"/>
                </a:lnTo>
                <a:lnTo>
                  <a:pt x="1570249" y="607287"/>
                </a:lnTo>
                <a:lnTo>
                  <a:pt x="1574165" y="614408"/>
                </a:lnTo>
                <a:lnTo>
                  <a:pt x="1578081" y="621434"/>
                </a:lnTo>
                <a:lnTo>
                  <a:pt x="1581997" y="628364"/>
                </a:lnTo>
                <a:lnTo>
                  <a:pt x="1585913" y="635193"/>
                </a:lnTo>
                <a:lnTo>
                  <a:pt x="1589828" y="641920"/>
                </a:lnTo>
                <a:lnTo>
                  <a:pt x="1593744" y="648540"/>
                </a:lnTo>
                <a:lnTo>
                  <a:pt x="1597660" y="655051"/>
                </a:lnTo>
                <a:lnTo>
                  <a:pt x="1601576" y="661451"/>
                </a:lnTo>
                <a:lnTo>
                  <a:pt x="1605492" y="667736"/>
                </a:lnTo>
                <a:lnTo>
                  <a:pt x="1609408" y="673903"/>
                </a:lnTo>
                <a:lnTo>
                  <a:pt x="1613323" y="679950"/>
                </a:lnTo>
                <a:lnTo>
                  <a:pt x="1617239" y="685875"/>
                </a:lnTo>
                <a:lnTo>
                  <a:pt x="1621155" y="691674"/>
                </a:lnTo>
                <a:lnTo>
                  <a:pt x="1625071" y="697345"/>
                </a:lnTo>
                <a:lnTo>
                  <a:pt x="1628987" y="702886"/>
                </a:lnTo>
                <a:lnTo>
                  <a:pt x="1632903" y="708294"/>
                </a:lnTo>
                <a:lnTo>
                  <a:pt x="1636818" y="713567"/>
                </a:lnTo>
                <a:lnTo>
                  <a:pt x="1640734" y="718702"/>
                </a:lnTo>
                <a:lnTo>
                  <a:pt x="1644650" y="723697"/>
                </a:lnTo>
                <a:lnTo>
                  <a:pt x="1648566" y="728551"/>
                </a:lnTo>
                <a:lnTo>
                  <a:pt x="1652482" y="733260"/>
                </a:lnTo>
                <a:lnTo>
                  <a:pt x="1656397" y="737823"/>
                </a:lnTo>
                <a:lnTo>
                  <a:pt x="1660313" y="742238"/>
                </a:lnTo>
                <a:lnTo>
                  <a:pt x="1664229" y="746503"/>
                </a:lnTo>
                <a:lnTo>
                  <a:pt x="1668145" y="750616"/>
                </a:lnTo>
                <a:lnTo>
                  <a:pt x="1672061" y="754576"/>
                </a:lnTo>
                <a:lnTo>
                  <a:pt x="1675977" y="758379"/>
                </a:lnTo>
                <a:lnTo>
                  <a:pt x="1679893" y="762026"/>
                </a:lnTo>
                <a:lnTo>
                  <a:pt x="1683808" y="765514"/>
                </a:lnTo>
                <a:lnTo>
                  <a:pt x="1687724" y="768841"/>
                </a:lnTo>
                <a:lnTo>
                  <a:pt x="1691640" y="772007"/>
                </a:lnTo>
                <a:lnTo>
                  <a:pt x="1695556" y="775010"/>
                </a:lnTo>
                <a:lnTo>
                  <a:pt x="1699472" y="777848"/>
                </a:lnTo>
                <a:lnTo>
                  <a:pt x="1703388" y="780520"/>
                </a:lnTo>
                <a:lnTo>
                  <a:pt x="1707303" y="783026"/>
                </a:lnTo>
                <a:lnTo>
                  <a:pt x="1711219" y="785363"/>
                </a:lnTo>
                <a:lnTo>
                  <a:pt x="1715135" y="787532"/>
                </a:lnTo>
                <a:lnTo>
                  <a:pt x="1719051" y="789530"/>
                </a:lnTo>
                <a:lnTo>
                  <a:pt x="1722967" y="791358"/>
                </a:lnTo>
                <a:lnTo>
                  <a:pt x="1726882" y="793014"/>
                </a:lnTo>
                <a:lnTo>
                  <a:pt x="1730798" y="794498"/>
                </a:lnTo>
                <a:lnTo>
                  <a:pt x="1734714" y="795808"/>
                </a:lnTo>
                <a:lnTo>
                  <a:pt x="1738630" y="796945"/>
                </a:lnTo>
                <a:lnTo>
                  <a:pt x="1742546" y="797908"/>
                </a:lnTo>
                <a:lnTo>
                  <a:pt x="1746462" y="798697"/>
                </a:lnTo>
                <a:lnTo>
                  <a:pt x="1750377" y="799311"/>
                </a:lnTo>
                <a:lnTo>
                  <a:pt x="1754293" y="799749"/>
                </a:lnTo>
                <a:lnTo>
                  <a:pt x="1758209" y="800012"/>
                </a:lnTo>
                <a:lnTo>
                  <a:pt x="1762125" y="800100"/>
                </a:lnTo>
                <a:lnTo>
                  <a:pt x="1766041" y="800012"/>
                </a:lnTo>
                <a:lnTo>
                  <a:pt x="1769957" y="799749"/>
                </a:lnTo>
                <a:lnTo>
                  <a:pt x="1773873" y="799311"/>
                </a:lnTo>
                <a:lnTo>
                  <a:pt x="1777788" y="798697"/>
                </a:lnTo>
                <a:lnTo>
                  <a:pt x="1781704" y="797908"/>
                </a:lnTo>
                <a:lnTo>
                  <a:pt x="1785620" y="796945"/>
                </a:lnTo>
                <a:lnTo>
                  <a:pt x="1789536" y="795808"/>
                </a:lnTo>
                <a:lnTo>
                  <a:pt x="1793452" y="794498"/>
                </a:lnTo>
                <a:lnTo>
                  <a:pt x="1797368" y="793014"/>
                </a:lnTo>
                <a:lnTo>
                  <a:pt x="1801283" y="791358"/>
                </a:lnTo>
                <a:lnTo>
                  <a:pt x="1805199" y="789530"/>
                </a:lnTo>
                <a:lnTo>
                  <a:pt x="1809115" y="787532"/>
                </a:lnTo>
                <a:lnTo>
                  <a:pt x="1813031" y="785363"/>
                </a:lnTo>
                <a:lnTo>
                  <a:pt x="1816947" y="783026"/>
                </a:lnTo>
                <a:lnTo>
                  <a:pt x="1820862" y="780520"/>
                </a:lnTo>
                <a:lnTo>
                  <a:pt x="1824778" y="777848"/>
                </a:lnTo>
                <a:lnTo>
                  <a:pt x="1828694" y="775010"/>
                </a:lnTo>
                <a:lnTo>
                  <a:pt x="1832610" y="772007"/>
                </a:lnTo>
                <a:lnTo>
                  <a:pt x="1836526" y="768841"/>
                </a:lnTo>
                <a:lnTo>
                  <a:pt x="1840442" y="765514"/>
                </a:lnTo>
                <a:lnTo>
                  <a:pt x="1844358" y="762026"/>
                </a:lnTo>
                <a:lnTo>
                  <a:pt x="1848273" y="758379"/>
                </a:lnTo>
                <a:lnTo>
                  <a:pt x="1852189" y="754576"/>
                </a:lnTo>
                <a:lnTo>
                  <a:pt x="1856105" y="750616"/>
                </a:lnTo>
                <a:lnTo>
                  <a:pt x="1860021" y="746503"/>
                </a:lnTo>
                <a:lnTo>
                  <a:pt x="1863937" y="742238"/>
                </a:lnTo>
                <a:lnTo>
                  <a:pt x="1867853" y="737823"/>
                </a:lnTo>
                <a:lnTo>
                  <a:pt x="1871768" y="733260"/>
                </a:lnTo>
                <a:lnTo>
                  <a:pt x="1875684" y="728551"/>
                </a:lnTo>
                <a:lnTo>
                  <a:pt x="1879600" y="723697"/>
                </a:lnTo>
                <a:lnTo>
                  <a:pt x="1883516" y="718702"/>
                </a:lnTo>
                <a:lnTo>
                  <a:pt x="1887432" y="713567"/>
                </a:lnTo>
                <a:lnTo>
                  <a:pt x="1891347" y="708294"/>
                </a:lnTo>
                <a:lnTo>
                  <a:pt x="1895263" y="702886"/>
                </a:lnTo>
                <a:lnTo>
                  <a:pt x="1899179" y="697345"/>
                </a:lnTo>
                <a:lnTo>
                  <a:pt x="1903095" y="691674"/>
                </a:lnTo>
                <a:lnTo>
                  <a:pt x="1907011" y="685875"/>
                </a:lnTo>
                <a:lnTo>
                  <a:pt x="1910927" y="679950"/>
                </a:lnTo>
                <a:lnTo>
                  <a:pt x="1914842" y="673903"/>
                </a:lnTo>
                <a:lnTo>
                  <a:pt x="1918758" y="667736"/>
                </a:lnTo>
                <a:lnTo>
                  <a:pt x="1922674" y="661451"/>
                </a:lnTo>
                <a:lnTo>
                  <a:pt x="1926590" y="655051"/>
                </a:lnTo>
                <a:lnTo>
                  <a:pt x="1930506" y="648540"/>
                </a:lnTo>
                <a:lnTo>
                  <a:pt x="1934422" y="641920"/>
                </a:lnTo>
                <a:lnTo>
                  <a:pt x="1938338" y="635193"/>
                </a:lnTo>
                <a:lnTo>
                  <a:pt x="1942253" y="628364"/>
                </a:lnTo>
                <a:lnTo>
                  <a:pt x="1946169" y="621434"/>
                </a:lnTo>
                <a:lnTo>
                  <a:pt x="1950085" y="614408"/>
                </a:lnTo>
                <a:lnTo>
                  <a:pt x="1954001" y="607287"/>
                </a:lnTo>
                <a:lnTo>
                  <a:pt x="1957917" y="600075"/>
                </a:lnTo>
                <a:lnTo>
                  <a:pt x="1961833" y="592776"/>
                </a:lnTo>
                <a:lnTo>
                  <a:pt x="1965748" y="585392"/>
                </a:lnTo>
                <a:lnTo>
                  <a:pt x="1969664" y="577926"/>
                </a:lnTo>
                <a:lnTo>
                  <a:pt x="1973580" y="570383"/>
                </a:lnTo>
                <a:lnTo>
                  <a:pt x="1977496" y="562765"/>
                </a:lnTo>
                <a:lnTo>
                  <a:pt x="1981412" y="555076"/>
                </a:lnTo>
                <a:lnTo>
                  <a:pt x="1985328" y="547318"/>
                </a:lnTo>
                <a:lnTo>
                  <a:pt x="1989243" y="539496"/>
                </a:lnTo>
                <a:lnTo>
                  <a:pt x="1993159" y="531613"/>
                </a:lnTo>
                <a:lnTo>
                  <a:pt x="1997075" y="523672"/>
                </a:lnTo>
                <a:lnTo>
                  <a:pt x="2000991" y="515677"/>
                </a:lnTo>
                <a:lnTo>
                  <a:pt x="2004907" y="507631"/>
                </a:lnTo>
                <a:lnTo>
                  <a:pt x="2008822" y="499538"/>
                </a:lnTo>
                <a:lnTo>
                  <a:pt x="2012738" y="491402"/>
                </a:lnTo>
                <a:lnTo>
                  <a:pt x="2016654" y="483225"/>
                </a:lnTo>
                <a:lnTo>
                  <a:pt x="2020570" y="475012"/>
                </a:lnTo>
                <a:lnTo>
                  <a:pt x="2024486" y="466766"/>
                </a:lnTo>
                <a:lnTo>
                  <a:pt x="2028402" y="458491"/>
                </a:lnTo>
                <a:lnTo>
                  <a:pt x="2032318" y="450190"/>
                </a:lnTo>
                <a:lnTo>
                  <a:pt x="2036233" y="441867"/>
                </a:lnTo>
                <a:lnTo>
                  <a:pt x="2040149" y="433525"/>
                </a:lnTo>
                <a:lnTo>
                  <a:pt x="2044065" y="425169"/>
                </a:lnTo>
                <a:lnTo>
                  <a:pt x="2047981" y="416802"/>
                </a:lnTo>
                <a:lnTo>
                  <a:pt x="2051897" y="408428"/>
                </a:lnTo>
                <a:lnTo>
                  <a:pt x="2055813" y="400050"/>
                </a:lnTo>
                <a:lnTo>
                  <a:pt x="2059728" y="391672"/>
                </a:lnTo>
                <a:lnTo>
                  <a:pt x="2063644" y="383298"/>
                </a:lnTo>
                <a:lnTo>
                  <a:pt x="2067560" y="374931"/>
                </a:lnTo>
                <a:lnTo>
                  <a:pt x="2071476" y="366575"/>
                </a:lnTo>
                <a:lnTo>
                  <a:pt x="2075392" y="358233"/>
                </a:lnTo>
                <a:lnTo>
                  <a:pt x="2079307" y="349910"/>
                </a:lnTo>
                <a:lnTo>
                  <a:pt x="2083223" y="341609"/>
                </a:lnTo>
                <a:lnTo>
                  <a:pt x="2087139" y="333334"/>
                </a:lnTo>
                <a:lnTo>
                  <a:pt x="2091055" y="325088"/>
                </a:lnTo>
                <a:lnTo>
                  <a:pt x="2094971" y="316875"/>
                </a:lnTo>
                <a:lnTo>
                  <a:pt x="2098887" y="308698"/>
                </a:lnTo>
                <a:lnTo>
                  <a:pt x="2102803" y="300562"/>
                </a:lnTo>
                <a:lnTo>
                  <a:pt x="2106718" y="292469"/>
                </a:lnTo>
                <a:lnTo>
                  <a:pt x="2110634" y="284423"/>
                </a:lnTo>
                <a:lnTo>
                  <a:pt x="2114550" y="276428"/>
                </a:lnTo>
                <a:lnTo>
                  <a:pt x="2118466" y="268487"/>
                </a:lnTo>
                <a:lnTo>
                  <a:pt x="2122382" y="260604"/>
                </a:lnTo>
                <a:lnTo>
                  <a:pt x="2126298" y="252782"/>
                </a:lnTo>
                <a:lnTo>
                  <a:pt x="2130213" y="245024"/>
                </a:lnTo>
                <a:lnTo>
                  <a:pt x="2134129" y="237335"/>
                </a:lnTo>
                <a:lnTo>
                  <a:pt x="2138045" y="229717"/>
                </a:lnTo>
                <a:lnTo>
                  <a:pt x="2141961" y="222174"/>
                </a:lnTo>
                <a:lnTo>
                  <a:pt x="2145877" y="214708"/>
                </a:lnTo>
                <a:lnTo>
                  <a:pt x="2149793" y="207324"/>
                </a:lnTo>
                <a:lnTo>
                  <a:pt x="2153708" y="200025"/>
                </a:lnTo>
                <a:lnTo>
                  <a:pt x="2157624" y="192813"/>
                </a:lnTo>
                <a:lnTo>
                  <a:pt x="2161540" y="185692"/>
                </a:lnTo>
                <a:lnTo>
                  <a:pt x="2165456" y="178666"/>
                </a:lnTo>
                <a:lnTo>
                  <a:pt x="2169372" y="171736"/>
                </a:lnTo>
                <a:lnTo>
                  <a:pt x="2173288" y="164907"/>
                </a:lnTo>
                <a:lnTo>
                  <a:pt x="2177203" y="158180"/>
                </a:lnTo>
                <a:lnTo>
                  <a:pt x="2181119" y="151560"/>
                </a:lnTo>
                <a:lnTo>
                  <a:pt x="2185035" y="145049"/>
                </a:lnTo>
                <a:lnTo>
                  <a:pt x="2188951" y="138649"/>
                </a:lnTo>
                <a:lnTo>
                  <a:pt x="2192867" y="132364"/>
                </a:lnTo>
                <a:lnTo>
                  <a:pt x="2196782" y="126197"/>
                </a:lnTo>
                <a:lnTo>
                  <a:pt x="2200698" y="120150"/>
                </a:lnTo>
                <a:lnTo>
                  <a:pt x="2204614" y="114225"/>
                </a:lnTo>
                <a:lnTo>
                  <a:pt x="2208530" y="108426"/>
                </a:lnTo>
                <a:lnTo>
                  <a:pt x="2212446" y="102755"/>
                </a:lnTo>
                <a:lnTo>
                  <a:pt x="2216362" y="97214"/>
                </a:lnTo>
                <a:lnTo>
                  <a:pt x="2220277" y="91806"/>
                </a:lnTo>
                <a:lnTo>
                  <a:pt x="2224193" y="86533"/>
                </a:lnTo>
                <a:lnTo>
                  <a:pt x="2228109" y="81398"/>
                </a:lnTo>
                <a:lnTo>
                  <a:pt x="2232025" y="76403"/>
                </a:lnTo>
                <a:lnTo>
                  <a:pt x="2235941" y="71549"/>
                </a:lnTo>
                <a:lnTo>
                  <a:pt x="2239857" y="66840"/>
                </a:lnTo>
                <a:lnTo>
                  <a:pt x="2243772" y="62277"/>
                </a:lnTo>
                <a:lnTo>
                  <a:pt x="2247688" y="57862"/>
                </a:lnTo>
                <a:lnTo>
                  <a:pt x="2251604" y="53597"/>
                </a:lnTo>
                <a:lnTo>
                  <a:pt x="2255520" y="49484"/>
                </a:lnTo>
                <a:lnTo>
                  <a:pt x="2259436" y="45524"/>
                </a:lnTo>
                <a:lnTo>
                  <a:pt x="2263352" y="41721"/>
                </a:lnTo>
                <a:lnTo>
                  <a:pt x="2267267" y="38074"/>
                </a:lnTo>
                <a:lnTo>
                  <a:pt x="2271183" y="34586"/>
                </a:lnTo>
                <a:lnTo>
                  <a:pt x="2275099" y="31259"/>
                </a:lnTo>
                <a:lnTo>
                  <a:pt x="2279015" y="28093"/>
                </a:lnTo>
                <a:lnTo>
                  <a:pt x="2282931" y="25090"/>
                </a:lnTo>
                <a:lnTo>
                  <a:pt x="2286847" y="22252"/>
                </a:lnTo>
                <a:lnTo>
                  <a:pt x="2290763" y="19580"/>
                </a:lnTo>
                <a:lnTo>
                  <a:pt x="2294678" y="17074"/>
                </a:lnTo>
                <a:lnTo>
                  <a:pt x="2298594" y="14737"/>
                </a:lnTo>
                <a:lnTo>
                  <a:pt x="2302510" y="12568"/>
                </a:lnTo>
                <a:lnTo>
                  <a:pt x="2306426" y="10570"/>
                </a:lnTo>
                <a:lnTo>
                  <a:pt x="2310342" y="8742"/>
                </a:lnTo>
                <a:lnTo>
                  <a:pt x="2314258" y="7086"/>
                </a:lnTo>
                <a:lnTo>
                  <a:pt x="2318173" y="5602"/>
                </a:lnTo>
                <a:lnTo>
                  <a:pt x="2322089" y="4292"/>
                </a:lnTo>
                <a:lnTo>
                  <a:pt x="2326005" y="3155"/>
                </a:lnTo>
                <a:lnTo>
                  <a:pt x="2329921" y="2192"/>
                </a:lnTo>
                <a:lnTo>
                  <a:pt x="2333837" y="1403"/>
                </a:lnTo>
                <a:lnTo>
                  <a:pt x="2337753" y="789"/>
                </a:lnTo>
                <a:lnTo>
                  <a:pt x="2341668" y="351"/>
                </a:lnTo>
                <a:lnTo>
                  <a:pt x="2345584" y="88"/>
                </a:lnTo>
                <a:lnTo>
                  <a:pt x="2349500" y="0"/>
                </a:lnTo>
                <a:lnTo>
                  <a:pt x="2353416" y="88"/>
                </a:lnTo>
                <a:lnTo>
                  <a:pt x="2357332" y="351"/>
                </a:lnTo>
                <a:lnTo>
                  <a:pt x="2361248" y="789"/>
                </a:lnTo>
                <a:lnTo>
                  <a:pt x="2365163" y="1403"/>
                </a:lnTo>
                <a:lnTo>
                  <a:pt x="2369079" y="2192"/>
                </a:lnTo>
                <a:lnTo>
                  <a:pt x="2372995" y="3155"/>
                </a:lnTo>
                <a:lnTo>
                  <a:pt x="2376911" y="4292"/>
                </a:lnTo>
                <a:lnTo>
                  <a:pt x="2380827" y="5602"/>
                </a:lnTo>
                <a:lnTo>
                  <a:pt x="2384743" y="7086"/>
                </a:lnTo>
                <a:lnTo>
                  <a:pt x="2388658" y="8742"/>
                </a:lnTo>
                <a:lnTo>
                  <a:pt x="2392574" y="10570"/>
                </a:lnTo>
                <a:lnTo>
                  <a:pt x="2396490" y="12568"/>
                </a:lnTo>
                <a:lnTo>
                  <a:pt x="2400406" y="14737"/>
                </a:lnTo>
                <a:lnTo>
                  <a:pt x="2404322" y="17074"/>
                </a:lnTo>
                <a:lnTo>
                  <a:pt x="2408237" y="19580"/>
                </a:lnTo>
                <a:lnTo>
                  <a:pt x="2412153" y="22252"/>
                </a:lnTo>
                <a:lnTo>
                  <a:pt x="2416069" y="25090"/>
                </a:lnTo>
                <a:lnTo>
                  <a:pt x="2419985" y="28093"/>
                </a:lnTo>
                <a:lnTo>
                  <a:pt x="2423901" y="31259"/>
                </a:lnTo>
                <a:lnTo>
                  <a:pt x="2427817" y="34586"/>
                </a:lnTo>
                <a:lnTo>
                  <a:pt x="2431732" y="38074"/>
                </a:lnTo>
                <a:lnTo>
                  <a:pt x="2435648" y="41721"/>
                </a:lnTo>
                <a:lnTo>
                  <a:pt x="2439564" y="45524"/>
                </a:lnTo>
                <a:lnTo>
                  <a:pt x="2443480" y="49484"/>
                </a:lnTo>
                <a:lnTo>
                  <a:pt x="2447396" y="53597"/>
                </a:lnTo>
                <a:lnTo>
                  <a:pt x="2451312" y="57862"/>
                </a:lnTo>
                <a:lnTo>
                  <a:pt x="2455228" y="62277"/>
                </a:lnTo>
                <a:lnTo>
                  <a:pt x="2459143" y="66840"/>
                </a:lnTo>
                <a:lnTo>
                  <a:pt x="2463059" y="71549"/>
                </a:lnTo>
                <a:lnTo>
                  <a:pt x="2466975" y="76403"/>
                </a:lnTo>
                <a:lnTo>
                  <a:pt x="2470891" y="81398"/>
                </a:lnTo>
                <a:lnTo>
                  <a:pt x="2474807" y="86533"/>
                </a:lnTo>
                <a:lnTo>
                  <a:pt x="2478723" y="91806"/>
                </a:lnTo>
                <a:lnTo>
                  <a:pt x="2482638" y="97214"/>
                </a:lnTo>
                <a:lnTo>
                  <a:pt x="2486554" y="102755"/>
                </a:lnTo>
                <a:lnTo>
                  <a:pt x="2490470" y="108426"/>
                </a:lnTo>
                <a:lnTo>
                  <a:pt x="2494386" y="114225"/>
                </a:lnTo>
                <a:lnTo>
                  <a:pt x="2498302" y="120150"/>
                </a:lnTo>
                <a:lnTo>
                  <a:pt x="2502218" y="126197"/>
                </a:lnTo>
                <a:lnTo>
                  <a:pt x="2506133" y="132364"/>
                </a:lnTo>
                <a:lnTo>
                  <a:pt x="2510049" y="138649"/>
                </a:lnTo>
                <a:lnTo>
                  <a:pt x="2513965" y="145049"/>
                </a:lnTo>
                <a:lnTo>
                  <a:pt x="2517881" y="151560"/>
                </a:lnTo>
                <a:lnTo>
                  <a:pt x="2521797" y="158180"/>
                </a:lnTo>
                <a:lnTo>
                  <a:pt x="2525713" y="164907"/>
                </a:lnTo>
                <a:lnTo>
                  <a:pt x="2529628" y="171736"/>
                </a:lnTo>
                <a:lnTo>
                  <a:pt x="2533544" y="178666"/>
                </a:lnTo>
                <a:lnTo>
                  <a:pt x="2537460" y="185692"/>
                </a:lnTo>
                <a:lnTo>
                  <a:pt x="2541376" y="192813"/>
                </a:lnTo>
                <a:lnTo>
                  <a:pt x="2545292" y="200025"/>
                </a:lnTo>
                <a:lnTo>
                  <a:pt x="2549207" y="207324"/>
                </a:lnTo>
                <a:lnTo>
                  <a:pt x="2553123" y="214708"/>
                </a:lnTo>
                <a:lnTo>
                  <a:pt x="2557039" y="222174"/>
                </a:lnTo>
                <a:lnTo>
                  <a:pt x="2560955" y="229717"/>
                </a:lnTo>
                <a:lnTo>
                  <a:pt x="2564871" y="237335"/>
                </a:lnTo>
                <a:lnTo>
                  <a:pt x="2568787" y="245024"/>
                </a:lnTo>
                <a:lnTo>
                  <a:pt x="2572702" y="252782"/>
                </a:lnTo>
                <a:lnTo>
                  <a:pt x="2576618" y="260604"/>
                </a:lnTo>
                <a:lnTo>
                  <a:pt x="2580534" y="268487"/>
                </a:lnTo>
                <a:lnTo>
                  <a:pt x="2584450" y="276428"/>
                </a:lnTo>
                <a:lnTo>
                  <a:pt x="2588366" y="284423"/>
                </a:lnTo>
                <a:lnTo>
                  <a:pt x="2592282" y="292469"/>
                </a:lnTo>
                <a:lnTo>
                  <a:pt x="2596197" y="300562"/>
                </a:lnTo>
                <a:lnTo>
                  <a:pt x="2600113" y="308698"/>
                </a:lnTo>
                <a:lnTo>
                  <a:pt x="2604029" y="316875"/>
                </a:lnTo>
                <a:lnTo>
                  <a:pt x="2607945" y="325088"/>
                </a:lnTo>
                <a:lnTo>
                  <a:pt x="2611861" y="333334"/>
                </a:lnTo>
                <a:lnTo>
                  <a:pt x="2615777" y="341609"/>
                </a:lnTo>
                <a:lnTo>
                  <a:pt x="2619692" y="349910"/>
                </a:lnTo>
                <a:lnTo>
                  <a:pt x="2623608" y="358233"/>
                </a:lnTo>
                <a:lnTo>
                  <a:pt x="2627524" y="366575"/>
                </a:lnTo>
                <a:lnTo>
                  <a:pt x="2631440" y="374931"/>
                </a:lnTo>
                <a:lnTo>
                  <a:pt x="2635356" y="383298"/>
                </a:lnTo>
                <a:lnTo>
                  <a:pt x="2639272" y="391672"/>
                </a:lnTo>
                <a:lnTo>
                  <a:pt x="2643188" y="400050"/>
                </a:lnTo>
                <a:lnTo>
                  <a:pt x="2647103" y="408428"/>
                </a:lnTo>
                <a:lnTo>
                  <a:pt x="2651019" y="416802"/>
                </a:lnTo>
                <a:lnTo>
                  <a:pt x="2654935" y="425169"/>
                </a:lnTo>
                <a:lnTo>
                  <a:pt x="2658851" y="433525"/>
                </a:lnTo>
                <a:lnTo>
                  <a:pt x="2662767" y="441867"/>
                </a:lnTo>
                <a:lnTo>
                  <a:pt x="2666683" y="450190"/>
                </a:lnTo>
                <a:lnTo>
                  <a:pt x="2670598" y="458491"/>
                </a:lnTo>
                <a:lnTo>
                  <a:pt x="2674514" y="466766"/>
                </a:lnTo>
                <a:lnTo>
                  <a:pt x="2678430" y="475012"/>
                </a:lnTo>
                <a:lnTo>
                  <a:pt x="2682346" y="483225"/>
                </a:lnTo>
                <a:lnTo>
                  <a:pt x="2686262" y="491402"/>
                </a:lnTo>
                <a:lnTo>
                  <a:pt x="2690178" y="499538"/>
                </a:lnTo>
                <a:lnTo>
                  <a:pt x="2694093" y="507631"/>
                </a:lnTo>
                <a:lnTo>
                  <a:pt x="2698009" y="515677"/>
                </a:lnTo>
                <a:lnTo>
                  <a:pt x="2701925" y="523672"/>
                </a:lnTo>
                <a:lnTo>
                  <a:pt x="2705841" y="531613"/>
                </a:lnTo>
                <a:lnTo>
                  <a:pt x="2709757" y="539496"/>
                </a:lnTo>
                <a:lnTo>
                  <a:pt x="2713673" y="547318"/>
                </a:lnTo>
                <a:lnTo>
                  <a:pt x="2717588" y="555076"/>
                </a:lnTo>
                <a:lnTo>
                  <a:pt x="2721504" y="562765"/>
                </a:lnTo>
                <a:lnTo>
                  <a:pt x="2725420" y="570383"/>
                </a:lnTo>
                <a:lnTo>
                  <a:pt x="2729336" y="577926"/>
                </a:lnTo>
                <a:lnTo>
                  <a:pt x="2733252" y="585392"/>
                </a:lnTo>
                <a:lnTo>
                  <a:pt x="2737168" y="592776"/>
                </a:lnTo>
                <a:lnTo>
                  <a:pt x="2741083" y="600075"/>
                </a:lnTo>
                <a:lnTo>
                  <a:pt x="2744999" y="607287"/>
                </a:lnTo>
                <a:lnTo>
                  <a:pt x="2748915" y="614408"/>
                </a:lnTo>
                <a:lnTo>
                  <a:pt x="2752831" y="621434"/>
                </a:lnTo>
                <a:lnTo>
                  <a:pt x="2756747" y="628364"/>
                </a:lnTo>
                <a:lnTo>
                  <a:pt x="2760662" y="635193"/>
                </a:lnTo>
                <a:lnTo>
                  <a:pt x="2764578" y="641920"/>
                </a:lnTo>
                <a:lnTo>
                  <a:pt x="2768494" y="648540"/>
                </a:lnTo>
                <a:lnTo>
                  <a:pt x="2772410" y="655051"/>
                </a:lnTo>
                <a:lnTo>
                  <a:pt x="2776326" y="661451"/>
                </a:lnTo>
                <a:lnTo>
                  <a:pt x="2780242" y="667736"/>
                </a:lnTo>
                <a:lnTo>
                  <a:pt x="2784157" y="673903"/>
                </a:lnTo>
                <a:lnTo>
                  <a:pt x="2788073" y="679950"/>
                </a:lnTo>
                <a:lnTo>
                  <a:pt x="2791989" y="685875"/>
                </a:lnTo>
                <a:lnTo>
                  <a:pt x="2795905" y="691674"/>
                </a:lnTo>
                <a:lnTo>
                  <a:pt x="2799821" y="697345"/>
                </a:lnTo>
                <a:lnTo>
                  <a:pt x="2803737" y="702886"/>
                </a:lnTo>
                <a:lnTo>
                  <a:pt x="2807653" y="708294"/>
                </a:lnTo>
                <a:lnTo>
                  <a:pt x="2811568" y="713567"/>
                </a:lnTo>
                <a:lnTo>
                  <a:pt x="2815484" y="718702"/>
                </a:lnTo>
                <a:lnTo>
                  <a:pt x="2819400" y="723697"/>
                </a:lnTo>
                <a:lnTo>
                  <a:pt x="2823316" y="728551"/>
                </a:lnTo>
                <a:lnTo>
                  <a:pt x="2827232" y="733260"/>
                </a:lnTo>
                <a:lnTo>
                  <a:pt x="2831148" y="737823"/>
                </a:lnTo>
                <a:lnTo>
                  <a:pt x="2835063" y="742238"/>
                </a:lnTo>
                <a:lnTo>
                  <a:pt x="2838979" y="746503"/>
                </a:lnTo>
                <a:lnTo>
                  <a:pt x="2842895" y="750616"/>
                </a:lnTo>
                <a:lnTo>
                  <a:pt x="2846811" y="754576"/>
                </a:lnTo>
                <a:lnTo>
                  <a:pt x="2850727" y="758379"/>
                </a:lnTo>
                <a:lnTo>
                  <a:pt x="2854643" y="762026"/>
                </a:lnTo>
                <a:lnTo>
                  <a:pt x="2858558" y="765514"/>
                </a:lnTo>
                <a:lnTo>
                  <a:pt x="2862474" y="768841"/>
                </a:lnTo>
                <a:lnTo>
                  <a:pt x="2866390" y="772007"/>
                </a:lnTo>
                <a:lnTo>
                  <a:pt x="2870306" y="775010"/>
                </a:lnTo>
                <a:lnTo>
                  <a:pt x="2874222" y="777848"/>
                </a:lnTo>
                <a:lnTo>
                  <a:pt x="2878138" y="780520"/>
                </a:lnTo>
                <a:lnTo>
                  <a:pt x="2882053" y="783026"/>
                </a:lnTo>
                <a:lnTo>
                  <a:pt x="2885969" y="785363"/>
                </a:lnTo>
                <a:lnTo>
                  <a:pt x="2889885" y="787532"/>
                </a:lnTo>
                <a:lnTo>
                  <a:pt x="2893801" y="789530"/>
                </a:lnTo>
                <a:lnTo>
                  <a:pt x="2897717" y="791358"/>
                </a:lnTo>
                <a:lnTo>
                  <a:pt x="2901632" y="793014"/>
                </a:lnTo>
                <a:lnTo>
                  <a:pt x="2905548" y="794498"/>
                </a:lnTo>
                <a:lnTo>
                  <a:pt x="2909464" y="795808"/>
                </a:lnTo>
                <a:lnTo>
                  <a:pt x="2913380" y="796945"/>
                </a:lnTo>
                <a:lnTo>
                  <a:pt x="2917296" y="797908"/>
                </a:lnTo>
                <a:lnTo>
                  <a:pt x="2921212" y="798697"/>
                </a:lnTo>
                <a:lnTo>
                  <a:pt x="2925127" y="799311"/>
                </a:lnTo>
                <a:lnTo>
                  <a:pt x="2929043" y="799749"/>
                </a:lnTo>
                <a:lnTo>
                  <a:pt x="2932959" y="800012"/>
                </a:lnTo>
                <a:lnTo>
                  <a:pt x="2936875" y="800100"/>
                </a:lnTo>
                <a:lnTo>
                  <a:pt x="2940791" y="800012"/>
                </a:lnTo>
                <a:lnTo>
                  <a:pt x="2944707" y="799749"/>
                </a:lnTo>
                <a:lnTo>
                  <a:pt x="2948622" y="799311"/>
                </a:lnTo>
                <a:lnTo>
                  <a:pt x="2952538" y="798697"/>
                </a:lnTo>
                <a:lnTo>
                  <a:pt x="2956454" y="797908"/>
                </a:lnTo>
                <a:lnTo>
                  <a:pt x="2960370" y="796945"/>
                </a:lnTo>
                <a:lnTo>
                  <a:pt x="2964286" y="795808"/>
                </a:lnTo>
                <a:lnTo>
                  <a:pt x="2968202" y="794498"/>
                </a:lnTo>
                <a:lnTo>
                  <a:pt x="2972117" y="793014"/>
                </a:lnTo>
                <a:lnTo>
                  <a:pt x="2976033" y="791358"/>
                </a:lnTo>
                <a:lnTo>
                  <a:pt x="2979949" y="789530"/>
                </a:lnTo>
                <a:lnTo>
                  <a:pt x="2983865" y="787532"/>
                </a:lnTo>
                <a:lnTo>
                  <a:pt x="2987781" y="785363"/>
                </a:lnTo>
                <a:lnTo>
                  <a:pt x="2991697" y="783026"/>
                </a:lnTo>
                <a:lnTo>
                  <a:pt x="2995613" y="780520"/>
                </a:lnTo>
                <a:lnTo>
                  <a:pt x="2999528" y="777848"/>
                </a:lnTo>
                <a:lnTo>
                  <a:pt x="3003444" y="775010"/>
                </a:lnTo>
                <a:lnTo>
                  <a:pt x="3007360" y="772007"/>
                </a:lnTo>
                <a:lnTo>
                  <a:pt x="3011276" y="768841"/>
                </a:lnTo>
                <a:lnTo>
                  <a:pt x="3015192" y="765514"/>
                </a:lnTo>
                <a:lnTo>
                  <a:pt x="3019108" y="762026"/>
                </a:lnTo>
                <a:lnTo>
                  <a:pt x="3023023" y="758379"/>
                </a:lnTo>
                <a:lnTo>
                  <a:pt x="3026939" y="754576"/>
                </a:lnTo>
                <a:lnTo>
                  <a:pt x="3030855" y="750616"/>
                </a:lnTo>
                <a:lnTo>
                  <a:pt x="3034771" y="746503"/>
                </a:lnTo>
                <a:lnTo>
                  <a:pt x="3038687" y="742238"/>
                </a:lnTo>
                <a:lnTo>
                  <a:pt x="3042603" y="737823"/>
                </a:lnTo>
                <a:lnTo>
                  <a:pt x="3046518" y="733260"/>
                </a:lnTo>
                <a:lnTo>
                  <a:pt x="3050434" y="728551"/>
                </a:lnTo>
                <a:lnTo>
                  <a:pt x="3054350" y="723697"/>
                </a:lnTo>
                <a:lnTo>
                  <a:pt x="3058266" y="718702"/>
                </a:lnTo>
                <a:lnTo>
                  <a:pt x="3062182" y="713567"/>
                </a:lnTo>
                <a:lnTo>
                  <a:pt x="3066098" y="708294"/>
                </a:lnTo>
                <a:lnTo>
                  <a:pt x="3070013" y="702886"/>
                </a:lnTo>
                <a:lnTo>
                  <a:pt x="3073929" y="697345"/>
                </a:lnTo>
                <a:lnTo>
                  <a:pt x="3077845" y="691674"/>
                </a:lnTo>
                <a:lnTo>
                  <a:pt x="3081761" y="685875"/>
                </a:lnTo>
                <a:lnTo>
                  <a:pt x="3085677" y="679950"/>
                </a:lnTo>
                <a:lnTo>
                  <a:pt x="3089593" y="673903"/>
                </a:lnTo>
                <a:lnTo>
                  <a:pt x="3093508" y="667736"/>
                </a:lnTo>
                <a:lnTo>
                  <a:pt x="3097424" y="661451"/>
                </a:lnTo>
                <a:lnTo>
                  <a:pt x="3101340" y="655051"/>
                </a:lnTo>
                <a:lnTo>
                  <a:pt x="3105256" y="648540"/>
                </a:lnTo>
                <a:lnTo>
                  <a:pt x="3109172" y="641920"/>
                </a:lnTo>
                <a:lnTo>
                  <a:pt x="3113087" y="635193"/>
                </a:lnTo>
                <a:lnTo>
                  <a:pt x="3117003" y="628364"/>
                </a:lnTo>
                <a:lnTo>
                  <a:pt x="3120919" y="621434"/>
                </a:lnTo>
                <a:lnTo>
                  <a:pt x="3124835" y="614408"/>
                </a:lnTo>
                <a:lnTo>
                  <a:pt x="3128751" y="607287"/>
                </a:lnTo>
                <a:lnTo>
                  <a:pt x="3132667" y="600075"/>
                </a:lnTo>
                <a:lnTo>
                  <a:pt x="3136582" y="592776"/>
                </a:lnTo>
                <a:lnTo>
                  <a:pt x="3140498" y="585392"/>
                </a:lnTo>
                <a:lnTo>
                  <a:pt x="3144414" y="577926"/>
                </a:lnTo>
                <a:lnTo>
                  <a:pt x="3148330" y="570383"/>
                </a:lnTo>
                <a:lnTo>
                  <a:pt x="3152246" y="562765"/>
                </a:lnTo>
                <a:lnTo>
                  <a:pt x="3156162" y="555076"/>
                </a:lnTo>
                <a:lnTo>
                  <a:pt x="3160078" y="547318"/>
                </a:lnTo>
                <a:lnTo>
                  <a:pt x="3163993" y="539496"/>
                </a:lnTo>
                <a:lnTo>
                  <a:pt x="3167909" y="531613"/>
                </a:lnTo>
                <a:lnTo>
                  <a:pt x="3171825" y="523672"/>
                </a:lnTo>
                <a:lnTo>
                  <a:pt x="3175741" y="515677"/>
                </a:lnTo>
                <a:lnTo>
                  <a:pt x="3179657" y="507631"/>
                </a:lnTo>
                <a:lnTo>
                  <a:pt x="3183573" y="499538"/>
                </a:lnTo>
                <a:lnTo>
                  <a:pt x="3187488" y="491402"/>
                </a:lnTo>
                <a:lnTo>
                  <a:pt x="3191404" y="483225"/>
                </a:lnTo>
                <a:lnTo>
                  <a:pt x="3195320" y="475012"/>
                </a:lnTo>
                <a:lnTo>
                  <a:pt x="3199236" y="466766"/>
                </a:lnTo>
                <a:lnTo>
                  <a:pt x="3203152" y="458491"/>
                </a:lnTo>
                <a:lnTo>
                  <a:pt x="3207068" y="450190"/>
                </a:lnTo>
                <a:lnTo>
                  <a:pt x="3210983" y="441867"/>
                </a:lnTo>
                <a:lnTo>
                  <a:pt x="3214899" y="433525"/>
                </a:lnTo>
                <a:lnTo>
                  <a:pt x="3218815" y="425169"/>
                </a:lnTo>
                <a:lnTo>
                  <a:pt x="3222731" y="416802"/>
                </a:lnTo>
                <a:lnTo>
                  <a:pt x="3226647" y="408428"/>
                </a:lnTo>
                <a:lnTo>
                  <a:pt x="3230563" y="400050"/>
                </a:lnTo>
                <a:lnTo>
                  <a:pt x="3234478" y="391672"/>
                </a:lnTo>
                <a:lnTo>
                  <a:pt x="3238394" y="383298"/>
                </a:lnTo>
                <a:lnTo>
                  <a:pt x="3242310" y="374931"/>
                </a:lnTo>
                <a:lnTo>
                  <a:pt x="3246226" y="366575"/>
                </a:lnTo>
                <a:lnTo>
                  <a:pt x="3250142" y="358233"/>
                </a:lnTo>
                <a:lnTo>
                  <a:pt x="3254057" y="349910"/>
                </a:lnTo>
                <a:lnTo>
                  <a:pt x="3257973" y="341609"/>
                </a:lnTo>
                <a:lnTo>
                  <a:pt x="3261889" y="333334"/>
                </a:lnTo>
                <a:lnTo>
                  <a:pt x="3265805" y="325088"/>
                </a:lnTo>
                <a:lnTo>
                  <a:pt x="3269721" y="316875"/>
                </a:lnTo>
                <a:lnTo>
                  <a:pt x="3273637" y="308698"/>
                </a:lnTo>
                <a:lnTo>
                  <a:pt x="3277552" y="300562"/>
                </a:lnTo>
                <a:lnTo>
                  <a:pt x="3281468" y="292469"/>
                </a:lnTo>
                <a:lnTo>
                  <a:pt x="3285384" y="284423"/>
                </a:lnTo>
                <a:lnTo>
                  <a:pt x="3289300" y="276428"/>
                </a:lnTo>
                <a:lnTo>
                  <a:pt x="3293216" y="268487"/>
                </a:lnTo>
                <a:lnTo>
                  <a:pt x="3297132" y="260604"/>
                </a:lnTo>
                <a:lnTo>
                  <a:pt x="3301047" y="252782"/>
                </a:lnTo>
                <a:lnTo>
                  <a:pt x="3304963" y="245024"/>
                </a:lnTo>
                <a:lnTo>
                  <a:pt x="3308879" y="237335"/>
                </a:lnTo>
                <a:lnTo>
                  <a:pt x="3312795" y="229717"/>
                </a:lnTo>
                <a:lnTo>
                  <a:pt x="3316711" y="222174"/>
                </a:lnTo>
                <a:lnTo>
                  <a:pt x="3320627" y="214708"/>
                </a:lnTo>
                <a:lnTo>
                  <a:pt x="3324542" y="207324"/>
                </a:lnTo>
                <a:lnTo>
                  <a:pt x="3328458" y="200025"/>
                </a:lnTo>
                <a:lnTo>
                  <a:pt x="3332374" y="192813"/>
                </a:lnTo>
                <a:lnTo>
                  <a:pt x="3336290" y="185692"/>
                </a:lnTo>
                <a:lnTo>
                  <a:pt x="3340206" y="178666"/>
                </a:lnTo>
                <a:lnTo>
                  <a:pt x="3344122" y="171736"/>
                </a:lnTo>
                <a:lnTo>
                  <a:pt x="3348038" y="164907"/>
                </a:lnTo>
                <a:lnTo>
                  <a:pt x="3351953" y="158180"/>
                </a:lnTo>
                <a:lnTo>
                  <a:pt x="3355869" y="151560"/>
                </a:lnTo>
                <a:lnTo>
                  <a:pt x="3359785" y="145049"/>
                </a:lnTo>
                <a:lnTo>
                  <a:pt x="3363701" y="138649"/>
                </a:lnTo>
                <a:lnTo>
                  <a:pt x="3367617" y="132364"/>
                </a:lnTo>
                <a:lnTo>
                  <a:pt x="3371533" y="126197"/>
                </a:lnTo>
                <a:lnTo>
                  <a:pt x="3375448" y="120150"/>
                </a:lnTo>
                <a:lnTo>
                  <a:pt x="3379364" y="114225"/>
                </a:lnTo>
                <a:lnTo>
                  <a:pt x="3383280" y="108426"/>
                </a:lnTo>
                <a:lnTo>
                  <a:pt x="3387196" y="102755"/>
                </a:lnTo>
                <a:lnTo>
                  <a:pt x="3391112" y="97214"/>
                </a:lnTo>
                <a:lnTo>
                  <a:pt x="3395028" y="91806"/>
                </a:lnTo>
                <a:lnTo>
                  <a:pt x="3398943" y="86533"/>
                </a:lnTo>
                <a:lnTo>
                  <a:pt x="3402859" y="81398"/>
                </a:lnTo>
                <a:lnTo>
                  <a:pt x="3406775" y="76403"/>
                </a:lnTo>
                <a:lnTo>
                  <a:pt x="3410691" y="71549"/>
                </a:lnTo>
                <a:lnTo>
                  <a:pt x="3414607" y="66840"/>
                </a:lnTo>
                <a:lnTo>
                  <a:pt x="3418523" y="62277"/>
                </a:lnTo>
                <a:lnTo>
                  <a:pt x="3422438" y="57862"/>
                </a:lnTo>
                <a:lnTo>
                  <a:pt x="3426354" y="53597"/>
                </a:lnTo>
                <a:lnTo>
                  <a:pt x="3430270" y="49484"/>
                </a:lnTo>
                <a:lnTo>
                  <a:pt x="3434186" y="45524"/>
                </a:lnTo>
                <a:lnTo>
                  <a:pt x="3438102" y="41721"/>
                </a:lnTo>
                <a:lnTo>
                  <a:pt x="3442018" y="38074"/>
                </a:lnTo>
                <a:lnTo>
                  <a:pt x="3445933" y="34586"/>
                </a:lnTo>
                <a:lnTo>
                  <a:pt x="3449849" y="31259"/>
                </a:lnTo>
                <a:lnTo>
                  <a:pt x="3453765" y="28093"/>
                </a:lnTo>
                <a:lnTo>
                  <a:pt x="3457681" y="25090"/>
                </a:lnTo>
                <a:lnTo>
                  <a:pt x="3461597" y="22252"/>
                </a:lnTo>
                <a:lnTo>
                  <a:pt x="3465512" y="19580"/>
                </a:lnTo>
                <a:lnTo>
                  <a:pt x="3469428" y="17074"/>
                </a:lnTo>
                <a:lnTo>
                  <a:pt x="3473344" y="14737"/>
                </a:lnTo>
                <a:lnTo>
                  <a:pt x="3477260" y="12568"/>
                </a:lnTo>
                <a:lnTo>
                  <a:pt x="3481176" y="10570"/>
                </a:lnTo>
                <a:lnTo>
                  <a:pt x="3485092" y="8742"/>
                </a:lnTo>
                <a:lnTo>
                  <a:pt x="3489007" y="7086"/>
                </a:lnTo>
                <a:lnTo>
                  <a:pt x="3492923" y="5602"/>
                </a:lnTo>
                <a:lnTo>
                  <a:pt x="3496839" y="4292"/>
                </a:lnTo>
                <a:lnTo>
                  <a:pt x="3500755" y="3155"/>
                </a:lnTo>
                <a:lnTo>
                  <a:pt x="3504671" y="2192"/>
                </a:lnTo>
                <a:lnTo>
                  <a:pt x="3508587" y="1403"/>
                </a:lnTo>
                <a:lnTo>
                  <a:pt x="3512503" y="789"/>
                </a:lnTo>
                <a:lnTo>
                  <a:pt x="3516418" y="351"/>
                </a:lnTo>
                <a:lnTo>
                  <a:pt x="3520334" y="88"/>
                </a:lnTo>
                <a:lnTo>
                  <a:pt x="3524250" y="0"/>
                </a:lnTo>
              </a:path>
            </a:pathLst>
          </a:custGeom>
          <a:noFill xmlns:a="http://schemas.openxmlformats.org/drawingml/2006/main"/>
          <a:ln xmlns:a="http://schemas.openxmlformats.org/drawingml/2006/main" w="19050">
            <a:solidFill>
              <a:srgbClr val="AAAAAA"/>
            </a:solidFill>
          </a:ln>
        </p:spPr>
      </p:sp>
      <p:sp>
        <p:nvSpPr>
          <p:cNvPr id="23" name="pm-changed">
            <a:extLst xmlns:a="http://schemas.openxmlformats.org/drawingml/2006/main">
              <a:ext uri="{FF2B5EF4-FFF2-40B4-BE49-F238E27FC236}">
                <a16:creationId xmlns:a16="http://schemas.microsoft.com/office/drawing/2014/main" id="{0D70671B-CFE5-4783-B599-153FA0477083}"/>
              </a:ext>
            </a:extLst>
          </p:cNvPr>
          <p:cNvSpPr>
            <a:spLocks xmlns:a="http://schemas.openxmlformats.org/drawingml/2006/main" noGrp="1"/>
          </p:cNvSpPr>
          <p:nvPr/>
        </p:nvSpPr>
        <p:spPr>
          <a:xfrm xmlns:a="http://schemas.openxmlformats.org/drawingml/2006/main">
            <a:off x="2286000" y="4429125"/>
            <a:ext cx="3524250" cy="800100"/>
          </a:xfrm>
          <a:custGeom xmlns:a="http://schemas.openxmlformats.org/drawingml/2006/main">
            <a:pathLst>
              <a:path w="3524250" h="800100">
                <a:moveTo>
                  <a:pt x="0" y="400050"/>
                </a:moveTo>
                <a:lnTo>
                  <a:pt x="5874" y="412616"/>
                </a:lnTo>
                <a:lnTo>
                  <a:pt x="11747" y="425169"/>
                </a:lnTo>
                <a:lnTo>
                  <a:pt x="17621" y="437698"/>
                </a:lnTo>
                <a:lnTo>
                  <a:pt x="23495" y="450190"/>
                </a:lnTo>
                <a:lnTo>
                  <a:pt x="29369" y="462632"/>
                </a:lnTo>
                <a:lnTo>
                  <a:pt x="35242" y="475012"/>
                </a:lnTo>
                <a:lnTo>
                  <a:pt x="41116" y="487318"/>
                </a:lnTo>
                <a:lnTo>
                  <a:pt x="46990" y="499538"/>
                </a:lnTo>
                <a:lnTo>
                  <a:pt x="52864" y="511660"/>
                </a:lnTo>
                <a:lnTo>
                  <a:pt x="58737" y="523672"/>
                </a:lnTo>
                <a:lnTo>
                  <a:pt x="64611" y="535562"/>
                </a:lnTo>
                <a:lnTo>
                  <a:pt x="70485" y="547318"/>
                </a:lnTo>
                <a:lnTo>
                  <a:pt x="76359" y="558929"/>
                </a:lnTo>
                <a:lnTo>
                  <a:pt x="82232" y="570383"/>
                </a:lnTo>
                <a:lnTo>
                  <a:pt x="88106" y="581669"/>
                </a:lnTo>
                <a:lnTo>
                  <a:pt x="93980" y="592776"/>
                </a:lnTo>
                <a:lnTo>
                  <a:pt x="99854" y="603692"/>
                </a:lnTo>
                <a:lnTo>
                  <a:pt x="105727" y="614408"/>
                </a:lnTo>
                <a:lnTo>
                  <a:pt x="111601" y="624911"/>
                </a:lnTo>
                <a:lnTo>
                  <a:pt x="117475" y="635193"/>
                </a:lnTo>
                <a:lnTo>
                  <a:pt x="123349" y="645243"/>
                </a:lnTo>
                <a:lnTo>
                  <a:pt x="129222" y="655051"/>
                </a:lnTo>
                <a:lnTo>
                  <a:pt x="135096" y="664608"/>
                </a:lnTo>
                <a:lnTo>
                  <a:pt x="140970" y="673903"/>
                </a:lnTo>
                <a:lnTo>
                  <a:pt x="146844" y="682928"/>
                </a:lnTo>
                <a:lnTo>
                  <a:pt x="152718" y="691674"/>
                </a:lnTo>
                <a:lnTo>
                  <a:pt x="158591" y="700132"/>
                </a:lnTo>
                <a:lnTo>
                  <a:pt x="164465" y="708294"/>
                </a:lnTo>
                <a:lnTo>
                  <a:pt x="170339" y="716152"/>
                </a:lnTo>
                <a:lnTo>
                  <a:pt x="176213" y="723697"/>
                </a:lnTo>
                <a:lnTo>
                  <a:pt x="182086" y="730924"/>
                </a:lnTo>
                <a:lnTo>
                  <a:pt x="187960" y="737823"/>
                </a:lnTo>
                <a:lnTo>
                  <a:pt x="193834" y="744390"/>
                </a:lnTo>
                <a:lnTo>
                  <a:pt x="199707" y="750616"/>
                </a:lnTo>
                <a:lnTo>
                  <a:pt x="205581" y="756497"/>
                </a:lnTo>
                <a:lnTo>
                  <a:pt x="211455" y="762026"/>
                </a:lnTo>
                <a:lnTo>
                  <a:pt x="217329" y="767198"/>
                </a:lnTo>
                <a:lnTo>
                  <a:pt x="223203" y="772007"/>
                </a:lnTo>
                <a:lnTo>
                  <a:pt x="229076" y="776449"/>
                </a:lnTo>
                <a:lnTo>
                  <a:pt x="234950" y="780520"/>
                </a:lnTo>
                <a:lnTo>
                  <a:pt x="240824" y="784215"/>
                </a:lnTo>
                <a:lnTo>
                  <a:pt x="246697" y="787532"/>
                </a:lnTo>
                <a:lnTo>
                  <a:pt x="252571" y="790466"/>
                </a:lnTo>
                <a:lnTo>
                  <a:pt x="258445" y="793014"/>
                </a:lnTo>
                <a:lnTo>
                  <a:pt x="264319" y="795175"/>
                </a:lnTo>
                <a:lnTo>
                  <a:pt x="270193" y="796945"/>
                </a:lnTo>
                <a:lnTo>
                  <a:pt x="276066" y="798325"/>
                </a:lnTo>
                <a:lnTo>
                  <a:pt x="281940" y="799311"/>
                </a:lnTo>
                <a:lnTo>
                  <a:pt x="287814" y="799903"/>
                </a:lnTo>
                <a:lnTo>
                  <a:pt x="293687" y="800100"/>
                </a:lnTo>
                <a:lnTo>
                  <a:pt x="299561" y="799903"/>
                </a:lnTo>
                <a:lnTo>
                  <a:pt x="305435" y="799311"/>
                </a:lnTo>
                <a:lnTo>
                  <a:pt x="311309" y="798325"/>
                </a:lnTo>
                <a:lnTo>
                  <a:pt x="317183" y="796945"/>
                </a:lnTo>
                <a:lnTo>
                  <a:pt x="323056" y="795175"/>
                </a:lnTo>
                <a:lnTo>
                  <a:pt x="328930" y="793014"/>
                </a:lnTo>
                <a:lnTo>
                  <a:pt x="334804" y="790466"/>
                </a:lnTo>
                <a:lnTo>
                  <a:pt x="340677" y="787532"/>
                </a:lnTo>
                <a:lnTo>
                  <a:pt x="346551" y="784215"/>
                </a:lnTo>
                <a:lnTo>
                  <a:pt x="352425" y="780520"/>
                </a:lnTo>
                <a:lnTo>
                  <a:pt x="358299" y="776449"/>
                </a:lnTo>
                <a:lnTo>
                  <a:pt x="364173" y="772007"/>
                </a:lnTo>
                <a:lnTo>
                  <a:pt x="370046" y="767198"/>
                </a:lnTo>
                <a:lnTo>
                  <a:pt x="375920" y="762026"/>
                </a:lnTo>
                <a:lnTo>
                  <a:pt x="381794" y="756497"/>
                </a:lnTo>
                <a:lnTo>
                  <a:pt x="387667" y="750616"/>
                </a:lnTo>
                <a:lnTo>
                  <a:pt x="393541" y="744390"/>
                </a:lnTo>
                <a:lnTo>
                  <a:pt x="399415" y="737823"/>
                </a:lnTo>
                <a:lnTo>
                  <a:pt x="405289" y="730924"/>
                </a:lnTo>
                <a:lnTo>
                  <a:pt x="411163" y="723697"/>
                </a:lnTo>
                <a:lnTo>
                  <a:pt x="417036" y="716152"/>
                </a:lnTo>
                <a:lnTo>
                  <a:pt x="422910" y="708294"/>
                </a:lnTo>
                <a:lnTo>
                  <a:pt x="428784" y="700132"/>
                </a:lnTo>
                <a:lnTo>
                  <a:pt x="434657" y="691674"/>
                </a:lnTo>
                <a:lnTo>
                  <a:pt x="440531" y="682928"/>
                </a:lnTo>
                <a:lnTo>
                  <a:pt x="446405" y="673903"/>
                </a:lnTo>
                <a:lnTo>
                  <a:pt x="452279" y="664608"/>
                </a:lnTo>
                <a:lnTo>
                  <a:pt x="458153" y="655051"/>
                </a:lnTo>
                <a:lnTo>
                  <a:pt x="464026" y="645243"/>
                </a:lnTo>
                <a:lnTo>
                  <a:pt x="469900" y="635193"/>
                </a:lnTo>
                <a:lnTo>
                  <a:pt x="475774" y="624911"/>
                </a:lnTo>
                <a:lnTo>
                  <a:pt x="481647" y="614408"/>
                </a:lnTo>
                <a:lnTo>
                  <a:pt x="487521" y="603692"/>
                </a:lnTo>
                <a:lnTo>
                  <a:pt x="493395" y="592776"/>
                </a:lnTo>
                <a:lnTo>
                  <a:pt x="499269" y="581669"/>
                </a:lnTo>
                <a:lnTo>
                  <a:pt x="505142" y="570383"/>
                </a:lnTo>
                <a:lnTo>
                  <a:pt x="511016" y="558929"/>
                </a:lnTo>
                <a:lnTo>
                  <a:pt x="516890" y="547318"/>
                </a:lnTo>
                <a:lnTo>
                  <a:pt x="522764" y="535562"/>
                </a:lnTo>
                <a:lnTo>
                  <a:pt x="528638" y="523672"/>
                </a:lnTo>
                <a:lnTo>
                  <a:pt x="534511" y="511660"/>
                </a:lnTo>
                <a:lnTo>
                  <a:pt x="540385" y="499538"/>
                </a:lnTo>
                <a:lnTo>
                  <a:pt x="546259" y="487318"/>
                </a:lnTo>
                <a:lnTo>
                  <a:pt x="552133" y="475012"/>
                </a:lnTo>
                <a:lnTo>
                  <a:pt x="558006" y="462632"/>
                </a:lnTo>
                <a:lnTo>
                  <a:pt x="563880" y="450190"/>
                </a:lnTo>
                <a:lnTo>
                  <a:pt x="569754" y="437698"/>
                </a:lnTo>
                <a:lnTo>
                  <a:pt x="575628" y="425169"/>
                </a:lnTo>
                <a:lnTo>
                  <a:pt x="581501" y="412616"/>
                </a:lnTo>
                <a:lnTo>
                  <a:pt x="587375" y="400050"/>
                </a:lnTo>
                <a:lnTo>
                  <a:pt x="593249" y="387484"/>
                </a:lnTo>
                <a:lnTo>
                  <a:pt x="599122" y="374931"/>
                </a:lnTo>
                <a:lnTo>
                  <a:pt x="604996" y="362402"/>
                </a:lnTo>
                <a:lnTo>
                  <a:pt x="610870" y="349910"/>
                </a:lnTo>
                <a:lnTo>
                  <a:pt x="616744" y="337468"/>
                </a:lnTo>
                <a:lnTo>
                  <a:pt x="622618" y="325088"/>
                </a:lnTo>
                <a:lnTo>
                  <a:pt x="628491" y="312782"/>
                </a:lnTo>
                <a:lnTo>
                  <a:pt x="634365" y="300562"/>
                </a:lnTo>
                <a:lnTo>
                  <a:pt x="640239" y="288440"/>
                </a:lnTo>
                <a:lnTo>
                  <a:pt x="646112" y="276428"/>
                </a:lnTo>
                <a:lnTo>
                  <a:pt x="651986" y="264538"/>
                </a:lnTo>
                <a:lnTo>
                  <a:pt x="657860" y="252782"/>
                </a:lnTo>
                <a:lnTo>
                  <a:pt x="663734" y="241171"/>
                </a:lnTo>
                <a:lnTo>
                  <a:pt x="669608" y="229717"/>
                </a:lnTo>
                <a:lnTo>
                  <a:pt x="675481" y="218431"/>
                </a:lnTo>
                <a:lnTo>
                  <a:pt x="681355" y="207324"/>
                </a:lnTo>
                <a:lnTo>
                  <a:pt x="687229" y="196408"/>
                </a:lnTo>
                <a:lnTo>
                  <a:pt x="693102" y="185692"/>
                </a:lnTo>
                <a:lnTo>
                  <a:pt x="698976" y="175189"/>
                </a:lnTo>
                <a:lnTo>
                  <a:pt x="704850" y="164907"/>
                </a:lnTo>
                <a:lnTo>
                  <a:pt x="710724" y="154857"/>
                </a:lnTo>
                <a:lnTo>
                  <a:pt x="716598" y="145049"/>
                </a:lnTo>
                <a:lnTo>
                  <a:pt x="722471" y="135492"/>
                </a:lnTo>
                <a:lnTo>
                  <a:pt x="728345" y="126197"/>
                </a:lnTo>
                <a:lnTo>
                  <a:pt x="734219" y="117172"/>
                </a:lnTo>
                <a:lnTo>
                  <a:pt x="740092" y="108426"/>
                </a:lnTo>
                <a:lnTo>
                  <a:pt x="745966" y="99968"/>
                </a:lnTo>
                <a:lnTo>
                  <a:pt x="751840" y="91806"/>
                </a:lnTo>
                <a:lnTo>
                  <a:pt x="757714" y="83948"/>
                </a:lnTo>
                <a:lnTo>
                  <a:pt x="763588" y="76403"/>
                </a:lnTo>
                <a:lnTo>
                  <a:pt x="769461" y="69176"/>
                </a:lnTo>
                <a:lnTo>
                  <a:pt x="775335" y="62277"/>
                </a:lnTo>
                <a:lnTo>
                  <a:pt x="781209" y="55710"/>
                </a:lnTo>
                <a:lnTo>
                  <a:pt x="787082" y="49484"/>
                </a:lnTo>
                <a:lnTo>
                  <a:pt x="792956" y="43603"/>
                </a:lnTo>
                <a:lnTo>
                  <a:pt x="798830" y="38074"/>
                </a:lnTo>
                <a:lnTo>
                  <a:pt x="804704" y="32902"/>
                </a:lnTo>
                <a:lnTo>
                  <a:pt x="810578" y="28093"/>
                </a:lnTo>
                <a:lnTo>
                  <a:pt x="816451" y="23651"/>
                </a:lnTo>
                <a:lnTo>
                  <a:pt x="822325" y="19580"/>
                </a:lnTo>
                <a:lnTo>
                  <a:pt x="828199" y="15885"/>
                </a:lnTo>
                <a:lnTo>
                  <a:pt x="834073" y="12568"/>
                </a:lnTo>
                <a:lnTo>
                  <a:pt x="839946" y="9634"/>
                </a:lnTo>
                <a:lnTo>
                  <a:pt x="845820" y="7086"/>
                </a:lnTo>
                <a:lnTo>
                  <a:pt x="851694" y="4925"/>
                </a:lnTo>
                <a:lnTo>
                  <a:pt x="857567" y="3155"/>
                </a:lnTo>
                <a:lnTo>
                  <a:pt x="863441" y="1775"/>
                </a:lnTo>
                <a:lnTo>
                  <a:pt x="869315" y="789"/>
                </a:lnTo>
                <a:lnTo>
                  <a:pt x="875189" y="197"/>
                </a:lnTo>
                <a:lnTo>
                  <a:pt x="881063" y="0"/>
                </a:lnTo>
                <a:lnTo>
                  <a:pt x="886936" y="197"/>
                </a:lnTo>
                <a:lnTo>
                  <a:pt x="892810" y="789"/>
                </a:lnTo>
                <a:lnTo>
                  <a:pt x="898684" y="1775"/>
                </a:lnTo>
                <a:lnTo>
                  <a:pt x="904558" y="3155"/>
                </a:lnTo>
                <a:lnTo>
                  <a:pt x="910431" y="4925"/>
                </a:lnTo>
                <a:lnTo>
                  <a:pt x="916305" y="7086"/>
                </a:lnTo>
                <a:lnTo>
                  <a:pt x="922179" y="9634"/>
                </a:lnTo>
                <a:lnTo>
                  <a:pt x="928053" y="12568"/>
                </a:lnTo>
                <a:lnTo>
                  <a:pt x="933926" y="15885"/>
                </a:lnTo>
                <a:lnTo>
                  <a:pt x="939800" y="19580"/>
                </a:lnTo>
                <a:lnTo>
                  <a:pt x="945674" y="23651"/>
                </a:lnTo>
                <a:lnTo>
                  <a:pt x="951547" y="28093"/>
                </a:lnTo>
                <a:lnTo>
                  <a:pt x="957421" y="32902"/>
                </a:lnTo>
                <a:lnTo>
                  <a:pt x="963295" y="38074"/>
                </a:lnTo>
                <a:lnTo>
                  <a:pt x="969169" y="43603"/>
                </a:lnTo>
                <a:lnTo>
                  <a:pt x="975043" y="49484"/>
                </a:lnTo>
                <a:lnTo>
                  <a:pt x="980916" y="55710"/>
                </a:lnTo>
                <a:lnTo>
                  <a:pt x="986790" y="62277"/>
                </a:lnTo>
                <a:lnTo>
                  <a:pt x="992664" y="69176"/>
                </a:lnTo>
                <a:lnTo>
                  <a:pt x="998537" y="76403"/>
                </a:lnTo>
                <a:lnTo>
                  <a:pt x="1004411" y="83948"/>
                </a:lnTo>
                <a:lnTo>
                  <a:pt x="1010285" y="91806"/>
                </a:lnTo>
                <a:lnTo>
                  <a:pt x="1016159" y="99968"/>
                </a:lnTo>
                <a:lnTo>
                  <a:pt x="1022033" y="108426"/>
                </a:lnTo>
                <a:lnTo>
                  <a:pt x="1027906" y="117172"/>
                </a:lnTo>
                <a:lnTo>
                  <a:pt x="1033780" y="126197"/>
                </a:lnTo>
                <a:lnTo>
                  <a:pt x="1039654" y="135492"/>
                </a:lnTo>
                <a:lnTo>
                  <a:pt x="1045527" y="145049"/>
                </a:lnTo>
                <a:lnTo>
                  <a:pt x="1051401" y="154857"/>
                </a:lnTo>
                <a:lnTo>
                  <a:pt x="1057275" y="164907"/>
                </a:lnTo>
                <a:lnTo>
                  <a:pt x="1063149" y="175189"/>
                </a:lnTo>
                <a:lnTo>
                  <a:pt x="1069023" y="185692"/>
                </a:lnTo>
                <a:lnTo>
                  <a:pt x="1074896" y="196408"/>
                </a:lnTo>
                <a:lnTo>
                  <a:pt x="1080770" y="207324"/>
                </a:lnTo>
                <a:lnTo>
                  <a:pt x="1086644" y="218431"/>
                </a:lnTo>
                <a:lnTo>
                  <a:pt x="1092518" y="229717"/>
                </a:lnTo>
                <a:lnTo>
                  <a:pt x="1098391" y="241171"/>
                </a:lnTo>
                <a:lnTo>
                  <a:pt x="1104265" y="252782"/>
                </a:lnTo>
                <a:lnTo>
                  <a:pt x="1110139" y="264538"/>
                </a:lnTo>
                <a:lnTo>
                  <a:pt x="1116013" y="276428"/>
                </a:lnTo>
                <a:lnTo>
                  <a:pt x="1121886" y="288440"/>
                </a:lnTo>
                <a:lnTo>
                  <a:pt x="1127760" y="300562"/>
                </a:lnTo>
                <a:lnTo>
                  <a:pt x="1133634" y="312782"/>
                </a:lnTo>
                <a:lnTo>
                  <a:pt x="1139508" y="325088"/>
                </a:lnTo>
                <a:lnTo>
                  <a:pt x="1145381" y="337468"/>
                </a:lnTo>
                <a:lnTo>
                  <a:pt x="1151255" y="349910"/>
                </a:lnTo>
                <a:lnTo>
                  <a:pt x="1157129" y="362402"/>
                </a:lnTo>
                <a:lnTo>
                  <a:pt x="1163003" y="374931"/>
                </a:lnTo>
                <a:lnTo>
                  <a:pt x="1168876" y="387484"/>
                </a:lnTo>
                <a:lnTo>
                  <a:pt x="1174750" y="400050"/>
                </a:lnTo>
                <a:lnTo>
                  <a:pt x="1180624" y="412616"/>
                </a:lnTo>
                <a:lnTo>
                  <a:pt x="1186498" y="425169"/>
                </a:lnTo>
                <a:lnTo>
                  <a:pt x="1192371" y="437698"/>
                </a:lnTo>
                <a:lnTo>
                  <a:pt x="1198245" y="450190"/>
                </a:lnTo>
                <a:lnTo>
                  <a:pt x="1204119" y="462632"/>
                </a:lnTo>
                <a:lnTo>
                  <a:pt x="1209992" y="475012"/>
                </a:lnTo>
                <a:lnTo>
                  <a:pt x="1215866" y="487318"/>
                </a:lnTo>
                <a:lnTo>
                  <a:pt x="1221740" y="499538"/>
                </a:lnTo>
                <a:lnTo>
                  <a:pt x="1227614" y="511660"/>
                </a:lnTo>
                <a:lnTo>
                  <a:pt x="1233488" y="523672"/>
                </a:lnTo>
                <a:lnTo>
                  <a:pt x="1239361" y="535562"/>
                </a:lnTo>
                <a:lnTo>
                  <a:pt x="1245235" y="547318"/>
                </a:lnTo>
                <a:lnTo>
                  <a:pt x="1251109" y="558929"/>
                </a:lnTo>
                <a:lnTo>
                  <a:pt x="1256983" y="570383"/>
                </a:lnTo>
                <a:lnTo>
                  <a:pt x="1262856" y="581669"/>
                </a:lnTo>
                <a:lnTo>
                  <a:pt x="1268730" y="592776"/>
                </a:lnTo>
                <a:lnTo>
                  <a:pt x="1274604" y="603692"/>
                </a:lnTo>
                <a:lnTo>
                  <a:pt x="1280478" y="614408"/>
                </a:lnTo>
                <a:lnTo>
                  <a:pt x="1286351" y="624911"/>
                </a:lnTo>
                <a:lnTo>
                  <a:pt x="1292225" y="635193"/>
                </a:lnTo>
                <a:lnTo>
                  <a:pt x="1298099" y="645243"/>
                </a:lnTo>
                <a:lnTo>
                  <a:pt x="1303972" y="655051"/>
                </a:lnTo>
                <a:lnTo>
                  <a:pt x="1309846" y="664608"/>
                </a:lnTo>
                <a:lnTo>
                  <a:pt x="1315720" y="673903"/>
                </a:lnTo>
                <a:lnTo>
                  <a:pt x="1321594" y="682928"/>
                </a:lnTo>
                <a:lnTo>
                  <a:pt x="1327468" y="691674"/>
                </a:lnTo>
                <a:lnTo>
                  <a:pt x="1333341" y="700132"/>
                </a:lnTo>
                <a:lnTo>
                  <a:pt x="1339215" y="708294"/>
                </a:lnTo>
                <a:lnTo>
                  <a:pt x="1345089" y="716152"/>
                </a:lnTo>
                <a:lnTo>
                  <a:pt x="1350963" y="723697"/>
                </a:lnTo>
                <a:lnTo>
                  <a:pt x="1356836" y="730924"/>
                </a:lnTo>
                <a:lnTo>
                  <a:pt x="1362710" y="737823"/>
                </a:lnTo>
                <a:lnTo>
                  <a:pt x="1368584" y="744390"/>
                </a:lnTo>
                <a:lnTo>
                  <a:pt x="1374458" y="750616"/>
                </a:lnTo>
                <a:lnTo>
                  <a:pt x="1380331" y="756497"/>
                </a:lnTo>
                <a:lnTo>
                  <a:pt x="1386205" y="762026"/>
                </a:lnTo>
                <a:lnTo>
                  <a:pt x="1392079" y="767198"/>
                </a:lnTo>
                <a:lnTo>
                  <a:pt x="1397952" y="772007"/>
                </a:lnTo>
                <a:lnTo>
                  <a:pt x="1403826" y="776449"/>
                </a:lnTo>
                <a:lnTo>
                  <a:pt x="1409700" y="780520"/>
                </a:lnTo>
                <a:lnTo>
                  <a:pt x="1415574" y="784215"/>
                </a:lnTo>
                <a:lnTo>
                  <a:pt x="1421448" y="787532"/>
                </a:lnTo>
                <a:lnTo>
                  <a:pt x="1427321" y="790466"/>
                </a:lnTo>
                <a:lnTo>
                  <a:pt x="1433195" y="793014"/>
                </a:lnTo>
                <a:lnTo>
                  <a:pt x="1439069" y="795175"/>
                </a:lnTo>
                <a:lnTo>
                  <a:pt x="1444943" y="796945"/>
                </a:lnTo>
                <a:lnTo>
                  <a:pt x="1450816" y="798325"/>
                </a:lnTo>
                <a:lnTo>
                  <a:pt x="1456690" y="799311"/>
                </a:lnTo>
                <a:lnTo>
                  <a:pt x="1462564" y="799903"/>
                </a:lnTo>
                <a:lnTo>
                  <a:pt x="1468437" y="800100"/>
                </a:lnTo>
                <a:lnTo>
                  <a:pt x="1474311" y="799903"/>
                </a:lnTo>
                <a:lnTo>
                  <a:pt x="1480185" y="799311"/>
                </a:lnTo>
                <a:lnTo>
                  <a:pt x="1486059" y="798325"/>
                </a:lnTo>
                <a:lnTo>
                  <a:pt x="1491933" y="796945"/>
                </a:lnTo>
                <a:lnTo>
                  <a:pt x="1497806" y="795175"/>
                </a:lnTo>
                <a:lnTo>
                  <a:pt x="1503680" y="793014"/>
                </a:lnTo>
                <a:lnTo>
                  <a:pt x="1509554" y="790466"/>
                </a:lnTo>
                <a:lnTo>
                  <a:pt x="1515428" y="787532"/>
                </a:lnTo>
                <a:lnTo>
                  <a:pt x="1521301" y="784215"/>
                </a:lnTo>
                <a:lnTo>
                  <a:pt x="1527175" y="780520"/>
                </a:lnTo>
                <a:lnTo>
                  <a:pt x="1533049" y="776449"/>
                </a:lnTo>
                <a:lnTo>
                  <a:pt x="1538923" y="772007"/>
                </a:lnTo>
                <a:lnTo>
                  <a:pt x="1544796" y="767198"/>
                </a:lnTo>
                <a:lnTo>
                  <a:pt x="1550670" y="762026"/>
                </a:lnTo>
                <a:lnTo>
                  <a:pt x="1556544" y="756497"/>
                </a:lnTo>
                <a:lnTo>
                  <a:pt x="1562417" y="750616"/>
                </a:lnTo>
                <a:lnTo>
                  <a:pt x="1568291" y="744390"/>
                </a:lnTo>
                <a:lnTo>
                  <a:pt x="1574165" y="737823"/>
                </a:lnTo>
                <a:lnTo>
                  <a:pt x="1580039" y="730924"/>
                </a:lnTo>
                <a:lnTo>
                  <a:pt x="1585913" y="723697"/>
                </a:lnTo>
                <a:lnTo>
                  <a:pt x="1591786" y="716152"/>
                </a:lnTo>
                <a:lnTo>
                  <a:pt x="1597660" y="708294"/>
                </a:lnTo>
                <a:lnTo>
                  <a:pt x="1603534" y="700132"/>
                </a:lnTo>
                <a:lnTo>
                  <a:pt x="1609408" y="691674"/>
                </a:lnTo>
                <a:lnTo>
                  <a:pt x="1615281" y="682928"/>
                </a:lnTo>
                <a:lnTo>
                  <a:pt x="1621155" y="673903"/>
                </a:lnTo>
                <a:lnTo>
                  <a:pt x="1627029" y="664608"/>
                </a:lnTo>
                <a:lnTo>
                  <a:pt x="1632903" y="655051"/>
                </a:lnTo>
                <a:lnTo>
                  <a:pt x="1638776" y="645243"/>
                </a:lnTo>
                <a:lnTo>
                  <a:pt x="1644650" y="635193"/>
                </a:lnTo>
                <a:lnTo>
                  <a:pt x="1650524" y="624911"/>
                </a:lnTo>
                <a:lnTo>
                  <a:pt x="1656397" y="614408"/>
                </a:lnTo>
                <a:lnTo>
                  <a:pt x="1662271" y="603692"/>
                </a:lnTo>
                <a:lnTo>
                  <a:pt x="1668145" y="592776"/>
                </a:lnTo>
                <a:lnTo>
                  <a:pt x="1674019" y="581669"/>
                </a:lnTo>
                <a:lnTo>
                  <a:pt x="1679893" y="570383"/>
                </a:lnTo>
                <a:lnTo>
                  <a:pt x="1685766" y="558929"/>
                </a:lnTo>
                <a:lnTo>
                  <a:pt x="1691640" y="547318"/>
                </a:lnTo>
                <a:lnTo>
                  <a:pt x="1697514" y="535562"/>
                </a:lnTo>
                <a:lnTo>
                  <a:pt x="1703388" y="523672"/>
                </a:lnTo>
                <a:lnTo>
                  <a:pt x="1709261" y="511660"/>
                </a:lnTo>
                <a:lnTo>
                  <a:pt x="1715135" y="499538"/>
                </a:lnTo>
                <a:lnTo>
                  <a:pt x="1721009" y="487318"/>
                </a:lnTo>
                <a:lnTo>
                  <a:pt x="1726883" y="475012"/>
                </a:lnTo>
                <a:lnTo>
                  <a:pt x="1732756" y="462632"/>
                </a:lnTo>
                <a:lnTo>
                  <a:pt x="1738630" y="450190"/>
                </a:lnTo>
                <a:lnTo>
                  <a:pt x="1744504" y="437698"/>
                </a:lnTo>
                <a:lnTo>
                  <a:pt x="1750377" y="425169"/>
                </a:lnTo>
                <a:lnTo>
                  <a:pt x="1756251" y="412616"/>
                </a:lnTo>
                <a:lnTo>
                  <a:pt x="1762125" y="400050"/>
                </a:lnTo>
                <a:lnTo>
                  <a:pt x="1767999" y="387484"/>
                </a:lnTo>
                <a:lnTo>
                  <a:pt x="1773873" y="374931"/>
                </a:lnTo>
                <a:lnTo>
                  <a:pt x="1779746" y="362402"/>
                </a:lnTo>
                <a:lnTo>
                  <a:pt x="1785620" y="349910"/>
                </a:lnTo>
                <a:lnTo>
                  <a:pt x="1791494" y="337468"/>
                </a:lnTo>
                <a:lnTo>
                  <a:pt x="1797368" y="325088"/>
                </a:lnTo>
                <a:lnTo>
                  <a:pt x="1803241" y="312782"/>
                </a:lnTo>
                <a:lnTo>
                  <a:pt x="1809115" y="300562"/>
                </a:lnTo>
                <a:lnTo>
                  <a:pt x="1814989" y="288440"/>
                </a:lnTo>
                <a:lnTo>
                  <a:pt x="1820862" y="276428"/>
                </a:lnTo>
                <a:lnTo>
                  <a:pt x="1826736" y="264538"/>
                </a:lnTo>
                <a:lnTo>
                  <a:pt x="1832610" y="252782"/>
                </a:lnTo>
                <a:lnTo>
                  <a:pt x="1838484" y="241171"/>
                </a:lnTo>
                <a:lnTo>
                  <a:pt x="1844358" y="229717"/>
                </a:lnTo>
                <a:lnTo>
                  <a:pt x="1850231" y="218431"/>
                </a:lnTo>
                <a:lnTo>
                  <a:pt x="1856105" y="207324"/>
                </a:lnTo>
                <a:lnTo>
                  <a:pt x="1861979" y="196408"/>
                </a:lnTo>
                <a:lnTo>
                  <a:pt x="1867853" y="185692"/>
                </a:lnTo>
                <a:lnTo>
                  <a:pt x="1873726" y="175189"/>
                </a:lnTo>
                <a:lnTo>
                  <a:pt x="1879600" y="164907"/>
                </a:lnTo>
                <a:lnTo>
                  <a:pt x="1885474" y="154857"/>
                </a:lnTo>
                <a:lnTo>
                  <a:pt x="1891348" y="145049"/>
                </a:lnTo>
                <a:lnTo>
                  <a:pt x="1897221" y="135492"/>
                </a:lnTo>
                <a:lnTo>
                  <a:pt x="1903095" y="126197"/>
                </a:lnTo>
                <a:lnTo>
                  <a:pt x="1908969" y="117172"/>
                </a:lnTo>
                <a:lnTo>
                  <a:pt x="1914842" y="108426"/>
                </a:lnTo>
                <a:lnTo>
                  <a:pt x="1920716" y="99968"/>
                </a:lnTo>
                <a:lnTo>
                  <a:pt x="1926590" y="91806"/>
                </a:lnTo>
                <a:lnTo>
                  <a:pt x="1932464" y="83948"/>
                </a:lnTo>
                <a:lnTo>
                  <a:pt x="1938338" y="76403"/>
                </a:lnTo>
                <a:lnTo>
                  <a:pt x="1944211" y="69176"/>
                </a:lnTo>
                <a:lnTo>
                  <a:pt x="1950085" y="62277"/>
                </a:lnTo>
                <a:lnTo>
                  <a:pt x="1955959" y="55710"/>
                </a:lnTo>
                <a:lnTo>
                  <a:pt x="1961833" y="49484"/>
                </a:lnTo>
                <a:lnTo>
                  <a:pt x="1967706" y="43603"/>
                </a:lnTo>
                <a:lnTo>
                  <a:pt x="1973580" y="38074"/>
                </a:lnTo>
                <a:lnTo>
                  <a:pt x="1979454" y="32902"/>
                </a:lnTo>
                <a:lnTo>
                  <a:pt x="1985328" y="28093"/>
                </a:lnTo>
                <a:lnTo>
                  <a:pt x="1991201" y="23651"/>
                </a:lnTo>
                <a:lnTo>
                  <a:pt x="1997075" y="19580"/>
                </a:lnTo>
                <a:lnTo>
                  <a:pt x="2002949" y="15885"/>
                </a:lnTo>
                <a:lnTo>
                  <a:pt x="2008822" y="12568"/>
                </a:lnTo>
                <a:lnTo>
                  <a:pt x="2014696" y="9634"/>
                </a:lnTo>
                <a:lnTo>
                  <a:pt x="2020570" y="7086"/>
                </a:lnTo>
                <a:lnTo>
                  <a:pt x="2026444" y="4925"/>
                </a:lnTo>
                <a:lnTo>
                  <a:pt x="2032318" y="3155"/>
                </a:lnTo>
                <a:lnTo>
                  <a:pt x="2038191" y="1775"/>
                </a:lnTo>
                <a:lnTo>
                  <a:pt x="2044065" y="789"/>
                </a:lnTo>
                <a:lnTo>
                  <a:pt x="2049939" y="197"/>
                </a:lnTo>
                <a:lnTo>
                  <a:pt x="2055813" y="0"/>
                </a:lnTo>
                <a:lnTo>
                  <a:pt x="2061686" y="197"/>
                </a:lnTo>
                <a:lnTo>
                  <a:pt x="2067560" y="789"/>
                </a:lnTo>
                <a:lnTo>
                  <a:pt x="2073434" y="1775"/>
                </a:lnTo>
                <a:lnTo>
                  <a:pt x="2079308" y="3155"/>
                </a:lnTo>
                <a:lnTo>
                  <a:pt x="2085181" y="4925"/>
                </a:lnTo>
                <a:lnTo>
                  <a:pt x="2091055" y="7086"/>
                </a:lnTo>
                <a:lnTo>
                  <a:pt x="2096929" y="9634"/>
                </a:lnTo>
                <a:lnTo>
                  <a:pt x="2102803" y="12568"/>
                </a:lnTo>
                <a:lnTo>
                  <a:pt x="2108676" y="15885"/>
                </a:lnTo>
                <a:lnTo>
                  <a:pt x="2114550" y="19580"/>
                </a:lnTo>
                <a:lnTo>
                  <a:pt x="2120424" y="23651"/>
                </a:lnTo>
                <a:lnTo>
                  <a:pt x="2126298" y="28093"/>
                </a:lnTo>
                <a:lnTo>
                  <a:pt x="2132171" y="32902"/>
                </a:lnTo>
                <a:lnTo>
                  <a:pt x="2138045" y="38074"/>
                </a:lnTo>
                <a:lnTo>
                  <a:pt x="2143919" y="43603"/>
                </a:lnTo>
                <a:lnTo>
                  <a:pt x="2149793" y="49484"/>
                </a:lnTo>
                <a:lnTo>
                  <a:pt x="2155666" y="55710"/>
                </a:lnTo>
                <a:lnTo>
                  <a:pt x="2161540" y="62277"/>
                </a:lnTo>
                <a:lnTo>
                  <a:pt x="2167414" y="69176"/>
                </a:lnTo>
                <a:lnTo>
                  <a:pt x="2173287" y="76403"/>
                </a:lnTo>
                <a:lnTo>
                  <a:pt x="2179161" y="83948"/>
                </a:lnTo>
                <a:lnTo>
                  <a:pt x="2185035" y="91806"/>
                </a:lnTo>
                <a:lnTo>
                  <a:pt x="2190909" y="99968"/>
                </a:lnTo>
                <a:lnTo>
                  <a:pt x="2196783" y="108426"/>
                </a:lnTo>
                <a:lnTo>
                  <a:pt x="2202656" y="117172"/>
                </a:lnTo>
                <a:lnTo>
                  <a:pt x="2208530" y="126197"/>
                </a:lnTo>
                <a:lnTo>
                  <a:pt x="2214404" y="135492"/>
                </a:lnTo>
                <a:lnTo>
                  <a:pt x="2220278" y="145049"/>
                </a:lnTo>
                <a:lnTo>
                  <a:pt x="2226151" y="154857"/>
                </a:lnTo>
                <a:lnTo>
                  <a:pt x="2232025" y="164907"/>
                </a:lnTo>
                <a:lnTo>
                  <a:pt x="2237899" y="175189"/>
                </a:lnTo>
                <a:lnTo>
                  <a:pt x="2243773" y="185692"/>
                </a:lnTo>
                <a:lnTo>
                  <a:pt x="2249646" y="196408"/>
                </a:lnTo>
                <a:lnTo>
                  <a:pt x="2255520" y="207324"/>
                </a:lnTo>
                <a:lnTo>
                  <a:pt x="2261394" y="218431"/>
                </a:lnTo>
                <a:lnTo>
                  <a:pt x="2267267" y="229717"/>
                </a:lnTo>
                <a:lnTo>
                  <a:pt x="2273141" y="241171"/>
                </a:lnTo>
                <a:lnTo>
                  <a:pt x="2279015" y="252782"/>
                </a:lnTo>
                <a:lnTo>
                  <a:pt x="2284889" y="264538"/>
                </a:lnTo>
                <a:lnTo>
                  <a:pt x="2290763" y="276428"/>
                </a:lnTo>
                <a:lnTo>
                  <a:pt x="2296636" y="288440"/>
                </a:lnTo>
                <a:lnTo>
                  <a:pt x="2302510" y="300562"/>
                </a:lnTo>
                <a:lnTo>
                  <a:pt x="2308384" y="312782"/>
                </a:lnTo>
                <a:lnTo>
                  <a:pt x="2314258" y="325088"/>
                </a:lnTo>
                <a:lnTo>
                  <a:pt x="2320131" y="337468"/>
                </a:lnTo>
                <a:lnTo>
                  <a:pt x="2326005" y="349910"/>
                </a:lnTo>
                <a:lnTo>
                  <a:pt x="2331879" y="362402"/>
                </a:lnTo>
                <a:lnTo>
                  <a:pt x="2337753" y="374931"/>
                </a:lnTo>
                <a:lnTo>
                  <a:pt x="2343626" y="387484"/>
                </a:lnTo>
                <a:lnTo>
                  <a:pt x="2349500" y="400050"/>
                </a:lnTo>
                <a:lnTo>
                  <a:pt x="2355374" y="412616"/>
                </a:lnTo>
                <a:lnTo>
                  <a:pt x="2361248" y="425169"/>
                </a:lnTo>
                <a:lnTo>
                  <a:pt x="2367121" y="437698"/>
                </a:lnTo>
                <a:lnTo>
                  <a:pt x="2372995" y="450190"/>
                </a:lnTo>
                <a:lnTo>
                  <a:pt x="2378869" y="462632"/>
                </a:lnTo>
                <a:lnTo>
                  <a:pt x="2384743" y="475012"/>
                </a:lnTo>
                <a:lnTo>
                  <a:pt x="2390616" y="487318"/>
                </a:lnTo>
                <a:lnTo>
                  <a:pt x="2396490" y="499538"/>
                </a:lnTo>
                <a:lnTo>
                  <a:pt x="2402364" y="511660"/>
                </a:lnTo>
                <a:lnTo>
                  <a:pt x="2408238" y="523672"/>
                </a:lnTo>
                <a:lnTo>
                  <a:pt x="2414111" y="535562"/>
                </a:lnTo>
                <a:lnTo>
                  <a:pt x="2419985" y="547318"/>
                </a:lnTo>
                <a:lnTo>
                  <a:pt x="2425859" y="558929"/>
                </a:lnTo>
                <a:lnTo>
                  <a:pt x="2431733" y="570383"/>
                </a:lnTo>
                <a:lnTo>
                  <a:pt x="2437606" y="581669"/>
                </a:lnTo>
                <a:lnTo>
                  <a:pt x="2443480" y="592776"/>
                </a:lnTo>
                <a:lnTo>
                  <a:pt x="2449354" y="603692"/>
                </a:lnTo>
                <a:lnTo>
                  <a:pt x="2455228" y="614408"/>
                </a:lnTo>
                <a:lnTo>
                  <a:pt x="2461101" y="624911"/>
                </a:lnTo>
                <a:lnTo>
                  <a:pt x="2466975" y="635193"/>
                </a:lnTo>
                <a:lnTo>
                  <a:pt x="2472849" y="645243"/>
                </a:lnTo>
                <a:lnTo>
                  <a:pt x="2478723" y="655051"/>
                </a:lnTo>
                <a:lnTo>
                  <a:pt x="2484596" y="664608"/>
                </a:lnTo>
                <a:lnTo>
                  <a:pt x="2490470" y="673903"/>
                </a:lnTo>
                <a:lnTo>
                  <a:pt x="2496344" y="682928"/>
                </a:lnTo>
                <a:lnTo>
                  <a:pt x="2502218" y="691674"/>
                </a:lnTo>
                <a:lnTo>
                  <a:pt x="2508091" y="700132"/>
                </a:lnTo>
                <a:lnTo>
                  <a:pt x="2513965" y="708294"/>
                </a:lnTo>
                <a:lnTo>
                  <a:pt x="2519839" y="716152"/>
                </a:lnTo>
                <a:lnTo>
                  <a:pt x="2525713" y="723697"/>
                </a:lnTo>
                <a:lnTo>
                  <a:pt x="2531586" y="730924"/>
                </a:lnTo>
                <a:lnTo>
                  <a:pt x="2537460" y="737823"/>
                </a:lnTo>
                <a:lnTo>
                  <a:pt x="2543334" y="744390"/>
                </a:lnTo>
                <a:lnTo>
                  <a:pt x="2549208" y="750616"/>
                </a:lnTo>
                <a:lnTo>
                  <a:pt x="2555081" y="756497"/>
                </a:lnTo>
                <a:lnTo>
                  <a:pt x="2560955" y="762026"/>
                </a:lnTo>
                <a:lnTo>
                  <a:pt x="2566829" y="767198"/>
                </a:lnTo>
                <a:lnTo>
                  <a:pt x="2572703" y="772007"/>
                </a:lnTo>
                <a:lnTo>
                  <a:pt x="2578576" y="776449"/>
                </a:lnTo>
                <a:lnTo>
                  <a:pt x="2584450" y="780520"/>
                </a:lnTo>
                <a:lnTo>
                  <a:pt x="2590324" y="784215"/>
                </a:lnTo>
                <a:lnTo>
                  <a:pt x="2596197" y="787532"/>
                </a:lnTo>
                <a:lnTo>
                  <a:pt x="2602071" y="790466"/>
                </a:lnTo>
                <a:lnTo>
                  <a:pt x="2607945" y="793014"/>
                </a:lnTo>
                <a:lnTo>
                  <a:pt x="2613819" y="795175"/>
                </a:lnTo>
                <a:lnTo>
                  <a:pt x="2619692" y="796945"/>
                </a:lnTo>
                <a:lnTo>
                  <a:pt x="2625566" y="798325"/>
                </a:lnTo>
                <a:lnTo>
                  <a:pt x="2631440" y="799311"/>
                </a:lnTo>
                <a:lnTo>
                  <a:pt x="2637314" y="799903"/>
                </a:lnTo>
                <a:lnTo>
                  <a:pt x="2643188" y="800100"/>
                </a:lnTo>
                <a:lnTo>
                  <a:pt x="2649061" y="799903"/>
                </a:lnTo>
                <a:lnTo>
                  <a:pt x="2654935" y="799311"/>
                </a:lnTo>
                <a:lnTo>
                  <a:pt x="2660809" y="798325"/>
                </a:lnTo>
                <a:lnTo>
                  <a:pt x="2666683" y="796945"/>
                </a:lnTo>
                <a:lnTo>
                  <a:pt x="2672556" y="795175"/>
                </a:lnTo>
                <a:lnTo>
                  <a:pt x="2678430" y="793014"/>
                </a:lnTo>
                <a:lnTo>
                  <a:pt x="2684304" y="790466"/>
                </a:lnTo>
                <a:lnTo>
                  <a:pt x="2690178" y="787532"/>
                </a:lnTo>
                <a:lnTo>
                  <a:pt x="2696051" y="784215"/>
                </a:lnTo>
                <a:lnTo>
                  <a:pt x="2701925" y="780520"/>
                </a:lnTo>
                <a:lnTo>
                  <a:pt x="2707799" y="776449"/>
                </a:lnTo>
                <a:lnTo>
                  <a:pt x="2713673" y="772007"/>
                </a:lnTo>
                <a:lnTo>
                  <a:pt x="2719546" y="767198"/>
                </a:lnTo>
                <a:lnTo>
                  <a:pt x="2725420" y="762026"/>
                </a:lnTo>
                <a:lnTo>
                  <a:pt x="2731294" y="756497"/>
                </a:lnTo>
                <a:lnTo>
                  <a:pt x="2737168" y="750616"/>
                </a:lnTo>
                <a:lnTo>
                  <a:pt x="2743041" y="744390"/>
                </a:lnTo>
                <a:lnTo>
                  <a:pt x="2748915" y="737823"/>
                </a:lnTo>
                <a:lnTo>
                  <a:pt x="2754789" y="730924"/>
                </a:lnTo>
                <a:lnTo>
                  <a:pt x="2760662" y="723697"/>
                </a:lnTo>
                <a:lnTo>
                  <a:pt x="2766536" y="716152"/>
                </a:lnTo>
                <a:lnTo>
                  <a:pt x="2772410" y="708294"/>
                </a:lnTo>
                <a:lnTo>
                  <a:pt x="2778284" y="700132"/>
                </a:lnTo>
                <a:lnTo>
                  <a:pt x="2784157" y="691674"/>
                </a:lnTo>
                <a:lnTo>
                  <a:pt x="2790031" y="682928"/>
                </a:lnTo>
                <a:lnTo>
                  <a:pt x="2795905" y="673903"/>
                </a:lnTo>
                <a:lnTo>
                  <a:pt x="2801779" y="664608"/>
                </a:lnTo>
                <a:lnTo>
                  <a:pt x="2807653" y="655051"/>
                </a:lnTo>
                <a:lnTo>
                  <a:pt x="2813526" y="645243"/>
                </a:lnTo>
                <a:lnTo>
                  <a:pt x="2819400" y="635193"/>
                </a:lnTo>
                <a:lnTo>
                  <a:pt x="2825274" y="624911"/>
                </a:lnTo>
                <a:lnTo>
                  <a:pt x="2831148" y="614408"/>
                </a:lnTo>
                <a:lnTo>
                  <a:pt x="2837021" y="603692"/>
                </a:lnTo>
                <a:lnTo>
                  <a:pt x="2842895" y="592776"/>
                </a:lnTo>
                <a:lnTo>
                  <a:pt x="2848769" y="581669"/>
                </a:lnTo>
                <a:lnTo>
                  <a:pt x="2854643" y="570383"/>
                </a:lnTo>
                <a:lnTo>
                  <a:pt x="2860516" y="558929"/>
                </a:lnTo>
                <a:lnTo>
                  <a:pt x="2866390" y="547318"/>
                </a:lnTo>
                <a:lnTo>
                  <a:pt x="2872264" y="535562"/>
                </a:lnTo>
                <a:lnTo>
                  <a:pt x="2878138" y="523672"/>
                </a:lnTo>
                <a:lnTo>
                  <a:pt x="2884011" y="511660"/>
                </a:lnTo>
                <a:lnTo>
                  <a:pt x="2889885" y="499538"/>
                </a:lnTo>
                <a:lnTo>
                  <a:pt x="2895759" y="487318"/>
                </a:lnTo>
                <a:lnTo>
                  <a:pt x="2901633" y="475012"/>
                </a:lnTo>
                <a:lnTo>
                  <a:pt x="2907506" y="462632"/>
                </a:lnTo>
                <a:lnTo>
                  <a:pt x="2913380" y="450190"/>
                </a:lnTo>
                <a:lnTo>
                  <a:pt x="2919254" y="437698"/>
                </a:lnTo>
                <a:lnTo>
                  <a:pt x="2925128" y="425169"/>
                </a:lnTo>
                <a:lnTo>
                  <a:pt x="2931001" y="412616"/>
                </a:lnTo>
                <a:lnTo>
                  <a:pt x="2936875" y="400050"/>
                </a:lnTo>
                <a:lnTo>
                  <a:pt x="2942749" y="387484"/>
                </a:lnTo>
                <a:lnTo>
                  <a:pt x="2948622" y="374931"/>
                </a:lnTo>
                <a:lnTo>
                  <a:pt x="2954496" y="362402"/>
                </a:lnTo>
                <a:lnTo>
                  <a:pt x="2960370" y="349910"/>
                </a:lnTo>
                <a:lnTo>
                  <a:pt x="2966244" y="337468"/>
                </a:lnTo>
                <a:lnTo>
                  <a:pt x="2972117" y="325088"/>
                </a:lnTo>
                <a:lnTo>
                  <a:pt x="2977991" y="312782"/>
                </a:lnTo>
                <a:lnTo>
                  <a:pt x="2983865" y="300562"/>
                </a:lnTo>
                <a:lnTo>
                  <a:pt x="2989739" y="288440"/>
                </a:lnTo>
                <a:lnTo>
                  <a:pt x="2995613" y="276428"/>
                </a:lnTo>
                <a:lnTo>
                  <a:pt x="3001486" y="264538"/>
                </a:lnTo>
                <a:lnTo>
                  <a:pt x="3007360" y="252782"/>
                </a:lnTo>
                <a:lnTo>
                  <a:pt x="3013234" y="241171"/>
                </a:lnTo>
                <a:lnTo>
                  <a:pt x="3019108" y="229717"/>
                </a:lnTo>
                <a:lnTo>
                  <a:pt x="3024981" y="218431"/>
                </a:lnTo>
                <a:lnTo>
                  <a:pt x="3030855" y="207324"/>
                </a:lnTo>
                <a:lnTo>
                  <a:pt x="3036729" y="196408"/>
                </a:lnTo>
                <a:lnTo>
                  <a:pt x="3042603" y="185692"/>
                </a:lnTo>
                <a:lnTo>
                  <a:pt x="3048476" y="175189"/>
                </a:lnTo>
                <a:lnTo>
                  <a:pt x="3054350" y="164907"/>
                </a:lnTo>
                <a:lnTo>
                  <a:pt x="3060224" y="154857"/>
                </a:lnTo>
                <a:lnTo>
                  <a:pt x="3066098" y="145049"/>
                </a:lnTo>
                <a:lnTo>
                  <a:pt x="3071971" y="135492"/>
                </a:lnTo>
                <a:lnTo>
                  <a:pt x="3077845" y="126197"/>
                </a:lnTo>
                <a:lnTo>
                  <a:pt x="3083719" y="117172"/>
                </a:lnTo>
                <a:lnTo>
                  <a:pt x="3089593" y="108426"/>
                </a:lnTo>
                <a:lnTo>
                  <a:pt x="3095466" y="99968"/>
                </a:lnTo>
                <a:lnTo>
                  <a:pt x="3101340" y="91806"/>
                </a:lnTo>
                <a:lnTo>
                  <a:pt x="3107214" y="83948"/>
                </a:lnTo>
                <a:lnTo>
                  <a:pt x="3113087" y="76403"/>
                </a:lnTo>
                <a:lnTo>
                  <a:pt x="3118961" y="69176"/>
                </a:lnTo>
                <a:lnTo>
                  <a:pt x="3124835" y="62277"/>
                </a:lnTo>
                <a:lnTo>
                  <a:pt x="3130709" y="55710"/>
                </a:lnTo>
                <a:lnTo>
                  <a:pt x="3136582" y="49484"/>
                </a:lnTo>
                <a:lnTo>
                  <a:pt x="3142456" y="43603"/>
                </a:lnTo>
                <a:lnTo>
                  <a:pt x="3148330" y="38074"/>
                </a:lnTo>
                <a:lnTo>
                  <a:pt x="3154204" y="32902"/>
                </a:lnTo>
                <a:lnTo>
                  <a:pt x="3160078" y="28093"/>
                </a:lnTo>
                <a:lnTo>
                  <a:pt x="3165951" y="23651"/>
                </a:lnTo>
                <a:lnTo>
                  <a:pt x="3171825" y="19580"/>
                </a:lnTo>
                <a:lnTo>
                  <a:pt x="3177699" y="15885"/>
                </a:lnTo>
                <a:lnTo>
                  <a:pt x="3183573" y="12568"/>
                </a:lnTo>
                <a:lnTo>
                  <a:pt x="3189446" y="9634"/>
                </a:lnTo>
                <a:lnTo>
                  <a:pt x="3195320" y="7086"/>
                </a:lnTo>
                <a:lnTo>
                  <a:pt x="3201194" y="4925"/>
                </a:lnTo>
                <a:lnTo>
                  <a:pt x="3207068" y="3155"/>
                </a:lnTo>
                <a:lnTo>
                  <a:pt x="3212941" y="1775"/>
                </a:lnTo>
                <a:lnTo>
                  <a:pt x="3218815" y="789"/>
                </a:lnTo>
                <a:lnTo>
                  <a:pt x="3224689" y="197"/>
                </a:lnTo>
                <a:lnTo>
                  <a:pt x="3230563" y="0"/>
                </a:lnTo>
                <a:lnTo>
                  <a:pt x="3236436" y="197"/>
                </a:lnTo>
                <a:lnTo>
                  <a:pt x="3242310" y="789"/>
                </a:lnTo>
                <a:lnTo>
                  <a:pt x="3248184" y="1775"/>
                </a:lnTo>
                <a:lnTo>
                  <a:pt x="3254058" y="3155"/>
                </a:lnTo>
                <a:lnTo>
                  <a:pt x="3259931" y="4925"/>
                </a:lnTo>
                <a:lnTo>
                  <a:pt x="3265805" y="7086"/>
                </a:lnTo>
                <a:lnTo>
                  <a:pt x="3271679" y="9634"/>
                </a:lnTo>
                <a:lnTo>
                  <a:pt x="3277553" y="12568"/>
                </a:lnTo>
                <a:lnTo>
                  <a:pt x="3283426" y="15885"/>
                </a:lnTo>
                <a:lnTo>
                  <a:pt x="3289300" y="19580"/>
                </a:lnTo>
                <a:lnTo>
                  <a:pt x="3295174" y="23651"/>
                </a:lnTo>
                <a:lnTo>
                  <a:pt x="3301047" y="28093"/>
                </a:lnTo>
                <a:lnTo>
                  <a:pt x="3306921" y="32902"/>
                </a:lnTo>
                <a:lnTo>
                  <a:pt x="3312795" y="38074"/>
                </a:lnTo>
                <a:lnTo>
                  <a:pt x="3318669" y="43603"/>
                </a:lnTo>
                <a:lnTo>
                  <a:pt x="3324542" y="49484"/>
                </a:lnTo>
                <a:lnTo>
                  <a:pt x="3330416" y="55710"/>
                </a:lnTo>
                <a:lnTo>
                  <a:pt x="3336290" y="62277"/>
                </a:lnTo>
                <a:lnTo>
                  <a:pt x="3342164" y="69176"/>
                </a:lnTo>
                <a:lnTo>
                  <a:pt x="3348038" y="76403"/>
                </a:lnTo>
                <a:lnTo>
                  <a:pt x="3353911" y="83948"/>
                </a:lnTo>
                <a:lnTo>
                  <a:pt x="3359785" y="91806"/>
                </a:lnTo>
                <a:lnTo>
                  <a:pt x="3365659" y="99968"/>
                </a:lnTo>
                <a:lnTo>
                  <a:pt x="3371533" y="108426"/>
                </a:lnTo>
                <a:lnTo>
                  <a:pt x="3377406" y="117172"/>
                </a:lnTo>
                <a:lnTo>
                  <a:pt x="3383280" y="126197"/>
                </a:lnTo>
                <a:lnTo>
                  <a:pt x="3389154" y="135492"/>
                </a:lnTo>
                <a:lnTo>
                  <a:pt x="3395028" y="145049"/>
                </a:lnTo>
                <a:lnTo>
                  <a:pt x="3400901" y="154857"/>
                </a:lnTo>
                <a:lnTo>
                  <a:pt x="3406775" y="164907"/>
                </a:lnTo>
                <a:lnTo>
                  <a:pt x="3412649" y="175189"/>
                </a:lnTo>
                <a:lnTo>
                  <a:pt x="3418523" y="185692"/>
                </a:lnTo>
                <a:lnTo>
                  <a:pt x="3424396" y="196408"/>
                </a:lnTo>
                <a:lnTo>
                  <a:pt x="3430270" y="207324"/>
                </a:lnTo>
                <a:lnTo>
                  <a:pt x="3436144" y="218431"/>
                </a:lnTo>
                <a:lnTo>
                  <a:pt x="3442018" y="229717"/>
                </a:lnTo>
                <a:lnTo>
                  <a:pt x="3447891" y="241171"/>
                </a:lnTo>
                <a:lnTo>
                  <a:pt x="3453765" y="252782"/>
                </a:lnTo>
                <a:lnTo>
                  <a:pt x="3459639" y="264538"/>
                </a:lnTo>
                <a:lnTo>
                  <a:pt x="3465512" y="276428"/>
                </a:lnTo>
                <a:lnTo>
                  <a:pt x="3471386" y="288440"/>
                </a:lnTo>
                <a:lnTo>
                  <a:pt x="3477260" y="300562"/>
                </a:lnTo>
                <a:lnTo>
                  <a:pt x="3483134" y="312782"/>
                </a:lnTo>
                <a:lnTo>
                  <a:pt x="3489007" y="325088"/>
                </a:lnTo>
                <a:lnTo>
                  <a:pt x="3494881" y="337468"/>
                </a:lnTo>
                <a:lnTo>
                  <a:pt x="3500755" y="349910"/>
                </a:lnTo>
                <a:lnTo>
                  <a:pt x="3506629" y="362402"/>
                </a:lnTo>
                <a:lnTo>
                  <a:pt x="3512503" y="374931"/>
                </a:lnTo>
                <a:lnTo>
                  <a:pt x="3518376" y="387484"/>
                </a:lnTo>
                <a:lnTo>
                  <a:pt x="3524250" y="400050"/>
                </a:lnTo>
              </a:path>
            </a:pathLst>
          </a:custGeom>
          <a:noFill xmlns:a="http://schemas.openxmlformats.org/drawingml/2006/main"/>
          <a:ln xmlns:a="http://schemas.openxmlformats.org/drawingml/2006/main" w="24765">
            <a:solidFill>
              <a:srgbClr val="202020"/>
            </a:solidFill>
          </a:ln>
        </p:spPr>
      </p:sp>
      <p:sp>
        <p:nvSpPr>
          <p:cNvPr id="24" name="phase-action">
            <a:extLst xmlns:a="http://schemas.openxmlformats.org/drawingml/2006/main">
              <a:ext uri="{FF2B5EF4-FFF2-40B4-BE49-F238E27FC236}">
                <a16:creationId xmlns:a16="http://schemas.microsoft.com/office/drawing/2014/main" id="{D142E76F-8E06-4D0B-AE35-E00FD72CE4A6}"/>
              </a:ext>
            </a:extLst>
          </p:cNvPr>
          <p:cNvSpPr>
            <a:spLocks xmlns:a="http://schemas.openxmlformats.org/drawingml/2006/main" noGrp="1"/>
          </p:cNvSpPr>
          <p:nvPr/>
        </p:nvSpPr>
        <p:spPr>
          <a:xfrm xmlns:a="http://schemas.openxmlformats.org/drawingml/2006/main">
            <a:off x="2047875" y="5572125"/>
            <a:ext cx="4048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Positive m: phase advances</a:t>
            </a:r>
          </a:p>
        </p:txBody>
      </p:sp>
      <p:sp>
        <p:nvSpPr>
          <p:cNvPr id="25" name="fm-changed">
            <a:extLst xmlns:a="http://schemas.openxmlformats.org/drawingml/2006/main">
              <a:ext uri="{FF2B5EF4-FFF2-40B4-BE49-F238E27FC236}">
                <a16:creationId xmlns:a16="http://schemas.microsoft.com/office/drawing/2014/main" id="{1840693D-41DB-43C9-8AAE-68BAE950B706}"/>
              </a:ext>
            </a:extLst>
          </p:cNvPr>
          <p:cNvSpPr>
            <a:spLocks xmlns:a="http://schemas.openxmlformats.org/drawingml/2006/main" noGrp="1"/>
          </p:cNvSpPr>
          <p:nvPr/>
        </p:nvSpPr>
        <p:spPr>
          <a:xfrm xmlns:a="http://schemas.openxmlformats.org/drawingml/2006/main">
            <a:off x="7667625" y="4429125"/>
            <a:ext cx="3524250" cy="800100"/>
          </a:xfrm>
          <a:custGeom xmlns:a="http://schemas.openxmlformats.org/drawingml/2006/main">
            <a:pathLst>
              <a:path w="3524250" h="800100">
                <a:moveTo>
                  <a:pt x="0" y="0"/>
                </a:moveTo>
                <a:lnTo>
                  <a:pt x="5874" y="351"/>
                </a:lnTo>
                <a:lnTo>
                  <a:pt x="11748" y="1403"/>
                </a:lnTo>
                <a:lnTo>
                  <a:pt x="17621" y="3155"/>
                </a:lnTo>
                <a:lnTo>
                  <a:pt x="23495" y="5602"/>
                </a:lnTo>
                <a:lnTo>
                  <a:pt x="29369" y="8742"/>
                </a:lnTo>
                <a:lnTo>
                  <a:pt x="35243" y="12568"/>
                </a:lnTo>
                <a:lnTo>
                  <a:pt x="41116" y="17074"/>
                </a:lnTo>
                <a:lnTo>
                  <a:pt x="46990" y="22252"/>
                </a:lnTo>
                <a:lnTo>
                  <a:pt x="52864" y="28093"/>
                </a:lnTo>
                <a:lnTo>
                  <a:pt x="58737" y="34586"/>
                </a:lnTo>
                <a:lnTo>
                  <a:pt x="64611" y="41721"/>
                </a:lnTo>
                <a:lnTo>
                  <a:pt x="70485" y="49484"/>
                </a:lnTo>
                <a:lnTo>
                  <a:pt x="76359" y="57862"/>
                </a:lnTo>
                <a:lnTo>
                  <a:pt x="82232" y="66840"/>
                </a:lnTo>
                <a:lnTo>
                  <a:pt x="88106" y="76403"/>
                </a:lnTo>
                <a:lnTo>
                  <a:pt x="93980" y="86533"/>
                </a:lnTo>
                <a:lnTo>
                  <a:pt x="99854" y="97214"/>
                </a:lnTo>
                <a:lnTo>
                  <a:pt x="105728" y="108426"/>
                </a:lnTo>
                <a:lnTo>
                  <a:pt x="111601" y="120150"/>
                </a:lnTo>
                <a:lnTo>
                  <a:pt x="117475" y="132364"/>
                </a:lnTo>
                <a:lnTo>
                  <a:pt x="123349" y="145049"/>
                </a:lnTo>
                <a:lnTo>
                  <a:pt x="129223" y="158180"/>
                </a:lnTo>
                <a:lnTo>
                  <a:pt x="135096" y="171736"/>
                </a:lnTo>
                <a:lnTo>
                  <a:pt x="140970" y="185692"/>
                </a:lnTo>
                <a:lnTo>
                  <a:pt x="146844" y="200025"/>
                </a:lnTo>
                <a:lnTo>
                  <a:pt x="152717" y="214708"/>
                </a:lnTo>
                <a:lnTo>
                  <a:pt x="158591" y="229717"/>
                </a:lnTo>
                <a:lnTo>
                  <a:pt x="164465" y="245024"/>
                </a:lnTo>
                <a:lnTo>
                  <a:pt x="170339" y="260604"/>
                </a:lnTo>
                <a:lnTo>
                  <a:pt x="176213" y="276428"/>
                </a:lnTo>
                <a:lnTo>
                  <a:pt x="182086" y="292469"/>
                </a:lnTo>
                <a:lnTo>
                  <a:pt x="187960" y="308698"/>
                </a:lnTo>
                <a:lnTo>
                  <a:pt x="193834" y="325088"/>
                </a:lnTo>
                <a:lnTo>
                  <a:pt x="199708" y="341609"/>
                </a:lnTo>
                <a:lnTo>
                  <a:pt x="205581" y="358233"/>
                </a:lnTo>
                <a:lnTo>
                  <a:pt x="211455" y="374931"/>
                </a:lnTo>
                <a:lnTo>
                  <a:pt x="217329" y="391672"/>
                </a:lnTo>
                <a:lnTo>
                  <a:pt x="223202" y="408428"/>
                </a:lnTo>
                <a:lnTo>
                  <a:pt x="229076" y="425169"/>
                </a:lnTo>
                <a:lnTo>
                  <a:pt x="234950" y="441867"/>
                </a:lnTo>
                <a:lnTo>
                  <a:pt x="240824" y="458491"/>
                </a:lnTo>
                <a:lnTo>
                  <a:pt x="246697" y="475012"/>
                </a:lnTo>
                <a:lnTo>
                  <a:pt x="252571" y="491402"/>
                </a:lnTo>
                <a:lnTo>
                  <a:pt x="258445" y="507631"/>
                </a:lnTo>
                <a:lnTo>
                  <a:pt x="264319" y="523672"/>
                </a:lnTo>
                <a:lnTo>
                  <a:pt x="270193" y="539496"/>
                </a:lnTo>
                <a:lnTo>
                  <a:pt x="276066" y="555076"/>
                </a:lnTo>
                <a:lnTo>
                  <a:pt x="281940" y="570383"/>
                </a:lnTo>
                <a:lnTo>
                  <a:pt x="287814" y="585392"/>
                </a:lnTo>
                <a:lnTo>
                  <a:pt x="293688" y="600075"/>
                </a:lnTo>
                <a:lnTo>
                  <a:pt x="299561" y="614408"/>
                </a:lnTo>
                <a:lnTo>
                  <a:pt x="305435" y="628364"/>
                </a:lnTo>
                <a:lnTo>
                  <a:pt x="311309" y="641920"/>
                </a:lnTo>
                <a:lnTo>
                  <a:pt x="317182" y="655051"/>
                </a:lnTo>
                <a:lnTo>
                  <a:pt x="323056" y="667736"/>
                </a:lnTo>
                <a:lnTo>
                  <a:pt x="328930" y="679950"/>
                </a:lnTo>
                <a:lnTo>
                  <a:pt x="334804" y="691674"/>
                </a:lnTo>
                <a:lnTo>
                  <a:pt x="340677" y="702886"/>
                </a:lnTo>
                <a:lnTo>
                  <a:pt x="346551" y="713567"/>
                </a:lnTo>
                <a:lnTo>
                  <a:pt x="352425" y="723697"/>
                </a:lnTo>
                <a:lnTo>
                  <a:pt x="358299" y="733260"/>
                </a:lnTo>
                <a:lnTo>
                  <a:pt x="364173" y="742238"/>
                </a:lnTo>
                <a:lnTo>
                  <a:pt x="370046" y="750616"/>
                </a:lnTo>
                <a:lnTo>
                  <a:pt x="375920" y="758379"/>
                </a:lnTo>
                <a:lnTo>
                  <a:pt x="381794" y="765514"/>
                </a:lnTo>
                <a:lnTo>
                  <a:pt x="387668" y="772007"/>
                </a:lnTo>
                <a:lnTo>
                  <a:pt x="393541" y="777848"/>
                </a:lnTo>
                <a:lnTo>
                  <a:pt x="399415" y="783026"/>
                </a:lnTo>
                <a:lnTo>
                  <a:pt x="405289" y="787532"/>
                </a:lnTo>
                <a:lnTo>
                  <a:pt x="411162" y="791358"/>
                </a:lnTo>
                <a:lnTo>
                  <a:pt x="417036" y="794498"/>
                </a:lnTo>
                <a:lnTo>
                  <a:pt x="422910" y="796945"/>
                </a:lnTo>
                <a:lnTo>
                  <a:pt x="428784" y="798697"/>
                </a:lnTo>
                <a:lnTo>
                  <a:pt x="434657" y="799749"/>
                </a:lnTo>
                <a:lnTo>
                  <a:pt x="440531" y="800100"/>
                </a:lnTo>
                <a:lnTo>
                  <a:pt x="446405" y="799749"/>
                </a:lnTo>
                <a:lnTo>
                  <a:pt x="452279" y="798697"/>
                </a:lnTo>
                <a:lnTo>
                  <a:pt x="458153" y="796945"/>
                </a:lnTo>
                <a:lnTo>
                  <a:pt x="464026" y="794498"/>
                </a:lnTo>
                <a:lnTo>
                  <a:pt x="469900" y="791358"/>
                </a:lnTo>
                <a:lnTo>
                  <a:pt x="475774" y="787532"/>
                </a:lnTo>
                <a:lnTo>
                  <a:pt x="481648" y="783026"/>
                </a:lnTo>
                <a:lnTo>
                  <a:pt x="487521" y="777848"/>
                </a:lnTo>
                <a:lnTo>
                  <a:pt x="493395" y="772007"/>
                </a:lnTo>
                <a:lnTo>
                  <a:pt x="499269" y="765514"/>
                </a:lnTo>
                <a:lnTo>
                  <a:pt x="505142" y="758379"/>
                </a:lnTo>
                <a:lnTo>
                  <a:pt x="511016" y="750616"/>
                </a:lnTo>
                <a:lnTo>
                  <a:pt x="516890" y="742238"/>
                </a:lnTo>
                <a:lnTo>
                  <a:pt x="522764" y="733260"/>
                </a:lnTo>
                <a:lnTo>
                  <a:pt x="528638" y="723697"/>
                </a:lnTo>
                <a:lnTo>
                  <a:pt x="534511" y="713567"/>
                </a:lnTo>
                <a:lnTo>
                  <a:pt x="540385" y="702886"/>
                </a:lnTo>
                <a:lnTo>
                  <a:pt x="546259" y="691674"/>
                </a:lnTo>
                <a:lnTo>
                  <a:pt x="552133" y="679950"/>
                </a:lnTo>
                <a:lnTo>
                  <a:pt x="558006" y="667736"/>
                </a:lnTo>
                <a:lnTo>
                  <a:pt x="563880" y="655051"/>
                </a:lnTo>
                <a:lnTo>
                  <a:pt x="569754" y="641920"/>
                </a:lnTo>
                <a:lnTo>
                  <a:pt x="575627" y="628364"/>
                </a:lnTo>
                <a:lnTo>
                  <a:pt x="581501" y="614408"/>
                </a:lnTo>
                <a:lnTo>
                  <a:pt x="587375" y="600075"/>
                </a:lnTo>
                <a:lnTo>
                  <a:pt x="593249" y="585392"/>
                </a:lnTo>
                <a:lnTo>
                  <a:pt x="599122" y="570383"/>
                </a:lnTo>
                <a:lnTo>
                  <a:pt x="604996" y="555076"/>
                </a:lnTo>
                <a:lnTo>
                  <a:pt x="610870" y="539496"/>
                </a:lnTo>
                <a:lnTo>
                  <a:pt x="616744" y="523672"/>
                </a:lnTo>
                <a:lnTo>
                  <a:pt x="622618" y="507631"/>
                </a:lnTo>
                <a:lnTo>
                  <a:pt x="628491" y="491402"/>
                </a:lnTo>
                <a:lnTo>
                  <a:pt x="634365" y="475012"/>
                </a:lnTo>
                <a:lnTo>
                  <a:pt x="640239" y="458491"/>
                </a:lnTo>
                <a:lnTo>
                  <a:pt x="646113" y="441867"/>
                </a:lnTo>
                <a:lnTo>
                  <a:pt x="651986" y="425169"/>
                </a:lnTo>
                <a:lnTo>
                  <a:pt x="657860" y="408428"/>
                </a:lnTo>
                <a:lnTo>
                  <a:pt x="663734" y="391672"/>
                </a:lnTo>
                <a:lnTo>
                  <a:pt x="669607" y="374931"/>
                </a:lnTo>
                <a:lnTo>
                  <a:pt x="675481" y="358233"/>
                </a:lnTo>
                <a:lnTo>
                  <a:pt x="681355" y="341609"/>
                </a:lnTo>
                <a:lnTo>
                  <a:pt x="687229" y="325088"/>
                </a:lnTo>
                <a:lnTo>
                  <a:pt x="693102" y="308698"/>
                </a:lnTo>
                <a:lnTo>
                  <a:pt x="698976" y="292469"/>
                </a:lnTo>
                <a:lnTo>
                  <a:pt x="704850" y="276428"/>
                </a:lnTo>
                <a:lnTo>
                  <a:pt x="710724" y="260604"/>
                </a:lnTo>
                <a:lnTo>
                  <a:pt x="716598" y="245024"/>
                </a:lnTo>
                <a:lnTo>
                  <a:pt x="722471" y="229717"/>
                </a:lnTo>
                <a:lnTo>
                  <a:pt x="728345" y="214708"/>
                </a:lnTo>
                <a:lnTo>
                  <a:pt x="734219" y="200025"/>
                </a:lnTo>
                <a:lnTo>
                  <a:pt x="740093" y="185692"/>
                </a:lnTo>
                <a:lnTo>
                  <a:pt x="745966" y="171736"/>
                </a:lnTo>
                <a:lnTo>
                  <a:pt x="751840" y="158180"/>
                </a:lnTo>
                <a:lnTo>
                  <a:pt x="757714" y="145049"/>
                </a:lnTo>
                <a:lnTo>
                  <a:pt x="763587" y="132364"/>
                </a:lnTo>
                <a:lnTo>
                  <a:pt x="769461" y="120150"/>
                </a:lnTo>
                <a:lnTo>
                  <a:pt x="775335" y="108426"/>
                </a:lnTo>
                <a:lnTo>
                  <a:pt x="781209" y="97214"/>
                </a:lnTo>
                <a:lnTo>
                  <a:pt x="787082" y="86533"/>
                </a:lnTo>
                <a:lnTo>
                  <a:pt x="792956" y="76403"/>
                </a:lnTo>
                <a:lnTo>
                  <a:pt x="798830" y="66840"/>
                </a:lnTo>
                <a:lnTo>
                  <a:pt x="804704" y="57862"/>
                </a:lnTo>
                <a:lnTo>
                  <a:pt x="810578" y="49484"/>
                </a:lnTo>
                <a:lnTo>
                  <a:pt x="816451" y="41721"/>
                </a:lnTo>
                <a:lnTo>
                  <a:pt x="822325" y="34586"/>
                </a:lnTo>
                <a:lnTo>
                  <a:pt x="828199" y="28093"/>
                </a:lnTo>
                <a:lnTo>
                  <a:pt x="834072" y="22252"/>
                </a:lnTo>
                <a:lnTo>
                  <a:pt x="839946" y="17074"/>
                </a:lnTo>
                <a:lnTo>
                  <a:pt x="845820" y="12568"/>
                </a:lnTo>
                <a:lnTo>
                  <a:pt x="851694" y="8742"/>
                </a:lnTo>
                <a:lnTo>
                  <a:pt x="857567" y="5602"/>
                </a:lnTo>
                <a:lnTo>
                  <a:pt x="863441" y="3155"/>
                </a:lnTo>
                <a:lnTo>
                  <a:pt x="869315" y="1403"/>
                </a:lnTo>
                <a:lnTo>
                  <a:pt x="875189" y="351"/>
                </a:lnTo>
                <a:lnTo>
                  <a:pt x="881063" y="0"/>
                </a:lnTo>
                <a:lnTo>
                  <a:pt x="886936" y="351"/>
                </a:lnTo>
                <a:lnTo>
                  <a:pt x="892810" y="1403"/>
                </a:lnTo>
                <a:lnTo>
                  <a:pt x="898684" y="3155"/>
                </a:lnTo>
                <a:lnTo>
                  <a:pt x="904558" y="5602"/>
                </a:lnTo>
                <a:lnTo>
                  <a:pt x="910431" y="8742"/>
                </a:lnTo>
                <a:lnTo>
                  <a:pt x="916305" y="12568"/>
                </a:lnTo>
                <a:lnTo>
                  <a:pt x="922179" y="17074"/>
                </a:lnTo>
                <a:lnTo>
                  <a:pt x="928053" y="22252"/>
                </a:lnTo>
                <a:lnTo>
                  <a:pt x="933926" y="28093"/>
                </a:lnTo>
                <a:lnTo>
                  <a:pt x="939800" y="34586"/>
                </a:lnTo>
                <a:lnTo>
                  <a:pt x="945674" y="41721"/>
                </a:lnTo>
                <a:lnTo>
                  <a:pt x="951547" y="49484"/>
                </a:lnTo>
                <a:lnTo>
                  <a:pt x="957421" y="57862"/>
                </a:lnTo>
                <a:lnTo>
                  <a:pt x="963295" y="66840"/>
                </a:lnTo>
                <a:lnTo>
                  <a:pt x="969169" y="76403"/>
                </a:lnTo>
                <a:lnTo>
                  <a:pt x="975043" y="86533"/>
                </a:lnTo>
                <a:lnTo>
                  <a:pt x="980916" y="97214"/>
                </a:lnTo>
                <a:lnTo>
                  <a:pt x="986790" y="108426"/>
                </a:lnTo>
                <a:lnTo>
                  <a:pt x="992664" y="120150"/>
                </a:lnTo>
                <a:lnTo>
                  <a:pt x="998538" y="132364"/>
                </a:lnTo>
                <a:lnTo>
                  <a:pt x="1004411" y="145049"/>
                </a:lnTo>
                <a:lnTo>
                  <a:pt x="1010285" y="158180"/>
                </a:lnTo>
                <a:lnTo>
                  <a:pt x="1016159" y="171736"/>
                </a:lnTo>
                <a:lnTo>
                  <a:pt x="1022032" y="185692"/>
                </a:lnTo>
                <a:lnTo>
                  <a:pt x="1027906" y="200025"/>
                </a:lnTo>
                <a:lnTo>
                  <a:pt x="1033780" y="214708"/>
                </a:lnTo>
                <a:lnTo>
                  <a:pt x="1039654" y="229717"/>
                </a:lnTo>
                <a:lnTo>
                  <a:pt x="1045527" y="245024"/>
                </a:lnTo>
                <a:lnTo>
                  <a:pt x="1051401" y="260604"/>
                </a:lnTo>
                <a:lnTo>
                  <a:pt x="1057275" y="276428"/>
                </a:lnTo>
                <a:lnTo>
                  <a:pt x="1063149" y="292469"/>
                </a:lnTo>
                <a:lnTo>
                  <a:pt x="1069023" y="308698"/>
                </a:lnTo>
                <a:lnTo>
                  <a:pt x="1074896" y="325088"/>
                </a:lnTo>
                <a:lnTo>
                  <a:pt x="1080770" y="341609"/>
                </a:lnTo>
                <a:lnTo>
                  <a:pt x="1086644" y="358233"/>
                </a:lnTo>
                <a:lnTo>
                  <a:pt x="1092518" y="374931"/>
                </a:lnTo>
                <a:lnTo>
                  <a:pt x="1098391" y="391672"/>
                </a:lnTo>
                <a:lnTo>
                  <a:pt x="1104265" y="408428"/>
                </a:lnTo>
                <a:lnTo>
                  <a:pt x="1110139" y="425169"/>
                </a:lnTo>
                <a:lnTo>
                  <a:pt x="1116012" y="441867"/>
                </a:lnTo>
                <a:lnTo>
                  <a:pt x="1121886" y="458491"/>
                </a:lnTo>
                <a:lnTo>
                  <a:pt x="1127760" y="475012"/>
                </a:lnTo>
                <a:lnTo>
                  <a:pt x="1133634" y="491402"/>
                </a:lnTo>
                <a:lnTo>
                  <a:pt x="1139508" y="507631"/>
                </a:lnTo>
                <a:lnTo>
                  <a:pt x="1145381" y="523672"/>
                </a:lnTo>
                <a:lnTo>
                  <a:pt x="1151255" y="539496"/>
                </a:lnTo>
                <a:lnTo>
                  <a:pt x="1157129" y="555076"/>
                </a:lnTo>
                <a:lnTo>
                  <a:pt x="1163003" y="570383"/>
                </a:lnTo>
                <a:lnTo>
                  <a:pt x="1168876" y="585392"/>
                </a:lnTo>
                <a:lnTo>
                  <a:pt x="1174750" y="600075"/>
                </a:lnTo>
                <a:lnTo>
                  <a:pt x="1180624" y="614408"/>
                </a:lnTo>
                <a:lnTo>
                  <a:pt x="1186497" y="628364"/>
                </a:lnTo>
                <a:lnTo>
                  <a:pt x="1192371" y="641920"/>
                </a:lnTo>
                <a:lnTo>
                  <a:pt x="1198245" y="655051"/>
                </a:lnTo>
                <a:lnTo>
                  <a:pt x="1204119" y="667736"/>
                </a:lnTo>
                <a:lnTo>
                  <a:pt x="1209992" y="679950"/>
                </a:lnTo>
                <a:lnTo>
                  <a:pt x="1215866" y="691674"/>
                </a:lnTo>
                <a:lnTo>
                  <a:pt x="1221740" y="702886"/>
                </a:lnTo>
                <a:lnTo>
                  <a:pt x="1227614" y="713567"/>
                </a:lnTo>
                <a:lnTo>
                  <a:pt x="1233488" y="723697"/>
                </a:lnTo>
                <a:lnTo>
                  <a:pt x="1239361" y="733260"/>
                </a:lnTo>
                <a:lnTo>
                  <a:pt x="1245235" y="742238"/>
                </a:lnTo>
                <a:lnTo>
                  <a:pt x="1251109" y="750616"/>
                </a:lnTo>
                <a:lnTo>
                  <a:pt x="1256983" y="758379"/>
                </a:lnTo>
                <a:lnTo>
                  <a:pt x="1262856" y="765514"/>
                </a:lnTo>
                <a:lnTo>
                  <a:pt x="1268730" y="772007"/>
                </a:lnTo>
                <a:lnTo>
                  <a:pt x="1274604" y="777848"/>
                </a:lnTo>
                <a:lnTo>
                  <a:pt x="1280478" y="783026"/>
                </a:lnTo>
                <a:lnTo>
                  <a:pt x="1286351" y="787532"/>
                </a:lnTo>
                <a:lnTo>
                  <a:pt x="1292225" y="791358"/>
                </a:lnTo>
                <a:lnTo>
                  <a:pt x="1298099" y="794498"/>
                </a:lnTo>
                <a:lnTo>
                  <a:pt x="1303972" y="796945"/>
                </a:lnTo>
                <a:lnTo>
                  <a:pt x="1309846" y="798697"/>
                </a:lnTo>
                <a:lnTo>
                  <a:pt x="1315720" y="799749"/>
                </a:lnTo>
                <a:lnTo>
                  <a:pt x="1321594" y="800100"/>
                </a:lnTo>
                <a:lnTo>
                  <a:pt x="1327468" y="799749"/>
                </a:lnTo>
                <a:lnTo>
                  <a:pt x="1333341" y="798697"/>
                </a:lnTo>
                <a:lnTo>
                  <a:pt x="1339215" y="796945"/>
                </a:lnTo>
                <a:lnTo>
                  <a:pt x="1345089" y="794498"/>
                </a:lnTo>
                <a:lnTo>
                  <a:pt x="1350963" y="791358"/>
                </a:lnTo>
                <a:lnTo>
                  <a:pt x="1356836" y="787532"/>
                </a:lnTo>
                <a:lnTo>
                  <a:pt x="1362710" y="783026"/>
                </a:lnTo>
                <a:lnTo>
                  <a:pt x="1368584" y="777848"/>
                </a:lnTo>
                <a:lnTo>
                  <a:pt x="1374457" y="772007"/>
                </a:lnTo>
                <a:lnTo>
                  <a:pt x="1380331" y="765514"/>
                </a:lnTo>
                <a:lnTo>
                  <a:pt x="1386205" y="758379"/>
                </a:lnTo>
                <a:lnTo>
                  <a:pt x="1392079" y="750616"/>
                </a:lnTo>
                <a:lnTo>
                  <a:pt x="1397952" y="742238"/>
                </a:lnTo>
                <a:lnTo>
                  <a:pt x="1403826" y="733260"/>
                </a:lnTo>
                <a:lnTo>
                  <a:pt x="1409700" y="723697"/>
                </a:lnTo>
                <a:lnTo>
                  <a:pt x="1415574" y="713567"/>
                </a:lnTo>
                <a:lnTo>
                  <a:pt x="1421448" y="702886"/>
                </a:lnTo>
                <a:lnTo>
                  <a:pt x="1427321" y="691674"/>
                </a:lnTo>
                <a:lnTo>
                  <a:pt x="1433195" y="679950"/>
                </a:lnTo>
                <a:lnTo>
                  <a:pt x="1439069" y="667736"/>
                </a:lnTo>
                <a:lnTo>
                  <a:pt x="1444943" y="655051"/>
                </a:lnTo>
                <a:lnTo>
                  <a:pt x="1450816" y="641920"/>
                </a:lnTo>
                <a:lnTo>
                  <a:pt x="1456690" y="628364"/>
                </a:lnTo>
                <a:lnTo>
                  <a:pt x="1462564" y="614408"/>
                </a:lnTo>
                <a:lnTo>
                  <a:pt x="1468437" y="600075"/>
                </a:lnTo>
                <a:lnTo>
                  <a:pt x="1474311" y="585392"/>
                </a:lnTo>
                <a:lnTo>
                  <a:pt x="1480185" y="570383"/>
                </a:lnTo>
                <a:lnTo>
                  <a:pt x="1486059" y="555076"/>
                </a:lnTo>
                <a:lnTo>
                  <a:pt x="1491933" y="539496"/>
                </a:lnTo>
                <a:lnTo>
                  <a:pt x="1497806" y="523672"/>
                </a:lnTo>
                <a:lnTo>
                  <a:pt x="1503680" y="507631"/>
                </a:lnTo>
                <a:lnTo>
                  <a:pt x="1509554" y="491402"/>
                </a:lnTo>
                <a:lnTo>
                  <a:pt x="1515428" y="475012"/>
                </a:lnTo>
                <a:lnTo>
                  <a:pt x="1521301" y="458491"/>
                </a:lnTo>
                <a:lnTo>
                  <a:pt x="1527175" y="441867"/>
                </a:lnTo>
                <a:lnTo>
                  <a:pt x="1533049" y="425169"/>
                </a:lnTo>
                <a:lnTo>
                  <a:pt x="1538922" y="408428"/>
                </a:lnTo>
                <a:lnTo>
                  <a:pt x="1544796" y="391672"/>
                </a:lnTo>
                <a:lnTo>
                  <a:pt x="1550670" y="374931"/>
                </a:lnTo>
                <a:lnTo>
                  <a:pt x="1556544" y="358233"/>
                </a:lnTo>
                <a:lnTo>
                  <a:pt x="1562417" y="341609"/>
                </a:lnTo>
                <a:lnTo>
                  <a:pt x="1568291" y="325088"/>
                </a:lnTo>
                <a:lnTo>
                  <a:pt x="1574165" y="308698"/>
                </a:lnTo>
                <a:lnTo>
                  <a:pt x="1580039" y="292469"/>
                </a:lnTo>
                <a:lnTo>
                  <a:pt x="1585913" y="276428"/>
                </a:lnTo>
                <a:lnTo>
                  <a:pt x="1591786" y="260604"/>
                </a:lnTo>
                <a:lnTo>
                  <a:pt x="1597660" y="245024"/>
                </a:lnTo>
                <a:lnTo>
                  <a:pt x="1603534" y="229717"/>
                </a:lnTo>
                <a:lnTo>
                  <a:pt x="1609408" y="214708"/>
                </a:lnTo>
                <a:lnTo>
                  <a:pt x="1615281" y="200025"/>
                </a:lnTo>
                <a:lnTo>
                  <a:pt x="1621155" y="185692"/>
                </a:lnTo>
                <a:lnTo>
                  <a:pt x="1627029" y="171736"/>
                </a:lnTo>
                <a:lnTo>
                  <a:pt x="1632903" y="158180"/>
                </a:lnTo>
                <a:lnTo>
                  <a:pt x="1638776" y="145049"/>
                </a:lnTo>
                <a:lnTo>
                  <a:pt x="1644650" y="132364"/>
                </a:lnTo>
                <a:lnTo>
                  <a:pt x="1650524" y="120150"/>
                </a:lnTo>
                <a:lnTo>
                  <a:pt x="1656397" y="108426"/>
                </a:lnTo>
                <a:lnTo>
                  <a:pt x="1662271" y="97214"/>
                </a:lnTo>
                <a:lnTo>
                  <a:pt x="1668145" y="86533"/>
                </a:lnTo>
                <a:lnTo>
                  <a:pt x="1674019" y="76403"/>
                </a:lnTo>
                <a:lnTo>
                  <a:pt x="1679893" y="66840"/>
                </a:lnTo>
                <a:lnTo>
                  <a:pt x="1685766" y="57862"/>
                </a:lnTo>
                <a:lnTo>
                  <a:pt x="1691640" y="49484"/>
                </a:lnTo>
                <a:lnTo>
                  <a:pt x="1697514" y="41721"/>
                </a:lnTo>
                <a:lnTo>
                  <a:pt x="1703388" y="34586"/>
                </a:lnTo>
                <a:lnTo>
                  <a:pt x="1709261" y="28093"/>
                </a:lnTo>
                <a:lnTo>
                  <a:pt x="1715135" y="22252"/>
                </a:lnTo>
                <a:lnTo>
                  <a:pt x="1721009" y="17074"/>
                </a:lnTo>
                <a:lnTo>
                  <a:pt x="1726882" y="12568"/>
                </a:lnTo>
                <a:lnTo>
                  <a:pt x="1732756" y="8742"/>
                </a:lnTo>
                <a:lnTo>
                  <a:pt x="1738630" y="5602"/>
                </a:lnTo>
                <a:lnTo>
                  <a:pt x="1744504" y="3155"/>
                </a:lnTo>
                <a:lnTo>
                  <a:pt x="1750377" y="1403"/>
                </a:lnTo>
                <a:lnTo>
                  <a:pt x="1756251" y="351"/>
                </a:lnTo>
                <a:lnTo>
                  <a:pt x="1762125" y="0"/>
                </a:lnTo>
                <a:lnTo>
                  <a:pt x="1767999" y="351"/>
                </a:lnTo>
                <a:lnTo>
                  <a:pt x="1773873" y="1403"/>
                </a:lnTo>
                <a:lnTo>
                  <a:pt x="1779746" y="3155"/>
                </a:lnTo>
                <a:lnTo>
                  <a:pt x="1785620" y="5602"/>
                </a:lnTo>
                <a:lnTo>
                  <a:pt x="1791494" y="8742"/>
                </a:lnTo>
                <a:lnTo>
                  <a:pt x="1797368" y="12568"/>
                </a:lnTo>
                <a:lnTo>
                  <a:pt x="1803241" y="17074"/>
                </a:lnTo>
                <a:lnTo>
                  <a:pt x="1809115" y="22252"/>
                </a:lnTo>
                <a:lnTo>
                  <a:pt x="1814989" y="28093"/>
                </a:lnTo>
                <a:lnTo>
                  <a:pt x="1820862" y="34586"/>
                </a:lnTo>
                <a:lnTo>
                  <a:pt x="1826736" y="41721"/>
                </a:lnTo>
                <a:lnTo>
                  <a:pt x="1832610" y="49484"/>
                </a:lnTo>
                <a:lnTo>
                  <a:pt x="1838484" y="57862"/>
                </a:lnTo>
                <a:lnTo>
                  <a:pt x="1844358" y="66840"/>
                </a:lnTo>
                <a:lnTo>
                  <a:pt x="1850231" y="76403"/>
                </a:lnTo>
                <a:lnTo>
                  <a:pt x="1856105" y="86533"/>
                </a:lnTo>
                <a:lnTo>
                  <a:pt x="1861979" y="97214"/>
                </a:lnTo>
                <a:lnTo>
                  <a:pt x="1867853" y="108426"/>
                </a:lnTo>
                <a:lnTo>
                  <a:pt x="1873726" y="120150"/>
                </a:lnTo>
                <a:lnTo>
                  <a:pt x="1879600" y="132364"/>
                </a:lnTo>
                <a:lnTo>
                  <a:pt x="1885474" y="145049"/>
                </a:lnTo>
                <a:lnTo>
                  <a:pt x="1891347" y="158180"/>
                </a:lnTo>
                <a:lnTo>
                  <a:pt x="1897221" y="171736"/>
                </a:lnTo>
                <a:lnTo>
                  <a:pt x="1903095" y="185692"/>
                </a:lnTo>
                <a:lnTo>
                  <a:pt x="1908969" y="200025"/>
                </a:lnTo>
                <a:lnTo>
                  <a:pt x="1914842" y="214708"/>
                </a:lnTo>
                <a:lnTo>
                  <a:pt x="1920716" y="229717"/>
                </a:lnTo>
                <a:lnTo>
                  <a:pt x="1926590" y="245024"/>
                </a:lnTo>
                <a:lnTo>
                  <a:pt x="1932464" y="260604"/>
                </a:lnTo>
                <a:lnTo>
                  <a:pt x="1938338" y="276428"/>
                </a:lnTo>
                <a:lnTo>
                  <a:pt x="1944211" y="292469"/>
                </a:lnTo>
                <a:lnTo>
                  <a:pt x="1950085" y="308698"/>
                </a:lnTo>
                <a:lnTo>
                  <a:pt x="1955959" y="325088"/>
                </a:lnTo>
                <a:lnTo>
                  <a:pt x="1961833" y="341609"/>
                </a:lnTo>
                <a:lnTo>
                  <a:pt x="1967706" y="358233"/>
                </a:lnTo>
                <a:lnTo>
                  <a:pt x="1973580" y="374931"/>
                </a:lnTo>
                <a:lnTo>
                  <a:pt x="1979454" y="391672"/>
                </a:lnTo>
                <a:lnTo>
                  <a:pt x="1985328" y="408428"/>
                </a:lnTo>
                <a:lnTo>
                  <a:pt x="1991201" y="425169"/>
                </a:lnTo>
                <a:lnTo>
                  <a:pt x="1997075" y="441867"/>
                </a:lnTo>
                <a:lnTo>
                  <a:pt x="2002949" y="458491"/>
                </a:lnTo>
                <a:lnTo>
                  <a:pt x="2008822" y="475012"/>
                </a:lnTo>
                <a:lnTo>
                  <a:pt x="2014696" y="491402"/>
                </a:lnTo>
                <a:lnTo>
                  <a:pt x="2020570" y="507631"/>
                </a:lnTo>
                <a:lnTo>
                  <a:pt x="2026444" y="523672"/>
                </a:lnTo>
                <a:lnTo>
                  <a:pt x="2032318" y="539496"/>
                </a:lnTo>
                <a:lnTo>
                  <a:pt x="2038191" y="555076"/>
                </a:lnTo>
                <a:lnTo>
                  <a:pt x="2044065" y="570383"/>
                </a:lnTo>
                <a:lnTo>
                  <a:pt x="2049939" y="585392"/>
                </a:lnTo>
                <a:lnTo>
                  <a:pt x="2055813" y="600075"/>
                </a:lnTo>
                <a:lnTo>
                  <a:pt x="2061686" y="614408"/>
                </a:lnTo>
                <a:lnTo>
                  <a:pt x="2067560" y="628364"/>
                </a:lnTo>
                <a:lnTo>
                  <a:pt x="2073434" y="641920"/>
                </a:lnTo>
                <a:lnTo>
                  <a:pt x="2079307" y="655051"/>
                </a:lnTo>
                <a:lnTo>
                  <a:pt x="2085181" y="667736"/>
                </a:lnTo>
                <a:lnTo>
                  <a:pt x="2091055" y="679950"/>
                </a:lnTo>
                <a:lnTo>
                  <a:pt x="2096929" y="691674"/>
                </a:lnTo>
                <a:lnTo>
                  <a:pt x="2102803" y="702886"/>
                </a:lnTo>
                <a:lnTo>
                  <a:pt x="2108676" y="713567"/>
                </a:lnTo>
                <a:lnTo>
                  <a:pt x="2114550" y="723697"/>
                </a:lnTo>
                <a:lnTo>
                  <a:pt x="2120424" y="733260"/>
                </a:lnTo>
                <a:lnTo>
                  <a:pt x="2126298" y="742238"/>
                </a:lnTo>
                <a:lnTo>
                  <a:pt x="2132171" y="750616"/>
                </a:lnTo>
                <a:lnTo>
                  <a:pt x="2138045" y="758379"/>
                </a:lnTo>
                <a:lnTo>
                  <a:pt x="2143919" y="765514"/>
                </a:lnTo>
                <a:lnTo>
                  <a:pt x="2149793" y="772007"/>
                </a:lnTo>
                <a:lnTo>
                  <a:pt x="2155666" y="777848"/>
                </a:lnTo>
                <a:lnTo>
                  <a:pt x="2161540" y="783026"/>
                </a:lnTo>
                <a:lnTo>
                  <a:pt x="2167414" y="787532"/>
                </a:lnTo>
                <a:lnTo>
                  <a:pt x="2173288" y="791358"/>
                </a:lnTo>
                <a:lnTo>
                  <a:pt x="2179161" y="794498"/>
                </a:lnTo>
                <a:lnTo>
                  <a:pt x="2185035" y="796945"/>
                </a:lnTo>
                <a:lnTo>
                  <a:pt x="2190909" y="798697"/>
                </a:lnTo>
                <a:lnTo>
                  <a:pt x="2196782" y="799749"/>
                </a:lnTo>
                <a:lnTo>
                  <a:pt x="2202656" y="800100"/>
                </a:lnTo>
                <a:lnTo>
                  <a:pt x="2208530" y="799749"/>
                </a:lnTo>
                <a:lnTo>
                  <a:pt x="2214404" y="798697"/>
                </a:lnTo>
                <a:lnTo>
                  <a:pt x="2220277" y="796945"/>
                </a:lnTo>
                <a:lnTo>
                  <a:pt x="2226151" y="794498"/>
                </a:lnTo>
                <a:lnTo>
                  <a:pt x="2232025" y="791358"/>
                </a:lnTo>
                <a:lnTo>
                  <a:pt x="2237899" y="787532"/>
                </a:lnTo>
                <a:lnTo>
                  <a:pt x="2243772" y="783026"/>
                </a:lnTo>
                <a:lnTo>
                  <a:pt x="2249646" y="777848"/>
                </a:lnTo>
                <a:lnTo>
                  <a:pt x="2255520" y="772007"/>
                </a:lnTo>
                <a:lnTo>
                  <a:pt x="2261394" y="765514"/>
                </a:lnTo>
                <a:lnTo>
                  <a:pt x="2267267" y="758379"/>
                </a:lnTo>
                <a:lnTo>
                  <a:pt x="2273141" y="750616"/>
                </a:lnTo>
                <a:lnTo>
                  <a:pt x="2279015" y="742238"/>
                </a:lnTo>
                <a:lnTo>
                  <a:pt x="2284889" y="733260"/>
                </a:lnTo>
                <a:lnTo>
                  <a:pt x="2290763" y="723697"/>
                </a:lnTo>
                <a:lnTo>
                  <a:pt x="2296636" y="713567"/>
                </a:lnTo>
                <a:lnTo>
                  <a:pt x="2302510" y="702886"/>
                </a:lnTo>
                <a:lnTo>
                  <a:pt x="2308384" y="691674"/>
                </a:lnTo>
                <a:lnTo>
                  <a:pt x="2314258" y="679950"/>
                </a:lnTo>
                <a:lnTo>
                  <a:pt x="2320131" y="667736"/>
                </a:lnTo>
                <a:lnTo>
                  <a:pt x="2326005" y="655051"/>
                </a:lnTo>
                <a:lnTo>
                  <a:pt x="2331879" y="641920"/>
                </a:lnTo>
                <a:lnTo>
                  <a:pt x="2337753" y="628364"/>
                </a:lnTo>
                <a:lnTo>
                  <a:pt x="2343626" y="614408"/>
                </a:lnTo>
                <a:lnTo>
                  <a:pt x="2349500" y="600075"/>
                </a:lnTo>
                <a:lnTo>
                  <a:pt x="2355374" y="585392"/>
                </a:lnTo>
                <a:lnTo>
                  <a:pt x="2361248" y="570383"/>
                </a:lnTo>
                <a:lnTo>
                  <a:pt x="2367121" y="555076"/>
                </a:lnTo>
                <a:lnTo>
                  <a:pt x="2372995" y="539496"/>
                </a:lnTo>
                <a:lnTo>
                  <a:pt x="2378869" y="523672"/>
                </a:lnTo>
                <a:lnTo>
                  <a:pt x="2384743" y="507631"/>
                </a:lnTo>
                <a:lnTo>
                  <a:pt x="2390616" y="491402"/>
                </a:lnTo>
                <a:lnTo>
                  <a:pt x="2396490" y="475012"/>
                </a:lnTo>
                <a:lnTo>
                  <a:pt x="2402364" y="458491"/>
                </a:lnTo>
                <a:lnTo>
                  <a:pt x="2408237" y="441867"/>
                </a:lnTo>
                <a:lnTo>
                  <a:pt x="2414111" y="425169"/>
                </a:lnTo>
                <a:lnTo>
                  <a:pt x="2419985" y="408428"/>
                </a:lnTo>
                <a:lnTo>
                  <a:pt x="2425859" y="391672"/>
                </a:lnTo>
                <a:lnTo>
                  <a:pt x="2431732" y="374931"/>
                </a:lnTo>
                <a:lnTo>
                  <a:pt x="2437606" y="358233"/>
                </a:lnTo>
                <a:lnTo>
                  <a:pt x="2443480" y="341609"/>
                </a:lnTo>
                <a:lnTo>
                  <a:pt x="2449354" y="325088"/>
                </a:lnTo>
                <a:lnTo>
                  <a:pt x="2455228" y="308698"/>
                </a:lnTo>
                <a:lnTo>
                  <a:pt x="2461101" y="292469"/>
                </a:lnTo>
                <a:lnTo>
                  <a:pt x="2466975" y="276428"/>
                </a:lnTo>
                <a:lnTo>
                  <a:pt x="2472849" y="260604"/>
                </a:lnTo>
                <a:lnTo>
                  <a:pt x="2478723" y="245024"/>
                </a:lnTo>
                <a:lnTo>
                  <a:pt x="2484596" y="229717"/>
                </a:lnTo>
                <a:lnTo>
                  <a:pt x="2490470" y="214708"/>
                </a:lnTo>
                <a:lnTo>
                  <a:pt x="2496344" y="200025"/>
                </a:lnTo>
                <a:lnTo>
                  <a:pt x="2502218" y="185692"/>
                </a:lnTo>
                <a:lnTo>
                  <a:pt x="2508091" y="171736"/>
                </a:lnTo>
                <a:lnTo>
                  <a:pt x="2513965" y="158180"/>
                </a:lnTo>
                <a:lnTo>
                  <a:pt x="2519839" y="145049"/>
                </a:lnTo>
                <a:lnTo>
                  <a:pt x="2525713" y="132364"/>
                </a:lnTo>
                <a:lnTo>
                  <a:pt x="2531586" y="120150"/>
                </a:lnTo>
                <a:lnTo>
                  <a:pt x="2537460" y="108426"/>
                </a:lnTo>
                <a:lnTo>
                  <a:pt x="2543334" y="97214"/>
                </a:lnTo>
                <a:lnTo>
                  <a:pt x="2549207" y="86533"/>
                </a:lnTo>
                <a:lnTo>
                  <a:pt x="2555081" y="76403"/>
                </a:lnTo>
                <a:lnTo>
                  <a:pt x="2560955" y="66840"/>
                </a:lnTo>
                <a:lnTo>
                  <a:pt x="2566829" y="57862"/>
                </a:lnTo>
                <a:lnTo>
                  <a:pt x="2572702" y="49484"/>
                </a:lnTo>
                <a:lnTo>
                  <a:pt x="2578576" y="41721"/>
                </a:lnTo>
                <a:lnTo>
                  <a:pt x="2584450" y="34586"/>
                </a:lnTo>
                <a:lnTo>
                  <a:pt x="2590324" y="28093"/>
                </a:lnTo>
                <a:lnTo>
                  <a:pt x="2596197" y="22252"/>
                </a:lnTo>
                <a:lnTo>
                  <a:pt x="2602071" y="17074"/>
                </a:lnTo>
                <a:lnTo>
                  <a:pt x="2607945" y="12568"/>
                </a:lnTo>
                <a:lnTo>
                  <a:pt x="2613819" y="8742"/>
                </a:lnTo>
                <a:lnTo>
                  <a:pt x="2619692" y="5602"/>
                </a:lnTo>
                <a:lnTo>
                  <a:pt x="2625566" y="3155"/>
                </a:lnTo>
                <a:lnTo>
                  <a:pt x="2631440" y="1403"/>
                </a:lnTo>
                <a:lnTo>
                  <a:pt x="2637314" y="351"/>
                </a:lnTo>
                <a:lnTo>
                  <a:pt x="2643188" y="0"/>
                </a:lnTo>
                <a:lnTo>
                  <a:pt x="2649061" y="351"/>
                </a:lnTo>
                <a:lnTo>
                  <a:pt x="2654935" y="1403"/>
                </a:lnTo>
                <a:lnTo>
                  <a:pt x="2660809" y="3155"/>
                </a:lnTo>
                <a:lnTo>
                  <a:pt x="2666683" y="5602"/>
                </a:lnTo>
                <a:lnTo>
                  <a:pt x="2672556" y="8742"/>
                </a:lnTo>
                <a:lnTo>
                  <a:pt x="2678430" y="12568"/>
                </a:lnTo>
                <a:lnTo>
                  <a:pt x="2684304" y="17074"/>
                </a:lnTo>
                <a:lnTo>
                  <a:pt x="2690178" y="22252"/>
                </a:lnTo>
                <a:lnTo>
                  <a:pt x="2696051" y="28093"/>
                </a:lnTo>
                <a:lnTo>
                  <a:pt x="2701925" y="34586"/>
                </a:lnTo>
                <a:lnTo>
                  <a:pt x="2707799" y="41721"/>
                </a:lnTo>
                <a:lnTo>
                  <a:pt x="2713673" y="49484"/>
                </a:lnTo>
                <a:lnTo>
                  <a:pt x="2719546" y="57862"/>
                </a:lnTo>
                <a:lnTo>
                  <a:pt x="2725420" y="66840"/>
                </a:lnTo>
                <a:lnTo>
                  <a:pt x="2731294" y="76403"/>
                </a:lnTo>
                <a:lnTo>
                  <a:pt x="2737168" y="86533"/>
                </a:lnTo>
                <a:lnTo>
                  <a:pt x="2743041" y="97214"/>
                </a:lnTo>
                <a:lnTo>
                  <a:pt x="2748915" y="108426"/>
                </a:lnTo>
                <a:lnTo>
                  <a:pt x="2754789" y="120150"/>
                </a:lnTo>
                <a:lnTo>
                  <a:pt x="2760662" y="132364"/>
                </a:lnTo>
                <a:lnTo>
                  <a:pt x="2766536" y="145049"/>
                </a:lnTo>
                <a:lnTo>
                  <a:pt x="2772410" y="158180"/>
                </a:lnTo>
                <a:lnTo>
                  <a:pt x="2778284" y="171736"/>
                </a:lnTo>
                <a:lnTo>
                  <a:pt x="2784157" y="185692"/>
                </a:lnTo>
                <a:lnTo>
                  <a:pt x="2790031" y="200025"/>
                </a:lnTo>
                <a:lnTo>
                  <a:pt x="2795905" y="214708"/>
                </a:lnTo>
                <a:lnTo>
                  <a:pt x="2801779" y="229717"/>
                </a:lnTo>
                <a:lnTo>
                  <a:pt x="2807653" y="245024"/>
                </a:lnTo>
                <a:lnTo>
                  <a:pt x="2813526" y="260604"/>
                </a:lnTo>
                <a:lnTo>
                  <a:pt x="2819400" y="276428"/>
                </a:lnTo>
                <a:lnTo>
                  <a:pt x="2825274" y="292469"/>
                </a:lnTo>
                <a:lnTo>
                  <a:pt x="2831148" y="308698"/>
                </a:lnTo>
                <a:lnTo>
                  <a:pt x="2837021" y="325088"/>
                </a:lnTo>
                <a:lnTo>
                  <a:pt x="2842895" y="341609"/>
                </a:lnTo>
                <a:lnTo>
                  <a:pt x="2848769" y="358233"/>
                </a:lnTo>
                <a:lnTo>
                  <a:pt x="2854643" y="374931"/>
                </a:lnTo>
                <a:lnTo>
                  <a:pt x="2860516" y="391672"/>
                </a:lnTo>
                <a:lnTo>
                  <a:pt x="2866390" y="408428"/>
                </a:lnTo>
                <a:lnTo>
                  <a:pt x="2872264" y="425169"/>
                </a:lnTo>
                <a:lnTo>
                  <a:pt x="2878138" y="441867"/>
                </a:lnTo>
                <a:lnTo>
                  <a:pt x="2884011" y="458491"/>
                </a:lnTo>
                <a:lnTo>
                  <a:pt x="2889885" y="475012"/>
                </a:lnTo>
                <a:lnTo>
                  <a:pt x="2895759" y="491402"/>
                </a:lnTo>
                <a:lnTo>
                  <a:pt x="2901632" y="507631"/>
                </a:lnTo>
                <a:lnTo>
                  <a:pt x="2907506" y="523672"/>
                </a:lnTo>
                <a:lnTo>
                  <a:pt x="2913380" y="539496"/>
                </a:lnTo>
                <a:lnTo>
                  <a:pt x="2919254" y="555076"/>
                </a:lnTo>
                <a:lnTo>
                  <a:pt x="2925127" y="570383"/>
                </a:lnTo>
                <a:lnTo>
                  <a:pt x="2931001" y="585392"/>
                </a:lnTo>
                <a:lnTo>
                  <a:pt x="2936875" y="600075"/>
                </a:lnTo>
                <a:lnTo>
                  <a:pt x="2942749" y="614408"/>
                </a:lnTo>
                <a:lnTo>
                  <a:pt x="2948622" y="628364"/>
                </a:lnTo>
                <a:lnTo>
                  <a:pt x="2954496" y="641920"/>
                </a:lnTo>
                <a:lnTo>
                  <a:pt x="2960370" y="655051"/>
                </a:lnTo>
                <a:lnTo>
                  <a:pt x="2966244" y="667736"/>
                </a:lnTo>
                <a:lnTo>
                  <a:pt x="2972117" y="679950"/>
                </a:lnTo>
                <a:lnTo>
                  <a:pt x="2977991" y="691674"/>
                </a:lnTo>
                <a:lnTo>
                  <a:pt x="2983865" y="702886"/>
                </a:lnTo>
                <a:lnTo>
                  <a:pt x="2989739" y="713567"/>
                </a:lnTo>
                <a:lnTo>
                  <a:pt x="2995613" y="723697"/>
                </a:lnTo>
                <a:lnTo>
                  <a:pt x="3001486" y="733260"/>
                </a:lnTo>
                <a:lnTo>
                  <a:pt x="3007360" y="742238"/>
                </a:lnTo>
                <a:lnTo>
                  <a:pt x="3013234" y="750616"/>
                </a:lnTo>
                <a:lnTo>
                  <a:pt x="3019108" y="758379"/>
                </a:lnTo>
                <a:lnTo>
                  <a:pt x="3024981" y="765514"/>
                </a:lnTo>
                <a:lnTo>
                  <a:pt x="3030855" y="772007"/>
                </a:lnTo>
                <a:lnTo>
                  <a:pt x="3036729" y="777848"/>
                </a:lnTo>
                <a:lnTo>
                  <a:pt x="3042603" y="783026"/>
                </a:lnTo>
                <a:lnTo>
                  <a:pt x="3048476" y="787532"/>
                </a:lnTo>
                <a:lnTo>
                  <a:pt x="3054350" y="791358"/>
                </a:lnTo>
                <a:lnTo>
                  <a:pt x="3060224" y="794498"/>
                </a:lnTo>
                <a:lnTo>
                  <a:pt x="3066098" y="796945"/>
                </a:lnTo>
                <a:lnTo>
                  <a:pt x="3071971" y="798697"/>
                </a:lnTo>
                <a:lnTo>
                  <a:pt x="3077845" y="799749"/>
                </a:lnTo>
                <a:lnTo>
                  <a:pt x="3083719" y="800100"/>
                </a:lnTo>
                <a:lnTo>
                  <a:pt x="3089593" y="799749"/>
                </a:lnTo>
                <a:lnTo>
                  <a:pt x="3095466" y="798697"/>
                </a:lnTo>
                <a:lnTo>
                  <a:pt x="3101340" y="796945"/>
                </a:lnTo>
                <a:lnTo>
                  <a:pt x="3107214" y="794498"/>
                </a:lnTo>
                <a:lnTo>
                  <a:pt x="3113087" y="791358"/>
                </a:lnTo>
                <a:lnTo>
                  <a:pt x="3118961" y="787532"/>
                </a:lnTo>
                <a:lnTo>
                  <a:pt x="3124835" y="783026"/>
                </a:lnTo>
                <a:lnTo>
                  <a:pt x="3130709" y="777848"/>
                </a:lnTo>
                <a:lnTo>
                  <a:pt x="3136582" y="772007"/>
                </a:lnTo>
                <a:lnTo>
                  <a:pt x="3142456" y="765514"/>
                </a:lnTo>
                <a:lnTo>
                  <a:pt x="3148330" y="758379"/>
                </a:lnTo>
                <a:lnTo>
                  <a:pt x="3154204" y="750616"/>
                </a:lnTo>
                <a:lnTo>
                  <a:pt x="3160078" y="742238"/>
                </a:lnTo>
                <a:lnTo>
                  <a:pt x="3165951" y="733260"/>
                </a:lnTo>
                <a:lnTo>
                  <a:pt x="3171825" y="723697"/>
                </a:lnTo>
                <a:lnTo>
                  <a:pt x="3177699" y="713567"/>
                </a:lnTo>
                <a:lnTo>
                  <a:pt x="3183573" y="702886"/>
                </a:lnTo>
                <a:lnTo>
                  <a:pt x="3189446" y="691674"/>
                </a:lnTo>
                <a:lnTo>
                  <a:pt x="3195320" y="679950"/>
                </a:lnTo>
                <a:lnTo>
                  <a:pt x="3201194" y="667736"/>
                </a:lnTo>
                <a:lnTo>
                  <a:pt x="3207068" y="655051"/>
                </a:lnTo>
                <a:lnTo>
                  <a:pt x="3212941" y="641920"/>
                </a:lnTo>
                <a:lnTo>
                  <a:pt x="3218815" y="628364"/>
                </a:lnTo>
                <a:lnTo>
                  <a:pt x="3224689" y="614408"/>
                </a:lnTo>
                <a:lnTo>
                  <a:pt x="3230563" y="600075"/>
                </a:lnTo>
                <a:lnTo>
                  <a:pt x="3236436" y="585392"/>
                </a:lnTo>
                <a:lnTo>
                  <a:pt x="3242310" y="570383"/>
                </a:lnTo>
                <a:lnTo>
                  <a:pt x="3248184" y="555076"/>
                </a:lnTo>
                <a:lnTo>
                  <a:pt x="3254057" y="539496"/>
                </a:lnTo>
                <a:lnTo>
                  <a:pt x="3259931" y="523672"/>
                </a:lnTo>
                <a:lnTo>
                  <a:pt x="3265805" y="507631"/>
                </a:lnTo>
                <a:lnTo>
                  <a:pt x="3271679" y="491402"/>
                </a:lnTo>
                <a:lnTo>
                  <a:pt x="3277552" y="475012"/>
                </a:lnTo>
                <a:lnTo>
                  <a:pt x="3283426" y="458491"/>
                </a:lnTo>
                <a:lnTo>
                  <a:pt x="3289300" y="441867"/>
                </a:lnTo>
                <a:lnTo>
                  <a:pt x="3295174" y="425169"/>
                </a:lnTo>
                <a:lnTo>
                  <a:pt x="3301047" y="408428"/>
                </a:lnTo>
                <a:lnTo>
                  <a:pt x="3306921" y="391672"/>
                </a:lnTo>
                <a:lnTo>
                  <a:pt x="3312795" y="374931"/>
                </a:lnTo>
                <a:lnTo>
                  <a:pt x="3318669" y="358233"/>
                </a:lnTo>
                <a:lnTo>
                  <a:pt x="3324542" y="341609"/>
                </a:lnTo>
                <a:lnTo>
                  <a:pt x="3330416" y="325088"/>
                </a:lnTo>
                <a:lnTo>
                  <a:pt x="3336290" y="308698"/>
                </a:lnTo>
                <a:lnTo>
                  <a:pt x="3342164" y="292469"/>
                </a:lnTo>
                <a:lnTo>
                  <a:pt x="3348038" y="276428"/>
                </a:lnTo>
                <a:lnTo>
                  <a:pt x="3353911" y="260604"/>
                </a:lnTo>
                <a:lnTo>
                  <a:pt x="3359785" y="245024"/>
                </a:lnTo>
                <a:lnTo>
                  <a:pt x="3365659" y="229717"/>
                </a:lnTo>
                <a:lnTo>
                  <a:pt x="3371533" y="214708"/>
                </a:lnTo>
                <a:lnTo>
                  <a:pt x="3377406" y="200025"/>
                </a:lnTo>
                <a:lnTo>
                  <a:pt x="3383280" y="185692"/>
                </a:lnTo>
                <a:lnTo>
                  <a:pt x="3389154" y="171736"/>
                </a:lnTo>
                <a:lnTo>
                  <a:pt x="3395028" y="158180"/>
                </a:lnTo>
                <a:lnTo>
                  <a:pt x="3400901" y="145049"/>
                </a:lnTo>
                <a:lnTo>
                  <a:pt x="3406775" y="132364"/>
                </a:lnTo>
                <a:lnTo>
                  <a:pt x="3412649" y="120150"/>
                </a:lnTo>
                <a:lnTo>
                  <a:pt x="3418523" y="108426"/>
                </a:lnTo>
                <a:lnTo>
                  <a:pt x="3424396" y="97214"/>
                </a:lnTo>
                <a:lnTo>
                  <a:pt x="3430270" y="86533"/>
                </a:lnTo>
                <a:lnTo>
                  <a:pt x="3436144" y="76403"/>
                </a:lnTo>
                <a:lnTo>
                  <a:pt x="3442018" y="66840"/>
                </a:lnTo>
                <a:lnTo>
                  <a:pt x="3447891" y="57862"/>
                </a:lnTo>
                <a:lnTo>
                  <a:pt x="3453765" y="49484"/>
                </a:lnTo>
                <a:lnTo>
                  <a:pt x="3459639" y="41721"/>
                </a:lnTo>
                <a:lnTo>
                  <a:pt x="3465512" y="34586"/>
                </a:lnTo>
                <a:lnTo>
                  <a:pt x="3471386" y="28093"/>
                </a:lnTo>
                <a:lnTo>
                  <a:pt x="3477260" y="22252"/>
                </a:lnTo>
                <a:lnTo>
                  <a:pt x="3483134" y="17074"/>
                </a:lnTo>
                <a:lnTo>
                  <a:pt x="3489007" y="12568"/>
                </a:lnTo>
                <a:lnTo>
                  <a:pt x="3494881" y="8742"/>
                </a:lnTo>
                <a:lnTo>
                  <a:pt x="3500755" y="5602"/>
                </a:lnTo>
                <a:lnTo>
                  <a:pt x="3506629" y="3155"/>
                </a:lnTo>
                <a:lnTo>
                  <a:pt x="3512503" y="1403"/>
                </a:lnTo>
                <a:lnTo>
                  <a:pt x="3518376" y="351"/>
                </a:lnTo>
                <a:lnTo>
                  <a:pt x="3524250" y="0"/>
                </a:lnTo>
              </a:path>
            </a:pathLst>
          </a:custGeom>
          <a:noFill xmlns:a="http://schemas.openxmlformats.org/drawingml/2006/main"/>
          <a:ln xmlns:a="http://schemas.openxmlformats.org/drawingml/2006/main" w="24765">
            <a:solidFill>
              <a:srgbClr val="202020"/>
            </a:solidFill>
          </a:ln>
        </p:spPr>
      </p:sp>
      <p:sp>
        <p:nvSpPr>
          <p:cNvPr id="26" name="frequency-action">
            <a:extLst xmlns:a="http://schemas.openxmlformats.org/drawingml/2006/main">
              <a:ext uri="{FF2B5EF4-FFF2-40B4-BE49-F238E27FC236}">
                <a16:creationId xmlns:a16="http://schemas.microsoft.com/office/drawing/2014/main" id="{3B01C0F2-A8C8-4AFF-9D75-F3B664208F35}"/>
              </a:ext>
            </a:extLst>
          </p:cNvPr>
          <p:cNvSpPr>
            <a:spLocks xmlns:a="http://schemas.openxmlformats.org/drawingml/2006/main" noGrp="1"/>
          </p:cNvSpPr>
          <p:nvPr/>
        </p:nvSpPr>
        <p:spPr>
          <a:xfrm xmlns:a="http://schemas.openxmlformats.org/drawingml/2006/main">
            <a:off x="7267575" y="5572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Positive m: more cycles per second</a:t>
            </a:r>
          </a:p>
        </p:txBody>
      </p:sp>
      <p:sp>
        <p:nvSpPr>
          <p:cNvPr id="27" name="reference-key">
            <a:extLst xmlns:a="http://schemas.openxmlformats.org/drawingml/2006/main">
              <a:ext uri="{FF2B5EF4-FFF2-40B4-BE49-F238E27FC236}">
                <a16:creationId xmlns:a16="http://schemas.microsoft.com/office/drawing/2014/main" id="{DDFE1C37-CF93-48BC-9763-3DFB726A783B}"/>
              </a:ext>
            </a:extLst>
          </p:cNvPr>
          <p:cNvSpPr>
            <a:spLocks xmlns:a="http://schemas.openxmlformats.org/drawingml/2006/main" noGrp="1"/>
          </p:cNvSpPr>
          <p:nvPr/>
        </p:nvSpPr>
        <p:spPr>
          <a:xfrm xmlns:a="http://schemas.openxmlformats.org/drawingml/2006/main">
            <a:off x="4238625" y="62579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202020"/>
                </a:solidFill>
                <a:latin typeface="Times New Roman"/>
                <a:ea typeface="Times New Roman"/>
                <a:cs typeface="Times New Roman"/>
              </a:defRPr>
            </a:defPPr>
          </a:lstStyle>
          <a:p xmlns:a="http://schemas.openxmlformats.org/drawingml/2006/main">
            <a:pPr algn="ctr">
              <a:defRPr sz="1725" b="0" i="0">
                <a:solidFill>
                  <a:srgbClr val="202020"/>
                </a:solidFill>
                <a:latin typeface="Times New Roman"/>
                <a:ea typeface="Times New Roman"/>
                <a:cs typeface="Times New Roman"/>
              </a:defRPr>
            </a:pPr>
            <a:r>
              <a:rPr sz="1725" b="0" i="0">
                <a:solidFill>
                  <a:srgbClr val="202020"/>
                </a:solidFill>
                <a:latin typeface="Times New Roman"/>
                <a:ea typeface="Times New Roman"/>
                <a:cs typeface="Times New Roman"/>
              </a:rPr>
              <a:t>Gray: unmodulated carrier</a:t>
            </a:r>
          </a:p>
        </p:txBody>
      </p:sp>
      <p:pic>
        <p:nvPicPr>
          <p:cNvPr id="28" name="map-m" descr="\color[HTML]{AAAAAA}m(t)">
            <a:extLst xmlns:a="http://schemas.openxmlformats.org/drawingml/2006/main">
              <a:ext uri="{FF2B5EF4-FFF2-40B4-BE49-F238E27FC236}">
                <a16:creationId xmlns:a16="http://schemas.microsoft.com/office/drawing/2014/main" id="{64DD9C1F-CC79-4037-8707-6C17FF523EF4}"/>
              </a:ext>
            </a:extLst>
          </p:cNvPr>
          <p:cNvPicPr>
            <a:picLocks xmlns:a="http://schemas.openxmlformats.org/drawingml/2006/main" noChangeAspect="1"/>
          </p:cNvPicPr>
          <p:nvPr/>
        </p:nvPicPr>
        <p:blipFill>
          <a:blip xmlns:r="http://schemas.openxmlformats.org/officeDocument/2006/relationships" xmlns:a="http://schemas.openxmlformats.org/drawingml/2006/main" r:embed="R829ff03bd51f4e1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792605" y="609600"/>
            <a:ext cx="701040" cy="304800"/>
          </a:xfrm>
          <a:prstGeom xmlns:a="http://schemas.openxmlformats.org/drawingml/2006/main" prst="rect">
            <a:avLst/>
          </a:prstGeom>
        </p:spPr>
      </p:pic>
      <p:pic>
        <p:nvPicPr>
          <p:cNvPr id="29" name="map-s" descr="s(t)">
            <a:extLst xmlns:a="http://schemas.openxmlformats.org/drawingml/2006/main">
              <a:ext uri="{FF2B5EF4-FFF2-40B4-BE49-F238E27FC236}">
                <a16:creationId xmlns:a16="http://schemas.microsoft.com/office/drawing/2014/main" id="{92043331-AF25-4BBC-BEA5-161C5EC1D212}"/>
              </a:ext>
            </a:extLst>
          </p:cNvPr>
          <p:cNvPicPr>
            <a:picLocks xmlns:a="http://schemas.openxmlformats.org/drawingml/2006/main" noChangeAspect="1"/>
          </p:cNvPicPr>
          <p:nvPr/>
        </p:nvPicPr>
        <p:blipFill>
          <a:blip xmlns:r="http://schemas.openxmlformats.org/officeDocument/2006/relationships" xmlns:a="http://schemas.openxmlformats.org/drawingml/2006/main" r:embed="Ra8dc1907a2ee4c3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94998" y="466433"/>
            <a:ext cx="840105" cy="467308"/>
          </a:xfrm>
          <a:prstGeom xmlns:a="http://schemas.openxmlformats.org/drawingml/2006/main" prst="rect">
            <a:avLst/>
          </a:prstGeom>
        </p:spPr>
      </p:pic>
      <p:pic>
        <p:nvPicPr>
          <p:cNvPr id="30" name="map-out" descr="\color[HTML]{AAAAAA}m(t)">
            <a:extLst xmlns:a="http://schemas.openxmlformats.org/drawingml/2006/main">
              <a:ext uri="{FF2B5EF4-FFF2-40B4-BE49-F238E27FC236}">
                <a16:creationId xmlns:a16="http://schemas.microsoft.com/office/drawing/2014/main" id="{AA07E9D1-A209-4FD0-BF91-0DB72C270FDD}"/>
              </a:ext>
            </a:extLst>
          </p:cNvPr>
          <p:cNvPicPr>
            <a:picLocks xmlns:a="http://schemas.openxmlformats.org/drawingml/2006/main" noChangeAspect="1"/>
          </p:cNvPicPr>
          <p:nvPr/>
        </p:nvPicPr>
        <p:blipFill>
          <a:blip xmlns:r="http://schemas.openxmlformats.org/officeDocument/2006/relationships" xmlns:a="http://schemas.openxmlformats.org/drawingml/2006/main" r:embed="Re453c3d7d68e42c0">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888855" y="609600"/>
            <a:ext cx="701040" cy="304800"/>
          </a:xfrm>
          <a:prstGeom xmlns:a="http://schemas.openxmlformats.org/drawingml/2006/main" prst="rect">
            <a:avLst/>
          </a:prstGeom>
        </p:spPr>
      </p:pic>
      <p:pic>
        <p:nvPicPr>
          <p:cNvPr id="31" name="known-cosine" descr="s(t)=A_c\cos\theta_i(t)">
            <a:extLst xmlns:a="http://schemas.openxmlformats.org/drawingml/2006/main">
              <a:ext uri="{FF2B5EF4-FFF2-40B4-BE49-F238E27FC236}">
                <a16:creationId xmlns:a16="http://schemas.microsoft.com/office/drawing/2014/main" id="{F4C5B866-1BD3-4DD3-9C76-BFA8A6EDF8ED}"/>
              </a:ext>
            </a:extLst>
          </p:cNvPr>
          <p:cNvPicPr>
            <a:picLocks xmlns:a="http://schemas.openxmlformats.org/drawingml/2006/main" noChangeAspect="1"/>
          </p:cNvPicPr>
          <p:nvPr/>
        </p:nvPicPr>
        <p:blipFill>
          <a:blip xmlns:r="http://schemas.openxmlformats.org/officeDocument/2006/relationships" xmlns:a="http://schemas.openxmlformats.org/drawingml/2006/main" r:embed="R6208caed90814e3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3238500" y="2077700"/>
            <a:ext cx="3520440" cy="397550"/>
          </a:xfrm>
          <a:prstGeom xmlns:a="http://schemas.openxmlformats.org/drawingml/2006/main" prst="rect">
            <a:avLst/>
          </a:prstGeom>
        </p:spPr>
      </p:pic>
      <p:pic>
        <p:nvPicPr>
          <p:cNvPr id="32" name="pm-reference-domain" descr="t\ (\mathrm{ms})">
            <a:extLst xmlns:a="http://schemas.openxmlformats.org/drawingml/2006/main">
              <a:ext uri="{FF2B5EF4-FFF2-40B4-BE49-F238E27FC236}">
                <a16:creationId xmlns:a16="http://schemas.microsoft.com/office/drawing/2014/main" id="{A540F8D9-18BE-431F-B11D-9B8490C975A9}"/>
              </a:ext>
            </a:extLst>
          </p:cNvPr>
          <p:cNvPicPr>
            <a:picLocks xmlns:a="http://schemas.openxmlformats.org/drawingml/2006/main" noChangeAspect="1"/>
          </p:cNvPicPr>
          <p:nvPr/>
        </p:nvPicPr>
        <p:blipFill>
          <a:blip xmlns:r="http://schemas.openxmlformats.org/officeDocument/2006/relationships" xmlns:a="http://schemas.openxmlformats.org/drawingml/2006/main" r:embed="R477c23eaade246f3">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278755" y="5382697"/>
            <a:ext cx="531495" cy="169307"/>
          </a:xfrm>
          <a:prstGeom xmlns:a="http://schemas.openxmlformats.org/drawingml/2006/main" prst="rect">
            <a:avLst/>
          </a:prstGeom>
        </p:spPr>
      </p:pic>
      <p:pic>
        <p:nvPicPr>
          <p:cNvPr id="33" name="pm-reference-ticklabel-0" descr="0">
            <a:extLst xmlns:a="http://schemas.openxmlformats.org/drawingml/2006/main">
              <a:ext uri="{FF2B5EF4-FFF2-40B4-BE49-F238E27FC236}">
                <a16:creationId xmlns:a16="http://schemas.microsoft.com/office/drawing/2014/main" id="{4033A7D4-13F2-45CE-BFB3-B8B2DDA38B66}"/>
              </a:ext>
            </a:extLst>
          </p:cNvPr>
          <p:cNvPicPr>
            <a:picLocks xmlns:a="http://schemas.openxmlformats.org/drawingml/2006/main" noChangeAspect="1"/>
          </p:cNvPicPr>
          <p:nvPr/>
        </p:nvPicPr>
        <p:blipFill>
          <a:blip xmlns:r="http://schemas.openxmlformats.org/officeDocument/2006/relationships" xmlns:a="http://schemas.openxmlformats.org/drawingml/2006/main" r:embed="R735cb8cedf84441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2228850" y="5003363"/>
            <a:ext cx="114300" cy="127873"/>
          </a:xfrm>
          <a:prstGeom xmlns:a="http://schemas.openxmlformats.org/drawingml/2006/main" prst="rect">
            <a:avLst/>
          </a:prstGeom>
        </p:spPr>
      </p:pic>
      <p:pic>
        <p:nvPicPr>
          <p:cNvPr id="34" name="pm-reference-ticklabel-1" descr="1">
            <a:extLst xmlns:a="http://schemas.openxmlformats.org/drawingml/2006/main">
              <a:ext uri="{FF2B5EF4-FFF2-40B4-BE49-F238E27FC236}">
                <a16:creationId xmlns:a16="http://schemas.microsoft.com/office/drawing/2014/main" id="{9670527D-54BE-40AD-BE27-DC143785DAF5}"/>
              </a:ext>
            </a:extLst>
          </p:cNvPr>
          <p:cNvPicPr>
            <a:picLocks xmlns:a="http://schemas.openxmlformats.org/drawingml/2006/main" noChangeAspect="1"/>
          </p:cNvPicPr>
          <p:nvPr/>
        </p:nvPicPr>
        <p:blipFill>
          <a:blip xmlns:r="http://schemas.openxmlformats.org/officeDocument/2006/relationships" xmlns:a="http://schemas.openxmlformats.org/drawingml/2006/main" r:embed="R6b1eba7ace124c2a">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5753100" y="5003363"/>
            <a:ext cx="114300" cy="127873"/>
          </a:xfrm>
          <a:prstGeom xmlns:a="http://schemas.openxmlformats.org/drawingml/2006/main" prst="rect">
            <a:avLst/>
          </a:prstGeom>
        </p:spPr>
      </p:pic>
      <p:pic>
        <p:nvPicPr>
          <p:cNvPr id="35" name="fm-reference-domain" descr="t\ (\mathrm{ms})">
            <a:extLst xmlns:a="http://schemas.openxmlformats.org/drawingml/2006/main">
              <a:ext uri="{FF2B5EF4-FFF2-40B4-BE49-F238E27FC236}">
                <a16:creationId xmlns:a16="http://schemas.microsoft.com/office/drawing/2014/main" id="{6545A3DC-FA07-4649-B487-DFBE68442212}"/>
              </a:ext>
            </a:extLst>
          </p:cNvPr>
          <p:cNvPicPr>
            <a:picLocks xmlns:a="http://schemas.openxmlformats.org/drawingml/2006/main" noChangeAspect="1"/>
          </p:cNvPicPr>
          <p:nvPr/>
        </p:nvPicPr>
        <p:blipFill>
          <a:blip xmlns:r="http://schemas.openxmlformats.org/officeDocument/2006/relationships" xmlns:a="http://schemas.openxmlformats.org/drawingml/2006/main" r:embed="Rbee43488756c44b6">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0660380" y="5382697"/>
            <a:ext cx="531495" cy="169307"/>
          </a:xfrm>
          <a:prstGeom xmlns:a="http://schemas.openxmlformats.org/drawingml/2006/main" prst="rect">
            <a:avLst/>
          </a:prstGeom>
        </p:spPr>
      </p:pic>
      <p:pic>
        <p:nvPicPr>
          <p:cNvPr id="36" name="fm-reference-ticklabel-0" descr="0">
            <a:extLst xmlns:a="http://schemas.openxmlformats.org/drawingml/2006/main">
              <a:ext uri="{FF2B5EF4-FFF2-40B4-BE49-F238E27FC236}">
                <a16:creationId xmlns:a16="http://schemas.microsoft.com/office/drawing/2014/main" id="{925F0C78-23DB-4C85-96A3-12F9CFFE3ECF}"/>
              </a:ext>
            </a:extLst>
          </p:cNvPr>
          <p:cNvPicPr>
            <a:picLocks xmlns:a="http://schemas.openxmlformats.org/drawingml/2006/main" noChangeAspect="1"/>
          </p:cNvPicPr>
          <p:nvPr/>
        </p:nvPicPr>
        <p:blipFill>
          <a:blip xmlns:r="http://schemas.openxmlformats.org/officeDocument/2006/relationships" xmlns:a="http://schemas.openxmlformats.org/drawingml/2006/main" r:embed="R562dc3882b464451">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7610475" y="5003363"/>
            <a:ext cx="114300" cy="127873"/>
          </a:xfrm>
          <a:prstGeom xmlns:a="http://schemas.openxmlformats.org/drawingml/2006/main" prst="rect">
            <a:avLst/>
          </a:prstGeom>
        </p:spPr>
      </p:pic>
      <p:pic>
        <p:nvPicPr>
          <p:cNvPr id="37" name="fm-reference-ticklabel-1" descr="1">
            <a:extLst xmlns:a="http://schemas.openxmlformats.org/drawingml/2006/main">
              <a:ext uri="{FF2B5EF4-FFF2-40B4-BE49-F238E27FC236}">
                <a16:creationId xmlns:a16="http://schemas.microsoft.com/office/drawing/2014/main" id="{9C6C4664-CA75-43F0-9680-65501A233329}"/>
              </a:ext>
            </a:extLst>
          </p:cNvPr>
          <p:cNvPicPr>
            <a:picLocks xmlns:a="http://schemas.openxmlformats.org/drawingml/2006/main" noChangeAspect="1"/>
          </p:cNvPicPr>
          <p:nvPr/>
        </p:nvPicPr>
        <p:blipFill>
          <a:blip xmlns:r="http://schemas.openxmlformats.org/officeDocument/2006/relationships" xmlns:a="http://schemas.openxmlformats.org/drawingml/2006/main" r:embed="R5538592fe3ce476c">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1134725" y="5003363"/>
            <a:ext cx="114300" cy="127873"/>
          </a:xfrm>
          <a:prstGeom xmlns:a="http://schemas.openxmlformats.org/drawingml/2006/main" prst="rect">
            <a:avLst/>
          </a:prstGeom>
        </p:spPr>
      </p:pic>
    </p:spTree>
    <p:extLst>
      <p:ext uri="{BB962C8B-B14F-4D97-AF65-F5344CB8AC3E}">
        <p14:creationId xmlns:p14="http://schemas.microsoft.com/office/powerpoint/2010/main" val="2191658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00"/>
                                        <p:tgtEl>
                                          <p:spTgt spid="25"/>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Lst>
  </p:timing>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 and 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Today</a:t>
            </a:r>
          </a:p>
        </p:txBody>
      </p:sp>
      <p:sp>
        <p:nvSpPr>
          <p:cNvPr id="3" name="task-label-0">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5E993D1-A8AC-4738-987A-25C788C496CB}"/>
              </a:ext>
            </a:extLst>
          </p:cNvPr>
          <p:cNvSpPr>
            <a:spLocks xmlns:a="http://schemas.openxmlformats.org/drawingml/2006/main" noGrp="1"/>
          </p:cNvSpPr>
          <p:nvPr/>
        </p:nvSpPr>
        <p:spPr>
          <a:xfrm xmlns:a="http://schemas.openxmlformats.org/drawingml/2006/main">
            <a:off x="1524000" y="2286000"/>
            <a:ext cx="461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Generate</a:t>
            </a:r>
          </a:p>
        </p:txBody>
      </p:sp>
      <p:sp>
        <p:nvSpPr>
          <p:cNvPr id="4" name="task-label-1">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09719634-3B9A-4DCB-913F-74E7E58D242E}"/>
              </a:ext>
            </a:extLst>
          </p:cNvPr>
          <p:cNvSpPr>
            <a:spLocks xmlns:a="http://schemas.openxmlformats.org/drawingml/2006/main" noGrp="1"/>
          </p:cNvSpPr>
          <p:nvPr/>
        </p:nvSpPr>
        <p:spPr>
          <a:xfrm xmlns:a="http://schemas.openxmlformats.org/drawingml/2006/main">
            <a:off x="6372225" y="228600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Bandwidth</a:t>
            </a:r>
          </a:p>
        </p:txBody>
      </p:sp>
      <p:sp>
        <p:nvSpPr>
          <p:cNvPr id="5" name="task-label-2">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CFB78C9-75D8-4216-8960-55941CDE664A}"/>
              </a:ext>
            </a:extLst>
          </p:cNvPr>
          <p:cNvSpPr>
            <a:spLocks xmlns:a="http://schemas.openxmlformats.org/drawingml/2006/main" noGrp="1"/>
          </p:cNvSpPr>
          <p:nvPr/>
        </p:nvSpPr>
        <p:spPr>
          <a:xfrm xmlns:a="http://schemas.openxmlformats.org/drawingml/2006/main">
            <a:off x="8943975" y="2286000"/>
            <a:ext cx="2600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Recover</a:t>
            </a:r>
          </a:p>
        </p:txBody>
      </p:sp>
      <p:graphicFrame>
        <p:nvGraphicFramePr>
          <p:cNvPr id="6" name="task-table">
            <a:extLst xmlns:a="http://schemas.openxmlformats.org/drawingml/2006/main">
              <a:ext uri="{FF2B5EF4-FFF2-40B4-BE49-F238E27FC236}">
                <a16:creationId xmlns:a16="http://schemas.microsoft.com/office/drawing/2014/main" id="{C0C52A0E-3A74-4B95-8860-AAE43A297D8D}"/>
              </a:ext>
            </a:extLst>
          </p:cNvPr>
          <p:cNvGraphicFramePr/>
          <p:nvPr/>
        </p:nvGraphicFramePr>
        <p:xfrm>
          <a:off xmlns:a="http://schemas.openxmlformats.org/drawingml/2006/main" x="666750" y="2752725"/>
          <a:ext xmlns:a="http://schemas.openxmlformats.org/drawingml/2006/main" cx="10877550" cy="3514725"/>
        </p:xfrm>
        <a:graphic xmlns:a="http://schemas.openxmlformats.org/drawingml/2006/main">
          <a:graphicData uri="http://schemas.openxmlformats.org/drawingml/2006/table">
            <a:tbl>
              <a:tblPr firstRow="0" bandRow="0"/>
              <a:tblGrid>
                <a:gridCol w="714375"/>
                <a:gridCol w="4876800"/>
                <a:gridCol w="2571750"/>
                <a:gridCol w="2714625"/>
              </a:tblGrid>
              <a:tr h="1757363">
                <a:tc>
                  <a:txBody>
                    <a:bodyPr/>
                    <a:lstStyle/>
                    <a:p>
                      <a:r>
                        <a:rPr sz="2325" b="1">
                          <a:solidFill>
                            <a:srgbClr val="202020"/>
                          </a:solidFill>
                          <a:latin typeface="Times New Roman"/>
                          <a:ea typeface="Times New Roman"/>
                          <a:cs typeface="Times New Roman"/>
                        </a:rPr>
                        <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FFFFFF"/>
                    </a:solidFill>
                  </a:tcPr>
                </a:tc>
                <a:tc>
                  <a:txBody>
                    <a:bodyPr/>
                    <a:lstStyle/>
                    <a:p>
                      <a:r>
                        <a:rPr sz="2325" b="1">
                          <a:solidFill>
                            <a:srgbClr val="202020"/>
                          </a:solidFill>
                          <a:latin typeface="Times New Roman"/>
                          <a:ea typeface="Times New Roman"/>
                          <a:cs typeface="Times New Roman"/>
                        </a:rPr>
                        <a:t/>
                      </a:r>
                    </a:p>
                  </a:txBody>
                  <a:tcPr marL="91440" marR="91440" marT="45720" marB="45720" anchor="ctr">
                    <a:lnR w="9525">
                      <a:solidFill>
                        <a:srgbClr val="B0B0B0"/>
                      </a:solidFill>
                    </a:lnR>
                    <a:lnT w="9525">
                      <a:solidFill>
                        <a:srgbClr val="B0B0B0"/>
                      </a:solidFill>
                    </a:lnT>
                    <a:lnB w="9525">
                      <a:solidFill>
                        <a:srgbClr val="B0B0B0"/>
                      </a:solidFill>
                    </a:lnB>
                    <a:solidFill>
                      <a:srgbClr val="FFFFFF"/>
                    </a:solidFill>
                  </a:tcPr>
                </a:tc>
                <a:tc>
                  <a:txBody>
                    <a:bodyPr/>
                    <a:lstStyle/>
                    <a:p>
                      <a:r>
                        <a:rPr sz="2325" b="1">
                          <a:solidFill>
                            <a:srgbClr val="202020"/>
                          </a:solidFill>
                          <a:latin typeface="Times New Roman"/>
                          <a:ea typeface="Times New Roman"/>
                          <a:cs typeface="Times New Roman"/>
                        </a:rPr>
                        <a:t/>
                      </a:r>
                    </a:p>
                  </a:txBody>
                  <a:tcPr marL="91440" marR="91440" marT="45720" marB="45720" anchor="ctr">
                    <a:lnR w="9525">
                      <a:solidFill>
                        <a:srgbClr val="B0B0B0"/>
                      </a:solidFill>
                    </a:lnR>
                    <a:lnT w="9525">
                      <a:solidFill>
                        <a:srgbClr val="B0B0B0"/>
                      </a:solidFill>
                    </a:lnT>
                    <a:lnB w="9525">
                      <a:solidFill>
                        <a:srgbClr val="B0B0B0"/>
                      </a:solidFill>
                    </a:lnB>
                    <a:solidFill>
                      <a:srgbClr val="FFFFFF"/>
                    </a:solidFill>
                  </a:tcPr>
                </a:tc>
                <a:tc>
                  <a:txBody>
                    <a:bodyPr/>
                    <a:lstStyle/>
                    <a:p>
                      <a:r>
                        <a:rPr sz="2325" b="1">
                          <a:solidFill>
                            <a:srgbClr val="202020"/>
                          </a:solidFill>
                          <a:latin typeface="Times New Roman"/>
                          <a:ea typeface="Times New Roman"/>
                          <a:cs typeface="Times New Roman"/>
                        </a:rPr>
                        <a:t/>
                      </a:r>
                    </a:p>
                  </a:txBody>
                  <a:tcPr marL="91440" marR="91440" marT="45720" marB="45720" anchor="ctr">
                    <a:lnR w="9525">
                      <a:solidFill>
                        <a:srgbClr val="B0B0B0"/>
                      </a:solidFill>
                    </a:lnR>
                    <a:lnT w="9525">
                      <a:solidFill>
                        <a:srgbClr val="B0B0B0"/>
                      </a:solidFill>
                    </a:lnT>
                    <a:lnB w="9525">
                      <a:solidFill>
                        <a:srgbClr val="B0B0B0"/>
                      </a:solidFill>
                    </a:lnB>
                    <a:solidFill>
                      <a:srgbClr val="FFFFFF"/>
                    </a:solidFill>
                  </a:tcPr>
                </a:tc>
              </a:tr>
              <a:tr h="1757363">
                <a:tc>
                  <a:txBody>
                    <a:bodyPr/>
                    <a:lstStyle/>
                    <a:p>
                      <a:r>
                        <a:rPr sz="2325" b="1">
                          <a:solidFill>
                            <a:srgbClr val="202020"/>
                          </a:solidFill>
                          <a:latin typeface="Times New Roman"/>
                          <a:ea typeface="Times New Roman"/>
                          <a:cs typeface="Times New Roman"/>
                        </a:rPr>
                        <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r>
                        <a:rPr sz="232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232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232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7" name="method-0">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A59E25F7-CA0F-4552-940E-750DC06483F0}"/>
              </a:ext>
            </a:extLst>
          </p:cNvPr>
          <p:cNvSpPr>
            <a:spLocks xmlns:a="http://schemas.openxmlformats.org/drawingml/2006/main" noGrp="1"/>
          </p:cNvSpPr>
          <p:nvPr/>
        </p:nvSpPr>
        <p:spPr>
          <a:xfrm xmlns:a="http://schemas.openxmlformats.org/drawingml/2006/main">
            <a:off x="666750" y="3400425"/>
            <a:ext cx="71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325" b="1" i="0">
                <a:solidFill>
                  <a:srgbClr val="202020"/>
                </a:solidFill>
                <a:latin typeface="Times New Roman"/>
                <a:ea typeface="Times New Roman"/>
                <a:cs typeface="Times New Roman"/>
              </a:defRPr>
            </a:defPPr>
          </a:lstStyle>
          <a:p xmlns:a="http://schemas.openxmlformats.org/drawingml/2006/main">
            <a:pPr algn="ctr">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PM</a:t>
            </a:r>
          </a:p>
        </p:txBody>
      </p:sp>
      <p:sp>
        <p:nvSpPr>
          <p:cNvPr id="8" name="generate-0">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8C7E4CDE-6998-42BA-B588-858A4FD8DCB7}"/>
              </a:ext>
            </a:extLst>
          </p:cNvPr>
          <p:cNvSpPr>
            <a:spLocks xmlns:a="http://schemas.openxmlformats.org/drawingml/2006/main" noGrp="1"/>
          </p:cNvSpPr>
          <p:nvPr/>
        </p:nvSpPr>
        <p:spPr>
          <a:xfrm xmlns:a="http://schemas.openxmlformats.org/drawingml/2006/main">
            <a:off x="1752600" y="3362325"/>
            <a:ext cx="4152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i="0">
                <a:solidFill>
                  <a:srgbClr val="202020"/>
                </a:solidFill>
                <a:latin typeface="Times New Roman"/>
                <a:ea typeface="Times New Roman"/>
                <a:cs typeface="Times New Roman"/>
              </a:defRPr>
            </a:defPPr>
          </a:lstStyle>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Change phase</a:t>
            </a:r>
          </a:p>
        </p:txBody>
      </p:sp>
      <p:sp>
        <p:nvSpPr>
          <p:cNvPr id="9" name="band-0">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702C862E-0550-4503-AB5A-11976821E49A}"/>
              </a:ext>
            </a:extLst>
          </p:cNvPr>
          <p:cNvSpPr>
            <a:spLocks xmlns:a="http://schemas.openxmlformats.org/drawingml/2006/main" noGrp="1"/>
          </p:cNvSpPr>
          <p:nvPr/>
        </p:nvSpPr>
        <p:spPr>
          <a:xfrm xmlns:a="http://schemas.openxmlformats.org/drawingml/2006/main">
            <a:off x="6467475" y="3228975"/>
            <a:ext cx="2152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202020"/>
                </a:solidFill>
                <a:latin typeface="Times New Roman"/>
                <a:ea typeface="Times New Roman"/>
                <a:cs typeface="Times New Roman"/>
              </a:defRPr>
            </a:defPPr>
          </a:lstStyle>
          <a:p xmlns:a="http://schemas.openxmlformats.org/drawingml/2006/main">
            <a:pPr algn="ctr">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Find occupied band</a:t>
            </a:r>
          </a:p>
        </p:txBody>
      </p:sp>
      <p:sp>
        <p:nvSpPr>
          <p:cNvPr id="10" name="recover-0">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CD6DAA9B-1506-489C-A050-2C5C90A28B54}"/>
              </a:ext>
            </a:extLst>
          </p:cNvPr>
          <p:cNvSpPr>
            <a:spLocks xmlns:a="http://schemas.openxmlformats.org/drawingml/2006/main" noGrp="1"/>
          </p:cNvSpPr>
          <p:nvPr/>
        </p:nvSpPr>
        <p:spPr>
          <a:xfrm xmlns:a="http://schemas.openxmlformats.org/drawingml/2006/main">
            <a:off x="9039225" y="3362325"/>
            <a:ext cx="2409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202020"/>
                </a:solidFill>
                <a:latin typeface="Times New Roman"/>
                <a:ea typeface="Times New Roman"/>
                <a:cs typeface="Times New Roman"/>
              </a:defRPr>
            </a:defPPr>
          </a:lstStyle>
          <a:p xmlns:a="http://schemas.openxmlformats.org/drawingml/2006/main">
            <a:pPr algn="ctr">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Recover message</a:t>
            </a:r>
          </a:p>
        </p:txBody>
      </p:sp>
      <p:sp>
        <p:nvSpPr>
          <p:cNvPr id="11" name="method-1">
            <ns0:hlinkClick xmlns:ns0="http://schemas.openxmlformats.org/drawingml/2006/main" xmlns:ns1="http://schemas.openxmlformats.org/officeDocument/2006/relationships" ns1:id="rIdNav8" action="ppaction://hlinksldjump"/>
            <a:extLst xmlns:a="http://schemas.openxmlformats.org/drawingml/2006/main">
              <a:ext uri="{FF2B5EF4-FFF2-40B4-BE49-F238E27FC236}">
                <a16:creationId xmlns:a16="http://schemas.microsoft.com/office/drawing/2014/main" id="{67E88F43-10EC-49AF-8947-596EB46AB3E9}"/>
              </a:ext>
            </a:extLst>
          </p:cNvPr>
          <p:cNvSpPr>
            <a:spLocks xmlns:a="http://schemas.openxmlformats.org/drawingml/2006/main" noGrp="1"/>
          </p:cNvSpPr>
          <p:nvPr/>
        </p:nvSpPr>
        <p:spPr>
          <a:xfrm xmlns:a="http://schemas.openxmlformats.org/drawingml/2006/main">
            <a:off x="666750" y="5076825"/>
            <a:ext cx="71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325" b="1" i="0">
                <a:solidFill>
                  <a:srgbClr val="202020"/>
                </a:solidFill>
                <a:latin typeface="Times New Roman"/>
                <a:ea typeface="Times New Roman"/>
                <a:cs typeface="Times New Roman"/>
              </a:defRPr>
            </a:defPPr>
          </a:lstStyle>
          <a:p xmlns:a="http://schemas.openxmlformats.org/drawingml/2006/main">
            <a:pPr algn="ctr">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FM</a:t>
            </a:r>
          </a:p>
        </p:txBody>
      </p:sp>
      <p:sp>
        <p:nvSpPr>
          <p:cNvPr id="12" name="generate-1">
            <ns0:hlinkClick xmlns:ns0="http://schemas.openxmlformats.org/drawingml/2006/main" xmlns:ns1="http://schemas.openxmlformats.org/officeDocument/2006/relationships" ns1:id="rIdNav9" action="ppaction://hlinksldjump"/>
            <a:extLst xmlns:a="http://schemas.openxmlformats.org/drawingml/2006/main">
              <a:ext uri="{FF2B5EF4-FFF2-40B4-BE49-F238E27FC236}">
                <a16:creationId xmlns:a16="http://schemas.microsoft.com/office/drawing/2014/main" id="{00068B91-BC1C-4910-A044-0CE3A624F4D5}"/>
              </a:ext>
            </a:extLst>
          </p:cNvPr>
          <p:cNvSpPr>
            <a:spLocks xmlns:a="http://schemas.openxmlformats.org/drawingml/2006/main" noGrp="1"/>
          </p:cNvSpPr>
          <p:nvPr/>
        </p:nvSpPr>
        <p:spPr>
          <a:xfrm xmlns:a="http://schemas.openxmlformats.org/drawingml/2006/main">
            <a:off x="1752600" y="5038725"/>
            <a:ext cx="4152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i="0">
                <a:solidFill>
                  <a:srgbClr val="202020"/>
                </a:solidFill>
                <a:latin typeface="Times New Roman"/>
                <a:ea typeface="Times New Roman"/>
                <a:cs typeface="Times New Roman"/>
              </a:defRPr>
            </a:defPPr>
          </a:lstStyle>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Change frequency</a:t>
            </a:r>
          </a:p>
        </p:txBody>
      </p:sp>
      <p:sp>
        <p:nvSpPr>
          <p:cNvPr id="13" name="band-1">
            <ns0:hlinkClick xmlns:ns0="http://schemas.openxmlformats.org/drawingml/2006/main" xmlns:ns1="http://schemas.openxmlformats.org/officeDocument/2006/relationships" ns1:id="rIdNav10" action="ppaction://hlinksldjump"/>
            <a:extLst xmlns:a="http://schemas.openxmlformats.org/drawingml/2006/main">
              <a:ext uri="{FF2B5EF4-FFF2-40B4-BE49-F238E27FC236}">
                <a16:creationId xmlns:a16="http://schemas.microsoft.com/office/drawing/2014/main" id="{14ADC37B-5C39-4DC7-8386-D00A0FEE3831}"/>
              </a:ext>
            </a:extLst>
          </p:cNvPr>
          <p:cNvSpPr>
            <a:spLocks xmlns:a="http://schemas.openxmlformats.org/drawingml/2006/main" noGrp="1"/>
          </p:cNvSpPr>
          <p:nvPr/>
        </p:nvSpPr>
        <p:spPr>
          <a:xfrm xmlns:a="http://schemas.openxmlformats.org/drawingml/2006/main">
            <a:off x="6467475" y="4905375"/>
            <a:ext cx="2152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202020"/>
                </a:solidFill>
                <a:latin typeface="Times New Roman"/>
                <a:ea typeface="Times New Roman"/>
                <a:cs typeface="Times New Roman"/>
              </a:defRPr>
            </a:defPPr>
          </a:lstStyle>
          <a:p xmlns:a="http://schemas.openxmlformats.org/drawingml/2006/main">
            <a:pPr algn="ctr">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Find occupied band</a:t>
            </a:r>
          </a:p>
        </p:txBody>
      </p:sp>
      <p:sp>
        <p:nvSpPr>
          <p:cNvPr id="14" name="recover-1">
            <ns0:hlinkClick xmlns:ns0="http://schemas.openxmlformats.org/drawingml/2006/main" xmlns:ns1="http://schemas.openxmlformats.org/officeDocument/2006/relationships" ns1:id="rIdNav11" action="ppaction://hlinksldjump"/>
            <a:extLst xmlns:a="http://schemas.openxmlformats.org/drawingml/2006/main">
              <a:ext uri="{FF2B5EF4-FFF2-40B4-BE49-F238E27FC236}">
                <a16:creationId xmlns:a16="http://schemas.microsoft.com/office/drawing/2014/main" id="{C0822408-0AB4-4DCE-86EB-55DBD8EAFC9B}"/>
              </a:ext>
            </a:extLst>
          </p:cNvPr>
          <p:cNvSpPr>
            <a:spLocks xmlns:a="http://schemas.openxmlformats.org/drawingml/2006/main" noGrp="1"/>
          </p:cNvSpPr>
          <p:nvPr/>
        </p:nvSpPr>
        <p:spPr>
          <a:xfrm xmlns:a="http://schemas.openxmlformats.org/drawingml/2006/main">
            <a:off x="9039225" y="5038725"/>
            <a:ext cx="2409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0" i="0">
                <a:solidFill>
                  <a:srgbClr val="202020"/>
                </a:solidFill>
                <a:latin typeface="Times New Roman"/>
                <a:ea typeface="Times New Roman"/>
                <a:cs typeface="Times New Roman"/>
              </a:defRPr>
            </a:defPPr>
          </a:lstStyle>
          <a:p xmlns:a="http://schemas.openxmlformats.org/drawingml/2006/main">
            <a:pPr algn="ctr">
              <a:defRPr sz="2025" b="0" i="0">
                <a:solidFill>
                  <a:srgbClr val="202020"/>
                </a:solidFill>
                <a:latin typeface="Times New Roman"/>
                <a:ea typeface="Times New Roman"/>
                <a:cs typeface="Times New Roman"/>
              </a:defRPr>
            </a:pPr>
            <a:r>
              <a:rPr sz="2025" b="0" i="0">
                <a:solidFill>
                  <a:srgbClr val="202020"/>
                </a:solidFill>
                <a:latin typeface="Times New Roman"/>
                <a:ea typeface="Times New Roman"/>
                <a:cs typeface="Times New Roman"/>
              </a:rPr>
              <a:t>Recover message</a:t>
            </a:r>
          </a:p>
        </p:txBody>
      </p:sp>
      <p:pic>
        <p:nvPicPr>
          <p:cNvPr id="15" name="task-0" descr="m(t)\longrightarrow s(t)">
            <a:extLst xmlns:a="http://schemas.openxmlformats.org/drawingml/2006/main">
              <a:ext uri="{FF2B5EF4-FFF2-40B4-BE49-F238E27FC236}">
                <a16:creationId xmlns:a16="http://schemas.microsoft.com/office/drawing/2014/main" id="{7E0C27D2-62B6-41B0-8406-C23E398FD5B3}"/>
              </a:ext>
            </a:extLst>
          </p:cNvPr>
          <p:cNvPicPr>
            <a:picLocks xmlns:a="http://schemas.openxmlformats.org/drawingml/2006/main" noChangeAspect="1"/>
          </p:cNvPicPr>
          <p:nvPr/>
        </p:nvPicPr>
        <p:blipFill>
          <a:blip xmlns:r="http://schemas.openxmlformats.org/officeDocument/2006/relationships" xmlns:a="http://schemas.openxmlformats.org/drawingml/2006/main" r:embed="Reb2ea1be2da04d1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2791778" y="1790700"/>
            <a:ext cx="2074545" cy="314325"/>
          </a:xfrm>
          <a:prstGeom xmlns:a="http://schemas.openxmlformats.org/drawingml/2006/main" prst="rect">
            <a:avLst/>
          </a:prstGeom>
        </p:spPr>
      </p:pic>
      <p:pic>
        <p:nvPicPr>
          <p:cNvPr id="16" name="task-1" descr="B_T\ \text{of }s(t)">
            <a:extLst xmlns:a="http://schemas.openxmlformats.org/drawingml/2006/main">
              <a:ext uri="{FF2B5EF4-FFF2-40B4-BE49-F238E27FC236}">
                <a16:creationId xmlns:a16="http://schemas.microsoft.com/office/drawing/2014/main" id="{6C7AC91C-5BCB-4DCC-A562-6D14D6C72217}"/>
              </a:ext>
            </a:extLst>
          </p:cNvPr>
          <p:cNvPicPr>
            <a:picLocks xmlns:a="http://schemas.openxmlformats.org/drawingml/2006/main" noChangeAspect="1"/>
          </p:cNvPicPr>
          <p:nvPr/>
        </p:nvPicPr>
        <p:blipFill>
          <a:blip xmlns:r="http://schemas.openxmlformats.org/officeDocument/2006/relationships" xmlns:a="http://schemas.openxmlformats.org/drawingml/2006/main" r:embed="R6a1ad95f25a9407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6757988" y="1790700"/>
            <a:ext cx="1571625" cy="314325"/>
          </a:xfrm>
          <a:prstGeom xmlns:a="http://schemas.openxmlformats.org/drawingml/2006/main" prst="rect">
            <a:avLst/>
          </a:prstGeom>
        </p:spPr>
      </p:pic>
      <p:pic>
        <p:nvPicPr>
          <p:cNvPr id="17" name="task-2" descr="s(t)\longrightarrow m(t)">
            <a:extLst xmlns:a="http://schemas.openxmlformats.org/drawingml/2006/main">
              <a:ext uri="{FF2B5EF4-FFF2-40B4-BE49-F238E27FC236}">
                <a16:creationId xmlns:a16="http://schemas.microsoft.com/office/drawing/2014/main" id="{47C3A872-8E6C-4343-B4D5-E375DB922AA5}"/>
              </a:ext>
            </a:extLst>
          </p:cNvPr>
          <p:cNvPicPr>
            <a:picLocks xmlns:a="http://schemas.openxmlformats.org/drawingml/2006/main" noChangeAspect="1"/>
          </p:cNvPicPr>
          <p:nvPr/>
        </p:nvPicPr>
        <p:blipFill>
          <a:blip xmlns:r="http://schemas.openxmlformats.org/officeDocument/2006/relationships" xmlns:a="http://schemas.openxmlformats.org/drawingml/2006/main" r:embed="R4c0ed773fb28410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9206865" y="1790700"/>
            <a:ext cx="2074545" cy="314325"/>
          </a:xfrm>
          <a:prstGeom xmlns:a="http://schemas.openxmlformats.org/drawingml/2006/main" prst="rect">
            <a:avLst/>
          </a:prstGeom>
        </p:spPr>
      </p:pic>
    </p:spTree>
    <p:extLst>
      <p:ext uri="{BB962C8B-B14F-4D97-AF65-F5344CB8AC3E}">
        <p14:creationId xmlns:p14="http://schemas.microsoft.com/office/powerpoint/2010/main" val="6573309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4D596A4F-F37A-41C8-A2E7-A9E36D6D8C6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74F570AE-4190-470B-A7C3-D617602BF285}"/>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F2ACF244-7899-49DF-8F3B-9C58CDBFFD4C}"/>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46AF15B0-3358-4FF3-968D-A0304BC83556}"/>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6671A810-029C-497A-9C8D-124C1D6D91F6}"/>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E0CD1E4F-592C-434A-AA8E-604CA904D1F2}"/>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0AF865AB-B87E-408C-9BAD-3CD05B6A19A7}"/>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PM: add phase</a:t>
            </a:r>
          </a:p>
        </p:txBody>
      </p:sp>
      <p:pic>
        <p:nvPicPr>
          <p:cNvPr id="10" name="pm-constant" descr="Reveal the true m=1, added phase 2 rad and cos(2*pi*12.25*t+2) curves from left to right. Gain and phase stay fixed throughout; the complete gray carrier remains visible. The next example retains kp, carrier and time window and changes only m.">
            <a:extLst xmlns:a="http://schemas.openxmlformats.org/drawingml/2006/main">
              <a:ext uri="{FF2B5EF4-FFF2-40B4-BE49-F238E27FC236}">
                <a16:creationId xmlns:a16="http://schemas.microsoft.com/office/drawing/2014/main" id="{BDEE6BE4-BF3A-451C-9272-B83746ED6BC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0" name="pm-constant--t4-click-frame-001"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1" name="pm-constant--t4-click-frame-002"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2" name="pm-constant--t4-click-frame-003"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3" name="pm-constant--t4-click-frame-004"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4" name="pm-constant--t4-click-frame-005"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5" name="pm-constant--t4-click-frame-006"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6" name="pm-constant--t4-click-frame-007"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7" name="pm-constant--t4-click-frame-008"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8" name="pm-constant--t4-click-frame-009"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39" name="pm-constant--t4-click-frame-010"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0" name="pm-constant--t4-click-frame-011"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1" name="pm-constant--t4-click-frame-012"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2" name="pm-constant--t4-click-frame-013"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3" name="pm-constant--t4-click-frame-014"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4" name="pm-constant--t4-click-frame-015"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5" name="pm-constant--t4-click-frame-016"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6" name="pm-constant--t4-click-frame-017"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7" name="pm-constant--t4-click-frame-018"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8" name="pm-constant--t4-click-frame-019"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49" name="pm-constant--t4-click-frame-020"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0" name="pm-constant--t4-click-frame-021"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1" name="pm-constant--t4-click-frame-022"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2" name="pm-constant--t4-click-frame-023"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3" name="pm-constant--t4-click-frame-024"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4" name="pm-constant--t4-click-frame-025"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5" name="pm-constant--t4-click-frame-026"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6" name="pm-constant--t4-click-frame-027"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7" name="pm-constant--t4-click-frame-028"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8" name="pm-constant--t4-click-frame-029"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59" name="pm-constant--t4-click-frame-030"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0" name="pm-constant--t4-click-frame-031"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1" name="pm-constant--t4-click-frame-032"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2" name="pm-constant--t4-click-frame-033"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3" name="pm-constant--t4-click-frame-034"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4" name="pm-constant--t4-click-frame-035"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5" name="pm-constant--t4-click-frame-036"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6" name="pm-constant--t4-click-frame-037"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7" name="pm-constant--t4-click-frame-038"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8" name="pm-constant--t4-click-frame-039"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69" name="pm-constant--t4-click-frame-040"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0" name="pm-constant--t4-click-frame-041"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1" name="pm-constant--t4-click-frame-042"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2" name="pm-constant--t4-click-frame-043"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3" name="pm-constant--t4-click-frame-044"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4" name="pm-constant--t4-click-frame-045"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5" name="pm-constant--t4-click-frame-046"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6" name="pm-constant--t4-click-frame-047"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7" name="pm-constant--t4-click-frame-048"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8" name="pm-constant--t4-click-frame-049" descr="Reveal the true m=1, added phase 2 rad and cos(2*pi*12.25*t+2) curves from left to right. Gain and phase stay fixed throughout; the complete gray carrier remains visible. The next example retains kp, carrier and time window and changes only m."/>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sp>
        <p:nvSpPr>
          <p:cNvPr id="11" name="carrier-origin">
            <a:extLst xmlns:a="http://schemas.openxmlformats.org/drawingml/2006/main">
              <a:ext uri="{FF2B5EF4-FFF2-40B4-BE49-F238E27FC236}">
                <a16:creationId xmlns:a16="http://schemas.microsoft.com/office/drawing/2014/main" id="{72AED870-77E6-4BB6-ACFE-056021EABF23}"/>
              </a:ext>
            </a:extLst>
          </p:cNvPr>
          <p:cNvSpPr>
            <a:spLocks xmlns:a="http://schemas.openxmlformats.org/drawingml/2006/main" noGrp="1"/>
          </p:cNvSpPr>
          <p:nvPr/>
        </p:nvSpPr>
        <p:spPr>
          <a:xfrm xmlns:a="http://schemas.openxmlformats.org/drawingml/2006/main">
            <a:off x="8048149" y="3188208"/>
            <a:ext cx="2805398" cy="828199"/>
          </a:xfrm>
          <a:prstGeom xmlns:a="http://schemas.openxmlformats.org/drawingml/2006/main" prst="rect">
            <a:avLst/>
          </a:prstGeom>
          <a:noFill xmlns:a="http://schemas.openxmlformats.org/drawingml/2006/main"/>
          <a:ln xmlns:a="http://schemas.openxmlformats.org/drawingml/2006/main" w="0">
            <a:noFill/>
          </a:ln>
        </p:spPr>
      </p:sp>
      <p:sp>
        <p:nvSpPr>
          <p:cNvPr id="12" name="carrier-copy">
            <a:extLst xmlns:a="http://schemas.openxmlformats.org/drawingml/2006/main">
              <a:ext uri="{FF2B5EF4-FFF2-40B4-BE49-F238E27FC236}">
                <a16:creationId xmlns:a16="http://schemas.microsoft.com/office/drawing/2014/main" id="{9422F532-E3A3-4C15-B88F-91DA9E2631C8}"/>
              </a:ext>
            </a:extLst>
          </p:cNvPr>
          <p:cNvSpPr>
            <a:spLocks xmlns:a="http://schemas.openxmlformats.org/drawingml/2006/main" noGrp="1"/>
          </p:cNvSpPr>
          <p:nvPr/>
        </p:nvSpPr>
        <p:spPr>
          <a:xfrm xmlns:a="http://schemas.openxmlformats.org/drawingml/2006/main">
            <a:off x="2371725" y="5162550"/>
            <a:ext cx="952500" cy="247648"/>
          </a:xfrm>
          <a:custGeom xmlns:a="http://schemas.openxmlformats.org/drawingml/2006/main">
            <a:pathLst>
              <a:path w="952500" h="247648">
                <a:moveTo>
                  <a:pt x="0" y="0"/>
                </a:moveTo>
                <a:lnTo>
                  <a:pt x="1909" y="368"/>
                </a:lnTo>
                <a:lnTo>
                  <a:pt x="3818" y="1470"/>
                </a:lnTo>
                <a:lnTo>
                  <a:pt x="5726" y="3300"/>
                </a:lnTo>
                <a:lnTo>
                  <a:pt x="7635" y="5846"/>
                </a:lnTo>
                <a:lnTo>
                  <a:pt x="9544" y="9093"/>
                </a:lnTo>
                <a:lnTo>
                  <a:pt x="11453" y="13022"/>
                </a:lnTo>
                <a:lnTo>
                  <a:pt x="13362" y="17610"/>
                </a:lnTo>
                <a:lnTo>
                  <a:pt x="15271" y="22830"/>
                </a:lnTo>
                <a:lnTo>
                  <a:pt x="17179" y="28650"/>
                </a:lnTo>
                <a:lnTo>
                  <a:pt x="19088" y="35036"/>
                </a:lnTo>
                <a:lnTo>
                  <a:pt x="20997" y="41950"/>
                </a:lnTo>
                <a:lnTo>
                  <a:pt x="22906" y="49350"/>
                </a:lnTo>
                <a:lnTo>
                  <a:pt x="24815" y="57193"/>
                </a:lnTo>
                <a:lnTo>
                  <a:pt x="26723" y="65433"/>
                </a:lnTo>
                <a:lnTo>
                  <a:pt x="28632" y="74019"/>
                </a:lnTo>
                <a:lnTo>
                  <a:pt x="30541" y="82902"/>
                </a:lnTo>
                <a:lnTo>
                  <a:pt x="32450" y="92028"/>
                </a:lnTo>
                <a:lnTo>
                  <a:pt x="34359" y="101343"/>
                </a:lnTo>
                <a:lnTo>
                  <a:pt x="36268" y="110791"/>
                </a:lnTo>
                <a:lnTo>
                  <a:pt x="38176" y="120317"/>
                </a:lnTo>
                <a:lnTo>
                  <a:pt x="40085" y="129864"/>
                </a:lnTo>
                <a:lnTo>
                  <a:pt x="41994" y="139375"/>
                </a:lnTo>
                <a:lnTo>
                  <a:pt x="43903" y="148794"/>
                </a:lnTo>
                <a:lnTo>
                  <a:pt x="45812" y="158064"/>
                </a:lnTo>
                <a:lnTo>
                  <a:pt x="47720" y="167131"/>
                </a:lnTo>
                <a:lnTo>
                  <a:pt x="49629" y="175940"/>
                </a:lnTo>
                <a:lnTo>
                  <a:pt x="51538" y="184439"/>
                </a:lnTo>
                <a:lnTo>
                  <a:pt x="53447" y="192578"/>
                </a:lnTo>
                <a:lnTo>
                  <a:pt x="55356" y="200308"/>
                </a:lnTo>
                <a:lnTo>
                  <a:pt x="57265" y="207584"/>
                </a:lnTo>
                <a:lnTo>
                  <a:pt x="59173" y="214361"/>
                </a:lnTo>
                <a:lnTo>
                  <a:pt x="61082" y="220601"/>
                </a:lnTo>
                <a:lnTo>
                  <a:pt x="62991" y="226265"/>
                </a:lnTo>
                <a:lnTo>
                  <a:pt x="64900" y="231320"/>
                </a:lnTo>
                <a:lnTo>
                  <a:pt x="66809" y="235735"/>
                </a:lnTo>
                <a:lnTo>
                  <a:pt x="68717" y="239486"/>
                </a:lnTo>
                <a:lnTo>
                  <a:pt x="70626" y="242549"/>
                </a:lnTo>
                <a:lnTo>
                  <a:pt x="72535" y="244906"/>
                </a:lnTo>
                <a:lnTo>
                  <a:pt x="74444" y="246544"/>
                </a:lnTo>
                <a:lnTo>
                  <a:pt x="76353" y="247451"/>
                </a:lnTo>
                <a:lnTo>
                  <a:pt x="78262" y="247624"/>
                </a:lnTo>
                <a:lnTo>
                  <a:pt x="80170" y="247061"/>
                </a:lnTo>
                <a:lnTo>
                  <a:pt x="82079" y="245765"/>
                </a:lnTo>
                <a:lnTo>
                  <a:pt x="83988" y="243744"/>
                </a:lnTo>
                <a:lnTo>
                  <a:pt x="85897" y="241011"/>
                </a:lnTo>
                <a:lnTo>
                  <a:pt x="87806" y="237580"/>
                </a:lnTo>
                <a:lnTo>
                  <a:pt x="89714" y="233474"/>
                </a:lnTo>
                <a:lnTo>
                  <a:pt x="91623" y="228715"/>
                </a:lnTo>
                <a:lnTo>
                  <a:pt x="93532" y="223333"/>
                </a:lnTo>
                <a:lnTo>
                  <a:pt x="95441" y="217359"/>
                </a:lnTo>
                <a:lnTo>
                  <a:pt x="97350" y="210830"/>
                </a:lnTo>
                <a:lnTo>
                  <a:pt x="99259" y="203783"/>
                </a:lnTo>
                <a:lnTo>
                  <a:pt x="101167" y="196260"/>
                </a:lnTo>
                <a:lnTo>
                  <a:pt x="103076" y="188307"/>
                </a:lnTo>
                <a:lnTo>
                  <a:pt x="104985" y="179971"/>
                </a:lnTo>
                <a:lnTo>
                  <a:pt x="106894" y="171301"/>
                </a:lnTo>
                <a:lnTo>
                  <a:pt x="108803" y="162348"/>
                </a:lnTo>
                <a:lnTo>
                  <a:pt x="110711" y="153167"/>
                </a:lnTo>
                <a:lnTo>
                  <a:pt x="112620" y="143811"/>
                </a:lnTo>
                <a:lnTo>
                  <a:pt x="114529" y="134337"/>
                </a:lnTo>
                <a:lnTo>
                  <a:pt x="116438" y="124799"/>
                </a:lnTo>
                <a:lnTo>
                  <a:pt x="118347" y="115257"/>
                </a:lnTo>
                <a:lnTo>
                  <a:pt x="120256" y="105765"/>
                </a:lnTo>
                <a:lnTo>
                  <a:pt x="122164" y="96380"/>
                </a:lnTo>
                <a:lnTo>
                  <a:pt x="124073" y="87158"/>
                </a:lnTo>
                <a:lnTo>
                  <a:pt x="125982" y="78155"/>
                </a:lnTo>
                <a:lnTo>
                  <a:pt x="127891" y="69423"/>
                </a:lnTo>
                <a:lnTo>
                  <a:pt x="129800" y="61015"/>
                </a:lnTo>
                <a:lnTo>
                  <a:pt x="131708" y="52979"/>
                </a:lnTo>
                <a:lnTo>
                  <a:pt x="133617" y="45365"/>
                </a:lnTo>
                <a:lnTo>
                  <a:pt x="135526" y="38218"/>
                </a:lnTo>
                <a:lnTo>
                  <a:pt x="137435" y="31579"/>
                </a:lnTo>
                <a:lnTo>
                  <a:pt x="139344" y="25489"/>
                </a:lnTo>
                <a:lnTo>
                  <a:pt x="141253" y="19984"/>
                </a:lnTo>
                <a:lnTo>
                  <a:pt x="143161" y="15095"/>
                </a:lnTo>
                <a:lnTo>
                  <a:pt x="145070" y="10854"/>
                </a:lnTo>
                <a:lnTo>
                  <a:pt x="146979" y="7284"/>
                </a:lnTo>
                <a:lnTo>
                  <a:pt x="148888" y="4406"/>
                </a:lnTo>
                <a:lnTo>
                  <a:pt x="150797" y="2239"/>
                </a:lnTo>
                <a:lnTo>
                  <a:pt x="152705" y="794"/>
                </a:lnTo>
                <a:lnTo>
                  <a:pt x="154614" y="81"/>
                </a:lnTo>
                <a:lnTo>
                  <a:pt x="156523" y="104"/>
                </a:lnTo>
                <a:lnTo>
                  <a:pt x="158432" y="862"/>
                </a:lnTo>
                <a:lnTo>
                  <a:pt x="160341" y="2351"/>
                </a:lnTo>
                <a:lnTo>
                  <a:pt x="162249" y="4562"/>
                </a:lnTo>
                <a:lnTo>
                  <a:pt x="164158" y="7482"/>
                </a:lnTo>
                <a:lnTo>
                  <a:pt x="166067" y="11094"/>
                </a:lnTo>
                <a:lnTo>
                  <a:pt x="167976" y="15376"/>
                </a:lnTo>
                <a:lnTo>
                  <a:pt x="169885" y="20303"/>
                </a:lnTo>
                <a:lnTo>
                  <a:pt x="171794" y="25846"/>
                </a:lnTo>
                <a:lnTo>
                  <a:pt x="173702" y="31970"/>
                </a:lnTo>
                <a:lnTo>
                  <a:pt x="175611" y="38641"/>
                </a:lnTo>
                <a:lnTo>
                  <a:pt x="177520" y="45819"/>
                </a:lnTo>
                <a:lnTo>
                  <a:pt x="179429" y="53460"/>
                </a:lnTo>
                <a:lnTo>
                  <a:pt x="181338" y="61519"/>
                </a:lnTo>
                <a:lnTo>
                  <a:pt x="183246" y="69949"/>
                </a:lnTo>
                <a:lnTo>
                  <a:pt x="185155" y="78699"/>
                </a:lnTo>
                <a:lnTo>
                  <a:pt x="187064" y="87717"/>
                </a:lnTo>
                <a:lnTo>
                  <a:pt x="188973" y="96950"/>
                </a:lnTo>
                <a:lnTo>
                  <a:pt x="190882" y="106343"/>
                </a:lnTo>
                <a:lnTo>
                  <a:pt x="192791" y="115840"/>
                </a:lnTo>
                <a:lnTo>
                  <a:pt x="194699" y="125384"/>
                </a:lnTo>
                <a:lnTo>
                  <a:pt x="196608" y="134919"/>
                </a:lnTo>
                <a:lnTo>
                  <a:pt x="198517" y="144388"/>
                </a:lnTo>
                <a:lnTo>
                  <a:pt x="200426" y="153735"/>
                </a:lnTo>
                <a:lnTo>
                  <a:pt x="202335" y="162904"/>
                </a:lnTo>
                <a:lnTo>
                  <a:pt x="204243" y="171840"/>
                </a:lnTo>
                <a:lnTo>
                  <a:pt x="206152" y="180491"/>
                </a:lnTo>
                <a:lnTo>
                  <a:pt x="208061" y="188806"/>
                </a:lnTo>
                <a:lnTo>
                  <a:pt x="209970" y="196734"/>
                </a:lnTo>
                <a:lnTo>
                  <a:pt x="211879" y="204228"/>
                </a:lnTo>
                <a:lnTo>
                  <a:pt x="213788" y="211245"/>
                </a:lnTo>
                <a:lnTo>
                  <a:pt x="215696" y="217741"/>
                </a:lnTo>
                <a:lnTo>
                  <a:pt x="217605" y="223680"/>
                </a:lnTo>
                <a:lnTo>
                  <a:pt x="219514" y="229025"/>
                </a:lnTo>
                <a:lnTo>
                  <a:pt x="221423" y="233744"/>
                </a:lnTo>
                <a:lnTo>
                  <a:pt x="223332" y="237810"/>
                </a:lnTo>
                <a:lnTo>
                  <a:pt x="225240" y="241198"/>
                </a:lnTo>
                <a:lnTo>
                  <a:pt x="227149" y="243889"/>
                </a:lnTo>
                <a:lnTo>
                  <a:pt x="229058" y="245865"/>
                </a:lnTo>
                <a:lnTo>
                  <a:pt x="230967" y="247116"/>
                </a:lnTo>
                <a:lnTo>
                  <a:pt x="232876" y="247635"/>
                </a:lnTo>
                <a:lnTo>
                  <a:pt x="234785" y="247417"/>
                </a:lnTo>
                <a:lnTo>
                  <a:pt x="236693" y="246464"/>
                </a:lnTo>
                <a:lnTo>
                  <a:pt x="238602" y="244782"/>
                </a:lnTo>
                <a:lnTo>
                  <a:pt x="240511" y="242382"/>
                </a:lnTo>
                <a:lnTo>
                  <a:pt x="242420" y="239276"/>
                </a:lnTo>
                <a:lnTo>
                  <a:pt x="244329" y="235484"/>
                </a:lnTo>
                <a:lnTo>
                  <a:pt x="246237" y="231028"/>
                </a:lnTo>
                <a:lnTo>
                  <a:pt x="248146" y="225935"/>
                </a:lnTo>
                <a:lnTo>
                  <a:pt x="250055" y="220235"/>
                </a:lnTo>
                <a:lnTo>
                  <a:pt x="251964" y="213961"/>
                </a:lnTo>
                <a:lnTo>
                  <a:pt x="253873" y="207152"/>
                </a:lnTo>
                <a:lnTo>
                  <a:pt x="255782" y="199848"/>
                </a:lnTo>
                <a:lnTo>
                  <a:pt x="257690" y="192091"/>
                </a:lnTo>
                <a:lnTo>
                  <a:pt x="259599" y="183929"/>
                </a:lnTo>
                <a:lnTo>
                  <a:pt x="261508" y="175409"/>
                </a:lnTo>
                <a:lnTo>
                  <a:pt x="263417" y="166582"/>
                </a:lnTo>
                <a:lnTo>
                  <a:pt x="265326" y="157502"/>
                </a:lnTo>
                <a:lnTo>
                  <a:pt x="267234" y="148221"/>
                </a:lnTo>
                <a:lnTo>
                  <a:pt x="269143" y="138795"/>
                </a:lnTo>
                <a:lnTo>
                  <a:pt x="271052" y="129280"/>
                </a:lnTo>
                <a:lnTo>
                  <a:pt x="272961" y="119733"/>
                </a:lnTo>
                <a:lnTo>
                  <a:pt x="274870" y="110210"/>
                </a:lnTo>
                <a:lnTo>
                  <a:pt x="276779" y="100768"/>
                </a:lnTo>
                <a:lnTo>
                  <a:pt x="278687" y="91463"/>
                </a:lnTo>
                <a:lnTo>
                  <a:pt x="280596" y="82351"/>
                </a:lnTo>
                <a:lnTo>
                  <a:pt x="282505" y="73485"/>
                </a:lnTo>
                <a:lnTo>
                  <a:pt x="284414" y="64918"/>
                </a:lnTo>
                <a:lnTo>
                  <a:pt x="286323" y="56701"/>
                </a:lnTo>
                <a:lnTo>
                  <a:pt x="288231" y="48884"/>
                </a:lnTo>
                <a:lnTo>
                  <a:pt x="290140" y="41512"/>
                </a:lnTo>
                <a:lnTo>
                  <a:pt x="292049" y="34629"/>
                </a:lnTo>
                <a:lnTo>
                  <a:pt x="293958" y="28277"/>
                </a:lnTo>
                <a:lnTo>
                  <a:pt x="295867" y="22493"/>
                </a:lnTo>
                <a:lnTo>
                  <a:pt x="297776" y="17311"/>
                </a:lnTo>
                <a:lnTo>
                  <a:pt x="299684" y="12763"/>
                </a:lnTo>
                <a:lnTo>
                  <a:pt x="301593" y="8874"/>
                </a:lnTo>
                <a:lnTo>
                  <a:pt x="303502" y="5669"/>
                </a:lnTo>
                <a:lnTo>
                  <a:pt x="305411" y="3167"/>
                </a:lnTo>
                <a:lnTo>
                  <a:pt x="307320" y="1382"/>
                </a:lnTo>
                <a:lnTo>
                  <a:pt x="309228" y="324"/>
                </a:lnTo>
                <a:lnTo>
                  <a:pt x="311137" y="1"/>
                </a:lnTo>
                <a:lnTo>
                  <a:pt x="313046" y="414"/>
                </a:lnTo>
                <a:lnTo>
                  <a:pt x="314955" y="1561"/>
                </a:lnTo>
                <a:lnTo>
                  <a:pt x="316864" y="3435"/>
                </a:lnTo>
                <a:lnTo>
                  <a:pt x="318773" y="6024"/>
                </a:lnTo>
                <a:lnTo>
                  <a:pt x="320681" y="9314"/>
                </a:lnTo>
                <a:lnTo>
                  <a:pt x="322590" y="13285"/>
                </a:lnTo>
                <a:lnTo>
                  <a:pt x="324499" y="17912"/>
                </a:lnTo>
                <a:lnTo>
                  <a:pt x="326408" y="23170"/>
                </a:lnTo>
                <a:lnTo>
                  <a:pt x="328317" y="29025"/>
                </a:lnTo>
                <a:lnTo>
                  <a:pt x="330225" y="35445"/>
                </a:lnTo>
                <a:lnTo>
                  <a:pt x="332134" y="42389"/>
                </a:lnTo>
                <a:lnTo>
                  <a:pt x="334043" y="49818"/>
                </a:lnTo>
                <a:lnTo>
                  <a:pt x="335952" y="57687"/>
                </a:lnTo>
                <a:lnTo>
                  <a:pt x="337861" y="65949"/>
                </a:lnTo>
                <a:lnTo>
                  <a:pt x="339770" y="74555"/>
                </a:lnTo>
                <a:lnTo>
                  <a:pt x="341678" y="83454"/>
                </a:lnTo>
                <a:lnTo>
                  <a:pt x="343587" y="92593"/>
                </a:lnTo>
                <a:lnTo>
                  <a:pt x="345496" y="101918"/>
                </a:lnTo>
                <a:lnTo>
                  <a:pt x="347405" y="111373"/>
                </a:lnTo>
                <a:lnTo>
                  <a:pt x="349314" y="120902"/>
                </a:lnTo>
                <a:lnTo>
                  <a:pt x="351222" y="130448"/>
                </a:lnTo>
                <a:lnTo>
                  <a:pt x="353131" y="139955"/>
                </a:lnTo>
                <a:lnTo>
                  <a:pt x="355040" y="149366"/>
                </a:lnTo>
                <a:lnTo>
                  <a:pt x="356949" y="158626"/>
                </a:lnTo>
                <a:lnTo>
                  <a:pt x="358858" y="167678"/>
                </a:lnTo>
                <a:lnTo>
                  <a:pt x="360767" y="176470"/>
                </a:lnTo>
                <a:lnTo>
                  <a:pt x="362675" y="184948"/>
                </a:lnTo>
                <a:lnTo>
                  <a:pt x="364584" y="193063"/>
                </a:lnTo>
                <a:lnTo>
                  <a:pt x="366493" y="200767"/>
                </a:lnTo>
                <a:lnTo>
                  <a:pt x="368402" y="208013"/>
                </a:lnTo>
                <a:lnTo>
                  <a:pt x="370311" y="214759"/>
                </a:lnTo>
                <a:lnTo>
                  <a:pt x="372219" y="220964"/>
                </a:lnTo>
                <a:lnTo>
                  <a:pt x="374128" y="226592"/>
                </a:lnTo>
                <a:lnTo>
                  <a:pt x="376037" y="231609"/>
                </a:lnTo>
                <a:lnTo>
                  <a:pt x="377946" y="235984"/>
                </a:lnTo>
                <a:lnTo>
                  <a:pt x="379855" y="239694"/>
                </a:lnTo>
                <a:lnTo>
                  <a:pt x="381764" y="242714"/>
                </a:lnTo>
                <a:lnTo>
                  <a:pt x="383672" y="245027"/>
                </a:lnTo>
                <a:lnTo>
                  <a:pt x="385581" y="246620"/>
                </a:lnTo>
                <a:lnTo>
                  <a:pt x="387490" y="247483"/>
                </a:lnTo>
                <a:lnTo>
                  <a:pt x="389399" y="247611"/>
                </a:lnTo>
                <a:lnTo>
                  <a:pt x="391308" y="247003"/>
                </a:lnTo>
                <a:lnTo>
                  <a:pt x="393216" y="245662"/>
                </a:lnTo>
                <a:lnTo>
                  <a:pt x="395125" y="243597"/>
                </a:lnTo>
                <a:lnTo>
                  <a:pt x="397034" y="240820"/>
                </a:lnTo>
                <a:lnTo>
                  <a:pt x="398943" y="237348"/>
                </a:lnTo>
                <a:lnTo>
                  <a:pt x="400852" y="233201"/>
                </a:lnTo>
                <a:lnTo>
                  <a:pt x="402761" y="228403"/>
                </a:lnTo>
                <a:lnTo>
                  <a:pt x="404669" y="222984"/>
                </a:lnTo>
                <a:lnTo>
                  <a:pt x="406578" y="216975"/>
                </a:lnTo>
                <a:lnTo>
                  <a:pt x="408487" y="210413"/>
                </a:lnTo>
                <a:lnTo>
                  <a:pt x="410396" y="203335"/>
                </a:lnTo>
                <a:lnTo>
                  <a:pt x="412305" y="195785"/>
                </a:lnTo>
                <a:lnTo>
                  <a:pt x="414213" y="187807"/>
                </a:lnTo>
                <a:lnTo>
                  <a:pt x="416122" y="179449"/>
                </a:lnTo>
                <a:lnTo>
                  <a:pt x="418031" y="170760"/>
                </a:lnTo>
                <a:lnTo>
                  <a:pt x="419940" y="161792"/>
                </a:lnTo>
                <a:lnTo>
                  <a:pt x="421849" y="152599"/>
                </a:lnTo>
                <a:lnTo>
                  <a:pt x="423758" y="143234"/>
                </a:lnTo>
                <a:lnTo>
                  <a:pt x="425666" y="133754"/>
                </a:lnTo>
                <a:lnTo>
                  <a:pt x="427575" y="124215"/>
                </a:lnTo>
                <a:lnTo>
                  <a:pt x="429484" y="114673"/>
                </a:lnTo>
                <a:lnTo>
                  <a:pt x="431393" y="105186"/>
                </a:lnTo>
                <a:lnTo>
                  <a:pt x="433302" y="95810"/>
                </a:lnTo>
                <a:lnTo>
                  <a:pt x="435210" y="86600"/>
                </a:lnTo>
                <a:lnTo>
                  <a:pt x="437119" y="77612"/>
                </a:lnTo>
                <a:lnTo>
                  <a:pt x="439028" y="68898"/>
                </a:lnTo>
                <a:lnTo>
                  <a:pt x="440937" y="60511"/>
                </a:lnTo>
                <a:lnTo>
                  <a:pt x="442846" y="52501"/>
                </a:lnTo>
                <a:lnTo>
                  <a:pt x="444755" y="44914"/>
                </a:lnTo>
                <a:lnTo>
                  <a:pt x="446663" y="37796"/>
                </a:lnTo>
                <a:lnTo>
                  <a:pt x="448572" y="31190"/>
                </a:lnTo>
                <a:lnTo>
                  <a:pt x="450481" y="25135"/>
                </a:lnTo>
                <a:lnTo>
                  <a:pt x="452390" y="19666"/>
                </a:lnTo>
                <a:lnTo>
                  <a:pt x="454299" y="14817"/>
                </a:lnTo>
                <a:lnTo>
                  <a:pt x="456207" y="10616"/>
                </a:lnTo>
                <a:lnTo>
                  <a:pt x="458116" y="7087"/>
                </a:lnTo>
                <a:lnTo>
                  <a:pt x="460025" y="4253"/>
                </a:lnTo>
                <a:lnTo>
                  <a:pt x="461934" y="2129"/>
                </a:lnTo>
                <a:lnTo>
                  <a:pt x="463843" y="730"/>
                </a:lnTo>
                <a:lnTo>
                  <a:pt x="465752" y="61"/>
                </a:lnTo>
                <a:lnTo>
                  <a:pt x="467660" y="129"/>
                </a:lnTo>
                <a:lnTo>
                  <a:pt x="469569" y="932"/>
                </a:lnTo>
                <a:lnTo>
                  <a:pt x="471478" y="2466"/>
                </a:lnTo>
                <a:lnTo>
                  <a:pt x="473387" y="4721"/>
                </a:lnTo>
                <a:lnTo>
                  <a:pt x="475296" y="7684"/>
                </a:lnTo>
                <a:lnTo>
                  <a:pt x="477204" y="11337"/>
                </a:lnTo>
                <a:lnTo>
                  <a:pt x="479113" y="15660"/>
                </a:lnTo>
                <a:lnTo>
                  <a:pt x="481022" y="20625"/>
                </a:lnTo>
                <a:lnTo>
                  <a:pt x="482931" y="26204"/>
                </a:lnTo>
                <a:lnTo>
                  <a:pt x="484840" y="32364"/>
                </a:lnTo>
                <a:lnTo>
                  <a:pt x="486748" y="39067"/>
                </a:lnTo>
                <a:lnTo>
                  <a:pt x="488657" y="46274"/>
                </a:lnTo>
                <a:lnTo>
                  <a:pt x="490566" y="53942"/>
                </a:lnTo>
                <a:lnTo>
                  <a:pt x="492475" y="62025"/>
                </a:lnTo>
                <a:lnTo>
                  <a:pt x="494384" y="70476"/>
                </a:lnTo>
                <a:lnTo>
                  <a:pt x="496293" y="79244"/>
                </a:lnTo>
                <a:lnTo>
                  <a:pt x="498201" y="88277"/>
                </a:lnTo>
                <a:lnTo>
                  <a:pt x="500110" y="97521"/>
                </a:lnTo>
                <a:lnTo>
                  <a:pt x="502019" y="106922"/>
                </a:lnTo>
                <a:lnTo>
                  <a:pt x="503928" y="116423"/>
                </a:lnTo>
                <a:lnTo>
                  <a:pt x="505837" y="125969"/>
                </a:lnTo>
                <a:lnTo>
                  <a:pt x="507745" y="135501"/>
                </a:lnTo>
                <a:lnTo>
                  <a:pt x="509654" y="144964"/>
                </a:lnTo>
                <a:lnTo>
                  <a:pt x="511563" y="154302"/>
                </a:lnTo>
                <a:lnTo>
                  <a:pt x="513472" y="163458"/>
                </a:lnTo>
                <a:lnTo>
                  <a:pt x="515381" y="172379"/>
                </a:lnTo>
                <a:lnTo>
                  <a:pt x="517290" y="181011"/>
                </a:lnTo>
                <a:lnTo>
                  <a:pt x="519198" y="189303"/>
                </a:lnTo>
                <a:lnTo>
                  <a:pt x="521107" y="197205"/>
                </a:lnTo>
                <a:lnTo>
                  <a:pt x="523016" y="204672"/>
                </a:lnTo>
                <a:lnTo>
                  <a:pt x="524925" y="211658"/>
                </a:lnTo>
                <a:lnTo>
                  <a:pt x="526834" y="218121"/>
                </a:lnTo>
                <a:lnTo>
                  <a:pt x="528742" y="224024"/>
                </a:lnTo>
                <a:lnTo>
                  <a:pt x="530651" y="229332"/>
                </a:lnTo>
                <a:lnTo>
                  <a:pt x="532560" y="234012"/>
                </a:lnTo>
                <a:lnTo>
                  <a:pt x="534469" y="238037"/>
                </a:lnTo>
                <a:lnTo>
                  <a:pt x="536378" y="241383"/>
                </a:lnTo>
                <a:lnTo>
                  <a:pt x="538287" y="244030"/>
                </a:lnTo>
                <a:lnTo>
                  <a:pt x="540195" y="245963"/>
                </a:lnTo>
                <a:lnTo>
                  <a:pt x="542104" y="247169"/>
                </a:lnTo>
                <a:lnTo>
                  <a:pt x="544013" y="247642"/>
                </a:lnTo>
                <a:lnTo>
                  <a:pt x="545922" y="247380"/>
                </a:lnTo>
                <a:lnTo>
                  <a:pt x="547831" y="246382"/>
                </a:lnTo>
                <a:lnTo>
                  <a:pt x="549739" y="244656"/>
                </a:lnTo>
                <a:lnTo>
                  <a:pt x="551648" y="242212"/>
                </a:lnTo>
                <a:lnTo>
                  <a:pt x="553557" y="239063"/>
                </a:lnTo>
                <a:lnTo>
                  <a:pt x="555466" y="235230"/>
                </a:lnTo>
                <a:lnTo>
                  <a:pt x="557375" y="230734"/>
                </a:lnTo>
                <a:lnTo>
                  <a:pt x="559284" y="225603"/>
                </a:lnTo>
                <a:lnTo>
                  <a:pt x="561192" y="219867"/>
                </a:lnTo>
                <a:lnTo>
                  <a:pt x="563101" y="213559"/>
                </a:lnTo>
                <a:lnTo>
                  <a:pt x="565010" y="206719"/>
                </a:lnTo>
                <a:lnTo>
                  <a:pt x="566919" y="199385"/>
                </a:lnTo>
                <a:lnTo>
                  <a:pt x="568828" y="191602"/>
                </a:lnTo>
                <a:lnTo>
                  <a:pt x="570736" y="183417"/>
                </a:lnTo>
                <a:lnTo>
                  <a:pt x="572645" y="174877"/>
                </a:lnTo>
                <a:lnTo>
                  <a:pt x="574554" y="166033"/>
                </a:lnTo>
                <a:lnTo>
                  <a:pt x="576463" y="156939"/>
                </a:lnTo>
                <a:lnTo>
                  <a:pt x="578372" y="147647"/>
                </a:lnTo>
                <a:lnTo>
                  <a:pt x="580281" y="138215"/>
                </a:lnTo>
                <a:lnTo>
                  <a:pt x="582189" y="128696"/>
                </a:lnTo>
                <a:lnTo>
                  <a:pt x="584098" y="119149"/>
                </a:lnTo>
                <a:lnTo>
                  <a:pt x="586007" y="109629"/>
                </a:lnTo>
                <a:lnTo>
                  <a:pt x="587916" y="100194"/>
                </a:lnTo>
                <a:lnTo>
                  <a:pt x="589825" y="90899"/>
                </a:lnTo>
                <a:lnTo>
                  <a:pt x="591733" y="81800"/>
                </a:lnTo>
                <a:lnTo>
                  <a:pt x="593642" y="72951"/>
                </a:lnTo>
                <a:lnTo>
                  <a:pt x="595551" y="64404"/>
                </a:lnTo>
                <a:lnTo>
                  <a:pt x="597460" y="56211"/>
                </a:lnTo>
                <a:lnTo>
                  <a:pt x="599369" y="48419"/>
                </a:lnTo>
                <a:lnTo>
                  <a:pt x="601278" y="41076"/>
                </a:lnTo>
                <a:lnTo>
                  <a:pt x="603186" y="34225"/>
                </a:lnTo>
                <a:lnTo>
                  <a:pt x="605095" y="27906"/>
                </a:lnTo>
                <a:lnTo>
                  <a:pt x="607004" y="22158"/>
                </a:lnTo>
                <a:lnTo>
                  <a:pt x="608913" y="17014"/>
                </a:lnTo>
                <a:lnTo>
                  <a:pt x="610822" y="12505"/>
                </a:lnTo>
                <a:lnTo>
                  <a:pt x="612730" y="8658"/>
                </a:lnTo>
                <a:lnTo>
                  <a:pt x="614639" y="5496"/>
                </a:lnTo>
                <a:lnTo>
                  <a:pt x="616548" y="3037"/>
                </a:lnTo>
                <a:lnTo>
                  <a:pt x="618457" y="1296"/>
                </a:lnTo>
                <a:lnTo>
                  <a:pt x="620366" y="283"/>
                </a:lnTo>
                <a:lnTo>
                  <a:pt x="622275" y="6"/>
                </a:lnTo>
                <a:lnTo>
                  <a:pt x="624183" y="464"/>
                </a:lnTo>
                <a:lnTo>
                  <a:pt x="626092" y="1655"/>
                </a:lnTo>
                <a:lnTo>
                  <a:pt x="628001" y="3573"/>
                </a:lnTo>
                <a:lnTo>
                  <a:pt x="629910" y="6206"/>
                </a:lnTo>
                <a:lnTo>
                  <a:pt x="631819" y="9538"/>
                </a:lnTo>
                <a:lnTo>
                  <a:pt x="633727" y="13549"/>
                </a:lnTo>
                <a:lnTo>
                  <a:pt x="635636" y="18216"/>
                </a:lnTo>
                <a:lnTo>
                  <a:pt x="637545" y="23511"/>
                </a:lnTo>
                <a:lnTo>
                  <a:pt x="639454" y="29402"/>
                </a:lnTo>
                <a:lnTo>
                  <a:pt x="641363" y="35855"/>
                </a:lnTo>
                <a:lnTo>
                  <a:pt x="643272" y="42831"/>
                </a:lnTo>
                <a:lnTo>
                  <a:pt x="645180" y="50288"/>
                </a:lnTo>
                <a:lnTo>
                  <a:pt x="647089" y="58182"/>
                </a:lnTo>
                <a:lnTo>
                  <a:pt x="648998" y="66467"/>
                </a:lnTo>
                <a:lnTo>
                  <a:pt x="650907" y="75092"/>
                </a:lnTo>
                <a:lnTo>
                  <a:pt x="652816" y="84007"/>
                </a:lnTo>
                <a:lnTo>
                  <a:pt x="654724" y="93159"/>
                </a:lnTo>
                <a:lnTo>
                  <a:pt x="656633" y="102494"/>
                </a:lnTo>
                <a:lnTo>
                  <a:pt x="658542" y="111955"/>
                </a:lnTo>
                <a:lnTo>
                  <a:pt x="660451" y="121486"/>
                </a:lnTo>
                <a:lnTo>
                  <a:pt x="662360" y="131032"/>
                </a:lnTo>
                <a:lnTo>
                  <a:pt x="664269" y="140535"/>
                </a:lnTo>
                <a:lnTo>
                  <a:pt x="666177" y="149938"/>
                </a:lnTo>
                <a:lnTo>
                  <a:pt x="668086" y="159186"/>
                </a:lnTo>
                <a:lnTo>
                  <a:pt x="669995" y="168224"/>
                </a:lnTo>
                <a:lnTo>
                  <a:pt x="671904" y="176998"/>
                </a:lnTo>
                <a:lnTo>
                  <a:pt x="673813" y="185456"/>
                </a:lnTo>
                <a:lnTo>
                  <a:pt x="675721" y="193547"/>
                </a:lnTo>
                <a:lnTo>
                  <a:pt x="677630" y="201224"/>
                </a:lnTo>
                <a:lnTo>
                  <a:pt x="679539" y="208441"/>
                </a:lnTo>
                <a:lnTo>
                  <a:pt x="681448" y="215155"/>
                </a:lnTo>
                <a:lnTo>
                  <a:pt x="683357" y="221326"/>
                </a:lnTo>
                <a:lnTo>
                  <a:pt x="685266" y="226917"/>
                </a:lnTo>
                <a:lnTo>
                  <a:pt x="687174" y="231895"/>
                </a:lnTo>
                <a:lnTo>
                  <a:pt x="689083" y="236231"/>
                </a:lnTo>
                <a:lnTo>
                  <a:pt x="690992" y="239898"/>
                </a:lnTo>
                <a:lnTo>
                  <a:pt x="692901" y="242876"/>
                </a:lnTo>
                <a:lnTo>
                  <a:pt x="694810" y="245146"/>
                </a:lnTo>
                <a:lnTo>
                  <a:pt x="696718" y="246694"/>
                </a:lnTo>
                <a:lnTo>
                  <a:pt x="698627" y="247512"/>
                </a:lnTo>
                <a:lnTo>
                  <a:pt x="700536" y="247595"/>
                </a:lnTo>
                <a:lnTo>
                  <a:pt x="702445" y="246941"/>
                </a:lnTo>
                <a:lnTo>
                  <a:pt x="704354" y="245556"/>
                </a:lnTo>
                <a:lnTo>
                  <a:pt x="706263" y="243448"/>
                </a:lnTo>
                <a:lnTo>
                  <a:pt x="708171" y="240628"/>
                </a:lnTo>
                <a:lnTo>
                  <a:pt x="710080" y="237113"/>
                </a:lnTo>
                <a:lnTo>
                  <a:pt x="711989" y="232925"/>
                </a:lnTo>
                <a:lnTo>
                  <a:pt x="713898" y="228089"/>
                </a:lnTo>
                <a:lnTo>
                  <a:pt x="715807" y="222633"/>
                </a:lnTo>
                <a:lnTo>
                  <a:pt x="717715" y="216589"/>
                </a:lnTo>
                <a:lnTo>
                  <a:pt x="719624" y="209994"/>
                </a:lnTo>
                <a:lnTo>
                  <a:pt x="721533" y="202886"/>
                </a:lnTo>
                <a:lnTo>
                  <a:pt x="723442" y="195309"/>
                </a:lnTo>
                <a:lnTo>
                  <a:pt x="725351" y="187306"/>
                </a:lnTo>
                <a:lnTo>
                  <a:pt x="727260" y="178926"/>
                </a:lnTo>
                <a:lnTo>
                  <a:pt x="729168" y="170219"/>
                </a:lnTo>
                <a:lnTo>
                  <a:pt x="731077" y="161235"/>
                </a:lnTo>
                <a:lnTo>
                  <a:pt x="732986" y="152030"/>
                </a:lnTo>
                <a:lnTo>
                  <a:pt x="734895" y="142656"/>
                </a:lnTo>
                <a:lnTo>
                  <a:pt x="736804" y="133171"/>
                </a:lnTo>
                <a:lnTo>
                  <a:pt x="738712" y="123630"/>
                </a:lnTo>
                <a:lnTo>
                  <a:pt x="740621" y="114090"/>
                </a:lnTo>
                <a:lnTo>
                  <a:pt x="742530" y="104609"/>
                </a:lnTo>
                <a:lnTo>
                  <a:pt x="744439" y="95241"/>
                </a:lnTo>
                <a:lnTo>
                  <a:pt x="746348" y="86043"/>
                </a:lnTo>
                <a:lnTo>
                  <a:pt x="748257" y="77070"/>
                </a:lnTo>
                <a:lnTo>
                  <a:pt x="750165" y="68375"/>
                </a:lnTo>
                <a:lnTo>
                  <a:pt x="752074" y="60010"/>
                </a:lnTo>
                <a:lnTo>
                  <a:pt x="753983" y="52024"/>
                </a:lnTo>
                <a:lnTo>
                  <a:pt x="755892" y="44464"/>
                </a:lnTo>
                <a:lnTo>
                  <a:pt x="757801" y="37377"/>
                </a:lnTo>
                <a:lnTo>
                  <a:pt x="759709" y="30803"/>
                </a:lnTo>
                <a:lnTo>
                  <a:pt x="761618" y="24783"/>
                </a:lnTo>
                <a:lnTo>
                  <a:pt x="763527" y="19351"/>
                </a:lnTo>
                <a:lnTo>
                  <a:pt x="765436" y="14541"/>
                </a:lnTo>
                <a:lnTo>
                  <a:pt x="767345" y="10380"/>
                </a:lnTo>
                <a:lnTo>
                  <a:pt x="769254" y="6894"/>
                </a:lnTo>
                <a:lnTo>
                  <a:pt x="771162" y="4102"/>
                </a:lnTo>
                <a:lnTo>
                  <a:pt x="773071" y="2023"/>
                </a:lnTo>
                <a:lnTo>
                  <a:pt x="774980" y="668"/>
                </a:lnTo>
                <a:lnTo>
                  <a:pt x="776889" y="44"/>
                </a:lnTo>
                <a:lnTo>
                  <a:pt x="778798" y="157"/>
                </a:lnTo>
                <a:lnTo>
                  <a:pt x="780706" y="1005"/>
                </a:lnTo>
                <a:lnTo>
                  <a:pt x="782615" y="2583"/>
                </a:lnTo>
                <a:lnTo>
                  <a:pt x="784524" y="4882"/>
                </a:lnTo>
                <a:lnTo>
                  <a:pt x="786433" y="7888"/>
                </a:lnTo>
                <a:lnTo>
                  <a:pt x="788342" y="11583"/>
                </a:lnTo>
                <a:lnTo>
                  <a:pt x="790251" y="15946"/>
                </a:lnTo>
                <a:lnTo>
                  <a:pt x="792159" y="20950"/>
                </a:lnTo>
                <a:lnTo>
                  <a:pt x="794068" y="26565"/>
                </a:lnTo>
                <a:lnTo>
                  <a:pt x="795977" y="32759"/>
                </a:lnTo>
                <a:lnTo>
                  <a:pt x="797886" y="39494"/>
                </a:lnTo>
                <a:lnTo>
                  <a:pt x="799795" y="46730"/>
                </a:lnTo>
                <a:lnTo>
                  <a:pt x="801703" y="54425"/>
                </a:lnTo>
                <a:lnTo>
                  <a:pt x="803612" y="62532"/>
                </a:lnTo>
                <a:lnTo>
                  <a:pt x="805521" y="71004"/>
                </a:lnTo>
                <a:lnTo>
                  <a:pt x="807430" y="79790"/>
                </a:lnTo>
                <a:lnTo>
                  <a:pt x="809339" y="88837"/>
                </a:lnTo>
                <a:lnTo>
                  <a:pt x="811247" y="98093"/>
                </a:lnTo>
                <a:lnTo>
                  <a:pt x="813156" y="107502"/>
                </a:lnTo>
                <a:lnTo>
                  <a:pt x="815065" y="117007"/>
                </a:lnTo>
                <a:lnTo>
                  <a:pt x="816974" y="126553"/>
                </a:lnTo>
                <a:lnTo>
                  <a:pt x="818883" y="136083"/>
                </a:lnTo>
                <a:lnTo>
                  <a:pt x="820792" y="145540"/>
                </a:lnTo>
                <a:lnTo>
                  <a:pt x="822700" y="154868"/>
                </a:lnTo>
                <a:lnTo>
                  <a:pt x="824609" y="164012"/>
                </a:lnTo>
                <a:lnTo>
                  <a:pt x="826518" y="172916"/>
                </a:lnTo>
                <a:lnTo>
                  <a:pt x="828427" y="181529"/>
                </a:lnTo>
                <a:lnTo>
                  <a:pt x="830336" y="189798"/>
                </a:lnTo>
                <a:lnTo>
                  <a:pt x="832244" y="197675"/>
                </a:lnTo>
                <a:lnTo>
                  <a:pt x="834153" y="205114"/>
                </a:lnTo>
                <a:lnTo>
                  <a:pt x="836062" y="212069"/>
                </a:lnTo>
                <a:lnTo>
                  <a:pt x="837971" y="218499"/>
                </a:lnTo>
                <a:lnTo>
                  <a:pt x="839880" y="224367"/>
                </a:lnTo>
                <a:lnTo>
                  <a:pt x="841789" y="229637"/>
                </a:lnTo>
                <a:lnTo>
                  <a:pt x="843697" y="234277"/>
                </a:lnTo>
                <a:lnTo>
                  <a:pt x="845606" y="238262"/>
                </a:lnTo>
                <a:lnTo>
                  <a:pt x="847515" y="241565"/>
                </a:lnTo>
                <a:lnTo>
                  <a:pt x="849424" y="244169"/>
                </a:lnTo>
                <a:lnTo>
                  <a:pt x="851333" y="246058"/>
                </a:lnTo>
                <a:lnTo>
                  <a:pt x="853241" y="247219"/>
                </a:lnTo>
                <a:lnTo>
                  <a:pt x="855150" y="247648"/>
                </a:lnTo>
                <a:lnTo>
                  <a:pt x="857059" y="247340"/>
                </a:lnTo>
                <a:lnTo>
                  <a:pt x="858968" y="246297"/>
                </a:lnTo>
                <a:lnTo>
                  <a:pt x="860877" y="244527"/>
                </a:lnTo>
                <a:lnTo>
                  <a:pt x="862786" y="242039"/>
                </a:lnTo>
                <a:lnTo>
                  <a:pt x="864694" y="238848"/>
                </a:lnTo>
                <a:lnTo>
                  <a:pt x="866603" y="234973"/>
                </a:lnTo>
                <a:lnTo>
                  <a:pt x="868512" y="230438"/>
                </a:lnTo>
                <a:lnTo>
                  <a:pt x="870421" y="225269"/>
                </a:lnTo>
                <a:lnTo>
                  <a:pt x="872330" y="219497"/>
                </a:lnTo>
                <a:lnTo>
                  <a:pt x="874238" y="213156"/>
                </a:lnTo>
                <a:lnTo>
                  <a:pt x="876147" y="206283"/>
                </a:lnTo>
                <a:lnTo>
                  <a:pt x="878056" y="198921"/>
                </a:lnTo>
                <a:lnTo>
                  <a:pt x="879965" y="191112"/>
                </a:lnTo>
                <a:lnTo>
                  <a:pt x="881874" y="182903"/>
                </a:lnTo>
                <a:lnTo>
                  <a:pt x="883783" y="174343"/>
                </a:lnTo>
                <a:lnTo>
                  <a:pt x="885691" y="165483"/>
                </a:lnTo>
                <a:lnTo>
                  <a:pt x="887600" y="156375"/>
                </a:lnTo>
                <a:lnTo>
                  <a:pt x="889509" y="147073"/>
                </a:lnTo>
                <a:lnTo>
                  <a:pt x="891418" y="137634"/>
                </a:lnTo>
                <a:lnTo>
                  <a:pt x="893327" y="128112"/>
                </a:lnTo>
                <a:lnTo>
                  <a:pt x="895235" y="118564"/>
                </a:lnTo>
                <a:lnTo>
                  <a:pt x="897144" y="109048"/>
                </a:lnTo>
                <a:lnTo>
                  <a:pt x="899053" y="99620"/>
                </a:lnTo>
                <a:lnTo>
                  <a:pt x="900962" y="90336"/>
                </a:lnTo>
                <a:lnTo>
                  <a:pt x="902871" y="81251"/>
                </a:lnTo>
                <a:lnTo>
                  <a:pt x="904780" y="72418"/>
                </a:lnTo>
                <a:lnTo>
                  <a:pt x="906688" y="63892"/>
                </a:lnTo>
                <a:lnTo>
                  <a:pt x="908597" y="55722"/>
                </a:lnTo>
                <a:lnTo>
                  <a:pt x="910506" y="47956"/>
                </a:lnTo>
                <a:lnTo>
                  <a:pt x="912415" y="40642"/>
                </a:lnTo>
                <a:lnTo>
                  <a:pt x="914324" y="33822"/>
                </a:lnTo>
                <a:lnTo>
                  <a:pt x="916232" y="27538"/>
                </a:lnTo>
                <a:lnTo>
                  <a:pt x="918141" y="21825"/>
                </a:lnTo>
                <a:lnTo>
                  <a:pt x="920050" y="16720"/>
                </a:lnTo>
                <a:lnTo>
                  <a:pt x="921959" y="12250"/>
                </a:lnTo>
                <a:lnTo>
                  <a:pt x="923868" y="8445"/>
                </a:lnTo>
                <a:lnTo>
                  <a:pt x="925777" y="5325"/>
                </a:lnTo>
                <a:lnTo>
                  <a:pt x="927685" y="2909"/>
                </a:lnTo>
                <a:lnTo>
                  <a:pt x="929594" y="1213"/>
                </a:lnTo>
                <a:lnTo>
                  <a:pt x="931503" y="245"/>
                </a:lnTo>
                <a:lnTo>
                  <a:pt x="933412" y="12"/>
                </a:lnTo>
                <a:lnTo>
                  <a:pt x="935321" y="516"/>
                </a:lnTo>
                <a:lnTo>
                  <a:pt x="937229" y="1752"/>
                </a:lnTo>
                <a:lnTo>
                  <a:pt x="939138" y="3714"/>
                </a:lnTo>
                <a:lnTo>
                  <a:pt x="941047" y="6390"/>
                </a:lnTo>
                <a:lnTo>
                  <a:pt x="942956" y="9764"/>
                </a:lnTo>
                <a:lnTo>
                  <a:pt x="944865" y="13816"/>
                </a:lnTo>
                <a:lnTo>
                  <a:pt x="946774" y="18523"/>
                </a:lnTo>
                <a:lnTo>
                  <a:pt x="948682" y="23855"/>
                </a:lnTo>
                <a:lnTo>
                  <a:pt x="950591" y="29782"/>
                </a:lnTo>
                <a:lnTo>
                  <a:pt x="952500" y="36268"/>
                </a:lnTo>
              </a:path>
            </a:pathLst>
          </a:custGeom>
          <a:noFill xmlns:a="http://schemas.openxmlformats.org/drawingml/2006/main"/>
          <a:ln xmlns:a="http://schemas.openxmlformats.org/drawingml/2006/main" w="17145">
            <a:solidFill>
              <a:srgbClr val="9B9B9B"/>
            </a:solidFill>
          </a:ln>
        </p:spPr>
      </p:sp>
      <p:pic>
        <p:nvPicPr>
          <p:cNvPr id="13" name="pm-variable-message" descr="reveal cosine message">
            <a:extLst xmlns:a="http://schemas.openxmlformats.org/drawingml/2006/main">
              <a:ext uri="{FF2B5EF4-FFF2-40B4-BE49-F238E27FC236}">
                <a16:creationId xmlns:a16="http://schemas.microsoft.com/office/drawing/2014/main" id="{135F7D6A-C714-4BCE-AB1E-AC2941BA8C3B}"/>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79" name="pm-variable-message--t4-click-frame-001"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0" name="pm-variable-message--t4-click-frame-002"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1" name="pm-variable-message--t4-click-frame-003"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2" name="pm-variable-message--t4-click-frame-004"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3" name="pm-variable-message--t4-click-frame-005"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4" name="pm-variable-message--t4-click-frame-006"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5" name="pm-variable-message--t4-click-frame-007"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6" name="pm-variable-message--t4-click-frame-008"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7" name="pm-variable-message--t4-click-frame-009"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8" name="pm-variable-message--t4-click-frame-010"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89" name="pm-variable-message--t4-click-frame-011"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0" name="pm-variable-message--t4-click-frame-012"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1" name="pm-variable-message--t4-click-frame-013"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2" name="pm-variable-message--t4-click-frame-014"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3" name="pm-variable-message--t4-click-frame-015"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4" name="pm-variable-message--t4-click-frame-016"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5" name="pm-variable-message--t4-click-frame-017"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6" name="pm-variable-message--t4-click-frame-018"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7" name="pm-variable-message--t4-click-frame-019" descr="reveal cosine message"/>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4" name="pm-variable-phase" descr="multiply the completed message by kp=2">
            <a:extLst xmlns:a="http://schemas.openxmlformats.org/drawingml/2006/main">
              <a:ext uri="{FF2B5EF4-FFF2-40B4-BE49-F238E27FC236}">
                <a16:creationId xmlns:a16="http://schemas.microsoft.com/office/drawing/2014/main" id="{9BFABE64-709C-48DC-8AFE-927FE1701A4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8" name="pm-variable-phase--t4-click-frame-001"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7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99" name="pm-variable-phase--t4-click-frame-002"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7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0" name="pm-variable-phase--t4-click-frame-003"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7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1" name="pm-variable-phase--t4-click-frame-004"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7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2" name="pm-variable-phase--t4-click-frame-005"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7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3" name="pm-variable-phase--t4-click-frame-006"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7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4" name="pm-variable-phase--t4-click-frame-007"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7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5" name="pm-variable-phase--t4-click-frame-008"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7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6" name="pm-variable-phase--t4-click-frame-009"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7" name="pm-variable-phase--t4-click-frame-010"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8" name="pm-variable-phase--t4-click-frame-011"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09" name="pm-variable-phase--t4-click-frame-012"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0" name="pm-variable-phase--t4-click-frame-013"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1" name="pm-variable-phase--t4-click-frame-014"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2" name="pm-variable-phase--t4-click-frame-015"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3" name="pm-variable-phase--t4-click-frame-016"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4" name="pm-variable-phase--t4-click-frame-017"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5" name="pm-variable-phase--t4-click-frame-018"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8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6" name="pm-variable-phase--t4-click-frame-019"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9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7" name="pm-variable-phase--t4-click-frame-020" descr="multiply the completed message by kp=2"/>
          <p:cNvPicPr>
            <a:picLocks xmlns:a="http://schemas.openxmlformats.org/drawingml/2006/main" noChangeAspect="1"/>
          </p:cNvPicPr>
          <p:nvPr/>
        </p:nvPicPr>
        <p:blipFill>
          <ns0:blip xmlns:ns0="http://schemas.openxmlformats.org/drawingml/2006/main" xmlns:ns1="http://schemas.openxmlformats.org/officeDocument/2006/relationships" ns1:embed="rIdT4ClickFrame9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5" name="pm-variable-signal" descr="add carrier phase and take cosine">
            <a:extLst xmlns:a="http://schemas.openxmlformats.org/drawingml/2006/main">
              <a:ext uri="{FF2B5EF4-FFF2-40B4-BE49-F238E27FC236}">
                <a16:creationId xmlns:a16="http://schemas.microsoft.com/office/drawing/2014/main" id="{AABEDB7A-B5D0-44C1-974C-2C3B3AF54F5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9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8" name="pm-variable-signal--t4-click-frame-001"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9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19" name="pm-variable-signal--t4-click-frame-002"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9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0" name="pm-variable-signal--t4-click-frame-003"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9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1" name="pm-variable-signal--t4-click-frame-004"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9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2" name="pm-variable-signal--t4-click-frame-005"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9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3" name="pm-variable-signal--t4-click-frame-006"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9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4" name="pm-variable-signal--t4-click-frame-007"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9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5" name="pm-variable-signal--t4-click-frame-008"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6" name="pm-variable-signal--t4-click-frame-009"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7" name="pm-variable-signal--t4-click-frame-010"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8" name="pm-variable-signal--t4-click-frame-011"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3"/>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29" name="pm-variable-signal--t4-click-frame-012"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4"/>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30" name="pm-variable-signal--t4-click-frame-013"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5"/>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31" name="pm-variable-signal--t4-click-frame-014"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6"/>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32" name="pm-variable-signal--t4-click-frame-015"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7"/>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33" name="pm-variable-signal--t4-click-frame-016"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8"/>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34" name="pm-variable-signal--t4-click-frame-017"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9"/>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35" name="pm-variable-signal--t4-click-frame-018"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0"/>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36" name="pm-variable-signal--t4-click-frame-019"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1"/>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37" name="pm-variable-signal--t4-click-frame-020" descr="add carrier phase and take cosin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2"/>
          <a:stretch xmlns:a="http://schemas.openxmlformats.org/drawingml/2006/main"/>
        </p:blipFill>
        <p:spPr>
          <a:xfrm xmlns:a="http://schemas.openxmlformats.org/drawingml/2006/main">
            <a:off x="986790" y="2438400"/>
            <a:ext cx="10027920" cy="2238375"/>
          </a:xfrm>
          <a:prstGeom xmlns:a="http://schemas.openxmlformats.org/drawingml/2006/main" prst="rect">
            <a:avLst/>
          </a:prstGeom>
        </p:spPr>
      </p:pic>
      <p:pic>
        <p:nvPicPr>
          <p:cNvPr id="16"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D2933787-00F5-45A9-BAE6-15976EA40009}"/>
              </a:ext>
            </a:extLst>
          </p:cNvPr>
          <p:cNvPicPr>
            <a:picLocks xmlns:a="http://schemas.openxmlformats.org/drawingml/2006/main" noChangeAspect="1"/>
          </p:cNvPicPr>
          <p:nvPr/>
        </p:nvPicPr>
        <p:blipFill>
          <a:blip xmlns:r="http://schemas.openxmlformats.org/officeDocument/2006/relationships" xmlns:a="http://schemas.openxmlformats.org/drawingml/2006/main" r:embed="R68211569df624e6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7"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08193136-1F9A-4EA7-953D-CFBB47934C57}"/>
              </a:ext>
            </a:extLst>
          </p:cNvPr>
          <p:cNvPicPr>
            <a:picLocks xmlns:a="http://schemas.openxmlformats.org/drawingml/2006/main" noChangeAspect="1"/>
          </p:cNvPicPr>
          <p:nvPr/>
        </p:nvPicPr>
        <p:blipFill>
          <a:blip xmlns:r="http://schemas.openxmlformats.org/officeDocument/2006/relationships" xmlns:a="http://schemas.openxmlformats.org/drawingml/2006/main" r:embed="R7493104eb46b4845">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8"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AAC8DEF-029B-43E2-A5A6-722DD7609669}"/>
              </a:ext>
            </a:extLst>
          </p:cNvPr>
          <p:cNvPicPr>
            <a:picLocks xmlns:a="http://schemas.openxmlformats.org/drawingml/2006/main" noChangeAspect="1"/>
          </p:cNvPicPr>
          <p:nvPr/>
        </p:nvPicPr>
        <p:blipFill>
          <a:blip xmlns:r="http://schemas.openxmlformats.org/officeDocument/2006/relationships" xmlns:a="http://schemas.openxmlformats.org/drawingml/2006/main" r:embed="R52f44bfa03d1472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9" name="signal-abstract" descr="s(t)=A_c\cos\theta_i(t)">
            <a:extLst xmlns:a="http://schemas.openxmlformats.org/drawingml/2006/main">
              <a:ext uri="{FF2B5EF4-FFF2-40B4-BE49-F238E27FC236}">
                <a16:creationId xmlns:a16="http://schemas.microsoft.com/office/drawing/2014/main" id="{2FD82E9E-E310-4354-82E6-C6F09F8BD90A}"/>
              </a:ext>
            </a:extLst>
          </p:cNvPr>
          <p:cNvPicPr>
            <a:picLocks xmlns:a="http://schemas.openxmlformats.org/drawingml/2006/main" noChangeAspect="1"/>
          </p:cNvPicPr>
          <p:nvPr/>
        </p:nvPicPr>
        <p:blipFill>
          <a:blip xmlns:r="http://schemas.openxmlformats.org/officeDocument/2006/relationships" xmlns:a="http://schemas.openxmlformats.org/drawingml/2006/main" r:embed="R7d9cb1de5c84424d">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164142"/>
            <a:ext cx="2263140" cy="255568"/>
          </a:xfrm>
          <a:prstGeom xmlns:a="http://schemas.openxmlformats.org/drawingml/2006/main" prst="rect">
            <a:avLst/>
          </a:prstGeom>
        </p:spPr>
      </p:pic>
      <p:pic>
        <p:nvPicPr>
          <p:cNvPr id="20" name="signal-carrier" descr="s(t)=A_c\cos[2\pi f_ct]">
            <a:extLst xmlns:a="http://schemas.openxmlformats.org/drawingml/2006/main">
              <a:ext uri="{FF2B5EF4-FFF2-40B4-BE49-F238E27FC236}">
                <a16:creationId xmlns:a16="http://schemas.microsoft.com/office/drawing/2014/main" id="{E7BECD66-9932-4ED1-9BD6-E9A42D19C714}"/>
              </a:ext>
            </a:extLst>
          </p:cNvPr>
          <p:cNvPicPr>
            <a:picLocks xmlns:a="http://schemas.openxmlformats.org/drawingml/2006/main" noChangeAspect="1"/>
          </p:cNvPicPr>
          <p:nvPr/>
        </p:nvPicPr>
        <p:blipFill>
          <a:blip xmlns:r="http://schemas.openxmlformats.org/officeDocument/2006/relationships" xmlns:a="http://schemas.openxmlformats.org/drawingml/2006/main" r:embed="R7f3c8a4098de484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162901"/>
            <a:ext cx="2443163" cy="257175"/>
          </a:xfrm>
          <a:prstGeom xmlns:a="http://schemas.openxmlformats.org/drawingml/2006/main" prst="rect">
            <a:avLst/>
          </a:prstGeom>
        </p:spPr>
      </p:pic>
      <p:pic>
        <p:nvPicPr>
          <p:cNvPr id="21" name="signal-carrier-lower" descr="s(t)=A_c\cos[2\pi f_ct]">
            <a:extLst xmlns:a="http://schemas.openxmlformats.org/drawingml/2006/main">
              <a:ext uri="{FF2B5EF4-FFF2-40B4-BE49-F238E27FC236}">
                <a16:creationId xmlns:a16="http://schemas.microsoft.com/office/drawing/2014/main" id="{2CDD1D00-762D-4857-BA17-DC2948439F1A}"/>
              </a:ext>
            </a:extLst>
          </p:cNvPr>
          <p:cNvPicPr>
            <a:picLocks xmlns:a="http://schemas.openxmlformats.org/drawingml/2006/main" noChangeAspect="1"/>
          </p:cNvPicPr>
          <p:nvPr/>
        </p:nvPicPr>
        <p:blipFill>
          <a:blip xmlns:r="http://schemas.openxmlformats.org/officeDocument/2006/relationships" xmlns:a="http://schemas.openxmlformats.org/drawingml/2006/main" r:embed="R7bbab259f4594000">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629626"/>
            <a:ext cx="2443163" cy="257175"/>
          </a:xfrm>
          <a:prstGeom xmlns:a="http://schemas.openxmlformats.org/drawingml/2006/main" prst="rect">
            <a:avLst/>
          </a:prstGeom>
        </p:spPr>
      </p:pic>
      <p:pic>
        <p:nvPicPr>
          <p:cNvPr id="22" name="message-main" descr="m(t)=1">
            <a:extLst xmlns:a="http://schemas.openxmlformats.org/drawingml/2006/main">
              <a:ext uri="{FF2B5EF4-FFF2-40B4-BE49-F238E27FC236}">
                <a16:creationId xmlns:a16="http://schemas.microsoft.com/office/drawing/2014/main" id="{FA68C105-721D-4D0D-9B8E-82C879EF81ED}"/>
              </a:ext>
            </a:extLst>
          </p:cNvPr>
          <p:cNvPicPr>
            <a:picLocks xmlns:a="http://schemas.openxmlformats.org/drawingml/2006/main" noChangeAspect="1"/>
          </p:cNvPicPr>
          <p:nvPr/>
        </p:nvPicPr>
        <p:blipFill>
          <a:blip xmlns:r="http://schemas.openxmlformats.org/officeDocument/2006/relationships" xmlns:a="http://schemas.openxmlformats.org/drawingml/2006/main" r:embed="Re7b45990834e4f27">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5167421"/>
            <a:ext cx="1131570" cy="257175"/>
          </a:xfrm>
          <a:prstGeom xmlns:a="http://schemas.openxmlformats.org/drawingml/2006/main" prst="rect">
            <a:avLst/>
          </a:prstGeom>
        </p:spPr>
      </p:pic>
      <p:pic>
        <p:nvPicPr>
          <p:cNvPr id="23" name="signal-main" descr="s(t)=A_c\cos[2\pi f_ct+k_pm(t)]">
            <a:extLst xmlns:a="http://schemas.openxmlformats.org/drawingml/2006/main">
              <a:ext uri="{FF2B5EF4-FFF2-40B4-BE49-F238E27FC236}">
                <a16:creationId xmlns:a16="http://schemas.microsoft.com/office/drawing/2014/main" id="{F99EC7DE-BFDE-4EB8-BF42-E8B7EDB0E877}"/>
              </a:ext>
            </a:extLst>
          </p:cNvPr>
          <p:cNvPicPr>
            <a:picLocks xmlns:a="http://schemas.openxmlformats.org/drawingml/2006/main" noChangeAspect="1"/>
          </p:cNvPicPr>
          <p:nvPr/>
        </p:nvPicPr>
        <p:blipFill>
          <a:blip xmlns:r="http://schemas.openxmlformats.org/officeDocument/2006/relationships" xmlns:a="http://schemas.openxmlformats.org/drawingml/2006/main" r:embed="Rf512d26cd23745d2">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5630412"/>
            <a:ext cx="3677603" cy="265212"/>
          </a:xfrm>
          <a:prstGeom xmlns:a="http://schemas.openxmlformats.org/drawingml/2006/main" prst="rect">
            <a:avLst/>
          </a:prstGeom>
        </p:spPr>
      </p:pic>
      <p:pic>
        <p:nvPicPr>
          <p:cNvPr id="24" name="variable-message" descr="m(t)=\cos(2\pi f_mt)">
            <a:extLst xmlns:a="http://schemas.openxmlformats.org/drawingml/2006/main">
              <a:ext uri="{FF2B5EF4-FFF2-40B4-BE49-F238E27FC236}">
                <a16:creationId xmlns:a16="http://schemas.microsoft.com/office/drawing/2014/main" id="{7AA2A335-B6E6-45AA-8172-98F78C6EAA7A}"/>
              </a:ext>
            </a:extLst>
          </p:cNvPr>
          <p:cNvPicPr>
            <a:picLocks xmlns:a="http://schemas.openxmlformats.org/drawingml/2006/main" noChangeAspect="1"/>
          </p:cNvPicPr>
          <p:nvPr/>
        </p:nvPicPr>
        <p:blipFill>
          <a:blip xmlns:r="http://schemas.openxmlformats.org/officeDocument/2006/relationships" xmlns:a="http://schemas.openxmlformats.org/drawingml/2006/main" r:embed="R72d230bd6b9647f7">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5167204"/>
            <a:ext cx="2340293" cy="257175"/>
          </a:xfrm>
          <a:prstGeom xmlns:a="http://schemas.openxmlformats.org/drawingml/2006/main" prst="rect">
            <a:avLst/>
          </a:prstGeom>
        </p:spPr>
      </p:pic>
      <p:pic>
        <p:nvPicPr>
          <p:cNvPr id="25" name="fixed-signal-abstract" descr="s(t)=A_c\cos\theta_i(t)">
            <a:extLst xmlns:a="http://schemas.openxmlformats.org/drawingml/2006/main">
              <a:ext uri="{FF2B5EF4-FFF2-40B4-BE49-F238E27FC236}">
                <a16:creationId xmlns:a16="http://schemas.microsoft.com/office/drawing/2014/main" id="{6FCC757A-5E36-4822-88DA-A05240318F32}"/>
              </a:ext>
            </a:extLst>
          </p:cNvPr>
          <p:cNvPicPr>
            <a:picLocks xmlns:a="http://schemas.openxmlformats.org/drawingml/2006/main" noChangeAspect="1"/>
          </p:cNvPicPr>
          <p:nvPr/>
        </p:nvPicPr>
        <p:blipFill>
          <a:blip xmlns:r="http://schemas.openxmlformats.org/officeDocument/2006/relationships" xmlns:a="http://schemas.openxmlformats.org/drawingml/2006/main" r:embed="Rbd13d938544c4af2">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5164142"/>
            <a:ext cx="2263140" cy="255568"/>
          </a:xfrm>
          <a:prstGeom xmlns:a="http://schemas.openxmlformats.org/drawingml/2006/main" prst="rect">
            <a:avLst/>
          </a:prstGeom>
        </p:spPr>
      </p:pic>
      <p:pic>
        <p:nvPicPr>
          <p:cNvPr id="26" name="fixed-signal-carrier-lower" descr="s(t)=A_c\cos[2\pi f_ct]">
            <a:extLst xmlns:a="http://schemas.openxmlformats.org/drawingml/2006/main">
              <a:ext uri="{FF2B5EF4-FFF2-40B4-BE49-F238E27FC236}">
                <a16:creationId xmlns:a16="http://schemas.microsoft.com/office/drawing/2014/main" id="{D643BB66-A837-4E79-8B7B-30CC138C5E16}"/>
              </a:ext>
            </a:extLst>
          </p:cNvPr>
          <p:cNvPicPr>
            <a:picLocks xmlns:a="http://schemas.openxmlformats.org/drawingml/2006/main" noChangeAspect="1"/>
          </p:cNvPicPr>
          <p:nvPr/>
        </p:nvPicPr>
        <p:blipFill>
          <a:blip xmlns:r="http://schemas.openxmlformats.org/officeDocument/2006/relationships" xmlns:a="http://schemas.openxmlformats.org/drawingml/2006/main" r:embed="R4e6abaa1d4d74868">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5629626"/>
            <a:ext cx="2443163" cy="257175"/>
          </a:xfrm>
          <a:prstGeom xmlns:a="http://schemas.openxmlformats.org/drawingml/2006/main" prst="rect">
            <a:avLst/>
          </a:prstGeom>
        </p:spPr>
      </p:pic>
      <p:pic>
        <p:nvPicPr>
          <p:cNvPr id="27" name="fixed-message-main" descr="m(t)=1">
            <a:extLst xmlns:a="http://schemas.openxmlformats.org/drawingml/2006/main">
              <a:ext uri="{FF2B5EF4-FFF2-40B4-BE49-F238E27FC236}">
                <a16:creationId xmlns:a16="http://schemas.microsoft.com/office/drawing/2014/main" id="{38CF67AD-988D-4CBC-A743-860F55A97D5E}"/>
              </a:ext>
            </a:extLst>
          </p:cNvPr>
          <p:cNvPicPr>
            <a:picLocks xmlns:a="http://schemas.openxmlformats.org/drawingml/2006/main" noChangeAspect="1"/>
          </p:cNvPicPr>
          <p:nvPr/>
        </p:nvPicPr>
        <p:blipFill>
          <a:blip xmlns:r="http://schemas.openxmlformats.org/officeDocument/2006/relationships" xmlns:a="http://schemas.openxmlformats.org/drawingml/2006/main" r:embed="Rac2248cb2c7843e3">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5167421"/>
            <a:ext cx="1131570" cy="257175"/>
          </a:xfrm>
          <a:prstGeom xmlns:a="http://schemas.openxmlformats.org/drawingml/2006/main" prst="rect">
            <a:avLst/>
          </a:prstGeom>
        </p:spPr>
      </p:pic>
      <p:pic>
        <p:nvPicPr>
          <p:cNvPr id="28" name="signal-main-stable" descr="s(t)=A_c\cos[2\pi f_ct+k_pm(t)]">
            <a:extLst xmlns:a="http://schemas.openxmlformats.org/drawingml/2006/main">
              <a:ext uri="{FF2B5EF4-FFF2-40B4-BE49-F238E27FC236}">
                <a16:creationId xmlns:a16="http://schemas.microsoft.com/office/drawing/2014/main" id="{4104E96B-E704-430E-AEB1-059DD96C1CFC}"/>
              </a:ext>
            </a:extLst>
          </p:cNvPr>
          <p:cNvPicPr>
            <a:picLocks xmlns:a="http://schemas.openxmlformats.org/drawingml/2006/main" noChangeAspect="1"/>
          </p:cNvPicPr>
          <p:nvPr/>
        </p:nvPicPr>
        <p:blipFill>
          <a:blip xmlns:r="http://schemas.openxmlformats.org/officeDocument/2006/relationships" xmlns:a="http://schemas.openxmlformats.org/drawingml/2006/main" r:embed="Re92da609c7874962">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09600" y="5630412"/>
            <a:ext cx="3677603" cy="265212"/>
          </a:xfrm>
          <a:prstGeom xmlns:a="http://schemas.openxmlformats.org/drawingml/2006/main" prst="rect">
            <a:avLst/>
          </a:prstGeom>
        </p:spPr>
      </p:pic>
    </p:spTree>
    <p:extLst>
      <p:ext uri="{BB962C8B-B14F-4D97-AF65-F5344CB8AC3E}">
        <p14:creationId xmlns:p14="http://schemas.microsoft.com/office/powerpoint/2010/main" val="125416808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
                                        <p:tgtEl>
                                          <p:spTgt spid="12"/>
                                        </p:tgtEl>
                                      </p:cBhvr>
                                    </p:animEffect>
                                    <p:animMotion origin="layout" pathEditMode="relative" path="M 0.54157423 -0.24556234 L 0.53984375 -0.06249985 L 0 0 E">
                                      <p:cBhvr>
                                        <p:cTn id="8" dur="700" fill="hold"/>
                                        <p:tgtEl>
                                          <p:spTgt spid="12"/>
                                        </p:tgtEl>
                                        <p:attrNameLst>
                                          <p:attrName>ppt_x</p:attrName>
                                          <p:attrName>ppt_y</p:attrName>
                                        </p:attrNameLst>
                                      </p:cBhvr>
                                    </p:animMotion>
                                    <p:animScale zoomContents="1">
                                      <p:cBhvr>
                                        <p:cTn id="9" dur="700" fill="hold"/>
                                        <p:tgtEl>
                                          <p:spTgt spid="12"/>
                                        </p:tgtEl>
                                      </p:cBhvr>
                                      <p:from x="294530" y="334426"/>
                                      <p:to x="100000" y="100000"/>
                                    </p:animScale>
                                  </p:childTnLst>
                                </p:cTn>
                              </p:par>
                              <p:par>
                                <p:cTn id="10" presetID="10" presetClass="exit" presetSubtype="0" fill="hold" nodeType="withEffect">
                                  <p:stCondLst>
                                    <p:cond delay="0"/>
                                  </p:stCondLst>
                                  <p:childTnLst>
                                    <p:animEffect transition="out" filter="fade">
                                      <p:cBhvr>
                                        <p:cTn id="52" dur="200" fill="hold">
                                          <p:stCondLst>
                                            <p:cond delay="700"/>
                                          </p:stCondLst>
                                        </p:cTn>
                                        <p:tgtEl>
                                          <p:spTgt spid="12"/>
                                        </p:tgtEl>
                                      </p:cBhvr>
                                    </p:animEffect>
                                    <p:set>
                                      <p:cBhvr>
                                        <p:cTn id="53" dur="1" fill="hold">
                                          <p:stCondLst>
                                            <p:cond delay="900"/>
                                          </p:stCondLst>
                                        </p:cTn>
                                        <p:tgtEl>
                                          <p:spTgt spid="12"/>
                                        </p:tgtEl>
                                        <p:attrNameLst>
                                          <p:attrName>style.visibility</p:attrName>
                                        </p:attrNameLst>
                                      </p:cBhvr>
                                      <p:to>
                                        <p:strVal val="hidden"/>
                                      </p:to>
                                    </p:set>
                                  </p:childTnLst>
                                </p:cTn>
                              </p:par>
                              <p:par>
                                <p:cTn id="11" presetID="10" presetClass="entr" presetSubtype="0" fill="hold" nodeType="withEffect">
                                  <p:stCondLst>
                                    <p:cond delay="9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xit" presetSubtype="0" fill="hold" nodeType="withEffect">
                                  <p:stCondLst>
                                    <p:cond delay="0"/>
                                  </p:stCondLst>
                                  <p:childTnLst>
                                    <p:animEffect transition="out" filter="fade">
                                      <p:cBhvr>
                                        <p:cTn id="54" dur="1" fill="hold">
                                          <p:stCondLst>
                                            <p:cond delay="900"/>
                                          </p:stCondLst>
                                        </p:cTn>
                                        <p:tgtEl>
                                          <p:spTgt spid="19"/>
                                        </p:tgtEl>
                                      </p:cBhvr>
                                    </p:animEffect>
                                    <p:set>
                                      <p:cBhvr>
                                        <p:cTn id="55" dur="1" fill="hold">
                                          <p:stCondLst>
                                            <p:cond delay="900"/>
                                          </p:stCondLst>
                                        </p:cTn>
                                        <p:tgtEl>
                                          <p:spTgt spid="1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Motion origin="layout" pathEditMode="relative" path="M 0.00000000 -0.06805556 L 0.00000000 0.00000000 E">
                                      <p:cBhvr>
                                        <p:cTn id="20" dur="700" fill="hold"/>
                                        <p:tgtEl>
                                          <p:spTgt spid="21"/>
                                        </p:tgtEl>
                                        <p:attrNameLst>
                                          <p:attrName>ppt_x</p:attrName>
                                          <p:attrName>ppt_y</p:attrName>
                                        </p:attrNameLst>
                                      </p:cBhvr>
                                    </p:animMotion>
                                    <p:animScale zoomContents="1">
                                      <p:cBhvr>
                                        <p:cTn id="21" dur="700" fill="hold"/>
                                        <p:tgtEl>
                                          <p:spTgt spid="21"/>
                                        </p:tgtEl>
                                      </p:cBhvr>
                                      <p:from x="100000" y="100000"/>
                                      <p:to x="100000" y="100000"/>
                                    </p:animScale>
                                  </p:childTnLst>
                                </p:cTn>
                              </p:par>
                              <p:par>
                                <p:cTn id="22" presetID="10" presetClass="exit" presetSubtype="0" fill="hold" nodeType="withEffect">
                                  <p:stCondLst>
                                    <p:cond delay="0"/>
                                  </p:stCondLst>
                                  <p:childTnLst>
                                    <p:animEffect transition="out" filter="fade">
                                      <p:cBhvr>
                                        <p:cTn id="56" dur="1" fill="hold">
                                          <p:stCondLst>
                                            <p:cond delay="0"/>
                                          </p:stCondLst>
                                        </p:cTn>
                                        <p:tgtEl>
                                          <p:spTgt spid="20"/>
                                        </p:tgtEl>
                                      </p:cBhvr>
                                    </p:animEffect>
                                    <p:set>
                                      <p:cBhvr>
                                        <p:cTn id="57" dur="1" fill="hold">
                                          <p:stCondLst>
                                            <p:cond delay="0"/>
                                          </p:stCondLst>
                                        </p:cTn>
                                        <p:tgtEl>
                                          <p:spTgt spid="20"/>
                                        </p:tgtEl>
                                        <p:attrNameLst>
                                          <p:attrName>style.visibility</p:attrName>
                                        </p:attrNameLst>
                                      </p:cBhvr>
                                      <p:to>
                                        <p:strVal val="hidden"/>
                                      </p:to>
                                    </p:set>
                                  </p:childTnLst>
                                </p:cTn>
                              </p:par>
                              <p:par>
                                <p:cTn id="23" presetID="10" presetClass="entr" presetSubtype="0" fill="hold" nodeType="withEffect">
                                  <p:stCondLst>
                                    <p:cond delay="76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00"/>
                                        <p:tgtEl>
                                          <p:spTgt spid="22"/>
                                        </p:tgtEl>
                                      </p:cBhvr>
                                    </p:animEffect>
                                  </p:childTnLst>
                                </p:cTn>
                              </p:par>
                              <p:par>
                                <p:cTn id="26" presetID="10" presetClass="exit" presetSubtype="0" fill="hold" nodeType="withEffect">
                                  <p:stCondLst>
                                    <p:cond delay="0"/>
                                  </p:stCondLst>
                                  <p:childTnLst>
                                    <p:animEffect transition="out" filter="fade">
                                      <p:cBhvr>
                                        <p:cTn id="62" dur="1" fill="hold">
                                          <p:stCondLst>
                                            <p:cond delay="0"/>
                                          </p:stCondLst>
                                        </p:cTn>
                                        <p:tgtEl>
                                          <p:spTgt spid="25"/>
                                        </p:tgtEl>
                                      </p:cBhvr>
                                    </p:animEffect>
                                    <p:set>
                                      <p:cBhvr>
                                        <p:cTn id="63" dur="1" fill="hold">
                                          <p:stCondLst>
                                            <p:cond delay="0"/>
                                          </p:stCondLst>
                                        </p:cTn>
                                        <p:tgtEl>
                                          <p:spTgt spid="25"/>
                                        </p:tgtEl>
                                        <p:attrNameLst>
                                          <p:attrName>style.visibility</p:attrName>
                                        </p:attrNameLst>
                                      </p:cBhvr>
                                      <p:to>
                                        <p:strVal val="hidden"/>
                                      </p:to>
                                    </p:se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Motion origin="layout" pathEditMode="relative" path="M -0.00738283 -0.06799176 L 0.00000000 0.00000000 E">
                                      <p:cBhvr>
                                        <p:cTn id="30" dur="700" fill="hold"/>
                                        <p:tgtEl>
                                          <p:spTgt spid="26"/>
                                        </p:tgtEl>
                                        <p:attrNameLst>
                                          <p:attrName>ppt_x</p:attrName>
                                          <p:attrName>ppt_y</p:attrName>
                                        </p:attrNameLst>
                                      </p:cBhvr>
                                    </p:animMotion>
                                    <p:animScale zoomContents="1">
                                      <p:cBhvr>
                                        <p:cTn id="31" dur="700" fill="hold"/>
                                        <p:tgtEl>
                                          <p:spTgt spid="26"/>
                                        </p:tgtEl>
                                      </p:cBhvr>
                                      <p:from x="92632" y="92632"/>
                                      <p:to x="100000" y="100000"/>
                                    </p:animScale>
                                  </p:childTnLst>
                                </p:cTn>
                              </p:par>
                              <p:par>
                                <p:cTn id="32" presetID="10" presetClass="entr" presetSubtype="0" fill="hold" nodeType="withEffect">
                                  <p:stCondLst>
                                    <p:cond delay="76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3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xit" presetSubtype="0" fill="hold" nodeType="withEffect">
                                  <p:stCondLst>
                                    <p:cond delay="0"/>
                                  </p:stCondLst>
                                  <p:childTnLst>
                                    <p:animEffect transition="out" filter="fade">
                                      <p:cBhvr>
                                        <p:cTn id="58" dur="1" fill="hold">
                                          <p:stCondLst>
                                            <p:cond delay="0"/>
                                          </p:stCondLst>
                                        </p:cTn>
                                        <p:tgtEl>
                                          <p:spTgt spid="21"/>
                                        </p:tgtEl>
                                      </p:cBhvr>
                                    </p:animEffect>
                                    <p:set>
                                      <p:cBhvr>
                                        <p:cTn id="59" dur="1" fill="hold">
                                          <p:stCondLst>
                                            <p:cond delay="0"/>
                                          </p:stCondLst>
                                        </p:cTn>
                                        <p:tgtEl>
                                          <p:spTgt spid="21"/>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64" fill="hold" restart="never" repeatCount="1000">
                      <p:stCondLst>
                        <p:cond delay="indefinite"/>
                      </p:stCondLst>
                      <p:childTnLst>
                        <p:par>
                          <p:cTn id="65" fill="hold" dur="10080">
                            <p:stCondLst>
                              <p:cond delay="0"/>
                            </p:stCondLst>
                            <p:childTnLst>
                              <p:par>
                                <p:cTn id="66" presetID="1" presetClass="entr" presetSubtype="0" fill="hold" nodeType="clickEffect" restart="never">
                                  <p:stCondLst>
                                    <p:cond delay="900"/>
                                  </p:stCondLst>
                                  <p:childTnLst>
                                    <p:set>
                                      <p:cBhvr>
                                        <p:cTn id="67" dur="1" fill="hold">
                                          <p:stCondLst>
                                            <p:cond delay="0"/>
                                          </p:stCondLst>
                                        </p:cTn>
                                        <p:tgtEl>
                                          <p:spTgt spid="30"/>
                                        </p:tgtEl>
                                        <p:attrNameLst>
                                          <p:attrName>style.visibility</p:attrName>
                                        </p:attrNameLst>
                                      </p:cBhvr>
                                      <p:to>
                                        <p:strVal val="visible"/>
                                      </p:to>
                                    </p:set>
                                  </p:childTnLst>
                                </p:cTn>
                              </p:par>
                              <p:par>
                                <p:cTn id="68" presetID="1" presetClass="entr" presetSubtype="0" fill="hold" nodeType="withEffect" restart="never">
                                  <p:stCondLst>
                                    <p:cond delay="1060"/>
                                  </p:stCondLst>
                                  <p:childTnLst>
                                    <p:set>
                                      <p:cBhvr>
                                        <p:cTn id="69" dur="1" fill="hold">
                                          <p:stCondLst>
                                            <p:cond delay="0"/>
                                          </p:stCondLst>
                                        </p:cTn>
                                        <p:tgtEl>
                                          <p:spTgt spid="31"/>
                                        </p:tgtEl>
                                        <p:attrNameLst>
                                          <p:attrName>style.visibility</p:attrName>
                                        </p:attrNameLst>
                                      </p:cBhvr>
                                      <p:to>
                                        <p:strVal val="visible"/>
                                      </p:to>
                                    </p:set>
                                  </p:childTnLst>
                                </p:cTn>
                              </p:par>
                              <p:par>
                                <p:cTn id="70" presetID="1" presetClass="entr" presetSubtype="0" fill="hold" nodeType="withEffect" restart="never">
                                  <p:stCondLst>
                                    <p:cond delay="1220"/>
                                  </p:stCondLst>
                                  <p:childTnLst>
                                    <p:set>
                                      <p:cBhvr>
                                        <p:cTn id="71" dur="1" fill="hold">
                                          <p:stCondLst>
                                            <p:cond delay="0"/>
                                          </p:stCondLst>
                                        </p:cTn>
                                        <p:tgtEl>
                                          <p:spTgt spid="32"/>
                                        </p:tgtEl>
                                        <p:attrNameLst>
                                          <p:attrName>style.visibility</p:attrName>
                                        </p:attrNameLst>
                                      </p:cBhvr>
                                      <p:to>
                                        <p:strVal val="visible"/>
                                      </p:to>
                                    </p:set>
                                  </p:childTnLst>
                                </p:cTn>
                              </p:par>
                              <p:par>
                                <p:cTn id="72" presetID="1" presetClass="entr" presetSubtype="0" fill="hold" nodeType="withEffect" restart="never">
                                  <p:stCondLst>
                                    <p:cond delay="1380"/>
                                  </p:stCondLst>
                                  <p:childTnLst>
                                    <p:set>
                                      <p:cBhvr>
                                        <p:cTn id="73" dur="1" fill="hold">
                                          <p:stCondLst>
                                            <p:cond delay="0"/>
                                          </p:stCondLst>
                                        </p:cTn>
                                        <p:tgtEl>
                                          <p:spTgt spid="33"/>
                                        </p:tgtEl>
                                        <p:attrNameLst>
                                          <p:attrName>style.visibility</p:attrName>
                                        </p:attrNameLst>
                                      </p:cBhvr>
                                      <p:to>
                                        <p:strVal val="visible"/>
                                      </p:to>
                                    </p:set>
                                  </p:childTnLst>
                                </p:cTn>
                              </p:par>
                              <p:par>
                                <p:cTn id="74" presetID="1" presetClass="entr" presetSubtype="0" fill="hold" nodeType="withEffect" restart="never">
                                  <p:stCondLst>
                                    <p:cond delay="1540"/>
                                  </p:stCondLst>
                                  <p:childTnLst>
                                    <p:set>
                                      <p:cBhvr>
                                        <p:cTn id="75" dur="1" fill="hold">
                                          <p:stCondLst>
                                            <p:cond delay="0"/>
                                          </p:stCondLst>
                                        </p:cTn>
                                        <p:tgtEl>
                                          <p:spTgt spid="34"/>
                                        </p:tgtEl>
                                        <p:attrNameLst>
                                          <p:attrName>style.visibility</p:attrName>
                                        </p:attrNameLst>
                                      </p:cBhvr>
                                      <p:to>
                                        <p:strVal val="visible"/>
                                      </p:to>
                                    </p:set>
                                  </p:childTnLst>
                                </p:cTn>
                              </p:par>
                              <p:par>
                                <p:cTn id="76" presetID="1" presetClass="entr" presetSubtype="0" fill="hold" nodeType="withEffect" restart="never">
                                  <p:stCondLst>
                                    <p:cond delay="1700"/>
                                  </p:stCondLst>
                                  <p:childTnLst>
                                    <p:set>
                                      <p:cBhvr>
                                        <p:cTn id="77" dur="1" fill="hold">
                                          <p:stCondLst>
                                            <p:cond delay="0"/>
                                          </p:stCondLst>
                                        </p:cTn>
                                        <p:tgtEl>
                                          <p:spTgt spid="35"/>
                                        </p:tgtEl>
                                        <p:attrNameLst>
                                          <p:attrName>style.visibility</p:attrName>
                                        </p:attrNameLst>
                                      </p:cBhvr>
                                      <p:to>
                                        <p:strVal val="visible"/>
                                      </p:to>
                                    </p:set>
                                  </p:childTnLst>
                                </p:cTn>
                              </p:par>
                              <p:par>
                                <p:cTn id="78" presetID="1" presetClass="entr" presetSubtype="0" fill="hold" nodeType="withEffect" restart="never">
                                  <p:stCondLst>
                                    <p:cond delay="1860"/>
                                  </p:stCondLst>
                                  <p:childTnLst>
                                    <p:set>
                                      <p:cBhvr>
                                        <p:cTn id="79" dur="1" fill="hold">
                                          <p:stCondLst>
                                            <p:cond delay="0"/>
                                          </p:stCondLst>
                                        </p:cTn>
                                        <p:tgtEl>
                                          <p:spTgt spid="36"/>
                                        </p:tgtEl>
                                        <p:attrNameLst>
                                          <p:attrName>style.visibility</p:attrName>
                                        </p:attrNameLst>
                                      </p:cBhvr>
                                      <p:to>
                                        <p:strVal val="visible"/>
                                      </p:to>
                                    </p:set>
                                  </p:childTnLst>
                                </p:cTn>
                              </p:par>
                              <p:par>
                                <p:cTn id="80" presetID="1" presetClass="entr" presetSubtype="0" fill="hold" nodeType="withEffect" restart="never">
                                  <p:stCondLst>
                                    <p:cond delay="2020"/>
                                  </p:stCondLst>
                                  <p:childTnLst>
                                    <p:set>
                                      <p:cBhvr>
                                        <p:cTn id="81" dur="1" fill="hold">
                                          <p:stCondLst>
                                            <p:cond delay="0"/>
                                          </p:stCondLst>
                                        </p:cTn>
                                        <p:tgtEl>
                                          <p:spTgt spid="37"/>
                                        </p:tgtEl>
                                        <p:attrNameLst>
                                          <p:attrName>style.visibility</p:attrName>
                                        </p:attrNameLst>
                                      </p:cBhvr>
                                      <p:to>
                                        <p:strVal val="visible"/>
                                      </p:to>
                                    </p:set>
                                  </p:childTnLst>
                                </p:cTn>
                              </p:par>
                              <p:par>
                                <p:cTn id="82" presetID="1" presetClass="entr" presetSubtype="0" fill="hold" nodeType="withEffect" restart="never">
                                  <p:stCondLst>
                                    <p:cond delay="2180"/>
                                  </p:stCondLst>
                                  <p:childTnLst>
                                    <p:set>
                                      <p:cBhvr>
                                        <p:cTn id="83" dur="1" fill="hold">
                                          <p:stCondLst>
                                            <p:cond delay="0"/>
                                          </p:stCondLst>
                                        </p:cTn>
                                        <p:tgtEl>
                                          <p:spTgt spid="38"/>
                                        </p:tgtEl>
                                        <p:attrNameLst>
                                          <p:attrName>style.visibility</p:attrName>
                                        </p:attrNameLst>
                                      </p:cBhvr>
                                      <p:to>
                                        <p:strVal val="visible"/>
                                      </p:to>
                                    </p:set>
                                  </p:childTnLst>
                                </p:cTn>
                              </p:par>
                              <p:par>
                                <p:cTn id="84" presetID="1" presetClass="entr" presetSubtype="0" fill="hold" nodeType="withEffect" restart="never">
                                  <p:stCondLst>
                                    <p:cond delay="2340"/>
                                  </p:stCondLst>
                                  <p:childTnLst>
                                    <p:set>
                                      <p:cBhvr>
                                        <p:cTn id="85" dur="1" fill="hold">
                                          <p:stCondLst>
                                            <p:cond delay="0"/>
                                          </p:stCondLst>
                                        </p:cTn>
                                        <p:tgtEl>
                                          <p:spTgt spid="39"/>
                                        </p:tgtEl>
                                        <p:attrNameLst>
                                          <p:attrName>style.visibility</p:attrName>
                                        </p:attrNameLst>
                                      </p:cBhvr>
                                      <p:to>
                                        <p:strVal val="visible"/>
                                      </p:to>
                                    </p:set>
                                  </p:childTnLst>
                                </p:cTn>
                              </p:par>
                              <p:par>
                                <p:cTn id="86" presetID="1" presetClass="entr" presetSubtype="0" fill="hold" nodeType="withEffect" restart="never">
                                  <p:stCondLst>
                                    <p:cond delay="2500"/>
                                  </p:stCondLst>
                                  <p:childTnLst>
                                    <p:set>
                                      <p:cBhvr>
                                        <p:cTn id="87" dur="1" fill="hold">
                                          <p:stCondLst>
                                            <p:cond delay="0"/>
                                          </p:stCondLst>
                                        </p:cTn>
                                        <p:tgtEl>
                                          <p:spTgt spid="40"/>
                                        </p:tgtEl>
                                        <p:attrNameLst>
                                          <p:attrName>style.visibility</p:attrName>
                                        </p:attrNameLst>
                                      </p:cBhvr>
                                      <p:to>
                                        <p:strVal val="visible"/>
                                      </p:to>
                                    </p:set>
                                  </p:childTnLst>
                                </p:cTn>
                              </p:par>
                              <p:par>
                                <p:cTn id="88" presetID="1" presetClass="entr" presetSubtype="0" fill="hold" nodeType="withEffect" restart="never">
                                  <p:stCondLst>
                                    <p:cond delay="2660"/>
                                  </p:stCondLst>
                                  <p:childTnLst>
                                    <p:set>
                                      <p:cBhvr>
                                        <p:cTn id="89" dur="1" fill="hold">
                                          <p:stCondLst>
                                            <p:cond delay="0"/>
                                          </p:stCondLst>
                                        </p:cTn>
                                        <p:tgtEl>
                                          <p:spTgt spid="41"/>
                                        </p:tgtEl>
                                        <p:attrNameLst>
                                          <p:attrName>style.visibility</p:attrName>
                                        </p:attrNameLst>
                                      </p:cBhvr>
                                      <p:to>
                                        <p:strVal val="visible"/>
                                      </p:to>
                                    </p:set>
                                  </p:childTnLst>
                                </p:cTn>
                              </p:par>
                              <p:par>
                                <p:cTn id="90" presetID="1" presetClass="entr" presetSubtype="0" fill="hold" nodeType="withEffect" restart="never">
                                  <p:stCondLst>
                                    <p:cond delay="2820"/>
                                  </p:stCondLst>
                                  <p:childTnLst>
                                    <p:set>
                                      <p:cBhvr>
                                        <p:cTn id="91" dur="1" fill="hold">
                                          <p:stCondLst>
                                            <p:cond delay="0"/>
                                          </p:stCondLst>
                                        </p:cTn>
                                        <p:tgtEl>
                                          <p:spTgt spid="42"/>
                                        </p:tgtEl>
                                        <p:attrNameLst>
                                          <p:attrName>style.visibility</p:attrName>
                                        </p:attrNameLst>
                                      </p:cBhvr>
                                      <p:to>
                                        <p:strVal val="visible"/>
                                      </p:to>
                                    </p:set>
                                  </p:childTnLst>
                                </p:cTn>
                              </p:par>
                              <p:par>
                                <p:cTn id="92" presetID="1" presetClass="entr" presetSubtype="0" fill="hold" nodeType="withEffect" restart="never">
                                  <p:stCondLst>
                                    <p:cond delay="2980"/>
                                  </p:stCondLst>
                                  <p:childTnLst>
                                    <p:set>
                                      <p:cBhvr>
                                        <p:cTn id="93" dur="1" fill="hold">
                                          <p:stCondLst>
                                            <p:cond delay="0"/>
                                          </p:stCondLst>
                                        </p:cTn>
                                        <p:tgtEl>
                                          <p:spTgt spid="43"/>
                                        </p:tgtEl>
                                        <p:attrNameLst>
                                          <p:attrName>style.visibility</p:attrName>
                                        </p:attrNameLst>
                                      </p:cBhvr>
                                      <p:to>
                                        <p:strVal val="visible"/>
                                      </p:to>
                                    </p:set>
                                  </p:childTnLst>
                                </p:cTn>
                              </p:par>
                              <p:par>
                                <p:cTn id="94" presetID="1" presetClass="entr" presetSubtype="0" fill="hold" nodeType="withEffect" restart="never">
                                  <p:stCondLst>
                                    <p:cond delay="3140"/>
                                  </p:stCondLst>
                                  <p:childTnLst>
                                    <p:set>
                                      <p:cBhvr>
                                        <p:cTn id="95" dur="1" fill="hold">
                                          <p:stCondLst>
                                            <p:cond delay="0"/>
                                          </p:stCondLst>
                                        </p:cTn>
                                        <p:tgtEl>
                                          <p:spTgt spid="44"/>
                                        </p:tgtEl>
                                        <p:attrNameLst>
                                          <p:attrName>style.visibility</p:attrName>
                                        </p:attrNameLst>
                                      </p:cBhvr>
                                      <p:to>
                                        <p:strVal val="visible"/>
                                      </p:to>
                                    </p:set>
                                  </p:childTnLst>
                                </p:cTn>
                              </p:par>
                              <p:par>
                                <p:cTn id="96" presetID="1" presetClass="entr" presetSubtype="0" fill="hold" nodeType="withEffect" restart="never">
                                  <p:stCondLst>
                                    <p:cond delay="3300"/>
                                  </p:stCondLst>
                                  <p:childTnLst>
                                    <p:set>
                                      <p:cBhvr>
                                        <p:cTn id="97" dur="1" fill="hold">
                                          <p:stCondLst>
                                            <p:cond delay="0"/>
                                          </p:stCondLst>
                                        </p:cTn>
                                        <p:tgtEl>
                                          <p:spTgt spid="45"/>
                                        </p:tgtEl>
                                        <p:attrNameLst>
                                          <p:attrName>style.visibility</p:attrName>
                                        </p:attrNameLst>
                                      </p:cBhvr>
                                      <p:to>
                                        <p:strVal val="visible"/>
                                      </p:to>
                                    </p:set>
                                  </p:childTnLst>
                                </p:cTn>
                              </p:par>
                              <p:par>
                                <p:cTn id="98" presetID="1" presetClass="entr" presetSubtype="0" fill="hold" nodeType="withEffect" restart="never">
                                  <p:stCondLst>
                                    <p:cond delay="3460"/>
                                  </p:stCondLst>
                                  <p:childTnLst>
                                    <p:set>
                                      <p:cBhvr>
                                        <p:cTn id="99" dur="1" fill="hold">
                                          <p:stCondLst>
                                            <p:cond delay="0"/>
                                          </p:stCondLst>
                                        </p:cTn>
                                        <p:tgtEl>
                                          <p:spTgt spid="46"/>
                                        </p:tgtEl>
                                        <p:attrNameLst>
                                          <p:attrName>style.visibility</p:attrName>
                                        </p:attrNameLst>
                                      </p:cBhvr>
                                      <p:to>
                                        <p:strVal val="visible"/>
                                      </p:to>
                                    </p:set>
                                  </p:childTnLst>
                                </p:cTn>
                              </p:par>
                              <p:par>
                                <p:cTn id="100" presetID="1" presetClass="entr" presetSubtype="0" fill="hold" nodeType="withEffect" restart="never">
                                  <p:stCondLst>
                                    <p:cond delay="3620"/>
                                  </p:stCondLst>
                                  <p:childTnLst>
                                    <p:set>
                                      <p:cBhvr>
                                        <p:cTn id="101" dur="1" fill="hold">
                                          <p:stCondLst>
                                            <p:cond delay="0"/>
                                          </p:stCondLst>
                                        </p:cTn>
                                        <p:tgtEl>
                                          <p:spTgt spid="47"/>
                                        </p:tgtEl>
                                        <p:attrNameLst>
                                          <p:attrName>style.visibility</p:attrName>
                                        </p:attrNameLst>
                                      </p:cBhvr>
                                      <p:to>
                                        <p:strVal val="visible"/>
                                      </p:to>
                                    </p:set>
                                  </p:childTnLst>
                                </p:cTn>
                              </p:par>
                              <p:par>
                                <p:cTn id="102" presetID="1" presetClass="entr" presetSubtype="0" fill="hold" nodeType="withEffect" restart="never">
                                  <p:stCondLst>
                                    <p:cond delay="3780"/>
                                  </p:stCondLst>
                                  <p:childTnLst>
                                    <p:set>
                                      <p:cBhvr>
                                        <p:cTn id="103" dur="1" fill="hold">
                                          <p:stCondLst>
                                            <p:cond delay="0"/>
                                          </p:stCondLst>
                                        </p:cTn>
                                        <p:tgtEl>
                                          <p:spTgt spid="48"/>
                                        </p:tgtEl>
                                        <p:attrNameLst>
                                          <p:attrName>style.visibility</p:attrName>
                                        </p:attrNameLst>
                                      </p:cBhvr>
                                      <p:to>
                                        <p:strVal val="visible"/>
                                      </p:to>
                                    </p:set>
                                  </p:childTnLst>
                                </p:cTn>
                              </p:par>
                              <p:par>
                                <p:cTn id="104" presetID="1" presetClass="entr" presetSubtype="0" fill="hold" nodeType="withEffect" restart="never">
                                  <p:stCondLst>
                                    <p:cond delay="3940"/>
                                  </p:stCondLst>
                                  <p:childTnLst>
                                    <p:set>
                                      <p:cBhvr>
                                        <p:cTn id="105" dur="1" fill="hold">
                                          <p:stCondLst>
                                            <p:cond delay="0"/>
                                          </p:stCondLst>
                                        </p:cTn>
                                        <p:tgtEl>
                                          <p:spTgt spid="49"/>
                                        </p:tgtEl>
                                        <p:attrNameLst>
                                          <p:attrName>style.visibility</p:attrName>
                                        </p:attrNameLst>
                                      </p:cBhvr>
                                      <p:to>
                                        <p:strVal val="visible"/>
                                      </p:to>
                                    </p:set>
                                  </p:childTnLst>
                                </p:cTn>
                              </p:par>
                              <p:par>
                                <p:cTn id="106" presetID="1" presetClass="entr" presetSubtype="0" fill="hold" nodeType="withEffect" restart="never">
                                  <p:stCondLst>
                                    <p:cond delay="4100"/>
                                  </p:stCondLst>
                                  <p:childTnLst>
                                    <p:set>
                                      <p:cBhvr>
                                        <p:cTn id="107" dur="1" fill="hold">
                                          <p:stCondLst>
                                            <p:cond delay="0"/>
                                          </p:stCondLst>
                                        </p:cTn>
                                        <p:tgtEl>
                                          <p:spTgt spid="50"/>
                                        </p:tgtEl>
                                        <p:attrNameLst>
                                          <p:attrName>style.visibility</p:attrName>
                                        </p:attrNameLst>
                                      </p:cBhvr>
                                      <p:to>
                                        <p:strVal val="visible"/>
                                      </p:to>
                                    </p:set>
                                  </p:childTnLst>
                                </p:cTn>
                              </p:par>
                              <p:par>
                                <p:cTn id="108" presetID="1" presetClass="entr" presetSubtype="0" fill="hold" nodeType="withEffect" restart="never">
                                  <p:stCondLst>
                                    <p:cond delay="4260"/>
                                  </p:stCondLst>
                                  <p:childTnLst>
                                    <p:set>
                                      <p:cBhvr>
                                        <p:cTn id="109" dur="1" fill="hold">
                                          <p:stCondLst>
                                            <p:cond delay="0"/>
                                          </p:stCondLst>
                                        </p:cTn>
                                        <p:tgtEl>
                                          <p:spTgt spid="51"/>
                                        </p:tgtEl>
                                        <p:attrNameLst>
                                          <p:attrName>style.visibility</p:attrName>
                                        </p:attrNameLst>
                                      </p:cBhvr>
                                      <p:to>
                                        <p:strVal val="visible"/>
                                      </p:to>
                                    </p:set>
                                  </p:childTnLst>
                                </p:cTn>
                              </p:par>
                              <p:par>
                                <p:cTn id="110" presetID="1" presetClass="entr" presetSubtype="0" fill="hold" nodeType="withEffect" restart="never">
                                  <p:stCondLst>
                                    <p:cond delay="4420"/>
                                  </p:stCondLst>
                                  <p:childTnLst>
                                    <p:set>
                                      <p:cBhvr>
                                        <p:cTn id="111" dur="1" fill="hold">
                                          <p:stCondLst>
                                            <p:cond delay="0"/>
                                          </p:stCondLst>
                                        </p:cTn>
                                        <p:tgtEl>
                                          <p:spTgt spid="52"/>
                                        </p:tgtEl>
                                        <p:attrNameLst>
                                          <p:attrName>style.visibility</p:attrName>
                                        </p:attrNameLst>
                                      </p:cBhvr>
                                      <p:to>
                                        <p:strVal val="visible"/>
                                      </p:to>
                                    </p:set>
                                  </p:childTnLst>
                                </p:cTn>
                              </p:par>
                              <p:par>
                                <p:cTn id="112" presetID="1" presetClass="entr" presetSubtype="0" fill="hold" nodeType="withEffect" restart="never">
                                  <p:stCondLst>
                                    <p:cond delay="4580"/>
                                  </p:stCondLst>
                                  <p:childTnLst>
                                    <p:set>
                                      <p:cBhvr>
                                        <p:cTn id="113" dur="1" fill="hold">
                                          <p:stCondLst>
                                            <p:cond delay="0"/>
                                          </p:stCondLst>
                                        </p:cTn>
                                        <p:tgtEl>
                                          <p:spTgt spid="53"/>
                                        </p:tgtEl>
                                        <p:attrNameLst>
                                          <p:attrName>style.visibility</p:attrName>
                                        </p:attrNameLst>
                                      </p:cBhvr>
                                      <p:to>
                                        <p:strVal val="visible"/>
                                      </p:to>
                                    </p:set>
                                  </p:childTnLst>
                                </p:cTn>
                              </p:par>
                              <p:par>
                                <p:cTn id="114" presetID="1" presetClass="entr" presetSubtype="0" fill="hold" nodeType="withEffect" restart="never">
                                  <p:stCondLst>
                                    <p:cond delay="4740"/>
                                  </p:stCondLst>
                                  <p:childTnLst>
                                    <p:set>
                                      <p:cBhvr>
                                        <p:cTn id="115" dur="1" fill="hold">
                                          <p:stCondLst>
                                            <p:cond delay="0"/>
                                          </p:stCondLst>
                                        </p:cTn>
                                        <p:tgtEl>
                                          <p:spTgt spid="54"/>
                                        </p:tgtEl>
                                        <p:attrNameLst>
                                          <p:attrName>style.visibility</p:attrName>
                                        </p:attrNameLst>
                                      </p:cBhvr>
                                      <p:to>
                                        <p:strVal val="visible"/>
                                      </p:to>
                                    </p:set>
                                  </p:childTnLst>
                                </p:cTn>
                              </p:par>
                              <p:par>
                                <p:cTn id="116" presetID="1" presetClass="entr" presetSubtype="0" fill="hold" nodeType="withEffect" restart="never">
                                  <p:stCondLst>
                                    <p:cond delay="4900"/>
                                  </p:stCondLst>
                                  <p:childTnLst>
                                    <p:set>
                                      <p:cBhvr>
                                        <p:cTn id="117" dur="1" fill="hold">
                                          <p:stCondLst>
                                            <p:cond delay="0"/>
                                          </p:stCondLst>
                                        </p:cTn>
                                        <p:tgtEl>
                                          <p:spTgt spid="55"/>
                                        </p:tgtEl>
                                        <p:attrNameLst>
                                          <p:attrName>style.visibility</p:attrName>
                                        </p:attrNameLst>
                                      </p:cBhvr>
                                      <p:to>
                                        <p:strVal val="visible"/>
                                      </p:to>
                                    </p:set>
                                  </p:childTnLst>
                                </p:cTn>
                              </p:par>
                              <p:par>
                                <p:cTn id="118" presetID="1" presetClass="entr" presetSubtype="0" fill="hold" nodeType="withEffect" restart="never">
                                  <p:stCondLst>
                                    <p:cond delay="5060"/>
                                  </p:stCondLst>
                                  <p:childTnLst>
                                    <p:set>
                                      <p:cBhvr>
                                        <p:cTn id="119" dur="1" fill="hold">
                                          <p:stCondLst>
                                            <p:cond delay="0"/>
                                          </p:stCondLst>
                                        </p:cTn>
                                        <p:tgtEl>
                                          <p:spTgt spid="56"/>
                                        </p:tgtEl>
                                        <p:attrNameLst>
                                          <p:attrName>style.visibility</p:attrName>
                                        </p:attrNameLst>
                                      </p:cBhvr>
                                      <p:to>
                                        <p:strVal val="visible"/>
                                      </p:to>
                                    </p:set>
                                  </p:childTnLst>
                                </p:cTn>
                              </p:par>
                              <p:par>
                                <p:cTn id="120" presetID="1" presetClass="entr" presetSubtype="0" fill="hold" nodeType="withEffect" restart="never">
                                  <p:stCondLst>
                                    <p:cond delay="5220"/>
                                  </p:stCondLst>
                                  <p:childTnLst>
                                    <p:set>
                                      <p:cBhvr>
                                        <p:cTn id="121" dur="1" fill="hold">
                                          <p:stCondLst>
                                            <p:cond delay="0"/>
                                          </p:stCondLst>
                                        </p:cTn>
                                        <p:tgtEl>
                                          <p:spTgt spid="57"/>
                                        </p:tgtEl>
                                        <p:attrNameLst>
                                          <p:attrName>style.visibility</p:attrName>
                                        </p:attrNameLst>
                                      </p:cBhvr>
                                      <p:to>
                                        <p:strVal val="visible"/>
                                      </p:to>
                                    </p:set>
                                  </p:childTnLst>
                                </p:cTn>
                              </p:par>
                              <p:par>
                                <p:cTn id="122" presetID="1" presetClass="entr" presetSubtype="0" fill="hold" nodeType="withEffect" restart="never">
                                  <p:stCondLst>
                                    <p:cond delay="5380"/>
                                  </p:stCondLst>
                                  <p:childTnLst>
                                    <p:set>
                                      <p:cBhvr>
                                        <p:cTn id="123" dur="1" fill="hold">
                                          <p:stCondLst>
                                            <p:cond delay="0"/>
                                          </p:stCondLst>
                                        </p:cTn>
                                        <p:tgtEl>
                                          <p:spTgt spid="58"/>
                                        </p:tgtEl>
                                        <p:attrNameLst>
                                          <p:attrName>style.visibility</p:attrName>
                                        </p:attrNameLst>
                                      </p:cBhvr>
                                      <p:to>
                                        <p:strVal val="visible"/>
                                      </p:to>
                                    </p:set>
                                  </p:childTnLst>
                                </p:cTn>
                              </p:par>
                              <p:par>
                                <p:cTn id="124" presetID="1" presetClass="entr" presetSubtype="0" fill="hold" nodeType="withEffect" restart="never">
                                  <p:stCondLst>
                                    <p:cond delay="5540"/>
                                  </p:stCondLst>
                                  <p:childTnLst>
                                    <p:set>
                                      <p:cBhvr>
                                        <p:cTn id="125" dur="1" fill="hold">
                                          <p:stCondLst>
                                            <p:cond delay="0"/>
                                          </p:stCondLst>
                                        </p:cTn>
                                        <p:tgtEl>
                                          <p:spTgt spid="59"/>
                                        </p:tgtEl>
                                        <p:attrNameLst>
                                          <p:attrName>style.visibility</p:attrName>
                                        </p:attrNameLst>
                                      </p:cBhvr>
                                      <p:to>
                                        <p:strVal val="visible"/>
                                      </p:to>
                                    </p:set>
                                  </p:childTnLst>
                                </p:cTn>
                              </p:par>
                              <p:par>
                                <p:cTn id="126" presetID="1" presetClass="entr" presetSubtype="0" fill="hold" nodeType="withEffect" restart="never">
                                  <p:stCondLst>
                                    <p:cond delay="5700"/>
                                  </p:stCondLst>
                                  <p:childTnLst>
                                    <p:set>
                                      <p:cBhvr>
                                        <p:cTn id="127" dur="1" fill="hold">
                                          <p:stCondLst>
                                            <p:cond delay="0"/>
                                          </p:stCondLst>
                                        </p:cTn>
                                        <p:tgtEl>
                                          <p:spTgt spid="60"/>
                                        </p:tgtEl>
                                        <p:attrNameLst>
                                          <p:attrName>style.visibility</p:attrName>
                                        </p:attrNameLst>
                                      </p:cBhvr>
                                      <p:to>
                                        <p:strVal val="visible"/>
                                      </p:to>
                                    </p:set>
                                  </p:childTnLst>
                                </p:cTn>
                              </p:par>
                              <p:par>
                                <p:cTn id="128" presetID="1" presetClass="entr" presetSubtype="0" fill="hold" nodeType="withEffect" restart="never">
                                  <p:stCondLst>
                                    <p:cond delay="5860"/>
                                  </p:stCondLst>
                                  <p:childTnLst>
                                    <p:set>
                                      <p:cBhvr>
                                        <p:cTn id="129" dur="1" fill="hold">
                                          <p:stCondLst>
                                            <p:cond delay="0"/>
                                          </p:stCondLst>
                                        </p:cTn>
                                        <p:tgtEl>
                                          <p:spTgt spid="61"/>
                                        </p:tgtEl>
                                        <p:attrNameLst>
                                          <p:attrName>style.visibility</p:attrName>
                                        </p:attrNameLst>
                                      </p:cBhvr>
                                      <p:to>
                                        <p:strVal val="visible"/>
                                      </p:to>
                                    </p:set>
                                  </p:childTnLst>
                                </p:cTn>
                              </p:par>
                              <p:par>
                                <p:cTn id="130" presetID="1" presetClass="entr" presetSubtype="0" fill="hold" nodeType="withEffect" restart="never">
                                  <p:stCondLst>
                                    <p:cond delay="6020"/>
                                  </p:stCondLst>
                                  <p:childTnLst>
                                    <p:set>
                                      <p:cBhvr>
                                        <p:cTn id="131" dur="1" fill="hold">
                                          <p:stCondLst>
                                            <p:cond delay="0"/>
                                          </p:stCondLst>
                                        </p:cTn>
                                        <p:tgtEl>
                                          <p:spTgt spid="62"/>
                                        </p:tgtEl>
                                        <p:attrNameLst>
                                          <p:attrName>style.visibility</p:attrName>
                                        </p:attrNameLst>
                                      </p:cBhvr>
                                      <p:to>
                                        <p:strVal val="visible"/>
                                      </p:to>
                                    </p:set>
                                  </p:childTnLst>
                                </p:cTn>
                              </p:par>
                              <p:par>
                                <p:cTn id="132" presetID="1" presetClass="entr" presetSubtype="0" fill="hold" nodeType="withEffect" restart="never">
                                  <p:stCondLst>
                                    <p:cond delay="6180"/>
                                  </p:stCondLst>
                                  <p:childTnLst>
                                    <p:set>
                                      <p:cBhvr>
                                        <p:cTn id="133" dur="1" fill="hold">
                                          <p:stCondLst>
                                            <p:cond delay="0"/>
                                          </p:stCondLst>
                                        </p:cTn>
                                        <p:tgtEl>
                                          <p:spTgt spid="63"/>
                                        </p:tgtEl>
                                        <p:attrNameLst>
                                          <p:attrName>style.visibility</p:attrName>
                                        </p:attrNameLst>
                                      </p:cBhvr>
                                      <p:to>
                                        <p:strVal val="visible"/>
                                      </p:to>
                                    </p:set>
                                  </p:childTnLst>
                                </p:cTn>
                              </p:par>
                              <p:par>
                                <p:cTn id="134" presetID="1" presetClass="entr" presetSubtype="0" fill="hold" nodeType="withEffect" restart="never">
                                  <p:stCondLst>
                                    <p:cond delay="6340"/>
                                  </p:stCondLst>
                                  <p:childTnLst>
                                    <p:set>
                                      <p:cBhvr>
                                        <p:cTn id="135" dur="1" fill="hold">
                                          <p:stCondLst>
                                            <p:cond delay="0"/>
                                          </p:stCondLst>
                                        </p:cTn>
                                        <p:tgtEl>
                                          <p:spTgt spid="64"/>
                                        </p:tgtEl>
                                        <p:attrNameLst>
                                          <p:attrName>style.visibility</p:attrName>
                                        </p:attrNameLst>
                                      </p:cBhvr>
                                      <p:to>
                                        <p:strVal val="visible"/>
                                      </p:to>
                                    </p:set>
                                  </p:childTnLst>
                                </p:cTn>
                              </p:par>
                              <p:par>
                                <p:cTn id="136" presetID="1" presetClass="entr" presetSubtype="0" fill="hold" nodeType="withEffect" restart="never">
                                  <p:stCondLst>
                                    <p:cond delay="6500"/>
                                  </p:stCondLst>
                                  <p:childTnLst>
                                    <p:set>
                                      <p:cBhvr>
                                        <p:cTn id="137" dur="1" fill="hold">
                                          <p:stCondLst>
                                            <p:cond delay="0"/>
                                          </p:stCondLst>
                                        </p:cTn>
                                        <p:tgtEl>
                                          <p:spTgt spid="65"/>
                                        </p:tgtEl>
                                        <p:attrNameLst>
                                          <p:attrName>style.visibility</p:attrName>
                                        </p:attrNameLst>
                                      </p:cBhvr>
                                      <p:to>
                                        <p:strVal val="visible"/>
                                      </p:to>
                                    </p:set>
                                  </p:childTnLst>
                                </p:cTn>
                              </p:par>
                              <p:par>
                                <p:cTn id="138" presetID="1" presetClass="entr" presetSubtype="0" fill="hold" nodeType="withEffect" restart="never">
                                  <p:stCondLst>
                                    <p:cond delay="6660"/>
                                  </p:stCondLst>
                                  <p:childTnLst>
                                    <p:set>
                                      <p:cBhvr>
                                        <p:cTn id="139" dur="1" fill="hold">
                                          <p:stCondLst>
                                            <p:cond delay="0"/>
                                          </p:stCondLst>
                                        </p:cTn>
                                        <p:tgtEl>
                                          <p:spTgt spid="66"/>
                                        </p:tgtEl>
                                        <p:attrNameLst>
                                          <p:attrName>style.visibility</p:attrName>
                                        </p:attrNameLst>
                                      </p:cBhvr>
                                      <p:to>
                                        <p:strVal val="visible"/>
                                      </p:to>
                                    </p:set>
                                  </p:childTnLst>
                                </p:cTn>
                              </p:par>
                              <p:par>
                                <p:cTn id="140" presetID="1" presetClass="entr" presetSubtype="0" fill="hold" nodeType="withEffect" restart="never">
                                  <p:stCondLst>
                                    <p:cond delay="6820"/>
                                  </p:stCondLst>
                                  <p:childTnLst>
                                    <p:set>
                                      <p:cBhvr>
                                        <p:cTn id="141" dur="1" fill="hold">
                                          <p:stCondLst>
                                            <p:cond delay="0"/>
                                          </p:stCondLst>
                                        </p:cTn>
                                        <p:tgtEl>
                                          <p:spTgt spid="67"/>
                                        </p:tgtEl>
                                        <p:attrNameLst>
                                          <p:attrName>style.visibility</p:attrName>
                                        </p:attrNameLst>
                                      </p:cBhvr>
                                      <p:to>
                                        <p:strVal val="visible"/>
                                      </p:to>
                                    </p:set>
                                  </p:childTnLst>
                                </p:cTn>
                              </p:par>
                              <p:par>
                                <p:cTn id="142" presetID="1" presetClass="entr" presetSubtype="0" fill="hold" nodeType="withEffect" restart="never">
                                  <p:stCondLst>
                                    <p:cond delay="6980"/>
                                  </p:stCondLst>
                                  <p:childTnLst>
                                    <p:set>
                                      <p:cBhvr>
                                        <p:cTn id="143" dur="1" fill="hold">
                                          <p:stCondLst>
                                            <p:cond delay="0"/>
                                          </p:stCondLst>
                                        </p:cTn>
                                        <p:tgtEl>
                                          <p:spTgt spid="68"/>
                                        </p:tgtEl>
                                        <p:attrNameLst>
                                          <p:attrName>style.visibility</p:attrName>
                                        </p:attrNameLst>
                                      </p:cBhvr>
                                      <p:to>
                                        <p:strVal val="visible"/>
                                      </p:to>
                                    </p:set>
                                  </p:childTnLst>
                                </p:cTn>
                              </p:par>
                              <p:par>
                                <p:cTn id="144" presetID="1" presetClass="entr" presetSubtype="0" fill="hold" nodeType="withEffect" restart="never">
                                  <p:stCondLst>
                                    <p:cond delay="7140"/>
                                  </p:stCondLst>
                                  <p:childTnLst>
                                    <p:set>
                                      <p:cBhvr>
                                        <p:cTn id="145" dur="1" fill="hold">
                                          <p:stCondLst>
                                            <p:cond delay="0"/>
                                          </p:stCondLst>
                                        </p:cTn>
                                        <p:tgtEl>
                                          <p:spTgt spid="69"/>
                                        </p:tgtEl>
                                        <p:attrNameLst>
                                          <p:attrName>style.visibility</p:attrName>
                                        </p:attrNameLst>
                                      </p:cBhvr>
                                      <p:to>
                                        <p:strVal val="visible"/>
                                      </p:to>
                                    </p:set>
                                  </p:childTnLst>
                                </p:cTn>
                              </p:par>
                              <p:par>
                                <p:cTn id="146" presetID="1" presetClass="entr" presetSubtype="0" fill="hold" nodeType="withEffect" restart="never">
                                  <p:stCondLst>
                                    <p:cond delay="7300"/>
                                  </p:stCondLst>
                                  <p:childTnLst>
                                    <p:set>
                                      <p:cBhvr>
                                        <p:cTn id="147" dur="1" fill="hold">
                                          <p:stCondLst>
                                            <p:cond delay="0"/>
                                          </p:stCondLst>
                                        </p:cTn>
                                        <p:tgtEl>
                                          <p:spTgt spid="70"/>
                                        </p:tgtEl>
                                        <p:attrNameLst>
                                          <p:attrName>style.visibility</p:attrName>
                                        </p:attrNameLst>
                                      </p:cBhvr>
                                      <p:to>
                                        <p:strVal val="visible"/>
                                      </p:to>
                                    </p:set>
                                  </p:childTnLst>
                                </p:cTn>
                              </p:par>
                              <p:par>
                                <p:cTn id="148" presetID="1" presetClass="entr" presetSubtype="0" fill="hold" nodeType="withEffect" restart="never">
                                  <p:stCondLst>
                                    <p:cond delay="7460"/>
                                  </p:stCondLst>
                                  <p:childTnLst>
                                    <p:set>
                                      <p:cBhvr>
                                        <p:cTn id="149" dur="1" fill="hold">
                                          <p:stCondLst>
                                            <p:cond delay="0"/>
                                          </p:stCondLst>
                                        </p:cTn>
                                        <p:tgtEl>
                                          <p:spTgt spid="71"/>
                                        </p:tgtEl>
                                        <p:attrNameLst>
                                          <p:attrName>style.visibility</p:attrName>
                                        </p:attrNameLst>
                                      </p:cBhvr>
                                      <p:to>
                                        <p:strVal val="visible"/>
                                      </p:to>
                                    </p:set>
                                  </p:childTnLst>
                                </p:cTn>
                              </p:par>
                              <p:par>
                                <p:cTn id="150" presetID="1" presetClass="entr" presetSubtype="0" fill="hold" nodeType="withEffect" restart="never">
                                  <p:stCondLst>
                                    <p:cond delay="7620"/>
                                  </p:stCondLst>
                                  <p:childTnLst>
                                    <p:set>
                                      <p:cBhvr>
                                        <p:cTn id="151" dur="1" fill="hold">
                                          <p:stCondLst>
                                            <p:cond delay="0"/>
                                          </p:stCondLst>
                                        </p:cTn>
                                        <p:tgtEl>
                                          <p:spTgt spid="72"/>
                                        </p:tgtEl>
                                        <p:attrNameLst>
                                          <p:attrName>style.visibility</p:attrName>
                                        </p:attrNameLst>
                                      </p:cBhvr>
                                      <p:to>
                                        <p:strVal val="visible"/>
                                      </p:to>
                                    </p:set>
                                  </p:childTnLst>
                                </p:cTn>
                              </p:par>
                              <p:par>
                                <p:cTn id="152" presetID="1" presetClass="entr" presetSubtype="0" fill="hold" nodeType="withEffect" restart="never">
                                  <p:stCondLst>
                                    <p:cond delay="7780"/>
                                  </p:stCondLst>
                                  <p:childTnLst>
                                    <p:set>
                                      <p:cBhvr>
                                        <p:cTn id="153" dur="1" fill="hold">
                                          <p:stCondLst>
                                            <p:cond delay="0"/>
                                          </p:stCondLst>
                                        </p:cTn>
                                        <p:tgtEl>
                                          <p:spTgt spid="73"/>
                                        </p:tgtEl>
                                        <p:attrNameLst>
                                          <p:attrName>style.visibility</p:attrName>
                                        </p:attrNameLst>
                                      </p:cBhvr>
                                      <p:to>
                                        <p:strVal val="visible"/>
                                      </p:to>
                                    </p:set>
                                  </p:childTnLst>
                                </p:cTn>
                              </p:par>
                              <p:par>
                                <p:cTn id="154" presetID="1" presetClass="entr" presetSubtype="0" fill="hold" nodeType="withEffect" restart="never">
                                  <p:stCondLst>
                                    <p:cond delay="7940"/>
                                  </p:stCondLst>
                                  <p:childTnLst>
                                    <p:set>
                                      <p:cBhvr>
                                        <p:cTn id="155" dur="1" fill="hold">
                                          <p:stCondLst>
                                            <p:cond delay="0"/>
                                          </p:stCondLst>
                                        </p:cTn>
                                        <p:tgtEl>
                                          <p:spTgt spid="74"/>
                                        </p:tgtEl>
                                        <p:attrNameLst>
                                          <p:attrName>style.visibility</p:attrName>
                                        </p:attrNameLst>
                                      </p:cBhvr>
                                      <p:to>
                                        <p:strVal val="visible"/>
                                      </p:to>
                                    </p:set>
                                  </p:childTnLst>
                                </p:cTn>
                              </p:par>
                              <p:par>
                                <p:cTn id="156" presetID="1" presetClass="entr" presetSubtype="0" fill="hold" nodeType="withEffect" restart="never">
                                  <p:stCondLst>
                                    <p:cond delay="8100"/>
                                  </p:stCondLst>
                                  <p:childTnLst>
                                    <p:set>
                                      <p:cBhvr>
                                        <p:cTn id="157" dur="1" fill="hold">
                                          <p:stCondLst>
                                            <p:cond delay="0"/>
                                          </p:stCondLst>
                                        </p:cTn>
                                        <p:tgtEl>
                                          <p:spTgt spid="75"/>
                                        </p:tgtEl>
                                        <p:attrNameLst>
                                          <p:attrName>style.visibility</p:attrName>
                                        </p:attrNameLst>
                                      </p:cBhvr>
                                      <p:to>
                                        <p:strVal val="visible"/>
                                      </p:to>
                                    </p:set>
                                  </p:childTnLst>
                                </p:cTn>
                              </p:par>
                              <p:par>
                                <p:cTn id="158" presetID="1" presetClass="entr" presetSubtype="0" fill="hold" nodeType="withEffect" restart="never">
                                  <p:stCondLst>
                                    <p:cond delay="8260"/>
                                  </p:stCondLst>
                                  <p:childTnLst>
                                    <p:set>
                                      <p:cBhvr>
                                        <p:cTn id="159" dur="1" fill="hold">
                                          <p:stCondLst>
                                            <p:cond delay="0"/>
                                          </p:stCondLst>
                                        </p:cTn>
                                        <p:tgtEl>
                                          <p:spTgt spid="76"/>
                                        </p:tgtEl>
                                        <p:attrNameLst>
                                          <p:attrName>style.visibility</p:attrName>
                                        </p:attrNameLst>
                                      </p:cBhvr>
                                      <p:to>
                                        <p:strVal val="visible"/>
                                      </p:to>
                                    </p:set>
                                  </p:childTnLst>
                                </p:cTn>
                              </p:par>
                              <p:par>
                                <p:cTn id="160" presetID="1" presetClass="entr" presetSubtype="0" fill="hold" nodeType="withEffect" restart="never">
                                  <p:stCondLst>
                                    <p:cond delay="8420"/>
                                  </p:stCondLst>
                                  <p:childTnLst>
                                    <p:set>
                                      <p:cBhvr>
                                        <p:cTn id="161" dur="1" fill="hold">
                                          <p:stCondLst>
                                            <p:cond delay="0"/>
                                          </p:stCondLst>
                                        </p:cTn>
                                        <p:tgtEl>
                                          <p:spTgt spid="77"/>
                                        </p:tgtEl>
                                        <p:attrNameLst>
                                          <p:attrName>style.visibility</p:attrName>
                                        </p:attrNameLst>
                                      </p:cBhvr>
                                      <p:to>
                                        <p:strVal val="visible"/>
                                      </p:to>
                                    </p:set>
                                  </p:childTnLst>
                                </p:cTn>
                              </p:par>
                              <p:par>
                                <p:cTn id="162" presetID="1" presetClass="entr" presetSubtype="0" fill="hold" nodeType="withEffect" restart="never">
                                  <p:stCondLst>
                                    <p:cond delay="8580"/>
                                  </p:stCondLst>
                                  <p:childTnLst>
                                    <p:set>
                                      <p:cBhvr>
                                        <p:cTn id="163" dur="1" fill="hold">
                                          <p:stCondLst>
                                            <p:cond delay="0"/>
                                          </p:stCondLst>
                                        </p:cTn>
                                        <p:tgtEl>
                                          <p:spTgt spid="7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3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00"/>
                                        <p:tgtEl>
                                          <p:spTgt spid="24"/>
                                        </p:tgtEl>
                                      </p:cBhvr>
                                    </p:animEffect>
                                  </p:childTnLst>
                                </p:cTn>
                              </p:par>
                              <p:par>
                                <p:cTn id="49" presetID="10" presetClass="exit" presetSubtype="0" fill="hold" nodeType="withEffect">
                                  <p:stCondLst>
                                    <p:cond delay="0"/>
                                  </p:stCondLst>
                                  <p:childTnLst>
                                    <p:animEffect transition="out" filter="fade">
                                      <p:cBhvr>
                                        <p:cTn id="60" dur="1" fill="hold">
                                          <p:stCondLst>
                                            <p:cond delay="0"/>
                                          </p:stCondLst>
                                        </p:cTn>
                                        <p:tgtEl>
                                          <p:spTgt spid="22"/>
                                        </p:tgtEl>
                                      </p:cBhvr>
                                    </p:animEffect>
                                    <p:set>
                                      <p:cBhvr>
                                        <p:cTn id="61" dur="1" fill="hold">
                                          <p:stCondLst>
                                            <p:cond delay="0"/>
                                          </p:stCondLst>
                                        </p:cTn>
                                        <p:tgtEl>
                                          <p:spTgt spid="22"/>
                                        </p:tgtEl>
                                        <p:attrNameLst>
                                          <p:attrName>style.visibility</p:attrName>
                                        </p:attrNameLst>
                                      </p:cBhvr>
                                      <p:to>
                                        <p:strVal val="hidden"/>
                                      </p:to>
                                    </p:set>
                                  </p:childTnLst>
                                </p:cTn>
                              </p:par>
                              <p:par>
                                <p:cTn id="50" presetID="10"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childTnLst>
                                </p:cTn>
                              </p:par>
                            </p:childTnLst>
                          </p:cTn>
                        </p:par>
                      </p:childTnLst>
                    </p:cTn>
                  </p:par>
                  <p:par>
                    <p:cTn id="164" fill="hold" restart="never" repeatCount="1000">
                      <p:stCondLst>
                        <p:cond delay="indefinite"/>
                      </p:stCondLst>
                      <p:childTnLst>
                        <p:par>
                          <p:cTn id="165" fill="hold" dur="5280">
                            <p:stCondLst>
                              <p:cond delay="0"/>
                            </p:stCondLst>
                            <p:childTnLst>
                              <p:par>
                                <p:cTn id="166" presetID="1" presetClass="entr" presetSubtype="0" fill="hold" nodeType="clickEffect" restart="never">
                                  <p:stCondLst>
                                    <p:cond delay="900"/>
                                  </p:stCondLst>
                                  <p:childTnLst>
                                    <p:set>
                                      <p:cBhvr>
                                        <p:cTn id="167" dur="1" fill="hold">
                                          <p:stCondLst>
                                            <p:cond delay="0"/>
                                          </p:stCondLst>
                                        </p:cTn>
                                        <p:tgtEl>
                                          <p:spTgt spid="79"/>
                                        </p:tgtEl>
                                        <p:attrNameLst>
                                          <p:attrName>style.visibility</p:attrName>
                                        </p:attrNameLst>
                                      </p:cBhvr>
                                      <p:to>
                                        <p:strVal val="visible"/>
                                      </p:to>
                                    </p:set>
                                  </p:childTnLst>
                                </p:cTn>
                              </p:par>
                              <p:par>
                                <p:cTn id="168" presetID="1" presetClass="entr" presetSubtype="0" fill="hold" nodeType="withEffect" restart="never">
                                  <p:stCondLst>
                                    <p:cond delay="1060"/>
                                  </p:stCondLst>
                                  <p:childTnLst>
                                    <p:set>
                                      <p:cBhvr>
                                        <p:cTn id="169" dur="1" fill="hold">
                                          <p:stCondLst>
                                            <p:cond delay="0"/>
                                          </p:stCondLst>
                                        </p:cTn>
                                        <p:tgtEl>
                                          <p:spTgt spid="80"/>
                                        </p:tgtEl>
                                        <p:attrNameLst>
                                          <p:attrName>style.visibility</p:attrName>
                                        </p:attrNameLst>
                                      </p:cBhvr>
                                      <p:to>
                                        <p:strVal val="visible"/>
                                      </p:to>
                                    </p:set>
                                  </p:childTnLst>
                                </p:cTn>
                              </p:par>
                              <p:par>
                                <p:cTn id="170" presetID="1" presetClass="entr" presetSubtype="0" fill="hold" nodeType="withEffect" restart="never">
                                  <p:stCondLst>
                                    <p:cond delay="1220"/>
                                  </p:stCondLst>
                                  <p:childTnLst>
                                    <p:set>
                                      <p:cBhvr>
                                        <p:cTn id="171" dur="1" fill="hold">
                                          <p:stCondLst>
                                            <p:cond delay="0"/>
                                          </p:stCondLst>
                                        </p:cTn>
                                        <p:tgtEl>
                                          <p:spTgt spid="81"/>
                                        </p:tgtEl>
                                        <p:attrNameLst>
                                          <p:attrName>style.visibility</p:attrName>
                                        </p:attrNameLst>
                                      </p:cBhvr>
                                      <p:to>
                                        <p:strVal val="visible"/>
                                      </p:to>
                                    </p:set>
                                  </p:childTnLst>
                                </p:cTn>
                              </p:par>
                              <p:par>
                                <p:cTn id="172" presetID="1" presetClass="entr" presetSubtype="0" fill="hold" nodeType="withEffect" restart="never">
                                  <p:stCondLst>
                                    <p:cond delay="1380"/>
                                  </p:stCondLst>
                                  <p:childTnLst>
                                    <p:set>
                                      <p:cBhvr>
                                        <p:cTn id="173" dur="1" fill="hold">
                                          <p:stCondLst>
                                            <p:cond delay="0"/>
                                          </p:stCondLst>
                                        </p:cTn>
                                        <p:tgtEl>
                                          <p:spTgt spid="82"/>
                                        </p:tgtEl>
                                        <p:attrNameLst>
                                          <p:attrName>style.visibility</p:attrName>
                                        </p:attrNameLst>
                                      </p:cBhvr>
                                      <p:to>
                                        <p:strVal val="visible"/>
                                      </p:to>
                                    </p:set>
                                  </p:childTnLst>
                                </p:cTn>
                              </p:par>
                              <p:par>
                                <p:cTn id="174" presetID="1" presetClass="entr" presetSubtype="0" fill="hold" nodeType="withEffect" restart="never">
                                  <p:stCondLst>
                                    <p:cond delay="1540"/>
                                  </p:stCondLst>
                                  <p:childTnLst>
                                    <p:set>
                                      <p:cBhvr>
                                        <p:cTn id="175" dur="1" fill="hold">
                                          <p:stCondLst>
                                            <p:cond delay="0"/>
                                          </p:stCondLst>
                                        </p:cTn>
                                        <p:tgtEl>
                                          <p:spTgt spid="83"/>
                                        </p:tgtEl>
                                        <p:attrNameLst>
                                          <p:attrName>style.visibility</p:attrName>
                                        </p:attrNameLst>
                                      </p:cBhvr>
                                      <p:to>
                                        <p:strVal val="visible"/>
                                      </p:to>
                                    </p:set>
                                  </p:childTnLst>
                                </p:cTn>
                              </p:par>
                              <p:par>
                                <p:cTn id="176" presetID="1" presetClass="entr" presetSubtype="0" fill="hold" nodeType="withEffect" restart="never">
                                  <p:stCondLst>
                                    <p:cond delay="1700"/>
                                  </p:stCondLst>
                                  <p:childTnLst>
                                    <p:set>
                                      <p:cBhvr>
                                        <p:cTn id="177" dur="1" fill="hold">
                                          <p:stCondLst>
                                            <p:cond delay="0"/>
                                          </p:stCondLst>
                                        </p:cTn>
                                        <p:tgtEl>
                                          <p:spTgt spid="84"/>
                                        </p:tgtEl>
                                        <p:attrNameLst>
                                          <p:attrName>style.visibility</p:attrName>
                                        </p:attrNameLst>
                                      </p:cBhvr>
                                      <p:to>
                                        <p:strVal val="visible"/>
                                      </p:to>
                                    </p:set>
                                  </p:childTnLst>
                                </p:cTn>
                              </p:par>
                              <p:par>
                                <p:cTn id="178" presetID="1" presetClass="entr" presetSubtype="0" fill="hold" nodeType="withEffect" restart="never">
                                  <p:stCondLst>
                                    <p:cond delay="1860"/>
                                  </p:stCondLst>
                                  <p:childTnLst>
                                    <p:set>
                                      <p:cBhvr>
                                        <p:cTn id="179" dur="1" fill="hold">
                                          <p:stCondLst>
                                            <p:cond delay="0"/>
                                          </p:stCondLst>
                                        </p:cTn>
                                        <p:tgtEl>
                                          <p:spTgt spid="85"/>
                                        </p:tgtEl>
                                        <p:attrNameLst>
                                          <p:attrName>style.visibility</p:attrName>
                                        </p:attrNameLst>
                                      </p:cBhvr>
                                      <p:to>
                                        <p:strVal val="visible"/>
                                      </p:to>
                                    </p:set>
                                  </p:childTnLst>
                                </p:cTn>
                              </p:par>
                              <p:par>
                                <p:cTn id="180" presetID="1" presetClass="entr" presetSubtype="0" fill="hold" nodeType="withEffect" restart="never">
                                  <p:stCondLst>
                                    <p:cond delay="2020"/>
                                  </p:stCondLst>
                                  <p:childTnLst>
                                    <p:set>
                                      <p:cBhvr>
                                        <p:cTn id="181" dur="1" fill="hold">
                                          <p:stCondLst>
                                            <p:cond delay="0"/>
                                          </p:stCondLst>
                                        </p:cTn>
                                        <p:tgtEl>
                                          <p:spTgt spid="86"/>
                                        </p:tgtEl>
                                        <p:attrNameLst>
                                          <p:attrName>style.visibility</p:attrName>
                                        </p:attrNameLst>
                                      </p:cBhvr>
                                      <p:to>
                                        <p:strVal val="visible"/>
                                      </p:to>
                                    </p:set>
                                  </p:childTnLst>
                                </p:cTn>
                              </p:par>
                              <p:par>
                                <p:cTn id="182" presetID="1" presetClass="entr" presetSubtype="0" fill="hold" nodeType="withEffect" restart="never">
                                  <p:stCondLst>
                                    <p:cond delay="2180"/>
                                  </p:stCondLst>
                                  <p:childTnLst>
                                    <p:set>
                                      <p:cBhvr>
                                        <p:cTn id="183" dur="1" fill="hold">
                                          <p:stCondLst>
                                            <p:cond delay="0"/>
                                          </p:stCondLst>
                                        </p:cTn>
                                        <p:tgtEl>
                                          <p:spTgt spid="87"/>
                                        </p:tgtEl>
                                        <p:attrNameLst>
                                          <p:attrName>style.visibility</p:attrName>
                                        </p:attrNameLst>
                                      </p:cBhvr>
                                      <p:to>
                                        <p:strVal val="visible"/>
                                      </p:to>
                                    </p:set>
                                  </p:childTnLst>
                                </p:cTn>
                              </p:par>
                              <p:par>
                                <p:cTn id="184" presetID="1" presetClass="entr" presetSubtype="0" fill="hold" nodeType="withEffect" restart="never">
                                  <p:stCondLst>
                                    <p:cond delay="2340"/>
                                  </p:stCondLst>
                                  <p:childTnLst>
                                    <p:set>
                                      <p:cBhvr>
                                        <p:cTn id="185" dur="1" fill="hold">
                                          <p:stCondLst>
                                            <p:cond delay="0"/>
                                          </p:stCondLst>
                                        </p:cTn>
                                        <p:tgtEl>
                                          <p:spTgt spid="88"/>
                                        </p:tgtEl>
                                        <p:attrNameLst>
                                          <p:attrName>style.visibility</p:attrName>
                                        </p:attrNameLst>
                                      </p:cBhvr>
                                      <p:to>
                                        <p:strVal val="visible"/>
                                      </p:to>
                                    </p:set>
                                  </p:childTnLst>
                                </p:cTn>
                              </p:par>
                              <p:par>
                                <p:cTn id="186" presetID="1" presetClass="entr" presetSubtype="0" fill="hold" nodeType="withEffect" restart="never">
                                  <p:stCondLst>
                                    <p:cond delay="2500"/>
                                  </p:stCondLst>
                                  <p:childTnLst>
                                    <p:set>
                                      <p:cBhvr>
                                        <p:cTn id="187" dur="1" fill="hold">
                                          <p:stCondLst>
                                            <p:cond delay="0"/>
                                          </p:stCondLst>
                                        </p:cTn>
                                        <p:tgtEl>
                                          <p:spTgt spid="89"/>
                                        </p:tgtEl>
                                        <p:attrNameLst>
                                          <p:attrName>style.visibility</p:attrName>
                                        </p:attrNameLst>
                                      </p:cBhvr>
                                      <p:to>
                                        <p:strVal val="visible"/>
                                      </p:to>
                                    </p:set>
                                  </p:childTnLst>
                                </p:cTn>
                              </p:par>
                              <p:par>
                                <p:cTn id="188" presetID="1" presetClass="entr" presetSubtype="0" fill="hold" nodeType="withEffect" restart="never">
                                  <p:stCondLst>
                                    <p:cond delay="2660"/>
                                  </p:stCondLst>
                                  <p:childTnLst>
                                    <p:set>
                                      <p:cBhvr>
                                        <p:cTn id="189" dur="1" fill="hold">
                                          <p:stCondLst>
                                            <p:cond delay="0"/>
                                          </p:stCondLst>
                                        </p:cTn>
                                        <p:tgtEl>
                                          <p:spTgt spid="90"/>
                                        </p:tgtEl>
                                        <p:attrNameLst>
                                          <p:attrName>style.visibility</p:attrName>
                                        </p:attrNameLst>
                                      </p:cBhvr>
                                      <p:to>
                                        <p:strVal val="visible"/>
                                      </p:to>
                                    </p:set>
                                  </p:childTnLst>
                                </p:cTn>
                              </p:par>
                              <p:par>
                                <p:cTn id="190" presetID="1" presetClass="entr" presetSubtype="0" fill="hold" nodeType="withEffect" restart="never">
                                  <p:stCondLst>
                                    <p:cond delay="2820"/>
                                  </p:stCondLst>
                                  <p:childTnLst>
                                    <p:set>
                                      <p:cBhvr>
                                        <p:cTn id="191" dur="1" fill="hold">
                                          <p:stCondLst>
                                            <p:cond delay="0"/>
                                          </p:stCondLst>
                                        </p:cTn>
                                        <p:tgtEl>
                                          <p:spTgt spid="91"/>
                                        </p:tgtEl>
                                        <p:attrNameLst>
                                          <p:attrName>style.visibility</p:attrName>
                                        </p:attrNameLst>
                                      </p:cBhvr>
                                      <p:to>
                                        <p:strVal val="visible"/>
                                      </p:to>
                                    </p:set>
                                  </p:childTnLst>
                                </p:cTn>
                              </p:par>
                              <p:par>
                                <p:cTn id="192" presetID="1" presetClass="entr" presetSubtype="0" fill="hold" nodeType="withEffect" restart="never">
                                  <p:stCondLst>
                                    <p:cond delay="2980"/>
                                  </p:stCondLst>
                                  <p:childTnLst>
                                    <p:set>
                                      <p:cBhvr>
                                        <p:cTn id="193" dur="1" fill="hold">
                                          <p:stCondLst>
                                            <p:cond delay="0"/>
                                          </p:stCondLst>
                                        </p:cTn>
                                        <p:tgtEl>
                                          <p:spTgt spid="92"/>
                                        </p:tgtEl>
                                        <p:attrNameLst>
                                          <p:attrName>style.visibility</p:attrName>
                                        </p:attrNameLst>
                                      </p:cBhvr>
                                      <p:to>
                                        <p:strVal val="visible"/>
                                      </p:to>
                                    </p:set>
                                  </p:childTnLst>
                                </p:cTn>
                              </p:par>
                              <p:par>
                                <p:cTn id="194" presetID="1" presetClass="entr" presetSubtype="0" fill="hold" nodeType="withEffect" restart="never">
                                  <p:stCondLst>
                                    <p:cond delay="3140"/>
                                  </p:stCondLst>
                                  <p:childTnLst>
                                    <p:set>
                                      <p:cBhvr>
                                        <p:cTn id="195" dur="1" fill="hold">
                                          <p:stCondLst>
                                            <p:cond delay="0"/>
                                          </p:stCondLst>
                                        </p:cTn>
                                        <p:tgtEl>
                                          <p:spTgt spid="93"/>
                                        </p:tgtEl>
                                        <p:attrNameLst>
                                          <p:attrName>style.visibility</p:attrName>
                                        </p:attrNameLst>
                                      </p:cBhvr>
                                      <p:to>
                                        <p:strVal val="visible"/>
                                      </p:to>
                                    </p:set>
                                  </p:childTnLst>
                                </p:cTn>
                              </p:par>
                              <p:par>
                                <p:cTn id="196" presetID="1" presetClass="entr" presetSubtype="0" fill="hold" nodeType="withEffect" restart="never">
                                  <p:stCondLst>
                                    <p:cond delay="3300"/>
                                  </p:stCondLst>
                                  <p:childTnLst>
                                    <p:set>
                                      <p:cBhvr>
                                        <p:cTn id="197" dur="1" fill="hold">
                                          <p:stCondLst>
                                            <p:cond delay="0"/>
                                          </p:stCondLst>
                                        </p:cTn>
                                        <p:tgtEl>
                                          <p:spTgt spid="94"/>
                                        </p:tgtEl>
                                        <p:attrNameLst>
                                          <p:attrName>style.visibility</p:attrName>
                                        </p:attrNameLst>
                                      </p:cBhvr>
                                      <p:to>
                                        <p:strVal val="visible"/>
                                      </p:to>
                                    </p:set>
                                  </p:childTnLst>
                                </p:cTn>
                              </p:par>
                              <p:par>
                                <p:cTn id="198" presetID="1" presetClass="entr" presetSubtype="0" fill="hold" nodeType="withEffect" restart="never">
                                  <p:stCondLst>
                                    <p:cond delay="3460"/>
                                  </p:stCondLst>
                                  <p:childTnLst>
                                    <p:set>
                                      <p:cBhvr>
                                        <p:cTn id="199" dur="1" fill="hold">
                                          <p:stCondLst>
                                            <p:cond delay="0"/>
                                          </p:stCondLst>
                                        </p:cTn>
                                        <p:tgtEl>
                                          <p:spTgt spid="95"/>
                                        </p:tgtEl>
                                        <p:attrNameLst>
                                          <p:attrName>style.visibility</p:attrName>
                                        </p:attrNameLst>
                                      </p:cBhvr>
                                      <p:to>
                                        <p:strVal val="visible"/>
                                      </p:to>
                                    </p:set>
                                  </p:childTnLst>
                                </p:cTn>
                              </p:par>
                              <p:par>
                                <p:cTn id="200" presetID="1" presetClass="entr" presetSubtype="0" fill="hold" nodeType="withEffect" restart="never">
                                  <p:stCondLst>
                                    <p:cond delay="3620"/>
                                  </p:stCondLst>
                                  <p:childTnLst>
                                    <p:set>
                                      <p:cBhvr>
                                        <p:cTn id="201" dur="1" fill="hold">
                                          <p:stCondLst>
                                            <p:cond delay="0"/>
                                          </p:stCondLst>
                                        </p:cTn>
                                        <p:tgtEl>
                                          <p:spTgt spid="96"/>
                                        </p:tgtEl>
                                        <p:attrNameLst>
                                          <p:attrName>style.visibility</p:attrName>
                                        </p:attrNameLst>
                                      </p:cBhvr>
                                      <p:to>
                                        <p:strVal val="visible"/>
                                      </p:to>
                                    </p:set>
                                  </p:childTnLst>
                                </p:cTn>
                              </p:par>
                              <p:par>
                                <p:cTn id="202" presetID="1" presetClass="entr" presetSubtype="0" fill="hold" nodeType="withEffect" restart="never">
                                  <p:stCondLst>
                                    <p:cond delay="3780"/>
                                  </p:stCondLst>
                                  <p:childTnLst>
                                    <p:set>
                                      <p:cBhvr>
                                        <p:cTn id="203" dur="1" fill="hold">
                                          <p:stCondLst>
                                            <p:cond delay="0"/>
                                          </p:stCondLst>
                                        </p:cTn>
                                        <p:tgtEl>
                                          <p:spTgt spid="97"/>
                                        </p:tgtEl>
                                        <p:attrNameLst>
                                          <p:attrName>style.visibility</p:attrName>
                                        </p:attrNameLst>
                                      </p:cBhvr>
                                      <p:to>
                                        <p:strVal val="visible"/>
                                      </p:to>
                                    </p:set>
                                  </p:childTnLst>
                                </p:cTn>
                              </p:par>
                            </p:childTnLst>
                          </p:cTn>
                        </p:par>
                      </p:childTnLst>
                    </p:cTn>
                  </p:par>
                  <p:par>
                    <p:cTn id="204" fill="hold" restart="never" repeatCount="1000">
                      <p:stCondLst>
                        <p:cond delay="indefinite"/>
                      </p:stCondLst>
                      <p:childTnLst>
                        <p:par>
                          <p:cTn id="205" fill="hold" dur="5440">
                            <p:stCondLst>
                              <p:cond delay="0"/>
                            </p:stCondLst>
                            <p:childTnLst>
                              <p:par>
                                <p:cTn id="206" presetID="1" presetClass="entr" presetSubtype="0" fill="hold" nodeType="clickEffect" restart="never">
                                  <p:stCondLst>
                                    <p:cond delay="0"/>
                                  </p:stCondLst>
                                  <p:childTnLst>
                                    <p:set>
                                      <p:cBhvr>
                                        <p:cTn id="207" dur="1" fill="hold">
                                          <p:stCondLst>
                                            <p:cond delay="0"/>
                                          </p:stCondLst>
                                        </p:cTn>
                                        <p:tgtEl>
                                          <p:spTgt spid="14"/>
                                        </p:tgtEl>
                                        <p:attrNameLst>
                                          <p:attrName>style.visibility</p:attrName>
                                        </p:attrNameLst>
                                      </p:cBhvr>
                                      <p:to>
                                        <p:strVal val="visible"/>
                                      </p:to>
                                    </p:set>
                                  </p:childTnLst>
                                </p:cTn>
                              </p:par>
                              <p:par>
                                <p:cTn id="208" presetID="1" presetClass="entr" presetSubtype="0" fill="hold" nodeType="withEffect" restart="never">
                                  <p:stCondLst>
                                    <p:cond delay="900"/>
                                  </p:stCondLst>
                                  <p:childTnLst>
                                    <p:set>
                                      <p:cBhvr>
                                        <p:cTn id="209" dur="1" fill="hold">
                                          <p:stCondLst>
                                            <p:cond delay="0"/>
                                          </p:stCondLst>
                                        </p:cTn>
                                        <p:tgtEl>
                                          <p:spTgt spid="98"/>
                                        </p:tgtEl>
                                        <p:attrNameLst>
                                          <p:attrName>style.visibility</p:attrName>
                                        </p:attrNameLst>
                                      </p:cBhvr>
                                      <p:to>
                                        <p:strVal val="visible"/>
                                      </p:to>
                                    </p:set>
                                  </p:childTnLst>
                                </p:cTn>
                              </p:par>
                              <p:par>
                                <p:cTn id="210" presetID="1" presetClass="entr" presetSubtype="0" fill="hold" nodeType="withEffect" restart="never">
                                  <p:stCondLst>
                                    <p:cond delay="1060"/>
                                  </p:stCondLst>
                                  <p:childTnLst>
                                    <p:set>
                                      <p:cBhvr>
                                        <p:cTn id="211" dur="1" fill="hold">
                                          <p:stCondLst>
                                            <p:cond delay="0"/>
                                          </p:stCondLst>
                                        </p:cTn>
                                        <p:tgtEl>
                                          <p:spTgt spid="99"/>
                                        </p:tgtEl>
                                        <p:attrNameLst>
                                          <p:attrName>style.visibility</p:attrName>
                                        </p:attrNameLst>
                                      </p:cBhvr>
                                      <p:to>
                                        <p:strVal val="visible"/>
                                      </p:to>
                                    </p:set>
                                  </p:childTnLst>
                                </p:cTn>
                              </p:par>
                              <p:par>
                                <p:cTn id="212" presetID="1" presetClass="entr" presetSubtype="0" fill="hold" nodeType="withEffect" restart="never">
                                  <p:stCondLst>
                                    <p:cond delay="1220"/>
                                  </p:stCondLst>
                                  <p:childTnLst>
                                    <p:set>
                                      <p:cBhvr>
                                        <p:cTn id="213" dur="1" fill="hold">
                                          <p:stCondLst>
                                            <p:cond delay="0"/>
                                          </p:stCondLst>
                                        </p:cTn>
                                        <p:tgtEl>
                                          <p:spTgt spid="100"/>
                                        </p:tgtEl>
                                        <p:attrNameLst>
                                          <p:attrName>style.visibility</p:attrName>
                                        </p:attrNameLst>
                                      </p:cBhvr>
                                      <p:to>
                                        <p:strVal val="visible"/>
                                      </p:to>
                                    </p:set>
                                  </p:childTnLst>
                                </p:cTn>
                              </p:par>
                              <p:par>
                                <p:cTn id="214" presetID="1" presetClass="entr" presetSubtype="0" fill="hold" nodeType="withEffect" restart="never">
                                  <p:stCondLst>
                                    <p:cond delay="1380"/>
                                  </p:stCondLst>
                                  <p:childTnLst>
                                    <p:set>
                                      <p:cBhvr>
                                        <p:cTn id="215" dur="1" fill="hold">
                                          <p:stCondLst>
                                            <p:cond delay="0"/>
                                          </p:stCondLst>
                                        </p:cTn>
                                        <p:tgtEl>
                                          <p:spTgt spid="101"/>
                                        </p:tgtEl>
                                        <p:attrNameLst>
                                          <p:attrName>style.visibility</p:attrName>
                                        </p:attrNameLst>
                                      </p:cBhvr>
                                      <p:to>
                                        <p:strVal val="visible"/>
                                      </p:to>
                                    </p:set>
                                  </p:childTnLst>
                                </p:cTn>
                              </p:par>
                              <p:par>
                                <p:cTn id="216" presetID="1" presetClass="entr" presetSubtype="0" fill="hold" nodeType="withEffect" restart="never">
                                  <p:stCondLst>
                                    <p:cond delay="1540"/>
                                  </p:stCondLst>
                                  <p:childTnLst>
                                    <p:set>
                                      <p:cBhvr>
                                        <p:cTn id="217" dur="1" fill="hold">
                                          <p:stCondLst>
                                            <p:cond delay="0"/>
                                          </p:stCondLst>
                                        </p:cTn>
                                        <p:tgtEl>
                                          <p:spTgt spid="102"/>
                                        </p:tgtEl>
                                        <p:attrNameLst>
                                          <p:attrName>style.visibility</p:attrName>
                                        </p:attrNameLst>
                                      </p:cBhvr>
                                      <p:to>
                                        <p:strVal val="visible"/>
                                      </p:to>
                                    </p:set>
                                  </p:childTnLst>
                                </p:cTn>
                              </p:par>
                              <p:par>
                                <p:cTn id="218" presetID="1" presetClass="entr" presetSubtype="0" fill="hold" nodeType="withEffect" restart="never">
                                  <p:stCondLst>
                                    <p:cond delay="1700"/>
                                  </p:stCondLst>
                                  <p:childTnLst>
                                    <p:set>
                                      <p:cBhvr>
                                        <p:cTn id="219" dur="1" fill="hold">
                                          <p:stCondLst>
                                            <p:cond delay="0"/>
                                          </p:stCondLst>
                                        </p:cTn>
                                        <p:tgtEl>
                                          <p:spTgt spid="103"/>
                                        </p:tgtEl>
                                        <p:attrNameLst>
                                          <p:attrName>style.visibility</p:attrName>
                                        </p:attrNameLst>
                                      </p:cBhvr>
                                      <p:to>
                                        <p:strVal val="visible"/>
                                      </p:to>
                                    </p:set>
                                  </p:childTnLst>
                                </p:cTn>
                              </p:par>
                              <p:par>
                                <p:cTn id="220" presetID="1" presetClass="entr" presetSubtype="0" fill="hold" nodeType="withEffect" restart="never">
                                  <p:stCondLst>
                                    <p:cond delay="1860"/>
                                  </p:stCondLst>
                                  <p:childTnLst>
                                    <p:set>
                                      <p:cBhvr>
                                        <p:cTn id="221" dur="1" fill="hold">
                                          <p:stCondLst>
                                            <p:cond delay="0"/>
                                          </p:stCondLst>
                                        </p:cTn>
                                        <p:tgtEl>
                                          <p:spTgt spid="104"/>
                                        </p:tgtEl>
                                        <p:attrNameLst>
                                          <p:attrName>style.visibility</p:attrName>
                                        </p:attrNameLst>
                                      </p:cBhvr>
                                      <p:to>
                                        <p:strVal val="visible"/>
                                      </p:to>
                                    </p:set>
                                  </p:childTnLst>
                                </p:cTn>
                              </p:par>
                              <p:par>
                                <p:cTn id="222" presetID="1" presetClass="entr" presetSubtype="0" fill="hold" nodeType="withEffect" restart="never">
                                  <p:stCondLst>
                                    <p:cond delay="2020"/>
                                  </p:stCondLst>
                                  <p:childTnLst>
                                    <p:set>
                                      <p:cBhvr>
                                        <p:cTn id="223" dur="1" fill="hold">
                                          <p:stCondLst>
                                            <p:cond delay="0"/>
                                          </p:stCondLst>
                                        </p:cTn>
                                        <p:tgtEl>
                                          <p:spTgt spid="105"/>
                                        </p:tgtEl>
                                        <p:attrNameLst>
                                          <p:attrName>style.visibility</p:attrName>
                                        </p:attrNameLst>
                                      </p:cBhvr>
                                      <p:to>
                                        <p:strVal val="visible"/>
                                      </p:to>
                                    </p:set>
                                  </p:childTnLst>
                                </p:cTn>
                              </p:par>
                              <p:par>
                                <p:cTn id="224" presetID="1" presetClass="entr" presetSubtype="0" fill="hold" nodeType="withEffect" restart="never">
                                  <p:stCondLst>
                                    <p:cond delay="2180"/>
                                  </p:stCondLst>
                                  <p:childTnLst>
                                    <p:set>
                                      <p:cBhvr>
                                        <p:cTn id="225" dur="1" fill="hold">
                                          <p:stCondLst>
                                            <p:cond delay="0"/>
                                          </p:stCondLst>
                                        </p:cTn>
                                        <p:tgtEl>
                                          <p:spTgt spid="106"/>
                                        </p:tgtEl>
                                        <p:attrNameLst>
                                          <p:attrName>style.visibility</p:attrName>
                                        </p:attrNameLst>
                                      </p:cBhvr>
                                      <p:to>
                                        <p:strVal val="visible"/>
                                      </p:to>
                                    </p:set>
                                  </p:childTnLst>
                                </p:cTn>
                              </p:par>
                              <p:par>
                                <p:cTn id="226" presetID="1" presetClass="entr" presetSubtype="0" fill="hold" nodeType="withEffect" restart="never">
                                  <p:stCondLst>
                                    <p:cond delay="2340"/>
                                  </p:stCondLst>
                                  <p:childTnLst>
                                    <p:set>
                                      <p:cBhvr>
                                        <p:cTn id="227" dur="1" fill="hold">
                                          <p:stCondLst>
                                            <p:cond delay="0"/>
                                          </p:stCondLst>
                                        </p:cTn>
                                        <p:tgtEl>
                                          <p:spTgt spid="107"/>
                                        </p:tgtEl>
                                        <p:attrNameLst>
                                          <p:attrName>style.visibility</p:attrName>
                                        </p:attrNameLst>
                                      </p:cBhvr>
                                      <p:to>
                                        <p:strVal val="visible"/>
                                      </p:to>
                                    </p:set>
                                  </p:childTnLst>
                                </p:cTn>
                              </p:par>
                              <p:par>
                                <p:cTn id="228" presetID="1" presetClass="entr" presetSubtype="0" fill="hold" nodeType="withEffect" restart="never">
                                  <p:stCondLst>
                                    <p:cond delay="2500"/>
                                  </p:stCondLst>
                                  <p:childTnLst>
                                    <p:set>
                                      <p:cBhvr>
                                        <p:cTn id="229" dur="1" fill="hold">
                                          <p:stCondLst>
                                            <p:cond delay="0"/>
                                          </p:stCondLst>
                                        </p:cTn>
                                        <p:tgtEl>
                                          <p:spTgt spid="108"/>
                                        </p:tgtEl>
                                        <p:attrNameLst>
                                          <p:attrName>style.visibility</p:attrName>
                                        </p:attrNameLst>
                                      </p:cBhvr>
                                      <p:to>
                                        <p:strVal val="visible"/>
                                      </p:to>
                                    </p:set>
                                  </p:childTnLst>
                                </p:cTn>
                              </p:par>
                              <p:par>
                                <p:cTn id="230" presetID="1" presetClass="entr" presetSubtype="0" fill="hold" nodeType="withEffect" restart="never">
                                  <p:stCondLst>
                                    <p:cond delay="2660"/>
                                  </p:stCondLst>
                                  <p:childTnLst>
                                    <p:set>
                                      <p:cBhvr>
                                        <p:cTn id="231" dur="1" fill="hold">
                                          <p:stCondLst>
                                            <p:cond delay="0"/>
                                          </p:stCondLst>
                                        </p:cTn>
                                        <p:tgtEl>
                                          <p:spTgt spid="109"/>
                                        </p:tgtEl>
                                        <p:attrNameLst>
                                          <p:attrName>style.visibility</p:attrName>
                                        </p:attrNameLst>
                                      </p:cBhvr>
                                      <p:to>
                                        <p:strVal val="visible"/>
                                      </p:to>
                                    </p:set>
                                  </p:childTnLst>
                                </p:cTn>
                              </p:par>
                              <p:par>
                                <p:cTn id="232" presetID="1" presetClass="entr" presetSubtype="0" fill="hold" nodeType="withEffect" restart="never">
                                  <p:stCondLst>
                                    <p:cond delay="2820"/>
                                  </p:stCondLst>
                                  <p:childTnLst>
                                    <p:set>
                                      <p:cBhvr>
                                        <p:cTn id="233" dur="1" fill="hold">
                                          <p:stCondLst>
                                            <p:cond delay="0"/>
                                          </p:stCondLst>
                                        </p:cTn>
                                        <p:tgtEl>
                                          <p:spTgt spid="110"/>
                                        </p:tgtEl>
                                        <p:attrNameLst>
                                          <p:attrName>style.visibility</p:attrName>
                                        </p:attrNameLst>
                                      </p:cBhvr>
                                      <p:to>
                                        <p:strVal val="visible"/>
                                      </p:to>
                                    </p:set>
                                  </p:childTnLst>
                                </p:cTn>
                              </p:par>
                              <p:par>
                                <p:cTn id="234" presetID="1" presetClass="entr" presetSubtype="0" fill="hold" nodeType="withEffect" restart="never">
                                  <p:stCondLst>
                                    <p:cond delay="2980"/>
                                  </p:stCondLst>
                                  <p:childTnLst>
                                    <p:set>
                                      <p:cBhvr>
                                        <p:cTn id="235" dur="1" fill="hold">
                                          <p:stCondLst>
                                            <p:cond delay="0"/>
                                          </p:stCondLst>
                                        </p:cTn>
                                        <p:tgtEl>
                                          <p:spTgt spid="111"/>
                                        </p:tgtEl>
                                        <p:attrNameLst>
                                          <p:attrName>style.visibility</p:attrName>
                                        </p:attrNameLst>
                                      </p:cBhvr>
                                      <p:to>
                                        <p:strVal val="visible"/>
                                      </p:to>
                                    </p:set>
                                  </p:childTnLst>
                                </p:cTn>
                              </p:par>
                              <p:par>
                                <p:cTn id="236" presetID="1" presetClass="entr" presetSubtype="0" fill="hold" nodeType="withEffect" restart="never">
                                  <p:stCondLst>
                                    <p:cond delay="3140"/>
                                  </p:stCondLst>
                                  <p:childTnLst>
                                    <p:set>
                                      <p:cBhvr>
                                        <p:cTn id="237" dur="1" fill="hold">
                                          <p:stCondLst>
                                            <p:cond delay="0"/>
                                          </p:stCondLst>
                                        </p:cTn>
                                        <p:tgtEl>
                                          <p:spTgt spid="112"/>
                                        </p:tgtEl>
                                        <p:attrNameLst>
                                          <p:attrName>style.visibility</p:attrName>
                                        </p:attrNameLst>
                                      </p:cBhvr>
                                      <p:to>
                                        <p:strVal val="visible"/>
                                      </p:to>
                                    </p:set>
                                  </p:childTnLst>
                                </p:cTn>
                              </p:par>
                              <p:par>
                                <p:cTn id="238" presetID="1" presetClass="entr" presetSubtype="0" fill="hold" nodeType="withEffect" restart="never">
                                  <p:stCondLst>
                                    <p:cond delay="3300"/>
                                  </p:stCondLst>
                                  <p:childTnLst>
                                    <p:set>
                                      <p:cBhvr>
                                        <p:cTn id="239" dur="1" fill="hold">
                                          <p:stCondLst>
                                            <p:cond delay="0"/>
                                          </p:stCondLst>
                                        </p:cTn>
                                        <p:tgtEl>
                                          <p:spTgt spid="113"/>
                                        </p:tgtEl>
                                        <p:attrNameLst>
                                          <p:attrName>style.visibility</p:attrName>
                                        </p:attrNameLst>
                                      </p:cBhvr>
                                      <p:to>
                                        <p:strVal val="visible"/>
                                      </p:to>
                                    </p:set>
                                  </p:childTnLst>
                                </p:cTn>
                              </p:par>
                              <p:par>
                                <p:cTn id="240" presetID="1" presetClass="entr" presetSubtype="0" fill="hold" nodeType="withEffect" restart="never">
                                  <p:stCondLst>
                                    <p:cond delay="3460"/>
                                  </p:stCondLst>
                                  <p:childTnLst>
                                    <p:set>
                                      <p:cBhvr>
                                        <p:cTn id="241" dur="1" fill="hold">
                                          <p:stCondLst>
                                            <p:cond delay="0"/>
                                          </p:stCondLst>
                                        </p:cTn>
                                        <p:tgtEl>
                                          <p:spTgt spid="114"/>
                                        </p:tgtEl>
                                        <p:attrNameLst>
                                          <p:attrName>style.visibility</p:attrName>
                                        </p:attrNameLst>
                                      </p:cBhvr>
                                      <p:to>
                                        <p:strVal val="visible"/>
                                      </p:to>
                                    </p:set>
                                  </p:childTnLst>
                                </p:cTn>
                              </p:par>
                              <p:par>
                                <p:cTn id="242" presetID="1" presetClass="entr" presetSubtype="0" fill="hold" nodeType="withEffect" restart="never">
                                  <p:stCondLst>
                                    <p:cond delay="3620"/>
                                  </p:stCondLst>
                                  <p:childTnLst>
                                    <p:set>
                                      <p:cBhvr>
                                        <p:cTn id="243" dur="1" fill="hold">
                                          <p:stCondLst>
                                            <p:cond delay="0"/>
                                          </p:stCondLst>
                                        </p:cTn>
                                        <p:tgtEl>
                                          <p:spTgt spid="115"/>
                                        </p:tgtEl>
                                        <p:attrNameLst>
                                          <p:attrName>style.visibility</p:attrName>
                                        </p:attrNameLst>
                                      </p:cBhvr>
                                      <p:to>
                                        <p:strVal val="visible"/>
                                      </p:to>
                                    </p:set>
                                  </p:childTnLst>
                                </p:cTn>
                              </p:par>
                              <p:par>
                                <p:cTn id="244" presetID="1" presetClass="entr" presetSubtype="0" fill="hold" nodeType="withEffect" restart="never">
                                  <p:stCondLst>
                                    <p:cond delay="3780"/>
                                  </p:stCondLst>
                                  <p:childTnLst>
                                    <p:set>
                                      <p:cBhvr>
                                        <p:cTn id="245" dur="1" fill="hold">
                                          <p:stCondLst>
                                            <p:cond delay="0"/>
                                          </p:stCondLst>
                                        </p:cTn>
                                        <p:tgtEl>
                                          <p:spTgt spid="116"/>
                                        </p:tgtEl>
                                        <p:attrNameLst>
                                          <p:attrName>style.visibility</p:attrName>
                                        </p:attrNameLst>
                                      </p:cBhvr>
                                      <p:to>
                                        <p:strVal val="visible"/>
                                      </p:to>
                                    </p:set>
                                  </p:childTnLst>
                                </p:cTn>
                              </p:par>
                              <p:par>
                                <p:cTn id="246" presetID="1" presetClass="entr" presetSubtype="0" fill="hold" nodeType="withEffect" restart="never">
                                  <p:stCondLst>
                                    <p:cond delay="3940"/>
                                  </p:stCondLst>
                                  <p:childTnLst>
                                    <p:set>
                                      <p:cBhvr>
                                        <p:cTn id="247" dur="1" fill="hold">
                                          <p:stCondLst>
                                            <p:cond delay="0"/>
                                          </p:stCondLst>
                                        </p:cTn>
                                        <p:tgtEl>
                                          <p:spTgt spid="117"/>
                                        </p:tgtEl>
                                        <p:attrNameLst>
                                          <p:attrName>style.visibility</p:attrName>
                                        </p:attrNameLst>
                                      </p:cBhvr>
                                      <p:to>
                                        <p:strVal val="visible"/>
                                      </p:to>
                                    </p:set>
                                  </p:childTnLst>
                                </p:cTn>
                              </p:par>
                            </p:childTnLst>
                          </p:cTn>
                        </p:par>
                      </p:childTnLst>
                    </p:cTn>
                  </p:par>
                  <p:par>
                    <p:cTn id="248" fill="hold" restart="never" repeatCount="1000">
                      <p:stCondLst>
                        <p:cond delay="indefinite"/>
                      </p:stCondLst>
                      <p:childTnLst>
                        <p:par>
                          <p:cTn id="249" fill="hold" dur="5440">
                            <p:stCondLst>
                              <p:cond delay="0"/>
                            </p:stCondLst>
                            <p:childTnLst>
                              <p:par>
                                <p:cTn id="250" presetID="1" presetClass="entr" presetSubtype="0" fill="hold" nodeType="clickEffect" restart="never">
                                  <p:stCondLst>
                                    <p:cond delay="0"/>
                                  </p:stCondLst>
                                  <p:childTnLst>
                                    <p:set>
                                      <p:cBhvr>
                                        <p:cTn id="251" dur="1" fill="hold">
                                          <p:stCondLst>
                                            <p:cond delay="0"/>
                                          </p:stCondLst>
                                        </p:cTn>
                                        <p:tgtEl>
                                          <p:spTgt spid="15"/>
                                        </p:tgtEl>
                                        <p:attrNameLst>
                                          <p:attrName>style.visibility</p:attrName>
                                        </p:attrNameLst>
                                      </p:cBhvr>
                                      <p:to>
                                        <p:strVal val="visible"/>
                                      </p:to>
                                    </p:set>
                                  </p:childTnLst>
                                </p:cTn>
                              </p:par>
                              <p:par>
                                <p:cTn id="252" presetID="1" presetClass="entr" presetSubtype="0" fill="hold" nodeType="withEffect" restart="never">
                                  <p:stCondLst>
                                    <p:cond delay="900"/>
                                  </p:stCondLst>
                                  <p:childTnLst>
                                    <p:set>
                                      <p:cBhvr>
                                        <p:cTn id="253" dur="1" fill="hold">
                                          <p:stCondLst>
                                            <p:cond delay="0"/>
                                          </p:stCondLst>
                                        </p:cTn>
                                        <p:tgtEl>
                                          <p:spTgt spid="118"/>
                                        </p:tgtEl>
                                        <p:attrNameLst>
                                          <p:attrName>style.visibility</p:attrName>
                                        </p:attrNameLst>
                                      </p:cBhvr>
                                      <p:to>
                                        <p:strVal val="visible"/>
                                      </p:to>
                                    </p:set>
                                  </p:childTnLst>
                                </p:cTn>
                              </p:par>
                              <p:par>
                                <p:cTn id="254" presetID="1" presetClass="entr" presetSubtype="0" fill="hold" nodeType="withEffect" restart="never">
                                  <p:stCondLst>
                                    <p:cond delay="1060"/>
                                  </p:stCondLst>
                                  <p:childTnLst>
                                    <p:set>
                                      <p:cBhvr>
                                        <p:cTn id="255" dur="1" fill="hold">
                                          <p:stCondLst>
                                            <p:cond delay="0"/>
                                          </p:stCondLst>
                                        </p:cTn>
                                        <p:tgtEl>
                                          <p:spTgt spid="119"/>
                                        </p:tgtEl>
                                        <p:attrNameLst>
                                          <p:attrName>style.visibility</p:attrName>
                                        </p:attrNameLst>
                                      </p:cBhvr>
                                      <p:to>
                                        <p:strVal val="visible"/>
                                      </p:to>
                                    </p:set>
                                  </p:childTnLst>
                                </p:cTn>
                              </p:par>
                              <p:par>
                                <p:cTn id="256" presetID="1" presetClass="entr" presetSubtype="0" fill="hold" nodeType="withEffect" restart="never">
                                  <p:stCondLst>
                                    <p:cond delay="1220"/>
                                  </p:stCondLst>
                                  <p:childTnLst>
                                    <p:set>
                                      <p:cBhvr>
                                        <p:cTn id="257" dur="1" fill="hold">
                                          <p:stCondLst>
                                            <p:cond delay="0"/>
                                          </p:stCondLst>
                                        </p:cTn>
                                        <p:tgtEl>
                                          <p:spTgt spid="120"/>
                                        </p:tgtEl>
                                        <p:attrNameLst>
                                          <p:attrName>style.visibility</p:attrName>
                                        </p:attrNameLst>
                                      </p:cBhvr>
                                      <p:to>
                                        <p:strVal val="visible"/>
                                      </p:to>
                                    </p:set>
                                  </p:childTnLst>
                                </p:cTn>
                              </p:par>
                              <p:par>
                                <p:cTn id="258" presetID="1" presetClass="entr" presetSubtype="0" fill="hold" nodeType="withEffect" restart="never">
                                  <p:stCondLst>
                                    <p:cond delay="1380"/>
                                  </p:stCondLst>
                                  <p:childTnLst>
                                    <p:set>
                                      <p:cBhvr>
                                        <p:cTn id="259" dur="1" fill="hold">
                                          <p:stCondLst>
                                            <p:cond delay="0"/>
                                          </p:stCondLst>
                                        </p:cTn>
                                        <p:tgtEl>
                                          <p:spTgt spid="121"/>
                                        </p:tgtEl>
                                        <p:attrNameLst>
                                          <p:attrName>style.visibility</p:attrName>
                                        </p:attrNameLst>
                                      </p:cBhvr>
                                      <p:to>
                                        <p:strVal val="visible"/>
                                      </p:to>
                                    </p:set>
                                  </p:childTnLst>
                                </p:cTn>
                              </p:par>
                              <p:par>
                                <p:cTn id="260" presetID="1" presetClass="entr" presetSubtype="0" fill="hold" nodeType="withEffect" restart="never">
                                  <p:stCondLst>
                                    <p:cond delay="1540"/>
                                  </p:stCondLst>
                                  <p:childTnLst>
                                    <p:set>
                                      <p:cBhvr>
                                        <p:cTn id="261" dur="1" fill="hold">
                                          <p:stCondLst>
                                            <p:cond delay="0"/>
                                          </p:stCondLst>
                                        </p:cTn>
                                        <p:tgtEl>
                                          <p:spTgt spid="122"/>
                                        </p:tgtEl>
                                        <p:attrNameLst>
                                          <p:attrName>style.visibility</p:attrName>
                                        </p:attrNameLst>
                                      </p:cBhvr>
                                      <p:to>
                                        <p:strVal val="visible"/>
                                      </p:to>
                                    </p:set>
                                  </p:childTnLst>
                                </p:cTn>
                              </p:par>
                              <p:par>
                                <p:cTn id="262" presetID="1" presetClass="entr" presetSubtype="0" fill="hold" nodeType="withEffect" restart="never">
                                  <p:stCondLst>
                                    <p:cond delay="1700"/>
                                  </p:stCondLst>
                                  <p:childTnLst>
                                    <p:set>
                                      <p:cBhvr>
                                        <p:cTn id="263" dur="1" fill="hold">
                                          <p:stCondLst>
                                            <p:cond delay="0"/>
                                          </p:stCondLst>
                                        </p:cTn>
                                        <p:tgtEl>
                                          <p:spTgt spid="123"/>
                                        </p:tgtEl>
                                        <p:attrNameLst>
                                          <p:attrName>style.visibility</p:attrName>
                                        </p:attrNameLst>
                                      </p:cBhvr>
                                      <p:to>
                                        <p:strVal val="visible"/>
                                      </p:to>
                                    </p:set>
                                  </p:childTnLst>
                                </p:cTn>
                              </p:par>
                              <p:par>
                                <p:cTn id="264" presetID="1" presetClass="entr" presetSubtype="0" fill="hold" nodeType="withEffect" restart="never">
                                  <p:stCondLst>
                                    <p:cond delay="1860"/>
                                  </p:stCondLst>
                                  <p:childTnLst>
                                    <p:set>
                                      <p:cBhvr>
                                        <p:cTn id="265" dur="1" fill="hold">
                                          <p:stCondLst>
                                            <p:cond delay="0"/>
                                          </p:stCondLst>
                                        </p:cTn>
                                        <p:tgtEl>
                                          <p:spTgt spid="124"/>
                                        </p:tgtEl>
                                        <p:attrNameLst>
                                          <p:attrName>style.visibility</p:attrName>
                                        </p:attrNameLst>
                                      </p:cBhvr>
                                      <p:to>
                                        <p:strVal val="visible"/>
                                      </p:to>
                                    </p:set>
                                  </p:childTnLst>
                                </p:cTn>
                              </p:par>
                              <p:par>
                                <p:cTn id="266" presetID="1" presetClass="entr" presetSubtype="0" fill="hold" nodeType="withEffect" restart="never">
                                  <p:stCondLst>
                                    <p:cond delay="2020"/>
                                  </p:stCondLst>
                                  <p:childTnLst>
                                    <p:set>
                                      <p:cBhvr>
                                        <p:cTn id="267" dur="1" fill="hold">
                                          <p:stCondLst>
                                            <p:cond delay="0"/>
                                          </p:stCondLst>
                                        </p:cTn>
                                        <p:tgtEl>
                                          <p:spTgt spid="125"/>
                                        </p:tgtEl>
                                        <p:attrNameLst>
                                          <p:attrName>style.visibility</p:attrName>
                                        </p:attrNameLst>
                                      </p:cBhvr>
                                      <p:to>
                                        <p:strVal val="visible"/>
                                      </p:to>
                                    </p:set>
                                  </p:childTnLst>
                                </p:cTn>
                              </p:par>
                              <p:par>
                                <p:cTn id="268" presetID="1" presetClass="entr" presetSubtype="0" fill="hold" nodeType="withEffect" restart="never">
                                  <p:stCondLst>
                                    <p:cond delay="2180"/>
                                  </p:stCondLst>
                                  <p:childTnLst>
                                    <p:set>
                                      <p:cBhvr>
                                        <p:cTn id="269" dur="1" fill="hold">
                                          <p:stCondLst>
                                            <p:cond delay="0"/>
                                          </p:stCondLst>
                                        </p:cTn>
                                        <p:tgtEl>
                                          <p:spTgt spid="126"/>
                                        </p:tgtEl>
                                        <p:attrNameLst>
                                          <p:attrName>style.visibility</p:attrName>
                                        </p:attrNameLst>
                                      </p:cBhvr>
                                      <p:to>
                                        <p:strVal val="visible"/>
                                      </p:to>
                                    </p:set>
                                  </p:childTnLst>
                                </p:cTn>
                              </p:par>
                              <p:par>
                                <p:cTn id="270" presetID="1" presetClass="entr" presetSubtype="0" fill="hold" nodeType="withEffect" restart="never">
                                  <p:stCondLst>
                                    <p:cond delay="2340"/>
                                  </p:stCondLst>
                                  <p:childTnLst>
                                    <p:set>
                                      <p:cBhvr>
                                        <p:cTn id="271" dur="1" fill="hold">
                                          <p:stCondLst>
                                            <p:cond delay="0"/>
                                          </p:stCondLst>
                                        </p:cTn>
                                        <p:tgtEl>
                                          <p:spTgt spid="127"/>
                                        </p:tgtEl>
                                        <p:attrNameLst>
                                          <p:attrName>style.visibility</p:attrName>
                                        </p:attrNameLst>
                                      </p:cBhvr>
                                      <p:to>
                                        <p:strVal val="visible"/>
                                      </p:to>
                                    </p:set>
                                  </p:childTnLst>
                                </p:cTn>
                              </p:par>
                              <p:par>
                                <p:cTn id="272" presetID="1" presetClass="entr" presetSubtype="0" fill="hold" nodeType="withEffect" restart="never">
                                  <p:stCondLst>
                                    <p:cond delay="2500"/>
                                  </p:stCondLst>
                                  <p:childTnLst>
                                    <p:set>
                                      <p:cBhvr>
                                        <p:cTn id="273" dur="1" fill="hold">
                                          <p:stCondLst>
                                            <p:cond delay="0"/>
                                          </p:stCondLst>
                                        </p:cTn>
                                        <p:tgtEl>
                                          <p:spTgt spid="128"/>
                                        </p:tgtEl>
                                        <p:attrNameLst>
                                          <p:attrName>style.visibility</p:attrName>
                                        </p:attrNameLst>
                                      </p:cBhvr>
                                      <p:to>
                                        <p:strVal val="visible"/>
                                      </p:to>
                                    </p:set>
                                  </p:childTnLst>
                                </p:cTn>
                              </p:par>
                              <p:par>
                                <p:cTn id="274" presetID="1" presetClass="entr" presetSubtype="0" fill="hold" nodeType="withEffect" restart="never">
                                  <p:stCondLst>
                                    <p:cond delay="2660"/>
                                  </p:stCondLst>
                                  <p:childTnLst>
                                    <p:set>
                                      <p:cBhvr>
                                        <p:cTn id="275" dur="1" fill="hold">
                                          <p:stCondLst>
                                            <p:cond delay="0"/>
                                          </p:stCondLst>
                                        </p:cTn>
                                        <p:tgtEl>
                                          <p:spTgt spid="129"/>
                                        </p:tgtEl>
                                        <p:attrNameLst>
                                          <p:attrName>style.visibility</p:attrName>
                                        </p:attrNameLst>
                                      </p:cBhvr>
                                      <p:to>
                                        <p:strVal val="visible"/>
                                      </p:to>
                                    </p:set>
                                  </p:childTnLst>
                                </p:cTn>
                              </p:par>
                              <p:par>
                                <p:cTn id="276" presetID="1" presetClass="entr" presetSubtype="0" fill="hold" nodeType="withEffect" restart="never">
                                  <p:stCondLst>
                                    <p:cond delay="2820"/>
                                  </p:stCondLst>
                                  <p:childTnLst>
                                    <p:set>
                                      <p:cBhvr>
                                        <p:cTn id="277" dur="1" fill="hold">
                                          <p:stCondLst>
                                            <p:cond delay="0"/>
                                          </p:stCondLst>
                                        </p:cTn>
                                        <p:tgtEl>
                                          <p:spTgt spid="130"/>
                                        </p:tgtEl>
                                        <p:attrNameLst>
                                          <p:attrName>style.visibility</p:attrName>
                                        </p:attrNameLst>
                                      </p:cBhvr>
                                      <p:to>
                                        <p:strVal val="visible"/>
                                      </p:to>
                                    </p:set>
                                  </p:childTnLst>
                                </p:cTn>
                              </p:par>
                              <p:par>
                                <p:cTn id="278" presetID="1" presetClass="entr" presetSubtype="0" fill="hold" nodeType="withEffect" restart="never">
                                  <p:stCondLst>
                                    <p:cond delay="2980"/>
                                  </p:stCondLst>
                                  <p:childTnLst>
                                    <p:set>
                                      <p:cBhvr>
                                        <p:cTn id="279" dur="1" fill="hold">
                                          <p:stCondLst>
                                            <p:cond delay="0"/>
                                          </p:stCondLst>
                                        </p:cTn>
                                        <p:tgtEl>
                                          <p:spTgt spid="131"/>
                                        </p:tgtEl>
                                        <p:attrNameLst>
                                          <p:attrName>style.visibility</p:attrName>
                                        </p:attrNameLst>
                                      </p:cBhvr>
                                      <p:to>
                                        <p:strVal val="visible"/>
                                      </p:to>
                                    </p:set>
                                  </p:childTnLst>
                                </p:cTn>
                              </p:par>
                              <p:par>
                                <p:cTn id="280" presetID="1" presetClass="entr" presetSubtype="0" fill="hold" nodeType="withEffect" restart="never">
                                  <p:stCondLst>
                                    <p:cond delay="3140"/>
                                  </p:stCondLst>
                                  <p:childTnLst>
                                    <p:set>
                                      <p:cBhvr>
                                        <p:cTn id="281" dur="1" fill="hold">
                                          <p:stCondLst>
                                            <p:cond delay="0"/>
                                          </p:stCondLst>
                                        </p:cTn>
                                        <p:tgtEl>
                                          <p:spTgt spid="132"/>
                                        </p:tgtEl>
                                        <p:attrNameLst>
                                          <p:attrName>style.visibility</p:attrName>
                                        </p:attrNameLst>
                                      </p:cBhvr>
                                      <p:to>
                                        <p:strVal val="visible"/>
                                      </p:to>
                                    </p:set>
                                  </p:childTnLst>
                                </p:cTn>
                              </p:par>
                              <p:par>
                                <p:cTn id="282" presetID="1" presetClass="entr" presetSubtype="0" fill="hold" nodeType="withEffect" restart="never">
                                  <p:stCondLst>
                                    <p:cond delay="3300"/>
                                  </p:stCondLst>
                                  <p:childTnLst>
                                    <p:set>
                                      <p:cBhvr>
                                        <p:cTn id="283" dur="1" fill="hold">
                                          <p:stCondLst>
                                            <p:cond delay="0"/>
                                          </p:stCondLst>
                                        </p:cTn>
                                        <p:tgtEl>
                                          <p:spTgt spid="133"/>
                                        </p:tgtEl>
                                        <p:attrNameLst>
                                          <p:attrName>style.visibility</p:attrName>
                                        </p:attrNameLst>
                                      </p:cBhvr>
                                      <p:to>
                                        <p:strVal val="visible"/>
                                      </p:to>
                                    </p:set>
                                  </p:childTnLst>
                                </p:cTn>
                              </p:par>
                              <p:par>
                                <p:cTn id="284" presetID="1" presetClass="entr" presetSubtype="0" fill="hold" nodeType="withEffect" restart="never">
                                  <p:stCondLst>
                                    <p:cond delay="3460"/>
                                  </p:stCondLst>
                                  <p:childTnLst>
                                    <p:set>
                                      <p:cBhvr>
                                        <p:cTn id="285" dur="1" fill="hold">
                                          <p:stCondLst>
                                            <p:cond delay="0"/>
                                          </p:stCondLst>
                                        </p:cTn>
                                        <p:tgtEl>
                                          <p:spTgt spid="134"/>
                                        </p:tgtEl>
                                        <p:attrNameLst>
                                          <p:attrName>style.visibility</p:attrName>
                                        </p:attrNameLst>
                                      </p:cBhvr>
                                      <p:to>
                                        <p:strVal val="visible"/>
                                      </p:to>
                                    </p:set>
                                  </p:childTnLst>
                                </p:cTn>
                              </p:par>
                              <p:par>
                                <p:cTn id="286" presetID="1" presetClass="entr" presetSubtype="0" fill="hold" nodeType="withEffect" restart="never">
                                  <p:stCondLst>
                                    <p:cond delay="3620"/>
                                  </p:stCondLst>
                                  <p:childTnLst>
                                    <p:set>
                                      <p:cBhvr>
                                        <p:cTn id="287" dur="1" fill="hold">
                                          <p:stCondLst>
                                            <p:cond delay="0"/>
                                          </p:stCondLst>
                                        </p:cTn>
                                        <p:tgtEl>
                                          <p:spTgt spid="135"/>
                                        </p:tgtEl>
                                        <p:attrNameLst>
                                          <p:attrName>style.visibility</p:attrName>
                                        </p:attrNameLst>
                                      </p:cBhvr>
                                      <p:to>
                                        <p:strVal val="visible"/>
                                      </p:to>
                                    </p:set>
                                  </p:childTnLst>
                                </p:cTn>
                              </p:par>
                              <p:par>
                                <p:cTn id="288" presetID="1" presetClass="entr" presetSubtype="0" fill="hold" nodeType="withEffect" restart="never">
                                  <p:stCondLst>
                                    <p:cond delay="3780"/>
                                  </p:stCondLst>
                                  <p:childTnLst>
                                    <p:set>
                                      <p:cBhvr>
                                        <p:cTn id="289" dur="1" fill="hold">
                                          <p:stCondLst>
                                            <p:cond delay="0"/>
                                          </p:stCondLst>
                                        </p:cTn>
                                        <p:tgtEl>
                                          <p:spTgt spid="136"/>
                                        </p:tgtEl>
                                        <p:attrNameLst>
                                          <p:attrName>style.visibility</p:attrName>
                                        </p:attrNameLst>
                                      </p:cBhvr>
                                      <p:to>
                                        <p:strVal val="visible"/>
                                      </p:to>
                                    </p:set>
                                  </p:childTnLst>
                                </p:cTn>
                              </p:par>
                              <p:par>
                                <p:cTn id="290" presetID="1" presetClass="entr" presetSubtype="0" fill="hold" nodeType="withEffect" restart="never">
                                  <p:stCondLst>
                                    <p:cond delay="3940"/>
                                  </p:stCondLst>
                                  <p:childTnLst>
                                    <p:set>
                                      <p:cBhvr>
                                        <p:cTn id="291"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7E1D2CB6-3B7E-41B9-A2CB-16174CD771B5}"/>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36E4CB14-5DDC-4320-9F67-142DF0DC499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CEB546F-293F-4C8A-A721-115F3658C89D}"/>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18C6D347-76EC-4E27-9752-0C7C13C77D5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BB893464-0F48-4EC1-9D85-6ACA1788A071}"/>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A1D44576-FAA9-46D4-90EF-4527FC6A2CD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893A2AF7-224F-4AC7-8FAF-084A4395B8CD}"/>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FM: change frequency</a:t>
            </a:r>
          </a:p>
        </p:txBody>
      </p:sp>
      <p:pic>
        <p:nvPicPr>
          <p:cNvPr id="10" name="fm-build-frequency" descr="form instantaneous frequency">
            <a:extLst xmlns:a="http://schemas.openxmlformats.org/drawingml/2006/main">
              <a:ext uri="{FF2B5EF4-FFF2-40B4-BE49-F238E27FC236}">
                <a16:creationId xmlns:a16="http://schemas.microsoft.com/office/drawing/2014/main" id="{FF871AFA-2A69-4E87-AC91-622A1DD363B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32" name="fm-build-frequency--t4-click-frame-001"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33" name="fm-build-frequency--t4-click-frame-002"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34" name="fm-build-frequency--t4-click-frame-003"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35" name="fm-build-frequency--t4-click-frame-004"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36" name="fm-build-frequency--t4-click-frame-005"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37" name="fm-build-frequency--t4-click-frame-006"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38" name="fm-build-frequency--t4-click-frame-007"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39" name="fm-build-frequency--t4-click-frame-008"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0" name="fm-build-frequency--t4-click-frame-009"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1" name="fm-build-frequency--t4-click-frame-010"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2" name="fm-build-frequency--t4-click-frame-011"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3" name="fm-build-frequency--t4-click-frame-012"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4" name="fm-build-frequency--t4-click-frame-013"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5" name="fm-build-frequency--t4-click-frame-014"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6" name="fm-build-frequency--t4-click-frame-015"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7" name="fm-build-frequency--t4-click-frame-016"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8" name="fm-build-frequency--t4-click-frame-017"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49" name="fm-build-frequency--t4-click-frame-018"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0" name="fm-build-frequency--t4-click-frame-019"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1" name="fm-build-frequency--t4-click-frame-020"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2" name="fm-build-frequency--t4-click-frame-021" descr="form instantaneous frequency"/>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11" name="fm-build-signal" descr="frequency controls cycles">
            <a:extLst xmlns:a="http://schemas.openxmlformats.org/drawingml/2006/main">
              <a:ext uri="{FF2B5EF4-FFF2-40B4-BE49-F238E27FC236}">
                <a16:creationId xmlns:a16="http://schemas.microsoft.com/office/drawing/2014/main" id="{1704485D-4BFC-41A4-B0B0-5DBD6ECC2CD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3" name="fm-build-signal--t4-click-frame-001"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4" name="fm-build-signal--t4-click-frame-002"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5" name="fm-build-signal--t4-click-frame-003"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6" name="fm-build-signal--t4-click-frame-004"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7" name="fm-build-signal--t4-click-frame-005"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8" name="fm-build-signal--t4-click-frame-006"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59" name="fm-build-signal--t4-click-frame-007"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0" name="fm-build-signal--t4-click-frame-008"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1" name="fm-build-signal--t4-click-frame-009"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2" name="fm-build-signal--t4-click-frame-010"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3" name="fm-build-signal--t4-click-frame-011"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4" name="fm-build-signal--t4-click-frame-012"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5" name="fm-build-signal--t4-click-frame-013"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6" name="fm-build-signal--t4-click-frame-014"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7" name="fm-build-signal--t4-click-frame-015"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8" name="fm-build-signal--t4-click-frame-016"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69" name="fm-build-signal--t4-click-frame-017"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0" name="fm-build-signal--t4-click-frame-018"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1" name="fm-build-signal--t4-click-frame-019"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2" name="fm-build-signal--t4-click-frame-020"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3" name="fm-build-signal--t4-click-frame-021"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4" name="fm-build-signal--t4-click-frame-022"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5" name="fm-build-signal--t4-click-frame-023"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6" name="fm-build-signal--t4-click-frame-024"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7" name="fm-build-signal--t4-click-frame-025"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8" name="fm-build-signal--t4-click-frame-026"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79" name="fm-build-signal--t4-click-frame-027"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80" name="fm-build-signal--t4-click-frame-028" descr="frequency controls cycles"/>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733550" y="2438400"/>
            <a:ext cx="8534400" cy="1905000"/>
          </a:xfrm>
          <a:prstGeom xmlns:a="http://schemas.openxmlformats.org/drawingml/2006/main" prst="rect">
            <a:avLst/>
          </a:prstGeom>
        </p:spPr>
      </p:pic>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44D8FB7-509C-4DAC-AB99-25C6448CC029}"/>
              </a:ext>
            </a:extLst>
          </p:cNvPr>
          <p:cNvPicPr>
            <a:picLocks xmlns:a="http://schemas.openxmlformats.org/drawingml/2006/main" noChangeAspect="1"/>
          </p:cNvPicPr>
          <p:nvPr/>
        </p:nvPicPr>
        <p:blipFill>
          <a:blip xmlns:r="http://schemas.openxmlformats.org/officeDocument/2006/relationships" xmlns:a="http://schemas.openxmlformats.org/drawingml/2006/main" r:embed="R1a9445d5b618437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D401FFB-1B05-45ED-9464-DE8B8874C609}"/>
              </a:ext>
            </a:extLst>
          </p:cNvPr>
          <p:cNvPicPr>
            <a:picLocks xmlns:a="http://schemas.openxmlformats.org/drawingml/2006/main" noChangeAspect="1"/>
          </p:cNvPicPr>
          <p:nvPr/>
        </p:nvPicPr>
        <p:blipFill>
          <a:blip xmlns:r="http://schemas.openxmlformats.org/officeDocument/2006/relationships" xmlns:a="http://schemas.openxmlformats.org/drawingml/2006/main" r:embed="Rb8e71e6e09dc4f9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034D80C0-9AF2-4419-87B6-C6E4FD4480FF}"/>
              </a:ext>
            </a:extLst>
          </p:cNvPr>
          <p:cNvPicPr>
            <a:picLocks xmlns:a="http://schemas.openxmlformats.org/drawingml/2006/main" noChangeAspect="1"/>
          </p:cNvPicPr>
          <p:nvPr/>
        </p:nvPicPr>
        <p:blipFill>
          <a:blip xmlns:r="http://schemas.openxmlformats.org/officeDocument/2006/relationships" xmlns:a="http://schemas.openxmlformats.org/drawingml/2006/main" r:embed="R6e0dd094955f4a77">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message-main" descr="m(t)=\cos(2\pi f_mt)">
            <a:extLst xmlns:a="http://schemas.openxmlformats.org/drawingml/2006/main">
              <a:ext uri="{FF2B5EF4-FFF2-40B4-BE49-F238E27FC236}">
                <a16:creationId xmlns:a16="http://schemas.microsoft.com/office/drawing/2014/main" id="{1532EF88-191B-4FBD-9282-D4990DF8820E}"/>
              </a:ext>
            </a:extLst>
          </p:cNvPr>
          <p:cNvPicPr>
            <a:picLocks xmlns:a="http://schemas.openxmlformats.org/drawingml/2006/main" noChangeAspect="1"/>
          </p:cNvPicPr>
          <p:nvPr/>
        </p:nvPicPr>
        <p:blipFill>
          <a:blip xmlns:r="http://schemas.openxmlformats.org/officeDocument/2006/relationships" xmlns:a="http://schemas.openxmlformats.org/drawingml/2006/main" r:embed="R3971ea077b1f441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4700588"/>
            <a:ext cx="2340293" cy="257175"/>
          </a:xfrm>
          <a:prstGeom xmlns:a="http://schemas.openxmlformats.org/drawingml/2006/main" prst="rect">
            <a:avLst/>
          </a:prstGeom>
        </p:spPr>
      </p:pic>
      <p:pic>
        <p:nvPicPr>
          <p:cNvPr id="16" name="signal-abstract" descr="s(t)=A_c\cos\theta_i(t)">
            <a:extLst xmlns:a="http://schemas.openxmlformats.org/drawingml/2006/main">
              <a:ext uri="{FF2B5EF4-FFF2-40B4-BE49-F238E27FC236}">
                <a16:creationId xmlns:a16="http://schemas.microsoft.com/office/drawing/2014/main" id="{1C52678D-F95E-4335-8582-60183A3F2971}"/>
              </a:ext>
            </a:extLst>
          </p:cNvPr>
          <p:cNvPicPr>
            <a:picLocks xmlns:a="http://schemas.openxmlformats.org/drawingml/2006/main" noChangeAspect="1"/>
          </p:cNvPicPr>
          <p:nvPr/>
        </p:nvPicPr>
        <p:blipFill>
          <a:blip xmlns:r="http://schemas.openxmlformats.org/officeDocument/2006/relationships" xmlns:a="http://schemas.openxmlformats.org/drawingml/2006/main" r:embed="Raede6670fd6a441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187743"/>
            <a:ext cx="2263140" cy="255568"/>
          </a:xfrm>
          <a:prstGeom xmlns:a="http://schemas.openxmlformats.org/drawingml/2006/main" prst="rect">
            <a:avLst/>
          </a:prstGeom>
        </p:spPr>
      </p:pic>
      <p:pic>
        <p:nvPicPr>
          <p:cNvPr id="17" name="initial-phase" descr="\theta_i(0)=0">
            <a:extLst xmlns:a="http://schemas.openxmlformats.org/drawingml/2006/main">
              <a:ext uri="{FF2B5EF4-FFF2-40B4-BE49-F238E27FC236}">
                <a16:creationId xmlns:a16="http://schemas.microsoft.com/office/drawing/2014/main" id="{F0C4F945-1822-4527-B09C-D3E2476F1964}"/>
              </a:ext>
            </a:extLst>
          </p:cNvPr>
          <p:cNvPicPr>
            <a:picLocks xmlns:a="http://schemas.openxmlformats.org/drawingml/2006/main" noChangeAspect="1"/>
          </p:cNvPicPr>
          <p:nvPr/>
        </p:nvPicPr>
        <p:blipFill>
          <a:blip xmlns:r="http://schemas.openxmlformats.org/officeDocument/2006/relationships" xmlns:a="http://schemas.openxmlformats.org/drawingml/2006/main" r:embed="Rc3d8139b9f9b48e8">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10220325" y="4696599"/>
            <a:ext cx="1114425" cy="246102"/>
          </a:xfrm>
          <a:prstGeom xmlns:a="http://schemas.openxmlformats.org/drawingml/2006/main" prst="rect">
            <a:avLst/>
          </a:prstGeom>
        </p:spPr>
      </p:pic>
      <p:pic>
        <p:nvPicPr>
          <p:cNvPr id="18" name="support-0" descr="f_i(t)=\frac1{2\pi}\frac{d\theta_i(t)}{dt}=f_c+k_fm(t)">
            <a:extLst xmlns:a="http://schemas.openxmlformats.org/drawingml/2006/main">
              <a:ext uri="{FF2B5EF4-FFF2-40B4-BE49-F238E27FC236}">
                <a16:creationId xmlns:a16="http://schemas.microsoft.com/office/drawing/2014/main" id="{CB114AB4-0DE8-4B74-B005-B9EB45BF2515}"/>
              </a:ext>
            </a:extLst>
          </p:cNvPr>
          <p:cNvPicPr>
            <a:picLocks xmlns:a="http://schemas.openxmlformats.org/drawingml/2006/main" noChangeAspect="1"/>
          </p:cNvPicPr>
          <p:nvPr/>
        </p:nvPicPr>
        <p:blipFill>
          <a:blip xmlns:r="http://schemas.openxmlformats.org/officeDocument/2006/relationships" xmlns:a="http://schemas.openxmlformats.org/drawingml/2006/main" r:embed="Rcd6bbe1791b54ecf">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81100" y="5621982"/>
            <a:ext cx="3429000" cy="328910"/>
          </a:xfrm>
          <a:prstGeom xmlns:a="http://schemas.openxmlformats.org/drawingml/2006/main" prst="rect">
            <a:avLst/>
          </a:prstGeom>
        </p:spPr>
      </p:pic>
      <p:pic>
        <p:nvPicPr>
          <p:cNvPr id="19" name="phase-chain-start" descr="\theta_i(t)=2\pi\int_0^t f_i(\tau)\,d\tau">
            <a:extLst xmlns:a="http://schemas.openxmlformats.org/drawingml/2006/main">
              <a:ext uri="{FF2B5EF4-FFF2-40B4-BE49-F238E27FC236}">
                <a16:creationId xmlns:a16="http://schemas.microsoft.com/office/drawing/2014/main" id="{D45D9033-8758-4869-978E-5E7D584C5E74}"/>
              </a:ext>
            </a:extLst>
          </p:cNvPr>
          <p:cNvPicPr>
            <a:picLocks xmlns:a="http://schemas.openxmlformats.org/drawingml/2006/main" noChangeAspect="1"/>
          </p:cNvPicPr>
          <p:nvPr/>
        </p:nvPicPr>
        <p:blipFill>
          <a:blip xmlns:r="http://schemas.openxmlformats.org/officeDocument/2006/relationships" xmlns:a="http://schemas.openxmlformats.org/drawingml/2006/main" r:embed="R9be17a132e334244">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181100" y="6121007"/>
            <a:ext cx="2381250" cy="321469"/>
          </a:xfrm>
          <a:prstGeom xmlns:a="http://schemas.openxmlformats.org/drawingml/2006/main" prst="rect">
            <a:avLst/>
          </a:prstGeom>
        </p:spPr>
      </p:pic>
      <p:pic>
        <p:nvPicPr>
          <p:cNvPr id="20" name="phase-chain-substitute" descr="\theta_i(t)=2\pi\int_0^t f_i(\tau)\,d\tau=2\pi\int_0^t[f_c+k_fm(\tau)]\,d\tau">
            <a:extLst xmlns:a="http://schemas.openxmlformats.org/drawingml/2006/main">
              <a:ext uri="{FF2B5EF4-FFF2-40B4-BE49-F238E27FC236}">
                <a16:creationId xmlns:a16="http://schemas.microsoft.com/office/drawing/2014/main" id="{8F4CC080-6FD2-4824-9CCC-64B26904A947}"/>
              </a:ext>
            </a:extLst>
          </p:cNvPr>
          <p:cNvPicPr>
            <a:picLocks xmlns:a="http://schemas.openxmlformats.org/drawingml/2006/main" noChangeAspect="1"/>
          </p:cNvPicPr>
          <p:nvPr/>
        </p:nvPicPr>
        <p:blipFill>
          <a:blip xmlns:r="http://schemas.openxmlformats.org/officeDocument/2006/relationships" xmlns:a="http://schemas.openxmlformats.org/drawingml/2006/main" r:embed="R959dff1958ff4260">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181100" y="6120741"/>
            <a:ext cx="5167313" cy="321469"/>
          </a:xfrm>
          <a:prstGeom xmlns:a="http://schemas.openxmlformats.org/drawingml/2006/main" prst="rect">
            <a:avLst/>
          </a:prstGeom>
        </p:spPr>
      </p:pic>
      <p:pic>
        <p:nvPicPr>
          <p:cNvPr id="21" name="phase-chain-short" descr="\theta_i(t)=2\pi\int_0^t[f_c+k_fm(\tau)]\,d\tau">
            <a:extLst xmlns:a="http://schemas.openxmlformats.org/drawingml/2006/main">
              <a:ext uri="{FF2B5EF4-FFF2-40B4-BE49-F238E27FC236}">
                <a16:creationId xmlns:a16="http://schemas.microsoft.com/office/drawing/2014/main" id="{127B775B-959F-49A7-916F-45D8D661E429}"/>
              </a:ext>
            </a:extLst>
          </p:cNvPr>
          <p:cNvPicPr>
            <a:picLocks xmlns:a="http://schemas.openxmlformats.org/drawingml/2006/main" noChangeAspect="1"/>
          </p:cNvPicPr>
          <p:nvPr/>
        </p:nvPicPr>
        <p:blipFill>
          <a:blip xmlns:r="http://schemas.openxmlformats.org/officeDocument/2006/relationships" xmlns:a="http://schemas.openxmlformats.org/drawingml/2006/main" r:embed="Rf4d514be73a64c82">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181100" y="6120259"/>
            <a:ext cx="3333750" cy="322957"/>
          </a:xfrm>
          <a:prstGeom xmlns:a="http://schemas.openxmlformats.org/drawingml/2006/main" prst="rect">
            <a:avLst/>
          </a:prstGeom>
        </p:spPr>
      </p:pic>
      <p:pic>
        <p:nvPicPr>
          <p:cNvPr id="22" name="phase-chain-evaluate" descr="\theta_i(t)=2\pi\int_0^t[f_c+k_fm(\tau)]\,d\tau=2\pi f_ct+2\pi k_f\int_0^t m(\tau)\,d\tau">
            <a:extLst xmlns:a="http://schemas.openxmlformats.org/drawingml/2006/main">
              <a:ext uri="{FF2B5EF4-FFF2-40B4-BE49-F238E27FC236}">
                <a16:creationId xmlns:a16="http://schemas.microsoft.com/office/drawing/2014/main" id="{0ACFF653-C49C-4CDD-BBC2-500E50392544}"/>
              </a:ext>
            </a:extLst>
          </p:cNvPr>
          <p:cNvPicPr>
            <a:picLocks xmlns:a="http://schemas.openxmlformats.org/drawingml/2006/main" noChangeAspect="1"/>
          </p:cNvPicPr>
          <p:nvPr/>
        </p:nvPicPr>
        <p:blipFill>
          <a:blip xmlns:r="http://schemas.openxmlformats.org/officeDocument/2006/relationships" xmlns:a="http://schemas.openxmlformats.org/drawingml/2006/main" r:embed="R97455c44619544eb">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1181100" y="6120683"/>
            <a:ext cx="6405563" cy="321469"/>
          </a:xfrm>
          <a:prstGeom xmlns:a="http://schemas.openxmlformats.org/drawingml/2006/main" prst="rect">
            <a:avLst/>
          </a:prstGeom>
        </p:spPr>
      </p:pic>
      <p:pic>
        <p:nvPicPr>
          <p:cNvPr id="23" name="phase-chain-result" descr="\theta_i(t)=2\pi f_ct+2\pi k_f\int_0^t m(\tau)\,d\tau">
            <a:extLst xmlns:a="http://schemas.openxmlformats.org/drawingml/2006/main">
              <a:ext uri="{FF2B5EF4-FFF2-40B4-BE49-F238E27FC236}">
                <a16:creationId xmlns:a16="http://schemas.microsoft.com/office/drawing/2014/main" id="{BF96353F-0AE7-45A0-8D8C-B7BA509C0D0E}"/>
              </a:ext>
            </a:extLst>
          </p:cNvPr>
          <p:cNvPicPr>
            <a:picLocks xmlns:a="http://schemas.openxmlformats.org/drawingml/2006/main" noChangeAspect="1"/>
          </p:cNvPicPr>
          <p:nvPr/>
        </p:nvPicPr>
        <p:blipFill>
          <a:blip xmlns:r="http://schemas.openxmlformats.org/officeDocument/2006/relationships" xmlns:a="http://schemas.openxmlformats.org/drawingml/2006/main" r:embed="R83e8a6bd52534de8">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181100" y="6120814"/>
            <a:ext cx="3619500" cy="321469"/>
          </a:xfrm>
          <a:prstGeom xmlns:a="http://schemas.openxmlformats.org/drawingml/2006/main" prst="rect">
            <a:avLst/>
          </a:prstGeom>
        </p:spPr>
      </p:pic>
      <p:pic>
        <p:nvPicPr>
          <p:cNvPr id="24" name="signal-main" descr="s(t)=A_c\cos[2\pi f_ct+2\pi k_f\int_0^t m(\tau)\,d\tau]">
            <a:extLst xmlns:a="http://schemas.openxmlformats.org/drawingml/2006/main">
              <a:ext uri="{FF2B5EF4-FFF2-40B4-BE49-F238E27FC236}">
                <a16:creationId xmlns:a16="http://schemas.microsoft.com/office/drawing/2014/main" id="{F02E975F-B203-4174-974F-9BA05729F3A3}"/>
              </a:ext>
            </a:extLst>
          </p:cNvPr>
          <p:cNvPicPr>
            <a:picLocks xmlns:a="http://schemas.openxmlformats.org/drawingml/2006/main" noChangeAspect="1"/>
          </p:cNvPicPr>
          <p:nvPr/>
        </p:nvPicPr>
        <p:blipFill>
          <a:blip xmlns:r="http://schemas.openxmlformats.org/officeDocument/2006/relationships" xmlns:a="http://schemas.openxmlformats.org/drawingml/2006/main" r:embed="R6383f0a87c6344eb">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09600" y="5122307"/>
            <a:ext cx="4732020" cy="347186"/>
          </a:xfrm>
          <a:prstGeom xmlns:a="http://schemas.openxmlformats.org/drawingml/2006/main" prst="rect">
            <a:avLst/>
          </a:prstGeom>
        </p:spPr>
      </p:pic>
      <p:pic>
        <p:nvPicPr>
          <p:cNvPr id="25" name="fixed-signal-abstract" descr="s(t)=A_c\cos\theta_i(t)">
            <a:extLst xmlns:a="http://schemas.openxmlformats.org/drawingml/2006/main">
              <a:ext uri="{FF2B5EF4-FFF2-40B4-BE49-F238E27FC236}">
                <a16:creationId xmlns:a16="http://schemas.microsoft.com/office/drawing/2014/main" id="{C556BA9C-5BEA-483D-A734-2917BEA39138}"/>
              </a:ext>
            </a:extLst>
          </p:cNvPr>
          <p:cNvPicPr>
            <a:picLocks xmlns:a="http://schemas.openxmlformats.org/drawingml/2006/main" noChangeAspect="1"/>
          </p:cNvPicPr>
          <p:nvPr/>
        </p:nvPicPr>
        <p:blipFill>
          <a:blip xmlns:r="http://schemas.openxmlformats.org/officeDocument/2006/relationships" xmlns:a="http://schemas.openxmlformats.org/drawingml/2006/main" r:embed="R8ac88464b6c74643">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09600" y="5187743"/>
            <a:ext cx="2263140" cy="255568"/>
          </a:xfrm>
          <a:prstGeom xmlns:a="http://schemas.openxmlformats.org/drawingml/2006/main" prst="rect">
            <a:avLst/>
          </a:prstGeom>
        </p:spPr>
      </p:pic>
      <p:pic>
        <p:nvPicPr>
          <p:cNvPr id="26" name="fixed-phase-chain-start" descr="\theta_i(t)=2\pi\int_0^t f_i(\tau)\,d\tau">
            <a:extLst xmlns:a="http://schemas.openxmlformats.org/drawingml/2006/main">
              <a:ext uri="{FF2B5EF4-FFF2-40B4-BE49-F238E27FC236}">
                <a16:creationId xmlns:a16="http://schemas.microsoft.com/office/drawing/2014/main" id="{0379EA80-C15E-45F3-B62D-88D3B39C6179}"/>
              </a:ext>
            </a:extLst>
          </p:cNvPr>
          <p:cNvPicPr>
            <a:picLocks xmlns:a="http://schemas.openxmlformats.org/drawingml/2006/main" noChangeAspect="1"/>
          </p:cNvPicPr>
          <p:nvPr/>
        </p:nvPicPr>
        <p:blipFill>
          <a:blip xmlns:r="http://schemas.openxmlformats.org/officeDocument/2006/relationships" xmlns:a="http://schemas.openxmlformats.org/drawingml/2006/main" r:embed="R3230f59698d045fb">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1181100" y="6121007"/>
            <a:ext cx="2381250" cy="321469"/>
          </a:xfrm>
          <a:prstGeom xmlns:a="http://schemas.openxmlformats.org/drawingml/2006/main" prst="rect">
            <a:avLst/>
          </a:prstGeom>
        </p:spPr>
      </p:pic>
      <p:pic>
        <p:nvPicPr>
          <p:cNvPr id="27" name="phase-chain-substitute-stable" descr="\theta_i(t)=2\pi\int_0^t f_i(\tau)\,d\tau=2\pi\int_0^t[f_c+k_fm(\tau)]\,d\tau">
            <a:extLst xmlns:a="http://schemas.openxmlformats.org/drawingml/2006/main">
              <a:ext uri="{FF2B5EF4-FFF2-40B4-BE49-F238E27FC236}">
                <a16:creationId xmlns:a16="http://schemas.microsoft.com/office/drawing/2014/main" id="{4AA3CE31-8603-4874-9045-C00CD90347D5}"/>
              </a:ext>
            </a:extLst>
          </p:cNvPr>
          <p:cNvPicPr>
            <a:picLocks xmlns:a="http://schemas.openxmlformats.org/drawingml/2006/main" noChangeAspect="1"/>
          </p:cNvPicPr>
          <p:nvPr/>
        </p:nvPicPr>
        <p:blipFill>
          <a:blip xmlns:r="http://schemas.openxmlformats.org/officeDocument/2006/relationships" xmlns:a="http://schemas.openxmlformats.org/drawingml/2006/main" r:embed="R782b4b85f5414c12">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1181100" y="6120741"/>
            <a:ext cx="5167313" cy="321469"/>
          </a:xfrm>
          <a:prstGeom xmlns:a="http://schemas.openxmlformats.org/drawingml/2006/main" prst="rect">
            <a:avLst/>
          </a:prstGeom>
        </p:spPr>
      </p:pic>
      <p:pic>
        <p:nvPicPr>
          <p:cNvPr id="28" name="phase-chain-short-moving0" descr="\theta_i(t)=2\pi\int_0^t[f_c+k_fm(\tau)]\,d\tau">
            <a:extLst xmlns:a="http://schemas.openxmlformats.org/drawingml/2006/main">
              <a:ext uri="{FF2B5EF4-FFF2-40B4-BE49-F238E27FC236}">
                <a16:creationId xmlns:a16="http://schemas.microsoft.com/office/drawing/2014/main" id="{98021406-E735-453E-A2F5-5B803EB93B9F}"/>
              </a:ext>
            </a:extLst>
          </p:cNvPr>
          <p:cNvPicPr>
            <a:picLocks xmlns:a="http://schemas.openxmlformats.org/drawingml/2006/main" noChangeAspect="1"/>
          </p:cNvPicPr>
          <p:nvPr/>
        </p:nvPicPr>
        <p:blipFill>
          <a:blip xmlns:r="http://schemas.openxmlformats.org/officeDocument/2006/relationships" xmlns:a="http://schemas.openxmlformats.org/drawingml/2006/main" r:embed="R712502841cab469e">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1181100" y="6120259"/>
            <a:ext cx="3333750" cy="322957"/>
          </a:xfrm>
          <a:prstGeom xmlns:a="http://schemas.openxmlformats.org/drawingml/2006/main" prst="rect">
            <a:avLst/>
          </a:prstGeom>
        </p:spPr>
      </p:pic>
      <p:pic>
        <p:nvPicPr>
          <p:cNvPr id="29" name="phase-chain-evaluate-stable" descr="\theta_i(t)=2\pi\int_0^t[f_c+k_fm(\tau)]\,d\tau=2\pi f_ct+2\pi k_f\int_0^t m(\tau)\,d\tau">
            <a:extLst xmlns:a="http://schemas.openxmlformats.org/drawingml/2006/main">
              <a:ext uri="{FF2B5EF4-FFF2-40B4-BE49-F238E27FC236}">
                <a16:creationId xmlns:a16="http://schemas.microsoft.com/office/drawing/2014/main" id="{9898C9AA-21A8-47D4-8FE8-9B04F0868AE8}"/>
              </a:ext>
            </a:extLst>
          </p:cNvPr>
          <p:cNvPicPr>
            <a:picLocks xmlns:a="http://schemas.openxmlformats.org/drawingml/2006/main" noChangeAspect="1"/>
          </p:cNvPicPr>
          <p:nvPr/>
        </p:nvPicPr>
        <p:blipFill>
          <a:blip xmlns:r="http://schemas.openxmlformats.org/officeDocument/2006/relationships" xmlns:a="http://schemas.openxmlformats.org/drawingml/2006/main" r:embed="R28d5621499c54c77">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1181100" y="6120683"/>
            <a:ext cx="6405563" cy="321469"/>
          </a:xfrm>
          <a:prstGeom xmlns:a="http://schemas.openxmlformats.org/drawingml/2006/main" prst="rect">
            <a:avLst/>
          </a:prstGeom>
        </p:spPr>
      </p:pic>
      <p:pic>
        <p:nvPicPr>
          <p:cNvPr id="30" name="phase-chain-result-moving0" descr="\theta_i(t)=2\pi f_ct+2\pi k_f\int_0^t m(\tau)\,d\tau">
            <a:extLst xmlns:a="http://schemas.openxmlformats.org/drawingml/2006/main">
              <a:ext uri="{FF2B5EF4-FFF2-40B4-BE49-F238E27FC236}">
                <a16:creationId xmlns:a16="http://schemas.microsoft.com/office/drawing/2014/main" id="{B2E4194E-1325-4434-8BA2-E0CE0DF2AD36}"/>
              </a:ext>
            </a:extLst>
          </p:cNvPr>
          <p:cNvPicPr>
            <a:picLocks xmlns:a="http://schemas.openxmlformats.org/drawingml/2006/main" noChangeAspect="1"/>
          </p:cNvPicPr>
          <p:nvPr/>
        </p:nvPicPr>
        <p:blipFill>
          <a:blip xmlns:r="http://schemas.openxmlformats.org/officeDocument/2006/relationships" xmlns:a="http://schemas.openxmlformats.org/drawingml/2006/main" r:embed="R4564af4894fc431f">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1181100" y="6120814"/>
            <a:ext cx="3619500" cy="321469"/>
          </a:xfrm>
          <a:prstGeom xmlns:a="http://schemas.openxmlformats.org/drawingml/2006/main" prst="rect">
            <a:avLst/>
          </a:prstGeom>
        </p:spPr>
      </p:pic>
    </p:spTree>
    <p:extLst>
      <p:ext uri="{BB962C8B-B14F-4D97-AF65-F5344CB8AC3E}">
        <p14:creationId xmlns:p14="http://schemas.microsoft.com/office/powerpoint/2010/main" val="42697341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79" fill="hold" restart="never" repeatCount="1000">
                      <p:stCondLst>
                        <p:cond delay="indefinite"/>
                      </p:stCondLst>
                      <p:childTnLst>
                        <p:par>
                          <p:cTn id="80" fill="hold" dur="5600">
                            <p:stCondLst>
                              <p:cond delay="0"/>
                            </p:stCondLst>
                            <p:childTnLst>
                              <p:par>
                                <p:cTn id="81" presetID="1" presetClass="entr" presetSubtype="0" fill="hold" nodeType="clickEffect" restart="never">
                                  <p:stCondLst>
                                    <p:cond delay="900"/>
                                  </p:stCondLst>
                                  <p:childTnLst>
                                    <p:set>
                                      <p:cBhvr>
                                        <p:cTn id="82" dur="1" fill="hold">
                                          <p:stCondLst>
                                            <p:cond delay="0"/>
                                          </p:stCondLst>
                                        </p:cTn>
                                        <p:tgtEl>
                                          <p:spTgt spid="32"/>
                                        </p:tgtEl>
                                        <p:attrNameLst>
                                          <p:attrName>style.visibility</p:attrName>
                                        </p:attrNameLst>
                                      </p:cBhvr>
                                      <p:to>
                                        <p:strVal val="visible"/>
                                      </p:to>
                                    </p:set>
                                  </p:childTnLst>
                                </p:cTn>
                              </p:par>
                              <p:par>
                                <p:cTn id="83" presetID="1" presetClass="entr" presetSubtype="0" fill="hold" nodeType="withEffect" restart="never">
                                  <p:stCondLst>
                                    <p:cond delay="1060"/>
                                  </p:stCondLst>
                                  <p:childTnLst>
                                    <p:set>
                                      <p:cBhvr>
                                        <p:cTn id="84" dur="1" fill="hold">
                                          <p:stCondLst>
                                            <p:cond delay="0"/>
                                          </p:stCondLst>
                                        </p:cTn>
                                        <p:tgtEl>
                                          <p:spTgt spid="33"/>
                                        </p:tgtEl>
                                        <p:attrNameLst>
                                          <p:attrName>style.visibility</p:attrName>
                                        </p:attrNameLst>
                                      </p:cBhvr>
                                      <p:to>
                                        <p:strVal val="visible"/>
                                      </p:to>
                                    </p:set>
                                  </p:childTnLst>
                                </p:cTn>
                              </p:par>
                              <p:par>
                                <p:cTn id="85" presetID="1" presetClass="entr" presetSubtype="0" fill="hold" nodeType="withEffect" restart="never">
                                  <p:stCondLst>
                                    <p:cond delay="1220"/>
                                  </p:stCondLst>
                                  <p:childTnLst>
                                    <p:set>
                                      <p:cBhvr>
                                        <p:cTn id="86" dur="1" fill="hold">
                                          <p:stCondLst>
                                            <p:cond delay="0"/>
                                          </p:stCondLst>
                                        </p:cTn>
                                        <p:tgtEl>
                                          <p:spTgt spid="34"/>
                                        </p:tgtEl>
                                        <p:attrNameLst>
                                          <p:attrName>style.visibility</p:attrName>
                                        </p:attrNameLst>
                                      </p:cBhvr>
                                      <p:to>
                                        <p:strVal val="visible"/>
                                      </p:to>
                                    </p:set>
                                  </p:childTnLst>
                                </p:cTn>
                              </p:par>
                              <p:par>
                                <p:cTn id="87" presetID="1" presetClass="entr" presetSubtype="0" fill="hold" nodeType="withEffect" restart="never">
                                  <p:stCondLst>
                                    <p:cond delay="1380"/>
                                  </p:stCondLst>
                                  <p:childTnLst>
                                    <p:set>
                                      <p:cBhvr>
                                        <p:cTn id="88" dur="1" fill="hold">
                                          <p:stCondLst>
                                            <p:cond delay="0"/>
                                          </p:stCondLst>
                                        </p:cTn>
                                        <p:tgtEl>
                                          <p:spTgt spid="35"/>
                                        </p:tgtEl>
                                        <p:attrNameLst>
                                          <p:attrName>style.visibility</p:attrName>
                                        </p:attrNameLst>
                                      </p:cBhvr>
                                      <p:to>
                                        <p:strVal val="visible"/>
                                      </p:to>
                                    </p:set>
                                  </p:childTnLst>
                                </p:cTn>
                              </p:par>
                              <p:par>
                                <p:cTn id="89" presetID="1" presetClass="entr" presetSubtype="0" fill="hold" nodeType="withEffect" restart="never">
                                  <p:stCondLst>
                                    <p:cond delay="1540"/>
                                  </p:stCondLst>
                                  <p:childTnLst>
                                    <p:set>
                                      <p:cBhvr>
                                        <p:cTn id="90" dur="1" fill="hold">
                                          <p:stCondLst>
                                            <p:cond delay="0"/>
                                          </p:stCondLst>
                                        </p:cTn>
                                        <p:tgtEl>
                                          <p:spTgt spid="36"/>
                                        </p:tgtEl>
                                        <p:attrNameLst>
                                          <p:attrName>style.visibility</p:attrName>
                                        </p:attrNameLst>
                                      </p:cBhvr>
                                      <p:to>
                                        <p:strVal val="visible"/>
                                      </p:to>
                                    </p:set>
                                  </p:childTnLst>
                                </p:cTn>
                              </p:par>
                              <p:par>
                                <p:cTn id="91" presetID="1" presetClass="entr" presetSubtype="0" fill="hold" nodeType="withEffect" restart="never">
                                  <p:stCondLst>
                                    <p:cond delay="1700"/>
                                  </p:stCondLst>
                                  <p:childTnLst>
                                    <p:set>
                                      <p:cBhvr>
                                        <p:cTn id="92" dur="1" fill="hold">
                                          <p:stCondLst>
                                            <p:cond delay="0"/>
                                          </p:stCondLst>
                                        </p:cTn>
                                        <p:tgtEl>
                                          <p:spTgt spid="37"/>
                                        </p:tgtEl>
                                        <p:attrNameLst>
                                          <p:attrName>style.visibility</p:attrName>
                                        </p:attrNameLst>
                                      </p:cBhvr>
                                      <p:to>
                                        <p:strVal val="visible"/>
                                      </p:to>
                                    </p:set>
                                  </p:childTnLst>
                                </p:cTn>
                              </p:par>
                              <p:par>
                                <p:cTn id="93" presetID="1" presetClass="entr" presetSubtype="0" fill="hold" nodeType="withEffect" restart="never">
                                  <p:stCondLst>
                                    <p:cond delay="1860"/>
                                  </p:stCondLst>
                                  <p:childTnLst>
                                    <p:set>
                                      <p:cBhvr>
                                        <p:cTn id="94" dur="1" fill="hold">
                                          <p:stCondLst>
                                            <p:cond delay="0"/>
                                          </p:stCondLst>
                                        </p:cTn>
                                        <p:tgtEl>
                                          <p:spTgt spid="38"/>
                                        </p:tgtEl>
                                        <p:attrNameLst>
                                          <p:attrName>style.visibility</p:attrName>
                                        </p:attrNameLst>
                                      </p:cBhvr>
                                      <p:to>
                                        <p:strVal val="visible"/>
                                      </p:to>
                                    </p:set>
                                  </p:childTnLst>
                                </p:cTn>
                              </p:par>
                              <p:par>
                                <p:cTn id="95" presetID="1" presetClass="entr" presetSubtype="0" fill="hold" nodeType="withEffect" restart="never">
                                  <p:stCondLst>
                                    <p:cond delay="2020"/>
                                  </p:stCondLst>
                                  <p:childTnLst>
                                    <p:set>
                                      <p:cBhvr>
                                        <p:cTn id="96" dur="1" fill="hold">
                                          <p:stCondLst>
                                            <p:cond delay="0"/>
                                          </p:stCondLst>
                                        </p:cTn>
                                        <p:tgtEl>
                                          <p:spTgt spid="39"/>
                                        </p:tgtEl>
                                        <p:attrNameLst>
                                          <p:attrName>style.visibility</p:attrName>
                                        </p:attrNameLst>
                                      </p:cBhvr>
                                      <p:to>
                                        <p:strVal val="visible"/>
                                      </p:to>
                                    </p:set>
                                  </p:childTnLst>
                                </p:cTn>
                              </p:par>
                              <p:par>
                                <p:cTn id="97" presetID="1" presetClass="entr" presetSubtype="0" fill="hold" nodeType="withEffect" restart="never">
                                  <p:stCondLst>
                                    <p:cond delay="2180"/>
                                  </p:stCondLst>
                                  <p:childTnLst>
                                    <p:set>
                                      <p:cBhvr>
                                        <p:cTn id="98" dur="1" fill="hold">
                                          <p:stCondLst>
                                            <p:cond delay="0"/>
                                          </p:stCondLst>
                                        </p:cTn>
                                        <p:tgtEl>
                                          <p:spTgt spid="40"/>
                                        </p:tgtEl>
                                        <p:attrNameLst>
                                          <p:attrName>style.visibility</p:attrName>
                                        </p:attrNameLst>
                                      </p:cBhvr>
                                      <p:to>
                                        <p:strVal val="visible"/>
                                      </p:to>
                                    </p:set>
                                  </p:childTnLst>
                                </p:cTn>
                              </p:par>
                              <p:par>
                                <p:cTn id="99" presetID="1" presetClass="entr" presetSubtype="0" fill="hold" nodeType="withEffect" restart="never">
                                  <p:stCondLst>
                                    <p:cond delay="2340"/>
                                  </p:stCondLst>
                                  <p:childTnLst>
                                    <p:set>
                                      <p:cBhvr>
                                        <p:cTn id="100" dur="1" fill="hold">
                                          <p:stCondLst>
                                            <p:cond delay="0"/>
                                          </p:stCondLst>
                                        </p:cTn>
                                        <p:tgtEl>
                                          <p:spTgt spid="41"/>
                                        </p:tgtEl>
                                        <p:attrNameLst>
                                          <p:attrName>style.visibility</p:attrName>
                                        </p:attrNameLst>
                                      </p:cBhvr>
                                      <p:to>
                                        <p:strVal val="visible"/>
                                      </p:to>
                                    </p:set>
                                  </p:childTnLst>
                                </p:cTn>
                              </p:par>
                              <p:par>
                                <p:cTn id="101" presetID="1" presetClass="entr" presetSubtype="0" fill="hold" nodeType="withEffect" restart="never">
                                  <p:stCondLst>
                                    <p:cond delay="2500"/>
                                  </p:stCondLst>
                                  <p:childTnLst>
                                    <p:set>
                                      <p:cBhvr>
                                        <p:cTn id="102" dur="1" fill="hold">
                                          <p:stCondLst>
                                            <p:cond delay="0"/>
                                          </p:stCondLst>
                                        </p:cTn>
                                        <p:tgtEl>
                                          <p:spTgt spid="42"/>
                                        </p:tgtEl>
                                        <p:attrNameLst>
                                          <p:attrName>style.visibility</p:attrName>
                                        </p:attrNameLst>
                                      </p:cBhvr>
                                      <p:to>
                                        <p:strVal val="visible"/>
                                      </p:to>
                                    </p:set>
                                  </p:childTnLst>
                                </p:cTn>
                              </p:par>
                              <p:par>
                                <p:cTn id="103" presetID="1" presetClass="entr" presetSubtype="0" fill="hold" nodeType="withEffect" restart="never">
                                  <p:stCondLst>
                                    <p:cond delay="2660"/>
                                  </p:stCondLst>
                                  <p:childTnLst>
                                    <p:set>
                                      <p:cBhvr>
                                        <p:cTn id="104" dur="1" fill="hold">
                                          <p:stCondLst>
                                            <p:cond delay="0"/>
                                          </p:stCondLst>
                                        </p:cTn>
                                        <p:tgtEl>
                                          <p:spTgt spid="43"/>
                                        </p:tgtEl>
                                        <p:attrNameLst>
                                          <p:attrName>style.visibility</p:attrName>
                                        </p:attrNameLst>
                                      </p:cBhvr>
                                      <p:to>
                                        <p:strVal val="visible"/>
                                      </p:to>
                                    </p:set>
                                  </p:childTnLst>
                                </p:cTn>
                              </p:par>
                              <p:par>
                                <p:cTn id="105" presetID="1" presetClass="entr" presetSubtype="0" fill="hold" nodeType="withEffect" restart="never">
                                  <p:stCondLst>
                                    <p:cond delay="2820"/>
                                  </p:stCondLst>
                                  <p:childTnLst>
                                    <p:set>
                                      <p:cBhvr>
                                        <p:cTn id="106" dur="1" fill="hold">
                                          <p:stCondLst>
                                            <p:cond delay="0"/>
                                          </p:stCondLst>
                                        </p:cTn>
                                        <p:tgtEl>
                                          <p:spTgt spid="44"/>
                                        </p:tgtEl>
                                        <p:attrNameLst>
                                          <p:attrName>style.visibility</p:attrName>
                                        </p:attrNameLst>
                                      </p:cBhvr>
                                      <p:to>
                                        <p:strVal val="visible"/>
                                      </p:to>
                                    </p:set>
                                  </p:childTnLst>
                                </p:cTn>
                              </p:par>
                              <p:par>
                                <p:cTn id="107" presetID="1" presetClass="entr" presetSubtype="0" fill="hold" nodeType="withEffect" restart="never">
                                  <p:stCondLst>
                                    <p:cond delay="2980"/>
                                  </p:stCondLst>
                                  <p:childTnLst>
                                    <p:set>
                                      <p:cBhvr>
                                        <p:cTn id="108" dur="1" fill="hold">
                                          <p:stCondLst>
                                            <p:cond delay="0"/>
                                          </p:stCondLst>
                                        </p:cTn>
                                        <p:tgtEl>
                                          <p:spTgt spid="45"/>
                                        </p:tgtEl>
                                        <p:attrNameLst>
                                          <p:attrName>style.visibility</p:attrName>
                                        </p:attrNameLst>
                                      </p:cBhvr>
                                      <p:to>
                                        <p:strVal val="visible"/>
                                      </p:to>
                                    </p:set>
                                  </p:childTnLst>
                                </p:cTn>
                              </p:par>
                              <p:par>
                                <p:cTn id="109" presetID="1" presetClass="entr" presetSubtype="0" fill="hold" nodeType="withEffect" restart="never">
                                  <p:stCondLst>
                                    <p:cond delay="3140"/>
                                  </p:stCondLst>
                                  <p:childTnLst>
                                    <p:set>
                                      <p:cBhvr>
                                        <p:cTn id="110" dur="1" fill="hold">
                                          <p:stCondLst>
                                            <p:cond delay="0"/>
                                          </p:stCondLst>
                                        </p:cTn>
                                        <p:tgtEl>
                                          <p:spTgt spid="46"/>
                                        </p:tgtEl>
                                        <p:attrNameLst>
                                          <p:attrName>style.visibility</p:attrName>
                                        </p:attrNameLst>
                                      </p:cBhvr>
                                      <p:to>
                                        <p:strVal val="visible"/>
                                      </p:to>
                                    </p:set>
                                  </p:childTnLst>
                                </p:cTn>
                              </p:par>
                              <p:par>
                                <p:cTn id="111" presetID="1" presetClass="entr" presetSubtype="0" fill="hold" nodeType="withEffect" restart="never">
                                  <p:stCondLst>
                                    <p:cond delay="3300"/>
                                  </p:stCondLst>
                                  <p:childTnLst>
                                    <p:set>
                                      <p:cBhvr>
                                        <p:cTn id="112" dur="1" fill="hold">
                                          <p:stCondLst>
                                            <p:cond delay="0"/>
                                          </p:stCondLst>
                                        </p:cTn>
                                        <p:tgtEl>
                                          <p:spTgt spid="47"/>
                                        </p:tgtEl>
                                        <p:attrNameLst>
                                          <p:attrName>style.visibility</p:attrName>
                                        </p:attrNameLst>
                                      </p:cBhvr>
                                      <p:to>
                                        <p:strVal val="visible"/>
                                      </p:to>
                                    </p:set>
                                  </p:childTnLst>
                                </p:cTn>
                              </p:par>
                              <p:par>
                                <p:cTn id="113" presetID="1" presetClass="entr" presetSubtype="0" fill="hold" nodeType="withEffect" restart="never">
                                  <p:stCondLst>
                                    <p:cond delay="3460"/>
                                  </p:stCondLst>
                                  <p:childTnLst>
                                    <p:set>
                                      <p:cBhvr>
                                        <p:cTn id="114" dur="1" fill="hold">
                                          <p:stCondLst>
                                            <p:cond delay="0"/>
                                          </p:stCondLst>
                                        </p:cTn>
                                        <p:tgtEl>
                                          <p:spTgt spid="48"/>
                                        </p:tgtEl>
                                        <p:attrNameLst>
                                          <p:attrName>style.visibility</p:attrName>
                                        </p:attrNameLst>
                                      </p:cBhvr>
                                      <p:to>
                                        <p:strVal val="visible"/>
                                      </p:to>
                                    </p:set>
                                  </p:childTnLst>
                                </p:cTn>
                              </p:par>
                              <p:par>
                                <p:cTn id="115" presetID="1" presetClass="entr" presetSubtype="0" fill="hold" nodeType="withEffect" restart="never">
                                  <p:stCondLst>
                                    <p:cond delay="3620"/>
                                  </p:stCondLst>
                                  <p:childTnLst>
                                    <p:set>
                                      <p:cBhvr>
                                        <p:cTn id="116" dur="1" fill="hold">
                                          <p:stCondLst>
                                            <p:cond delay="0"/>
                                          </p:stCondLst>
                                        </p:cTn>
                                        <p:tgtEl>
                                          <p:spTgt spid="49"/>
                                        </p:tgtEl>
                                        <p:attrNameLst>
                                          <p:attrName>style.visibility</p:attrName>
                                        </p:attrNameLst>
                                      </p:cBhvr>
                                      <p:to>
                                        <p:strVal val="visible"/>
                                      </p:to>
                                    </p:set>
                                  </p:childTnLst>
                                </p:cTn>
                              </p:par>
                              <p:par>
                                <p:cTn id="117" presetID="1" presetClass="entr" presetSubtype="0" fill="hold" nodeType="withEffect" restart="never">
                                  <p:stCondLst>
                                    <p:cond delay="3780"/>
                                  </p:stCondLst>
                                  <p:childTnLst>
                                    <p:set>
                                      <p:cBhvr>
                                        <p:cTn id="118" dur="1" fill="hold">
                                          <p:stCondLst>
                                            <p:cond delay="0"/>
                                          </p:stCondLst>
                                        </p:cTn>
                                        <p:tgtEl>
                                          <p:spTgt spid="50"/>
                                        </p:tgtEl>
                                        <p:attrNameLst>
                                          <p:attrName>style.visibility</p:attrName>
                                        </p:attrNameLst>
                                      </p:cBhvr>
                                      <p:to>
                                        <p:strVal val="visible"/>
                                      </p:to>
                                    </p:set>
                                  </p:childTnLst>
                                </p:cTn>
                              </p:par>
                              <p:par>
                                <p:cTn id="119" presetID="1" presetClass="entr" presetSubtype="0" fill="hold" nodeType="withEffect" restart="never">
                                  <p:stCondLst>
                                    <p:cond delay="3940"/>
                                  </p:stCondLst>
                                  <p:childTnLst>
                                    <p:set>
                                      <p:cBhvr>
                                        <p:cTn id="120" dur="1" fill="hold">
                                          <p:stCondLst>
                                            <p:cond delay="0"/>
                                          </p:stCondLst>
                                        </p:cTn>
                                        <p:tgtEl>
                                          <p:spTgt spid="51"/>
                                        </p:tgtEl>
                                        <p:attrNameLst>
                                          <p:attrName>style.visibility</p:attrName>
                                        </p:attrNameLst>
                                      </p:cBhvr>
                                      <p:to>
                                        <p:strVal val="visible"/>
                                      </p:to>
                                    </p:set>
                                  </p:childTnLst>
                                </p:cTn>
                              </p:par>
                              <p:par>
                                <p:cTn id="121" presetID="1" presetClass="entr" presetSubtype="0" fill="hold" nodeType="withEffect" restart="never">
                                  <p:stCondLst>
                                    <p:cond delay="4100"/>
                                  </p:stCondLst>
                                  <p:childTnLst>
                                    <p:set>
                                      <p:cBhvr>
                                        <p:cTn id="122" dur="1" fill="hold">
                                          <p:stCondLst>
                                            <p:cond delay="0"/>
                                          </p:stCondLst>
                                        </p:cTn>
                                        <p:tgtEl>
                                          <p:spTgt spid="52"/>
                                        </p:tgtEl>
                                        <p:attrNameLst>
                                          <p:attrName>style.visibility</p:attrName>
                                        </p:attrNameLst>
                                      </p:cBhvr>
                                      <p:to>
                                        <p:strVal val="visible"/>
                                      </p:to>
                                    </p:set>
                                  </p:childTnLst>
                                </p:cTn>
                              </p:par>
                            </p:childTnLst>
                          </p:cTn>
                        </p:par>
                      </p:childTnLst>
                    </p:cTn>
                  </p:par>
                  <p:par>
                    <p:cTn id="123" fill="hold" restart="never" repeatCount="1000">
                      <p:stCondLst>
                        <p:cond delay="indefinite"/>
                      </p:stCondLst>
                      <p:childTnLst>
                        <p:par>
                          <p:cTn id="124" fill="hold" dur="6720">
                            <p:stCondLst>
                              <p:cond delay="0"/>
                            </p:stCondLst>
                            <p:childTnLst>
                              <p:par>
                                <p:cTn id="125" presetID="1" presetClass="entr" presetSubtype="0" fill="hold" nodeType="clickEffect" restart="never">
                                  <p:stCondLst>
                                    <p:cond delay="0"/>
                                  </p:stCondLst>
                                  <p:childTnLst>
                                    <p:set>
                                      <p:cBhvr>
                                        <p:cTn id="126" dur="1" fill="hold">
                                          <p:stCondLst>
                                            <p:cond delay="0"/>
                                          </p:stCondLst>
                                        </p:cTn>
                                        <p:tgtEl>
                                          <p:spTgt spid="11"/>
                                        </p:tgtEl>
                                        <p:attrNameLst>
                                          <p:attrName>style.visibility</p:attrName>
                                        </p:attrNameLst>
                                      </p:cBhvr>
                                      <p:to>
                                        <p:strVal val="visible"/>
                                      </p:to>
                                    </p:set>
                                  </p:childTnLst>
                                </p:cTn>
                              </p:par>
                              <p:par>
                                <p:cTn id="127" presetID="1" presetClass="entr" presetSubtype="0" fill="hold" nodeType="withEffect" restart="never">
                                  <p:stCondLst>
                                    <p:cond delay="900"/>
                                  </p:stCondLst>
                                  <p:childTnLst>
                                    <p:set>
                                      <p:cBhvr>
                                        <p:cTn id="128" dur="1" fill="hold">
                                          <p:stCondLst>
                                            <p:cond delay="0"/>
                                          </p:stCondLst>
                                        </p:cTn>
                                        <p:tgtEl>
                                          <p:spTgt spid="53"/>
                                        </p:tgtEl>
                                        <p:attrNameLst>
                                          <p:attrName>style.visibility</p:attrName>
                                        </p:attrNameLst>
                                      </p:cBhvr>
                                      <p:to>
                                        <p:strVal val="visible"/>
                                      </p:to>
                                    </p:set>
                                  </p:childTnLst>
                                </p:cTn>
                              </p:par>
                              <p:par>
                                <p:cTn id="129" presetID="1" presetClass="entr" presetSubtype="0" fill="hold" nodeType="withEffect" restart="never">
                                  <p:stCondLst>
                                    <p:cond delay="1060"/>
                                  </p:stCondLst>
                                  <p:childTnLst>
                                    <p:set>
                                      <p:cBhvr>
                                        <p:cTn id="130" dur="1" fill="hold">
                                          <p:stCondLst>
                                            <p:cond delay="0"/>
                                          </p:stCondLst>
                                        </p:cTn>
                                        <p:tgtEl>
                                          <p:spTgt spid="54"/>
                                        </p:tgtEl>
                                        <p:attrNameLst>
                                          <p:attrName>style.visibility</p:attrName>
                                        </p:attrNameLst>
                                      </p:cBhvr>
                                      <p:to>
                                        <p:strVal val="visible"/>
                                      </p:to>
                                    </p:set>
                                  </p:childTnLst>
                                </p:cTn>
                              </p:par>
                              <p:par>
                                <p:cTn id="131" presetID="1" presetClass="entr" presetSubtype="0" fill="hold" nodeType="withEffect" restart="never">
                                  <p:stCondLst>
                                    <p:cond delay="1220"/>
                                  </p:stCondLst>
                                  <p:childTnLst>
                                    <p:set>
                                      <p:cBhvr>
                                        <p:cTn id="132" dur="1" fill="hold">
                                          <p:stCondLst>
                                            <p:cond delay="0"/>
                                          </p:stCondLst>
                                        </p:cTn>
                                        <p:tgtEl>
                                          <p:spTgt spid="55"/>
                                        </p:tgtEl>
                                        <p:attrNameLst>
                                          <p:attrName>style.visibility</p:attrName>
                                        </p:attrNameLst>
                                      </p:cBhvr>
                                      <p:to>
                                        <p:strVal val="visible"/>
                                      </p:to>
                                    </p:set>
                                  </p:childTnLst>
                                </p:cTn>
                              </p:par>
                              <p:par>
                                <p:cTn id="133" presetID="1" presetClass="entr" presetSubtype="0" fill="hold" nodeType="withEffect" restart="never">
                                  <p:stCondLst>
                                    <p:cond delay="1380"/>
                                  </p:stCondLst>
                                  <p:childTnLst>
                                    <p:set>
                                      <p:cBhvr>
                                        <p:cTn id="134" dur="1" fill="hold">
                                          <p:stCondLst>
                                            <p:cond delay="0"/>
                                          </p:stCondLst>
                                        </p:cTn>
                                        <p:tgtEl>
                                          <p:spTgt spid="56"/>
                                        </p:tgtEl>
                                        <p:attrNameLst>
                                          <p:attrName>style.visibility</p:attrName>
                                        </p:attrNameLst>
                                      </p:cBhvr>
                                      <p:to>
                                        <p:strVal val="visible"/>
                                      </p:to>
                                    </p:set>
                                  </p:childTnLst>
                                </p:cTn>
                              </p:par>
                              <p:par>
                                <p:cTn id="135" presetID="1" presetClass="entr" presetSubtype="0" fill="hold" nodeType="withEffect" restart="never">
                                  <p:stCondLst>
                                    <p:cond delay="1540"/>
                                  </p:stCondLst>
                                  <p:childTnLst>
                                    <p:set>
                                      <p:cBhvr>
                                        <p:cTn id="136" dur="1" fill="hold">
                                          <p:stCondLst>
                                            <p:cond delay="0"/>
                                          </p:stCondLst>
                                        </p:cTn>
                                        <p:tgtEl>
                                          <p:spTgt spid="57"/>
                                        </p:tgtEl>
                                        <p:attrNameLst>
                                          <p:attrName>style.visibility</p:attrName>
                                        </p:attrNameLst>
                                      </p:cBhvr>
                                      <p:to>
                                        <p:strVal val="visible"/>
                                      </p:to>
                                    </p:set>
                                  </p:childTnLst>
                                </p:cTn>
                              </p:par>
                              <p:par>
                                <p:cTn id="137" presetID="1" presetClass="entr" presetSubtype="0" fill="hold" nodeType="withEffect" restart="never">
                                  <p:stCondLst>
                                    <p:cond delay="1700"/>
                                  </p:stCondLst>
                                  <p:childTnLst>
                                    <p:set>
                                      <p:cBhvr>
                                        <p:cTn id="138" dur="1" fill="hold">
                                          <p:stCondLst>
                                            <p:cond delay="0"/>
                                          </p:stCondLst>
                                        </p:cTn>
                                        <p:tgtEl>
                                          <p:spTgt spid="58"/>
                                        </p:tgtEl>
                                        <p:attrNameLst>
                                          <p:attrName>style.visibility</p:attrName>
                                        </p:attrNameLst>
                                      </p:cBhvr>
                                      <p:to>
                                        <p:strVal val="visible"/>
                                      </p:to>
                                    </p:set>
                                  </p:childTnLst>
                                </p:cTn>
                              </p:par>
                              <p:par>
                                <p:cTn id="139" presetID="1" presetClass="entr" presetSubtype="0" fill="hold" nodeType="withEffect" restart="never">
                                  <p:stCondLst>
                                    <p:cond delay="1860"/>
                                  </p:stCondLst>
                                  <p:childTnLst>
                                    <p:set>
                                      <p:cBhvr>
                                        <p:cTn id="140" dur="1" fill="hold">
                                          <p:stCondLst>
                                            <p:cond delay="0"/>
                                          </p:stCondLst>
                                        </p:cTn>
                                        <p:tgtEl>
                                          <p:spTgt spid="59"/>
                                        </p:tgtEl>
                                        <p:attrNameLst>
                                          <p:attrName>style.visibility</p:attrName>
                                        </p:attrNameLst>
                                      </p:cBhvr>
                                      <p:to>
                                        <p:strVal val="visible"/>
                                      </p:to>
                                    </p:set>
                                  </p:childTnLst>
                                </p:cTn>
                              </p:par>
                              <p:par>
                                <p:cTn id="141" presetID="1" presetClass="entr" presetSubtype="0" fill="hold" nodeType="withEffect" restart="never">
                                  <p:stCondLst>
                                    <p:cond delay="2020"/>
                                  </p:stCondLst>
                                  <p:childTnLst>
                                    <p:set>
                                      <p:cBhvr>
                                        <p:cTn id="142" dur="1" fill="hold">
                                          <p:stCondLst>
                                            <p:cond delay="0"/>
                                          </p:stCondLst>
                                        </p:cTn>
                                        <p:tgtEl>
                                          <p:spTgt spid="60"/>
                                        </p:tgtEl>
                                        <p:attrNameLst>
                                          <p:attrName>style.visibility</p:attrName>
                                        </p:attrNameLst>
                                      </p:cBhvr>
                                      <p:to>
                                        <p:strVal val="visible"/>
                                      </p:to>
                                    </p:set>
                                  </p:childTnLst>
                                </p:cTn>
                              </p:par>
                              <p:par>
                                <p:cTn id="143" presetID="1" presetClass="entr" presetSubtype="0" fill="hold" nodeType="withEffect" restart="never">
                                  <p:stCondLst>
                                    <p:cond delay="2180"/>
                                  </p:stCondLst>
                                  <p:childTnLst>
                                    <p:set>
                                      <p:cBhvr>
                                        <p:cTn id="144" dur="1" fill="hold">
                                          <p:stCondLst>
                                            <p:cond delay="0"/>
                                          </p:stCondLst>
                                        </p:cTn>
                                        <p:tgtEl>
                                          <p:spTgt spid="61"/>
                                        </p:tgtEl>
                                        <p:attrNameLst>
                                          <p:attrName>style.visibility</p:attrName>
                                        </p:attrNameLst>
                                      </p:cBhvr>
                                      <p:to>
                                        <p:strVal val="visible"/>
                                      </p:to>
                                    </p:set>
                                  </p:childTnLst>
                                </p:cTn>
                              </p:par>
                              <p:par>
                                <p:cTn id="145" presetID="1" presetClass="entr" presetSubtype="0" fill="hold" nodeType="withEffect" restart="never">
                                  <p:stCondLst>
                                    <p:cond delay="2340"/>
                                  </p:stCondLst>
                                  <p:childTnLst>
                                    <p:set>
                                      <p:cBhvr>
                                        <p:cTn id="146" dur="1" fill="hold">
                                          <p:stCondLst>
                                            <p:cond delay="0"/>
                                          </p:stCondLst>
                                        </p:cTn>
                                        <p:tgtEl>
                                          <p:spTgt spid="62"/>
                                        </p:tgtEl>
                                        <p:attrNameLst>
                                          <p:attrName>style.visibility</p:attrName>
                                        </p:attrNameLst>
                                      </p:cBhvr>
                                      <p:to>
                                        <p:strVal val="visible"/>
                                      </p:to>
                                    </p:set>
                                  </p:childTnLst>
                                </p:cTn>
                              </p:par>
                              <p:par>
                                <p:cTn id="147" presetID="1" presetClass="entr" presetSubtype="0" fill="hold" nodeType="withEffect" restart="never">
                                  <p:stCondLst>
                                    <p:cond delay="2500"/>
                                  </p:stCondLst>
                                  <p:childTnLst>
                                    <p:set>
                                      <p:cBhvr>
                                        <p:cTn id="148" dur="1" fill="hold">
                                          <p:stCondLst>
                                            <p:cond delay="0"/>
                                          </p:stCondLst>
                                        </p:cTn>
                                        <p:tgtEl>
                                          <p:spTgt spid="63"/>
                                        </p:tgtEl>
                                        <p:attrNameLst>
                                          <p:attrName>style.visibility</p:attrName>
                                        </p:attrNameLst>
                                      </p:cBhvr>
                                      <p:to>
                                        <p:strVal val="visible"/>
                                      </p:to>
                                    </p:set>
                                  </p:childTnLst>
                                </p:cTn>
                              </p:par>
                              <p:par>
                                <p:cTn id="149" presetID="1" presetClass="entr" presetSubtype="0" fill="hold" nodeType="withEffect" restart="never">
                                  <p:stCondLst>
                                    <p:cond delay="2660"/>
                                  </p:stCondLst>
                                  <p:childTnLst>
                                    <p:set>
                                      <p:cBhvr>
                                        <p:cTn id="150" dur="1" fill="hold">
                                          <p:stCondLst>
                                            <p:cond delay="0"/>
                                          </p:stCondLst>
                                        </p:cTn>
                                        <p:tgtEl>
                                          <p:spTgt spid="64"/>
                                        </p:tgtEl>
                                        <p:attrNameLst>
                                          <p:attrName>style.visibility</p:attrName>
                                        </p:attrNameLst>
                                      </p:cBhvr>
                                      <p:to>
                                        <p:strVal val="visible"/>
                                      </p:to>
                                    </p:set>
                                  </p:childTnLst>
                                </p:cTn>
                              </p:par>
                              <p:par>
                                <p:cTn id="151" presetID="1" presetClass="entr" presetSubtype="0" fill="hold" nodeType="withEffect" restart="never">
                                  <p:stCondLst>
                                    <p:cond delay="2820"/>
                                  </p:stCondLst>
                                  <p:childTnLst>
                                    <p:set>
                                      <p:cBhvr>
                                        <p:cTn id="152" dur="1" fill="hold">
                                          <p:stCondLst>
                                            <p:cond delay="0"/>
                                          </p:stCondLst>
                                        </p:cTn>
                                        <p:tgtEl>
                                          <p:spTgt spid="65"/>
                                        </p:tgtEl>
                                        <p:attrNameLst>
                                          <p:attrName>style.visibility</p:attrName>
                                        </p:attrNameLst>
                                      </p:cBhvr>
                                      <p:to>
                                        <p:strVal val="visible"/>
                                      </p:to>
                                    </p:set>
                                  </p:childTnLst>
                                </p:cTn>
                              </p:par>
                              <p:par>
                                <p:cTn id="153" presetID="1" presetClass="entr" presetSubtype="0" fill="hold" nodeType="withEffect" restart="never">
                                  <p:stCondLst>
                                    <p:cond delay="2980"/>
                                  </p:stCondLst>
                                  <p:childTnLst>
                                    <p:set>
                                      <p:cBhvr>
                                        <p:cTn id="154" dur="1" fill="hold">
                                          <p:stCondLst>
                                            <p:cond delay="0"/>
                                          </p:stCondLst>
                                        </p:cTn>
                                        <p:tgtEl>
                                          <p:spTgt spid="66"/>
                                        </p:tgtEl>
                                        <p:attrNameLst>
                                          <p:attrName>style.visibility</p:attrName>
                                        </p:attrNameLst>
                                      </p:cBhvr>
                                      <p:to>
                                        <p:strVal val="visible"/>
                                      </p:to>
                                    </p:set>
                                  </p:childTnLst>
                                </p:cTn>
                              </p:par>
                              <p:par>
                                <p:cTn id="155" presetID="1" presetClass="entr" presetSubtype="0" fill="hold" nodeType="withEffect" restart="never">
                                  <p:stCondLst>
                                    <p:cond delay="3140"/>
                                  </p:stCondLst>
                                  <p:childTnLst>
                                    <p:set>
                                      <p:cBhvr>
                                        <p:cTn id="156" dur="1" fill="hold">
                                          <p:stCondLst>
                                            <p:cond delay="0"/>
                                          </p:stCondLst>
                                        </p:cTn>
                                        <p:tgtEl>
                                          <p:spTgt spid="67"/>
                                        </p:tgtEl>
                                        <p:attrNameLst>
                                          <p:attrName>style.visibility</p:attrName>
                                        </p:attrNameLst>
                                      </p:cBhvr>
                                      <p:to>
                                        <p:strVal val="visible"/>
                                      </p:to>
                                    </p:set>
                                  </p:childTnLst>
                                </p:cTn>
                              </p:par>
                              <p:par>
                                <p:cTn id="157" presetID="1" presetClass="entr" presetSubtype="0" fill="hold" nodeType="withEffect" restart="never">
                                  <p:stCondLst>
                                    <p:cond delay="3300"/>
                                  </p:stCondLst>
                                  <p:childTnLst>
                                    <p:set>
                                      <p:cBhvr>
                                        <p:cTn id="158" dur="1" fill="hold">
                                          <p:stCondLst>
                                            <p:cond delay="0"/>
                                          </p:stCondLst>
                                        </p:cTn>
                                        <p:tgtEl>
                                          <p:spTgt spid="68"/>
                                        </p:tgtEl>
                                        <p:attrNameLst>
                                          <p:attrName>style.visibility</p:attrName>
                                        </p:attrNameLst>
                                      </p:cBhvr>
                                      <p:to>
                                        <p:strVal val="visible"/>
                                      </p:to>
                                    </p:set>
                                  </p:childTnLst>
                                </p:cTn>
                              </p:par>
                              <p:par>
                                <p:cTn id="159" presetID="1" presetClass="entr" presetSubtype="0" fill="hold" nodeType="withEffect" restart="never">
                                  <p:stCondLst>
                                    <p:cond delay="3460"/>
                                  </p:stCondLst>
                                  <p:childTnLst>
                                    <p:set>
                                      <p:cBhvr>
                                        <p:cTn id="160" dur="1" fill="hold">
                                          <p:stCondLst>
                                            <p:cond delay="0"/>
                                          </p:stCondLst>
                                        </p:cTn>
                                        <p:tgtEl>
                                          <p:spTgt spid="69"/>
                                        </p:tgtEl>
                                        <p:attrNameLst>
                                          <p:attrName>style.visibility</p:attrName>
                                        </p:attrNameLst>
                                      </p:cBhvr>
                                      <p:to>
                                        <p:strVal val="visible"/>
                                      </p:to>
                                    </p:set>
                                  </p:childTnLst>
                                </p:cTn>
                              </p:par>
                              <p:par>
                                <p:cTn id="161" presetID="1" presetClass="entr" presetSubtype="0" fill="hold" nodeType="withEffect" restart="never">
                                  <p:stCondLst>
                                    <p:cond delay="3620"/>
                                  </p:stCondLst>
                                  <p:childTnLst>
                                    <p:set>
                                      <p:cBhvr>
                                        <p:cTn id="162" dur="1" fill="hold">
                                          <p:stCondLst>
                                            <p:cond delay="0"/>
                                          </p:stCondLst>
                                        </p:cTn>
                                        <p:tgtEl>
                                          <p:spTgt spid="70"/>
                                        </p:tgtEl>
                                        <p:attrNameLst>
                                          <p:attrName>style.visibility</p:attrName>
                                        </p:attrNameLst>
                                      </p:cBhvr>
                                      <p:to>
                                        <p:strVal val="visible"/>
                                      </p:to>
                                    </p:set>
                                  </p:childTnLst>
                                </p:cTn>
                              </p:par>
                              <p:par>
                                <p:cTn id="163" presetID="1" presetClass="entr" presetSubtype="0" fill="hold" nodeType="withEffect" restart="never">
                                  <p:stCondLst>
                                    <p:cond delay="3780"/>
                                  </p:stCondLst>
                                  <p:childTnLst>
                                    <p:set>
                                      <p:cBhvr>
                                        <p:cTn id="164" dur="1" fill="hold">
                                          <p:stCondLst>
                                            <p:cond delay="0"/>
                                          </p:stCondLst>
                                        </p:cTn>
                                        <p:tgtEl>
                                          <p:spTgt spid="71"/>
                                        </p:tgtEl>
                                        <p:attrNameLst>
                                          <p:attrName>style.visibility</p:attrName>
                                        </p:attrNameLst>
                                      </p:cBhvr>
                                      <p:to>
                                        <p:strVal val="visible"/>
                                      </p:to>
                                    </p:set>
                                  </p:childTnLst>
                                </p:cTn>
                              </p:par>
                              <p:par>
                                <p:cTn id="165" presetID="1" presetClass="entr" presetSubtype="0" fill="hold" nodeType="withEffect" restart="never">
                                  <p:stCondLst>
                                    <p:cond delay="3940"/>
                                  </p:stCondLst>
                                  <p:childTnLst>
                                    <p:set>
                                      <p:cBhvr>
                                        <p:cTn id="166" dur="1" fill="hold">
                                          <p:stCondLst>
                                            <p:cond delay="0"/>
                                          </p:stCondLst>
                                        </p:cTn>
                                        <p:tgtEl>
                                          <p:spTgt spid="72"/>
                                        </p:tgtEl>
                                        <p:attrNameLst>
                                          <p:attrName>style.visibility</p:attrName>
                                        </p:attrNameLst>
                                      </p:cBhvr>
                                      <p:to>
                                        <p:strVal val="visible"/>
                                      </p:to>
                                    </p:set>
                                  </p:childTnLst>
                                </p:cTn>
                              </p:par>
                              <p:par>
                                <p:cTn id="167" presetID="1" presetClass="entr" presetSubtype="0" fill="hold" nodeType="withEffect" restart="never">
                                  <p:stCondLst>
                                    <p:cond delay="4100"/>
                                  </p:stCondLst>
                                  <p:childTnLst>
                                    <p:set>
                                      <p:cBhvr>
                                        <p:cTn id="168" dur="1" fill="hold">
                                          <p:stCondLst>
                                            <p:cond delay="0"/>
                                          </p:stCondLst>
                                        </p:cTn>
                                        <p:tgtEl>
                                          <p:spTgt spid="73"/>
                                        </p:tgtEl>
                                        <p:attrNameLst>
                                          <p:attrName>style.visibility</p:attrName>
                                        </p:attrNameLst>
                                      </p:cBhvr>
                                      <p:to>
                                        <p:strVal val="visible"/>
                                      </p:to>
                                    </p:set>
                                  </p:childTnLst>
                                </p:cTn>
                              </p:par>
                              <p:par>
                                <p:cTn id="169" presetID="1" presetClass="entr" presetSubtype="0" fill="hold" nodeType="withEffect" restart="never">
                                  <p:stCondLst>
                                    <p:cond delay="4260"/>
                                  </p:stCondLst>
                                  <p:childTnLst>
                                    <p:set>
                                      <p:cBhvr>
                                        <p:cTn id="170" dur="1" fill="hold">
                                          <p:stCondLst>
                                            <p:cond delay="0"/>
                                          </p:stCondLst>
                                        </p:cTn>
                                        <p:tgtEl>
                                          <p:spTgt spid="74"/>
                                        </p:tgtEl>
                                        <p:attrNameLst>
                                          <p:attrName>style.visibility</p:attrName>
                                        </p:attrNameLst>
                                      </p:cBhvr>
                                      <p:to>
                                        <p:strVal val="visible"/>
                                      </p:to>
                                    </p:set>
                                  </p:childTnLst>
                                </p:cTn>
                              </p:par>
                              <p:par>
                                <p:cTn id="171" presetID="1" presetClass="entr" presetSubtype="0" fill="hold" nodeType="withEffect" restart="never">
                                  <p:stCondLst>
                                    <p:cond delay="4420"/>
                                  </p:stCondLst>
                                  <p:childTnLst>
                                    <p:set>
                                      <p:cBhvr>
                                        <p:cTn id="172" dur="1" fill="hold">
                                          <p:stCondLst>
                                            <p:cond delay="0"/>
                                          </p:stCondLst>
                                        </p:cTn>
                                        <p:tgtEl>
                                          <p:spTgt spid="75"/>
                                        </p:tgtEl>
                                        <p:attrNameLst>
                                          <p:attrName>style.visibility</p:attrName>
                                        </p:attrNameLst>
                                      </p:cBhvr>
                                      <p:to>
                                        <p:strVal val="visible"/>
                                      </p:to>
                                    </p:set>
                                  </p:childTnLst>
                                </p:cTn>
                              </p:par>
                              <p:par>
                                <p:cTn id="173" presetID="1" presetClass="entr" presetSubtype="0" fill="hold" nodeType="withEffect" restart="never">
                                  <p:stCondLst>
                                    <p:cond delay="4580"/>
                                  </p:stCondLst>
                                  <p:childTnLst>
                                    <p:set>
                                      <p:cBhvr>
                                        <p:cTn id="174" dur="1" fill="hold">
                                          <p:stCondLst>
                                            <p:cond delay="0"/>
                                          </p:stCondLst>
                                        </p:cTn>
                                        <p:tgtEl>
                                          <p:spTgt spid="76"/>
                                        </p:tgtEl>
                                        <p:attrNameLst>
                                          <p:attrName>style.visibility</p:attrName>
                                        </p:attrNameLst>
                                      </p:cBhvr>
                                      <p:to>
                                        <p:strVal val="visible"/>
                                      </p:to>
                                    </p:set>
                                  </p:childTnLst>
                                </p:cTn>
                              </p:par>
                              <p:par>
                                <p:cTn id="175" presetID="1" presetClass="entr" presetSubtype="0" fill="hold" nodeType="withEffect" restart="never">
                                  <p:stCondLst>
                                    <p:cond delay="4740"/>
                                  </p:stCondLst>
                                  <p:childTnLst>
                                    <p:set>
                                      <p:cBhvr>
                                        <p:cTn id="176" dur="1" fill="hold">
                                          <p:stCondLst>
                                            <p:cond delay="0"/>
                                          </p:stCondLst>
                                        </p:cTn>
                                        <p:tgtEl>
                                          <p:spTgt spid="77"/>
                                        </p:tgtEl>
                                        <p:attrNameLst>
                                          <p:attrName>style.visibility</p:attrName>
                                        </p:attrNameLst>
                                      </p:cBhvr>
                                      <p:to>
                                        <p:strVal val="visible"/>
                                      </p:to>
                                    </p:set>
                                  </p:childTnLst>
                                </p:cTn>
                              </p:par>
                              <p:par>
                                <p:cTn id="177" presetID="1" presetClass="entr" presetSubtype="0" fill="hold" nodeType="withEffect" restart="never">
                                  <p:stCondLst>
                                    <p:cond delay="4900"/>
                                  </p:stCondLst>
                                  <p:childTnLst>
                                    <p:set>
                                      <p:cBhvr>
                                        <p:cTn id="178" dur="1" fill="hold">
                                          <p:stCondLst>
                                            <p:cond delay="0"/>
                                          </p:stCondLst>
                                        </p:cTn>
                                        <p:tgtEl>
                                          <p:spTgt spid="78"/>
                                        </p:tgtEl>
                                        <p:attrNameLst>
                                          <p:attrName>style.visibility</p:attrName>
                                        </p:attrNameLst>
                                      </p:cBhvr>
                                      <p:to>
                                        <p:strVal val="visible"/>
                                      </p:to>
                                    </p:set>
                                  </p:childTnLst>
                                </p:cTn>
                              </p:par>
                              <p:par>
                                <p:cTn id="179" presetID="1" presetClass="entr" presetSubtype="0" fill="hold" nodeType="withEffect" restart="never">
                                  <p:stCondLst>
                                    <p:cond delay="5060"/>
                                  </p:stCondLst>
                                  <p:childTnLst>
                                    <p:set>
                                      <p:cBhvr>
                                        <p:cTn id="180" dur="1" fill="hold">
                                          <p:stCondLst>
                                            <p:cond delay="0"/>
                                          </p:stCondLst>
                                        </p:cTn>
                                        <p:tgtEl>
                                          <p:spTgt spid="79"/>
                                        </p:tgtEl>
                                        <p:attrNameLst>
                                          <p:attrName>style.visibility</p:attrName>
                                        </p:attrNameLst>
                                      </p:cBhvr>
                                      <p:to>
                                        <p:strVal val="visible"/>
                                      </p:to>
                                    </p:set>
                                  </p:childTnLst>
                                </p:cTn>
                              </p:par>
                              <p:par>
                                <p:cTn id="181" presetID="1" presetClass="entr" presetSubtype="0" fill="hold" nodeType="withEffect" restart="never">
                                  <p:stCondLst>
                                    <p:cond delay="5220"/>
                                  </p:stCondLst>
                                  <p:childTnLst>
                                    <p:set>
                                      <p:cBhvr>
                                        <p:cTn id="182" dur="1" fill="hold">
                                          <p:stCondLst>
                                            <p:cond delay="0"/>
                                          </p:stCondLst>
                                        </p:cTn>
                                        <p:tgtEl>
                                          <p:spTgt spid="80"/>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3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400"/>
                                        <p:tgtEl>
                                          <p:spTgt spid="20"/>
                                        </p:tgtEl>
                                      </p:cBhvr>
                                    </p:animEffect>
                                  </p:childTnLst>
                                </p:cTn>
                              </p:par>
                              <p:par>
                                <p:cTn id="21" presetID="10" presetClass="exit" presetSubtype="0" fill="hold" nodeType="withEffect">
                                  <p:stCondLst>
                                    <p:cond delay="0"/>
                                  </p:stCondLst>
                                  <p:childTnLst>
                                    <p:animEffect transition="out" filter="fade">
                                      <p:cBhvr>
                                        <p:cTn id="63" dur="1" fill="hold">
                                          <p:stCondLst>
                                            <p:cond delay="0"/>
                                          </p:stCondLst>
                                        </p:cTn>
                                        <p:tgtEl>
                                          <p:spTgt spid="19"/>
                                        </p:tgtEl>
                                      </p:cBhvr>
                                    </p:animEffect>
                                    <p:set>
                                      <p:cBhvr>
                                        <p:cTn id="64" dur="1" fill="hold">
                                          <p:stCondLst>
                                            <p:cond delay="0"/>
                                          </p:stCondLst>
                                        </p:cTn>
                                        <p:tgtEl>
                                          <p:spTgt spid="19"/>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73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xit" presetSubtype="0" fill="hold" nodeType="withEffect">
                                  <p:stCondLst>
                                    <p:cond delay="0"/>
                                  </p:stCondLst>
                                  <p:childTnLst>
                                    <p:animEffect transition="out" filter="fade">
                                      <p:cBhvr>
                                        <p:cTn id="65" dur="1" fill="hold">
                                          <p:stCondLst>
                                            <p:cond delay="0"/>
                                          </p:stCondLst>
                                        </p:cTn>
                                        <p:tgtEl>
                                          <p:spTgt spid="20"/>
                                        </p:tgtEl>
                                      </p:cBhvr>
                                    </p:animEffect>
                                    <p:set>
                                      <p:cBhvr>
                                        <p:cTn id="66" dur="1" fill="hold">
                                          <p:stCondLst>
                                            <p:cond delay="0"/>
                                          </p:stCondLst>
                                        </p:cTn>
                                        <p:tgtEl>
                                          <p:spTgt spid="20"/>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73" dur="1" fill="hold">
                                          <p:stCondLst>
                                            <p:cond delay="0"/>
                                          </p:stCondLst>
                                        </p:cTn>
                                        <p:tgtEl>
                                          <p:spTgt spid="27"/>
                                        </p:tgtEl>
                                      </p:cBhvr>
                                    </p:animEffect>
                                    <p:set>
                                      <p:cBhvr>
                                        <p:cTn id="74" dur="1" fill="hold">
                                          <p:stCondLst>
                                            <p:cond delay="0"/>
                                          </p:stCondLst>
                                        </p:cTn>
                                        <p:tgtEl>
                                          <p:spTgt spid="27"/>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Motion origin="layout" pathEditMode="relative" path="M 0.15125010 0.00000000 L 0.00000000 0.00000000 E">
                                      <p:cBhvr>
                                        <p:cTn id="35" dur="700" fill="hold"/>
                                        <p:tgtEl>
                                          <p:spTgt spid="28"/>
                                        </p:tgtEl>
                                        <p:attrNameLst>
                                          <p:attrName>ppt_x</p:attrName>
                                          <p:attrName>ppt_y</p:attrName>
                                        </p:attrNameLst>
                                      </p:cBhvr>
                                    </p:animMotion>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3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00"/>
                                        <p:tgtEl>
                                          <p:spTgt spid="22"/>
                                        </p:tgtEl>
                                      </p:cBhvr>
                                    </p:animEffect>
                                  </p:childTnLst>
                                </p:cTn>
                              </p:par>
                              <p:par>
                                <p:cTn id="41" presetID="10" presetClass="exit" presetSubtype="0" fill="hold" nodeType="withEffect">
                                  <p:stCondLst>
                                    <p:cond delay="0"/>
                                  </p:stCondLst>
                                  <p:childTnLst>
                                    <p:animEffect transition="out" filter="fade">
                                      <p:cBhvr>
                                        <p:cTn id="67" dur="1" fill="hold">
                                          <p:stCondLst>
                                            <p:cond delay="0"/>
                                          </p:stCondLst>
                                        </p:cTn>
                                        <p:tgtEl>
                                          <p:spTgt spid="21"/>
                                        </p:tgtEl>
                                      </p:cBhvr>
                                    </p:animEffect>
                                    <p:set>
                                      <p:cBhvr>
                                        <p:cTn id="68" dur="1" fill="hold">
                                          <p:stCondLst>
                                            <p:cond delay="0"/>
                                          </p:stCondLst>
                                        </p:cTn>
                                        <p:tgtEl>
                                          <p:spTgt spid="21"/>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75" dur="1" fill="hold">
                                          <p:stCondLst>
                                            <p:cond delay="0"/>
                                          </p:stCondLst>
                                        </p:cTn>
                                        <p:tgtEl>
                                          <p:spTgt spid="28"/>
                                        </p:tgtEl>
                                      </p:cBhvr>
                                    </p:animEffect>
                                    <p:set>
                                      <p:cBhvr>
                                        <p:cTn id="76" dur="1" fill="hold">
                                          <p:stCondLst>
                                            <p:cond delay="0"/>
                                          </p:stCondLst>
                                        </p:cTn>
                                        <p:tgtEl>
                                          <p:spTgt spid="28"/>
                                        </p:tgtEl>
                                        <p:attrNameLst>
                                          <p:attrName>style.visibility</p:attrName>
                                        </p:attrNameLst>
                                      </p:cBhvr>
                                      <p:to>
                                        <p:strVal val="hidden"/>
                                      </p:to>
                                    </p:set>
                                  </p:childTnLst>
                                </p:cTn>
                              </p:par>
                              <p:par>
                                <p:cTn id="43" presetID="10"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73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400"/>
                                        <p:tgtEl>
                                          <p:spTgt spid="23"/>
                                        </p:tgtEl>
                                      </p:cBhvr>
                                    </p:animEffect>
                                  </p:childTnLst>
                                </p:cTn>
                              </p:par>
                              <p:par>
                                <p:cTn id="51" presetID="10" presetClass="exit" presetSubtype="0" fill="hold" nodeType="withEffect">
                                  <p:stCondLst>
                                    <p:cond delay="0"/>
                                  </p:stCondLst>
                                  <p:childTnLst>
                                    <p:animEffect transition="out" filter="fade">
                                      <p:cBhvr>
                                        <p:cTn id="69" dur="1" fill="hold">
                                          <p:stCondLst>
                                            <p:cond delay="0"/>
                                          </p:stCondLst>
                                        </p:cTn>
                                        <p:tgtEl>
                                          <p:spTgt spid="22"/>
                                        </p:tgtEl>
                                      </p:cBhvr>
                                    </p:animEffect>
                                    <p:set>
                                      <p:cBhvr>
                                        <p:cTn id="70" dur="1" fill="hold">
                                          <p:stCondLst>
                                            <p:cond delay="0"/>
                                          </p:stCondLst>
                                        </p:cTn>
                                        <p:tgtEl>
                                          <p:spTgt spid="22"/>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77" dur="1" fill="hold">
                                          <p:stCondLst>
                                            <p:cond delay="0"/>
                                          </p:stCondLst>
                                        </p:cTn>
                                        <p:tgtEl>
                                          <p:spTgt spid="29"/>
                                        </p:tgtEl>
                                      </p:cBhvr>
                                    </p:animEffect>
                                    <p:set>
                                      <p:cBhvr>
                                        <p:cTn id="78" dur="1" fill="hold">
                                          <p:stCondLst>
                                            <p:cond delay="0"/>
                                          </p:stCondLst>
                                        </p:cTn>
                                        <p:tgtEl>
                                          <p:spTgt spid="29"/>
                                        </p:tgtEl>
                                        <p:attrNameLst>
                                          <p:attrName>style.visibility</p:attrName>
                                        </p:attrNameLst>
                                      </p:cBhvr>
                                      <p:to>
                                        <p:strVal val="hidden"/>
                                      </p:to>
                                    </p:set>
                                  </p:childTnLst>
                                </p:cTn>
                              </p:par>
                              <p:par>
                                <p:cTn id="53" presetID="10"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animMotion origin="layout" pathEditMode="relative" path="M 0.22822599 0.00000000 L 0.00000000 0.00000000 E">
                                      <p:cBhvr>
                                        <p:cTn id="56" dur="700" fill="hold"/>
                                        <p:tgtEl>
                                          <p:spTgt spid="30"/>
                                        </p:tgtEl>
                                        <p:attrNameLst>
                                          <p:attrName>ppt_x</p:attrName>
                                          <p:attrName>ppt_y</p:attrName>
                                        </p:attrNameLst>
                                      </p:cBhvr>
                                    </p:animMotion>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3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xit" presetSubtype="0" fill="hold" nodeType="withEffect">
                                  <p:stCondLst>
                                    <p:cond delay="0"/>
                                  </p:stCondLst>
                                  <p:childTnLst>
                                    <p:animEffect transition="out" filter="fade">
                                      <p:cBhvr>
                                        <p:cTn id="71" dur="1" fill="hold">
                                          <p:stCondLst>
                                            <p:cond delay="0"/>
                                          </p:stCondLst>
                                        </p:cTn>
                                        <p:tgtEl>
                                          <p:spTgt spid="16"/>
                                        </p:tgtEl>
                                      </p:cBhvr>
                                    </p:animEffect>
                                    <p:set>
                                      <p:cBhvr>
                                        <p:cTn id="72"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 and 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35B2C2C4-8169-43BE-A8EC-31776CF9CC13}"/>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05657B3-2813-45AE-9A80-11F12CEE27B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619B406F-C650-4937-9305-99C11845BD3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21693C49-A5B1-4D7B-94AC-ADA9CDC3F00A}"/>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FF3E4178-E86D-4DF5-BC71-C31609CAD264}"/>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6BDF3727-9644-4852-897F-5300B72FFD59}"/>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0554BBAB-7939-4F39-9BA8-D7FEA2A109BD}"/>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FM implementation: integrate, then PM</a:t>
            </a:r>
          </a:p>
        </p:txBody>
      </p:sp>
      <p:sp>
        <p:nvSpPr>
          <p:cNvPr id="10" name="integral-arrow-label">
            <a:extLst xmlns:a="http://schemas.openxmlformats.org/drawingml/2006/main">
              <a:ext uri="{FF2B5EF4-FFF2-40B4-BE49-F238E27FC236}">
                <a16:creationId xmlns:a16="http://schemas.microsoft.com/office/drawing/2014/main" id="{0E26725C-427B-48CC-892E-DA9D32F8945C}"/>
              </a:ext>
            </a:extLst>
          </p:cNvPr>
          <p:cNvSpPr>
            <a:spLocks xmlns:a="http://schemas.openxmlformats.org/drawingml/2006/main" noGrp="1"/>
          </p:cNvSpPr>
          <p:nvPr/>
        </p:nvSpPr>
        <p:spPr>
          <a:xfrm xmlns:a="http://schemas.openxmlformats.org/drawingml/2006/main">
            <a:off x="1809750" y="5143500"/>
            <a:ext cx="173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Integrate</a:t>
            </a:r>
          </a:p>
        </p:txBody>
      </p:sp>
      <p:sp>
        <p:nvSpPr>
          <p:cNvPr id="11" name="integral-arrow-shaft">
            <a:extLst xmlns:a="http://schemas.openxmlformats.org/drawingml/2006/main">
              <a:ext uri="{FF2B5EF4-FFF2-40B4-BE49-F238E27FC236}">
                <a16:creationId xmlns:a16="http://schemas.microsoft.com/office/drawing/2014/main" id="{475D225E-2B16-4DE3-8EEE-15B9C2EAFF56}"/>
              </a:ext>
            </a:extLst>
          </p:cNvPr>
          <p:cNvSpPr>
            <a:spLocks xmlns:a="http://schemas.openxmlformats.org/drawingml/2006/main" noGrp="1"/>
          </p:cNvSpPr>
          <p:nvPr/>
        </p:nvSpPr>
        <p:spPr>
          <a:xfrm xmlns:a="http://schemas.openxmlformats.org/drawingml/2006/main">
            <a:off x="2000250" y="5600700"/>
            <a:ext cx="12668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integral-arrow-head">
            <a:extLst xmlns:a="http://schemas.openxmlformats.org/drawingml/2006/main">
              <a:ext uri="{FF2B5EF4-FFF2-40B4-BE49-F238E27FC236}">
                <a16:creationId xmlns:a16="http://schemas.microsoft.com/office/drawing/2014/main" id="{630DFF15-7248-48B5-ACC5-03E0CABD1F36}"/>
              </a:ext>
            </a:extLst>
          </p:cNvPr>
          <p:cNvSpPr>
            <a:spLocks xmlns:a="http://schemas.openxmlformats.org/drawingml/2006/main" noGrp="1"/>
          </p:cNvSpPr>
          <p:nvPr/>
        </p:nvSpPr>
        <p:spPr>
          <a:xfrm xmlns:a="http://schemas.openxmlformats.org/drawingml/2006/main" rot="5400000">
            <a:off x="3248025" y="55578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scale-arrow-label">
            <a:extLst xmlns:a="http://schemas.openxmlformats.org/drawingml/2006/main">
              <a:ext uri="{FF2B5EF4-FFF2-40B4-BE49-F238E27FC236}">
                <a16:creationId xmlns:a16="http://schemas.microsoft.com/office/drawing/2014/main" id="{9FAC1745-13F2-4B27-BCC8-E4D6E5520B9C}"/>
              </a:ext>
            </a:extLst>
          </p:cNvPr>
          <p:cNvSpPr>
            <a:spLocks xmlns:a="http://schemas.openxmlformats.org/drawingml/2006/main" noGrp="1"/>
          </p:cNvSpPr>
          <p:nvPr/>
        </p:nvSpPr>
        <p:spPr>
          <a:xfrm xmlns:a="http://schemas.openxmlformats.org/drawingml/2006/main">
            <a:off x="5772150" y="5143500"/>
            <a:ext cx="1895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Scale</a:t>
            </a:r>
          </a:p>
        </p:txBody>
      </p:sp>
      <p:sp>
        <p:nvSpPr>
          <p:cNvPr id="14" name="scale-arrow-shaft">
            <a:extLst xmlns:a="http://schemas.openxmlformats.org/drawingml/2006/main">
              <a:ext uri="{FF2B5EF4-FFF2-40B4-BE49-F238E27FC236}">
                <a16:creationId xmlns:a16="http://schemas.microsoft.com/office/drawing/2014/main" id="{E9F45303-E520-41AD-949C-5255B4677704}"/>
              </a:ext>
            </a:extLst>
          </p:cNvPr>
          <p:cNvSpPr>
            <a:spLocks xmlns:a="http://schemas.openxmlformats.org/drawingml/2006/main" noGrp="1"/>
          </p:cNvSpPr>
          <p:nvPr/>
        </p:nvSpPr>
        <p:spPr>
          <a:xfrm xmlns:a="http://schemas.openxmlformats.org/drawingml/2006/main">
            <a:off x="5962650" y="5600700"/>
            <a:ext cx="14287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5" name="scale-arrow-head">
            <a:extLst xmlns:a="http://schemas.openxmlformats.org/drawingml/2006/main">
              <a:ext uri="{FF2B5EF4-FFF2-40B4-BE49-F238E27FC236}">
                <a16:creationId xmlns:a16="http://schemas.microsoft.com/office/drawing/2014/main" id="{1E37CFF9-81BC-4073-9383-926E8AC85254}"/>
              </a:ext>
            </a:extLst>
          </p:cNvPr>
          <p:cNvSpPr>
            <a:spLocks xmlns:a="http://schemas.openxmlformats.org/drawingml/2006/main" noGrp="1"/>
          </p:cNvSpPr>
          <p:nvPr/>
        </p:nvSpPr>
        <p:spPr>
          <a:xfrm xmlns:a="http://schemas.openxmlformats.org/drawingml/2006/main" rot="5400000">
            <a:off x="7372350" y="55578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6" name="pm-block-box">
            <a:extLst xmlns:a="http://schemas.openxmlformats.org/drawingml/2006/main">
              <a:ext uri="{FF2B5EF4-FFF2-40B4-BE49-F238E27FC236}">
                <a16:creationId xmlns:a16="http://schemas.microsoft.com/office/drawing/2014/main" id="{2FF08254-30F9-49E5-B337-0B352B9BE8AC}"/>
              </a:ext>
            </a:extLst>
          </p:cNvPr>
          <p:cNvSpPr>
            <a:spLocks xmlns:a="http://schemas.openxmlformats.org/drawingml/2006/main" noGrp="1"/>
          </p:cNvSpPr>
          <p:nvPr/>
        </p:nvSpPr>
        <p:spPr>
          <a:xfrm xmlns:a="http://schemas.openxmlformats.org/drawingml/2006/main">
            <a:off x="7553325" y="5314950"/>
            <a:ext cx="1343025" cy="609600"/>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7" name="pm-block-text">
            <a:extLst xmlns:a="http://schemas.openxmlformats.org/drawingml/2006/main">
              <a:ext uri="{FF2B5EF4-FFF2-40B4-BE49-F238E27FC236}">
                <a16:creationId xmlns:a16="http://schemas.microsoft.com/office/drawing/2014/main" id="{8FE5D26B-C8B4-4F7A-8BA0-0A26402082BE}"/>
              </a:ext>
            </a:extLst>
          </p:cNvPr>
          <p:cNvSpPr>
            <a:spLocks xmlns:a="http://schemas.openxmlformats.org/drawingml/2006/main" noGrp="1"/>
          </p:cNvSpPr>
          <p:nvPr/>
        </p:nvSpPr>
        <p:spPr>
          <a:xfrm xmlns:a="http://schemas.openxmlformats.org/drawingml/2006/main">
            <a:off x="7629525" y="5391150"/>
            <a:ext cx="119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PM</a:t>
            </a:r>
          </a:p>
        </p:txBody>
      </p:sp>
      <p:sp>
        <p:nvSpPr>
          <p:cNvPr id="18" name="from-pm-shaft">
            <a:extLst xmlns:a="http://schemas.openxmlformats.org/drawingml/2006/main">
              <a:ext uri="{FF2B5EF4-FFF2-40B4-BE49-F238E27FC236}">
                <a16:creationId xmlns:a16="http://schemas.microsoft.com/office/drawing/2014/main" id="{7A5E6573-5882-4BA2-816B-99B440DE389C}"/>
              </a:ext>
            </a:extLst>
          </p:cNvPr>
          <p:cNvSpPr>
            <a:spLocks xmlns:a="http://schemas.openxmlformats.org/drawingml/2006/main" noGrp="1"/>
          </p:cNvSpPr>
          <p:nvPr/>
        </p:nvSpPr>
        <p:spPr>
          <a:xfrm xmlns:a="http://schemas.openxmlformats.org/drawingml/2006/main">
            <a:off x="8972550" y="5600700"/>
            <a:ext cx="8953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from-pm-head">
            <a:extLst xmlns:a="http://schemas.openxmlformats.org/drawingml/2006/main">
              <a:ext uri="{FF2B5EF4-FFF2-40B4-BE49-F238E27FC236}">
                <a16:creationId xmlns:a16="http://schemas.microsoft.com/office/drawing/2014/main" id="{0FBBC13A-8B21-40BA-ACEE-429BF30A357B}"/>
              </a:ext>
            </a:extLst>
          </p:cNvPr>
          <p:cNvSpPr>
            <a:spLocks xmlns:a="http://schemas.openxmlformats.org/drawingml/2006/main" noGrp="1"/>
          </p:cNvSpPr>
          <p:nvPr/>
        </p:nvSpPr>
        <p:spPr>
          <a:xfrm xmlns:a="http://schemas.openxmlformats.org/drawingml/2006/main" rot="5400000">
            <a:off x="9848850" y="55578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0" name="fm-implementation">
            <a:extLst xmlns:a="http://schemas.openxmlformats.org/drawingml/2006/main">
              <a:ext uri="{FF2B5EF4-FFF2-40B4-BE49-F238E27FC236}">
                <a16:creationId xmlns:a16="http://schemas.microsoft.com/office/drawing/2014/main" id="{D40DB195-0EB5-4FF4-B371-29237F2318BF}"/>
              </a:ext>
            </a:extLst>
          </p:cNvPr>
          <p:cNvSpPr>
            <a:spLocks xmlns:a="http://schemas.openxmlformats.org/drawingml/2006/main" noGrp="1"/>
          </p:cNvSpPr>
          <p:nvPr/>
        </p:nvSpPr>
        <p:spPr>
          <a:xfrm xmlns:a="http://schemas.openxmlformats.org/drawingml/2006/main">
            <a:off x="1885950" y="5019675"/>
            <a:ext cx="7086600" cy="1371600"/>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21" name="fm-implementation-label">
            <a:extLst xmlns:a="http://schemas.openxmlformats.org/drawingml/2006/main">
              <a:ext uri="{FF2B5EF4-FFF2-40B4-BE49-F238E27FC236}">
                <a16:creationId xmlns:a16="http://schemas.microsoft.com/office/drawing/2014/main" id="{BA4A77A6-E134-43D5-909B-05E8D326BC2C}"/>
              </a:ext>
            </a:extLst>
          </p:cNvPr>
          <p:cNvSpPr>
            <a:spLocks xmlns:a="http://schemas.openxmlformats.org/drawingml/2006/main" noGrp="1"/>
          </p:cNvSpPr>
          <p:nvPr/>
        </p:nvSpPr>
        <p:spPr>
          <a:xfrm xmlns:a="http://schemas.openxmlformats.org/drawingml/2006/main">
            <a:off x="4257675" y="4714875"/>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FM modulator</a:t>
            </a:r>
          </a:p>
        </p:txBody>
      </p:sp>
      <p:pic>
        <p:nvPicPr>
          <p:cNvPr id="2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2E7E99C-5049-4634-A3A3-6CB922950ACF}"/>
              </a:ext>
            </a:extLst>
          </p:cNvPr>
          <p:cNvPicPr>
            <a:picLocks xmlns:a="http://schemas.openxmlformats.org/drawingml/2006/main" noChangeAspect="1"/>
          </p:cNvPicPr>
          <p:nvPr/>
        </p:nvPicPr>
        <p:blipFill>
          <a:blip xmlns:r="http://schemas.openxmlformats.org/officeDocument/2006/relationships" xmlns:a="http://schemas.openxmlformats.org/drawingml/2006/main" r:embed="R431a775fb1ab4d6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E3BEA1EC-6D58-473A-A227-A8404FFDE37D}"/>
              </a:ext>
            </a:extLst>
          </p:cNvPr>
          <p:cNvPicPr>
            <a:picLocks xmlns:a="http://schemas.openxmlformats.org/drawingml/2006/main" noChangeAspect="1"/>
          </p:cNvPicPr>
          <p:nvPr/>
        </p:nvPicPr>
        <p:blipFill>
          <a:blip xmlns:r="http://schemas.openxmlformats.org/officeDocument/2006/relationships" xmlns:a="http://schemas.openxmlformats.org/drawingml/2006/main" r:embed="R3014d013cb584d9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A52B447-6C33-42CC-84E5-5E9E5782552D}"/>
              </a:ext>
            </a:extLst>
          </p:cNvPr>
          <p:cNvPicPr>
            <a:picLocks xmlns:a="http://schemas.openxmlformats.org/drawingml/2006/main" noChangeAspect="1"/>
          </p:cNvPicPr>
          <p:nvPr/>
        </p:nvPicPr>
        <p:blipFill>
          <a:blip xmlns:r="http://schemas.openxmlformats.org/officeDocument/2006/relationships" xmlns:a="http://schemas.openxmlformats.org/drawingml/2006/main" r:embed="R54907d644c224d5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5" name="signal-main" descr="s_{\mathrm{FM}}(t)=A_c\cos[2\pi f_ct+2\pi k_f\int_0^t m(\tau)\,d\tau]">
            <a:extLst xmlns:a="http://schemas.openxmlformats.org/drawingml/2006/main">
              <a:ext uri="{FF2B5EF4-FFF2-40B4-BE49-F238E27FC236}">
                <a16:creationId xmlns:a16="http://schemas.microsoft.com/office/drawing/2014/main" id="{15A17F48-4800-462E-BAF9-4530F94F1677}"/>
              </a:ext>
            </a:extLst>
          </p:cNvPr>
          <p:cNvPicPr>
            <a:picLocks xmlns:a="http://schemas.openxmlformats.org/drawingml/2006/main" noChangeAspect="1"/>
          </p:cNvPicPr>
          <p:nvPr/>
        </p:nvPicPr>
        <p:blipFill>
          <a:blip xmlns:r="http://schemas.openxmlformats.org/officeDocument/2006/relationships" xmlns:a="http://schemas.openxmlformats.org/drawingml/2006/main" r:embed="Rc41a04617bcd4ed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549753"/>
            <a:ext cx="5117783" cy="348794"/>
          </a:xfrm>
          <a:prstGeom xmlns:a="http://schemas.openxmlformats.org/drawingml/2006/main" prst="rect">
            <a:avLst/>
          </a:prstGeom>
        </p:spPr>
      </p:pic>
      <p:pic>
        <p:nvPicPr>
          <p:cNvPr id="26" name="pm-reference" descr="s_{\mathrm{PM}}(t)=A_c\cos[2\pi f_ct+k_p(\text{input})]">
            <a:extLst xmlns:a="http://schemas.openxmlformats.org/drawingml/2006/main">
              <a:ext uri="{FF2B5EF4-FFF2-40B4-BE49-F238E27FC236}">
                <a16:creationId xmlns:a16="http://schemas.microsoft.com/office/drawing/2014/main" id="{651F01BA-CF97-428B-9581-E6B4445AEE07}"/>
              </a:ext>
            </a:extLst>
          </p:cNvPr>
          <p:cNvPicPr>
            <a:picLocks xmlns:a="http://schemas.openxmlformats.org/drawingml/2006/main" noChangeAspect="1"/>
          </p:cNvPicPr>
          <p:nvPr/>
        </p:nvPicPr>
        <p:blipFill>
          <a:blip xmlns:r="http://schemas.openxmlformats.org/officeDocument/2006/relationships" xmlns:a="http://schemas.openxmlformats.org/drawingml/2006/main" r:embed="Rbd604ed2e61e4d19">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3232070"/>
            <a:ext cx="3790604" cy="228600"/>
          </a:xfrm>
          <a:prstGeom xmlns:a="http://schemas.openxmlformats.org/drawingml/2006/main" prst="rect">
            <a:avLst/>
          </a:prstGeom>
        </p:spPr>
      </p:pic>
      <p:pic>
        <p:nvPicPr>
          <p:cNvPr id="27" name="match-phase" descr="k_p(\text{input})=2\pi k_f\int_0^t m(\tau)\,d\tau">
            <a:extLst xmlns:a="http://schemas.openxmlformats.org/drawingml/2006/main">
              <a:ext uri="{FF2B5EF4-FFF2-40B4-BE49-F238E27FC236}">
                <a16:creationId xmlns:a16="http://schemas.microsoft.com/office/drawing/2014/main" id="{03358F77-D99C-42B9-861E-B8FC63E9BD00}"/>
              </a:ext>
            </a:extLst>
          </p:cNvPr>
          <p:cNvPicPr>
            <a:picLocks xmlns:a="http://schemas.openxmlformats.org/drawingml/2006/main" noChangeAspect="1"/>
          </p:cNvPicPr>
          <p:nvPr/>
        </p:nvPicPr>
        <p:blipFill>
          <a:blip xmlns:r="http://schemas.openxmlformats.org/officeDocument/2006/relationships" xmlns:a="http://schemas.openxmlformats.org/drawingml/2006/main" r:embed="R149b371e01c3464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1181100" y="3783241"/>
            <a:ext cx="3549015" cy="348794"/>
          </a:xfrm>
          <a:prstGeom xmlns:a="http://schemas.openxmlformats.org/drawingml/2006/main" prst="rect">
            <a:avLst/>
          </a:prstGeom>
        </p:spPr>
      </p:pic>
      <p:pic>
        <p:nvPicPr>
          <p:cNvPr id="28" name="required-input" descr="\text{input}=\frac{2\pi k_f}{k_p}\int_0^t m(\tau)\,d\tau">
            <a:extLst xmlns:a="http://schemas.openxmlformats.org/drawingml/2006/main">
              <a:ext uri="{FF2B5EF4-FFF2-40B4-BE49-F238E27FC236}">
                <a16:creationId xmlns:a16="http://schemas.microsoft.com/office/drawing/2014/main" id="{5AD5430F-C278-451D-936B-32AC6C6D188E}"/>
              </a:ext>
            </a:extLst>
          </p:cNvPr>
          <p:cNvPicPr>
            <a:picLocks xmlns:a="http://schemas.openxmlformats.org/drawingml/2006/main" noChangeAspect="1"/>
          </p:cNvPicPr>
          <p:nvPr/>
        </p:nvPicPr>
        <p:blipFill>
          <a:blip xmlns:r="http://schemas.openxmlformats.org/officeDocument/2006/relationships" xmlns:a="http://schemas.openxmlformats.org/drawingml/2006/main" r:embed="R20e6000398e6402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81100" y="4290120"/>
            <a:ext cx="2957513" cy="401836"/>
          </a:xfrm>
          <a:prstGeom xmlns:a="http://schemas.openxmlformats.org/drawingml/2006/main" prst="rect">
            <a:avLst/>
          </a:prstGeom>
        </p:spPr>
      </p:pic>
      <p:pic>
        <p:nvPicPr>
          <p:cNvPr id="29" name="pm-integral-input" descr="s_{\mathrm{PM}}(t)=A_c\cos[2\pi f_ct+k_p[\frac{\textstyle2\pi k_f}{k_p}\int_0^t m(\tau)\,d\tau]]">
            <a:extLst xmlns:a="http://schemas.openxmlformats.org/drawingml/2006/main">
              <a:ext uri="{FF2B5EF4-FFF2-40B4-BE49-F238E27FC236}">
                <a16:creationId xmlns:a16="http://schemas.microsoft.com/office/drawing/2014/main" id="{BD0D2D3A-1EFB-44C3-B206-808E59F397CC}"/>
              </a:ext>
            </a:extLst>
          </p:cNvPr>
          <p:cNvPicPr>
            <a:picLocks xmlns:a="http://schemas.openxmlformats.org/drawingml/2006/main" noChangeAspect="1"/>
          </p:cNvPicPr>
          <p:nvPr/>
        </p:nvPicPr>
        <p:blipFill>
          <a:blip xmlns:r="http://schemas.openxmlformats.org/officeDocument/2006/relationships" xmlns:a="http://schemas.openxmlformats.org/drawingml/2006/main" r:embed="R12a1dc11bc184d94">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3143250"/>
            <a:ext cx="4854633" cy="381000"/>
          </a:xfrm>
          <a:prstGeom xmlns:a="http://schemas.openxmlformats.org/drawingml/2006/main" prst="rect">
            <a:avLst/>
          </a:prstGeom>
        </p:spPr>
      </p:pic>
      <p:pic>
        <p:nvPicPr>
          <p:cNvPr id="30" name="pm-same-fm" descr="s_{\mathrm{PM}}(t)=A_c\cos[2\pi f_ct+2\pi k_f\int_0^t m(\tau)\,d\tau]">
            <a:extLst xmlns:a="http://schemas.openxmlformats.org/drawingml/2006/main">
              <a:ext uri="{FF2B5EF4-FFF2-40B4-BE49-F238E27FC236}">
                <a16:creationId xmlns:a16="http://schemas.microsoft.com/office/drawing/2014/main" id="{E4F35BDE-B19C-411C-A4A9-749712BEAA7B}"/>
              </a:ext>
            </a:extLst>
          </p:cNvPr>
          <p:cNvPicPr>
            <a:picLocks xmlns:a="http://schemas.openxmlformats.org/drawingml/2006/main" noChangeAspect="1"/>
          </p:cNvPicPr>
          <p:nvPr/>
        </p:nvPicPr>
        <p:blipFill>
          <a:blip xmlns:r="http://schemas.openxmlformats.org/officeDocument/2006/relationships" xmlns:a="http://schemas.openxmlformats.org/drawingml/2006/main" r:embed="Rbc817793de5c49ef">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3176373"/>
            <a:ext cx="4411287" cy="299258"/>
          </a:xfrm>
          <a:prstGeom xmlns:a="http://schemas.openxmlformats.org/drawingml/2006/main" prst="rect">
            <a:avLst/>
          </a:prstGeom>
        </p:spPr>
      </p:pic>
      <p:pic>
        <p:nvPicPr>
          <p:cNvPr id="31" name="conversion-input" descr="m(t)">
            <a:extLst xmlns:a="http://schemas.openxmlformats.org/drawingml/2006/main">
              <a:ext uri="{FF2B5EF4-FFF2-40B4-BE49-F238E27FC236}">
                <a16:creationId xmlns:a16="http://schemas.microsoft.com/office/drawing/2014/main" id="{B45E49A6-5339-4F08-86C8-6AF71E355B4E}"/>
              </a:ext>
            </a:extLst>
          </p:cNvPr>
          <p:cNvPicPr>
            <a:picLocks xmlns:a="http://schemas.openxmlformats.org/drawingml/2006/main" noChangeAspect="1"/>
          </p:cNvPicPr>
          <p:nvPr/>
        </p:nvPicPr>
        <p:blipFill>
          <a:blip xmlns:r="http://schemas.openxmlformats.org/officeDocument/2006/relationships" xmlns:a="http://schemas.openxmlformats.org/drawingml/2006/main" r:embed="Rb6eaa9396f8f4a4c">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898684" y="5457825"/>
            <a:ext cx="679133" cy="295275"/>
          </a:xfrm>
          <a:prstGeom xmlns:a="http://schemas.openxmlformats.org/drawingml/2006/main" prst="rect">
            <a:avLst/>
          </a:prstGeom>
        </p:spPr>
      </p:pic>
      <p:pic>
        <p:nvPicPr>
          <p:cNvPr id="32" name="integral-output" descr="\int_0^t m(\tau)\,d\tau">
            <a:extLst xmlns:a="http://schemas.openxmlformats.org/drawingml/2006/main">
              <a:ext uri="{FF2B5EF4-FFF2-40B4-BE49-F238E27FC236}">
                <a16:creationId xmlns:a16="http://schemas.microsoft.com/office/drawing/2014/main" id="{EA3DE0B2-83EB-4881-BFE5-0A1BA7C00FF0}"/>
              </a:ext>
            </a:extLst>
          </p:cNvPr>
          <p:cNvPicPr>
            <a:picLocks xmlns:a="http://schemas.openxmlformats.org/drawingml/2006/main" noChangeAspect="1"/>
          </p:cNvPicPr>
          <p:nvPr/>
        </p:nvPicPr>
        <p:blipFill>
          <a:blip xmlns:r="http://schemas.openxmlformats.org/officeDocument/2006/relationships" xmlns:a="http://schemas.openxmlformats.org/drawingml/2006/main" r:embed="Rad8e8a1a0a5a4e5d">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3944779" y="5426303"/>
            <a:ext cx="1311593" cy="348794"/>
          </a:xfrm>
          <a:prstGeom xmlns:a="http://schemas.openxmlformats.org/drawingml/2006/main" prst="rect">
            <a:avLst/>
          </a:prstGeom>
        </p:spPr>
      </p:pic>
      <p:pic>
        <p:nvPicPr>
          <p:cNvPr id="33" name="scale-value" descr="2\pi k_f/k_p">
            <a:extLst xmlns:a="http://schemas.openxmlformats.org/drawingml/2006/main">
              <a:ext uri="{FF2B5EF4-FFF2-40B4-BE49-F238E27FC236}">
                <a16:creationId xmlns:a16="http://schemas.microsoft.com/office/drawing/2014/main" id="{A8B072BB-C67E-4F57-8C84-6B8F4E32AE25}"/>
              </a:ext>
            </a:extLst>
          </p:cNvPr>
          <p:cNvPicPr>
            <a:picLocks xmlns:a="http://schemas.openxmlformats.org/drawingml/2006/main" noChangeAspect="1"/>
          </p:cNvPicPr>
          <p:nvPr/>
        </p:nvPicPr>
        <p:blipFill>
          <a:blip xmlns:r="http://schemas.openxmlformats.org/officeDocument/2006/relationships" xmlns:a="http://schemas.openxmlformats.org/drawingml/2006/main" r:embed="R1ed96acfed714f79">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279356" y="6012061"/>
            <a:ext cx="928688" cy="244078"/>
          </a:xfrm>
          <a:prstGeom xmlns:a="http://schemas.openxmlformats.org/drawingml/2006/main" prst="rect">
            <a:avLst/>
          </a:prstGeom>
        </p:spPr>
      </p:pic>
      <p:pic>
        <p:nvPicPr>
          <p:cNvPr id="34" name="conversion-output" descr="s_{\mathrm{FM}}(t)">
            <a:extLst xmlns:a="http://schemas.openxmlformats.org/drawingml/2006/main">
              <a:ext uri="{FF2B5EF4-FFF2-40B4-BE49-F238E27FC236}">
                <a16:creationId xmlns:a16="http://schemas.microsoft.com/office/drawing/2014/main" id="{3270532F-352B-4262-BADB-D90B1A45D846}"/>
              </a:ext>
            </a:extLst>
          </p:cNvPr>
          <p:cNvPicPr>
            <a:picLocks xmlns:a="http://schemas.openxmlformats.org/drawingml/2006/main" noChangeAspect="1"/>
          </p:cNvPicPr>
          <p:nvPr/>
        </p:nvPicPr>
        <p:blipFill>
          <a:blip xmlns:r="http://schemas.openxmlformats.org/officeDocument/2006/relationships" xmlns:a="http://schemas.openxmlformats.org/drawingml/2006/main" r:embed="R9d4a529331b5487c">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10266998" y="5460593"/>
            <a:ext cx="944880" cy="289739"/>
          </a:xfrm>
          <a:prstGeom xmlns:a="http://schemas.openxmlformats.org/drawingml/2006/main" prst="rect">
            <a:avLst/>
          </a:prstGeom>
        </p:spPr>
      </p:pic>
      <p:pic>
        <p:nvPicPr>
          <p:cNvPr id="35" name="fixed-pm-reference" descr="s_{\mathrm{PM}}(t)=A_c\cos[2\pi f_ct+k_p(\text{input})]">
            <a:extLst xmlns:a="http://schemas.openxmlformats.org/drawingml/2006/main">
              <a:ext uri="{FF2B5EF4-FFF2-40B4-BE49-F238E27FC236}">
                <a16:creationId xmlns:a16="http://schemas.microsoft.com/office/drawing/2014/main" id="{951D7FAC-D0A9-4393-ACFB-2F0ECBC36056}"/>
              </a:ext>
            </a:extLst>
          </p:cNvPr>
          <p:cNvPicPr>
            <a:picLocks xmlns:a="http://schemas.openxmlformats.org/drawingml/2006/main" noChangeAspect="1"/>
          </p:cNvPicPr>
          <p:nvPr/>
        </p:nvPicPr>
        <p:blipFill>
          <a:blip xmlns:r="http://schemas.openxmlformats.org/officeDocument/2006/relationships" xmlns:a="http://schemas.openxmlformats.org/drawingml/2006/main" r:embed="Rea473102016f4a31">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09600" y="3232070"/>
            <a:ext cx="3790604" cy="228600"/>
          </a:xfrm>
          <a:prstGeom xmlns:a="http://schemas.openxmlformats.org/drawingml/2006/main" prst="rect">
            <a:avLst/>
          </a:prstGeom>
        </p:spPr>
      </p:pic>
      <p:pic>
        <p:nvPicPr>
          <p:cNvPr id="36" name="pm-integral-input-stable" descr="s_{\mathrm{PM}}(t)=A_c\cos[2\pi f_ct+k_p[\frac{\textstyle2\pi k_f}{k_p}\int_0^t m(\tau)\,d\tau]]">
            <a:extLst xmlns:a="http://schemas.openxmlformats.org/drawingml/2006/main">
              <a:ext uri="{FF2B5EF4-FFF2-40B4-BE49-F238E27FC236}">
                <a16:creationId xmlns:a16="http://schemas.microsoft.com/office/drawing/2014/main" id="{E290CF44-9B35-44D3-A980-BEDB822DBCB4}"/>
              </a:ext>
            </a:extLst>
          </p:cNvPr>
          <p:cNvPicPr>
            <a:picLocks xmlns:a="http://schemas.openxmlformats.org/drawingml/2006/main" noChangeAspect="1"/>
          </p:cNvPicPr>
          <p:nvPr/>
        </p:nvPicPr>
        <p:blipFill>
          <a:blip xmlns:r="http://schemas.openxmlformats.org/officeDocument/2006/relationships" xmlns:a="http://schemas.openxmlformats.org/drawingml/2006/main" r:embed="R86c27fd1a1274926">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609600" y="3143250"/>
            <a:ext cx="4854633" cy="381000"/>
          </a:xfrm>
          <a:prstGeom xmlns:a="http://schemas.openxmlformats.org/drawingml/2006/main" prst="rect">
            <a:avLst/>
          </a:prstGeom>
        </p:spPr>
      </p:pic>
      <p:pic>
        <p:nvPicPr>
          <p:cNvPr id="37" name="pm-same-fm-moving0" descr="s_{\mathrm{PM}}(t)=A_c\cos[2\pi f_ct+2\pi k_f\int_0^t m(\tau)\,d\tau]">
            <a:extLst xmlns:a="http://schemas.openxmlformats.org/drawingml/2006/main">
              <a:ext uri="{FF2B5EF4-FFF2-40B4-BE49-F238E27FC236}">
                <a16:creationId xmlns:a16="http://schemas.microsoft.com/office/drawing/2014/main" id="{E8DA8C39-DCA4-49FC-B257-98A86071A1E3}"/>
              </a:ext>
            </a:extLst>
          </p:cNvPr>
          <p:cNvPicPr>
            <a:picLocks xmlns:a="http://schemas.openxmlformats.org/drawingml/2006/main" noChangeAspect="1"/>
          </p:cNvPicPr>
          <p:nvPr/>
        </p:nvPicPr>
        <p:blipFill>
          <a:blip xmlns:r="http://schemas.openxmlformats.org/officeDocument/2006/relationships" xmlns:a="http://schemas.openxmlformats.org/drawingml/2006/main" r:embed="R9ab74f350c0f4d46">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609600" y="3176373"/>
            <a:ext cx="4411287" cy="299258"/>
          </a:xfrm>
          <a:prstGeom xmlns:a="http://schemas.openxmlformats.org/drawingml/2006/main" prst="rect">
            <a:avLst/>
          </a:prstGeom>
        </p:spPr>
      </p:pic>
      <p:pic>
        <p:nvPicPr>
          <p:cNvPr id="38" name="pm-same-fm-moving1" descr="s_{\mathrm{PM}}(t)=A_c\cos[2\pi f_ct+2\pi k_f\int_0^t m(\tau)\,d\tau]">
            <a:extLst xmlns:a="http://schemas.openxmlformats.org/drawingml/2006/main">
              <a:ext uri="{FF2B5EF4-FFF2-40B4-BE49-F238E27FC236}">
                <a16:creationId xmlns:a16="http://schemas.microsoft.com/office/drawing/2014/main" id="{F3260E1B-B0F4-4531-8255-02981631C1B7}"/>
              </a:ext>
            </a:extLst>
          </p:cNvPr>
          <p:cNvPicPr>
            <a:picLocks xmlns:a="http://schemas.openxmlformats.org/drawingml/2006/main" noChangeAspect="1"/>
          </p:cNvPicPr>
          <p:nvPr/>
        </p:nvPicPr>
        <p:blipFill>
          <a:blip xmlns:r="http://schemas.openxmlformats.org/officeDocument/2006/relationships" xmlns:a="http://schemas.openxmlformats.org/drawingml/2006/main" r:embed="R7fbe36dee4f54d77">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609600" y="3176373"/>
            <a:ext cx="4411287" cy="299258"/>
          </a:xfrm>
          <a:prstGeom xmlns:a="http://schemas.openxmlformats.org/drawingml/2006/main" prst="rect">
            <a:avLst/>
          </a:prstGeom>
        </p:spPr>
      </p:pic>
    </p:spTree>
    <p:extLst>
      <p:ext uri="{BB962C8B-B14F-4D97-AF65-F5344CB8AC3E}">
        <p14:creationId xmlns:p14="http://schemas.microsoft.com/office/powerpoint/2010/main" val="159540636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3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par>
                                <p:cTn id="18" presetID="10" presetClass="exit" presetSubtype="0" fill="hold" nodeType="withEffect">
                                  <p:stCondLst>
                                    <p:cond delay="0"/>
                                  </p:stCondLst>
                                  <p:childTnLst>
                                    <p:animEffect transition="out" filter="fade">
                                      <p:cBhvr>
                                        <p:cTn id="97" dur="1" fill="hold">
                                          <p:stCondLst>
                                            <p:cond delay="0"/>
                                          </p:stCondLst>
                                        </p:cTn>
                                        <p:tgtEl>
                                          <p:spTgt spid="26"/>
                                        </p:tgtEl>
                                      </p:cBhvr>
                                    </p:animEffect>
                                    <p:set>
                                      <p:cBhvr>
                                        <p:cTn id="98" dur="1" fill="hold">
                                          <p:stCondLst>
                                            <p:cond delay="0"/>
                                          </p:stCondLst>
                                        </p:cTn>
                                        <p:tgtEl>
                                          <p:spTgt spid="26"/>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73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xit" presetSubtype="0" fill="hold" nodeType="withEffect">
                                  <p:stCondLst>
                                    <p:cond delay="0"/>
                                  </p:stCondLst>
                                  <p:childTnLst>
                                    <p:animEffect transition="out" filter="fade">
                                      <p:cBhvr>
                                        <p:cTn id="99" dur="1" fill="hold">
                                          <p:stCondLst>
                                            <p:cond delay="0"/>
                                          </p:stCondLst>
                                        </p:cTn>
                                        <p:tgtEl>
                                          <p:spTgt spid="29"/>
                                        </p:tgtEl>
                                      </p:cBhvr>
                                    </p:animEffect>
                                    <p:set>
                                      <p:cBhvr>
                                        <p:cTn id="100" dur="1" fill="hold">
                                          <p:stCondLst>
                                            <p:cond delay="0"/>
                                          </p:stCondLst>
                                        </p:cTn>
                                        <p:tgtEl>
                                          <p:spTgt spid="29"/>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109" dur="1" fill="hold">
                                          <p:stCondLst>
                                            <p:cond delay="0"/>
                                          </p:stCondLst>
                                        </p:cTn>
                                        <p:tgtEl>
                                          <p:spTgt spid="36"/>
                                        </p:tgtEl>
                                      </p:cBhvr>
                                    </p:animEffect>
                                    <p:set>
                                      <p:cBhvr>
                                        <p:cTn id="110" dur="1" fill="hold">
                                          <p:stCondLst>
                                            <p:cond delay="0"/>
                                          </p:stCondLst>
                                        </p:cTn>
                                        <p:tgtEl>
                                          <p:spTgt spid="36"/>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animMotion origin="layout" pathEditMode="relative" path="M 0.02894067 -0.01479953 L 0.00000000 0.00000000 E">
                                      <p:cBhvr>
                                        <p:cTn id="32" dur="700" fill="hold"/>
                                        <p:tgtEl>
                                          <p:spTgt spid="37"/>
                                        </p:tgtEl>
                                        <p:attrNameLst>
                                          <p:attrName>ppt_x</p:attrName>
                                          <p:attrName>ppt_y</p:attrName>
                                        </p:attrNameLst>
                                      </p:cBhvr>
                                    </p:animMotion>
                                  </p:childTnLst>
                                </p:cTn>
                              </p:par>
                              <p:par>
                                <p:cTn id="33" presetID="10"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Motion origin="layout" pathEditMode="relative" path="M 0.03111236 -0.00000000 L 0.00000000 0.00000000 E">
                                      <p:cBhvr>
                                        <p:cTn id="36" dur="700" fill="hold"/>
                                        <p:tgtEl>
                                          <p:spTgt spid="38"/>
                                        </p:tgtEl>
                                        <p:attrNameLst>
                                          <p:attrName>ppt_x</p:attrName>
                                          <p:attrName>ppt_y</p:attrName>
                                        </p:attrNameLst>
                                      </p:cBhvr>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00"/>
                                        <p:tgtEl>
                                          <p:spTgt spid="31"/>
                                        </p:tgtEl>
                                      </p:cBhvr>
                                    </p:animEffect>
                                  </p:childTnLst>
                                </p:cTn>
                              </p:par>
                              <p:par>
                                <p:cTn id="42" presetID="10" presetClass="entr" presetSubtype="0" fill="hold"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400"/>
                                        <p:tgtEl>
                                          <p:spTgt spid="10"/>
                                        </p:tgtEl>
                                      </p:cBhvr>
                                    </p:animEffect>
                                  </p:childTnLst>
                                </p:cTn>
                              </p:par>
                              <p:par>
                                <p:cTn id="45" presetID="10"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par>
                                <p:cTn id="48" presetID="10" presetClass="entr" presetSubtype="0" fill="hold"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400"/>
                                        <p:tgtEl>
                                          <p:spTgt spid="12"/>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400"/>
                                        <p:tgtEl>
                                          <p:spTgt spid="3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400"/>
                                        <p:tgtEl>
                                          <p:spTgt spid="13"/>
                                        </p:tgtEl>
                                      </p:cBhvr>
                                    </p:animEffect>
                                  </p:childTnLst>
                                </p:cTn>
                              </p:par>
                              <p:par>
                                <p:cTn id="59" presetID="10" presetClass="entr" presetSubtype="0" fill="hold"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400"/>
                                        <p:tgtEl>
                                          <p:spTgt spid="14"/>
                                        </p:tgtEl>
                                      </p:cBhvr>
                                    </p:animEffect>
                                  </p:childTnLst>
                                </p:cTn>
                              </p:par>
                              <p:par>
                                <p:cTn id="62" presetID="10" presetClass="entr" presetSubtype="0" fill="hold"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400"/>
                                        <p:tgtEl>
                                          <p:spTgt spid="15"/>
                                        </p:tgtEl>
                                      </p:cBhvr>
                                    </p:animEffect>
                                  </p:childTnLst>
                                </p:cTn>
                              </p:par>
                              <p:par>
                                <p:cTn id="65" presetID="10"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00"/>
                                        <p:tgtEl>
                                          <p:spTgt spid="33"/>
                                        </p:tgtEl>
                                      </p:cBhvr>
                                    </p:animEffect>
                                  </p:childTnLst>
                                </p:cTn>
                              </p:par>
                              <p:par>
                                <p:cTn id="68" presetID="10" presetClass="entr" presetSubtype="0"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400"/>
                                        <p:tgtEl>
                                          <p:spTgt spid="16"/>
                                        </p:tgtEl>
                                      </p:cBhvr>
                                    </p:animEffect>
                                  </p:childTnLst>
                                </p:cTn>
                              </p:par>
                              <p:par>
                                <p:cTn id="71" presetID="10" presetClass="entr" presetSubtype="0" fill="hold" nodeType="with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400"/>
                                        <p:tgtEl>
                                          <p:spTgt spid="17"/>
                                        </p:tgtEl>
                                      </p:cBhvr>
                                    </p:animEffect>
                                  </p:childTnLst>
                                </p:cTn>
                              </p:par>
                              <p:par>
                                <p:cTn id="74" presetID="10" presetClass="entr" presetSubtype="0" fill="hold" nodeType="with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400"/>
                                        <p:tgtEl>
                                          <p:spTgt spid="18"/>
                                        </p:tgtEl>
                                      </p:cBhvr>
                                    </p:animEffect>
                                  </p:childTnLst>
                                </p:cTn>
                              </p:par>
                              <p:par>
                                <p:cTn id="77" presetID="10" presetClass="entr" presetSubtype="0" fill="hold" nodeType="with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400"/>
                                        <p:tgtEl>
                                          <p:spTgt spid="19"/>
                                        </p:tgtEl>
                                      </p:cBhvr>
                                    </p:animEffect>
                                  </p:childTnLst>
                                </p:cTn>
                              </p:par>
                              <p:par>
                                <p:cTn id="80" presetID="10" presetClass="entr" presetSubtype="0" fill="hold"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400"/>
                                        <p:tgtEl>
                                          <p:spTgt spid="20"/>
                                        </p:tgtEl>
                                      </p:cBhvr>
                                    </p:animEffect>
                                  </p:childTnLst>
                                </p:cTn>
                              </p:par>
                              <p:par>
                                <p:cTn id="88" presetID="10" presetClass="entr" presetSubtype="0" fill="hold"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400"/>
                                        <p:tgtEl>
                                          <p:spTgt spid="21"/>
                                        </p:tgtEl>
                                      </p:cBhvr>
                                    </p:animEffect>
                                  </p:childTnLst>
                                </p:cTn>
                              </p:par>
                              <p:par>
                                <p:cTn id="91" presetID="10" presetClass="exit" presetSubtype="0" fill="hold" nodeType="withEffect">
                                  <p:stCondLst>
                                    <p:cond delay="0"/>
                                  </p:stCondLst>
                                  <p:childTnLst>
                                    <p:animEffect transition="out" filter="fade">
                                      <p:cBhvr>
                                        <p:cTn id="101" dur="200" fill="hold">
                                          <p:stCondLst>
                                            <p:cond delay="0"/>
                                          </p:stCondLst>
                                        </p:cTn>
                                        <p:tgtEl>
                                          <p:spTgt spid="27"/>
                                        </p:tgtEl>
                                      </p:cBhvr>
                                    </p:animEffect>
                                    <p:set>
                                      <p:cBhvr>
                                        <p:cTn id="102" dur="1" fill="hold">
                                          <p:stCondLst>
                                            <p:cond delay="200"/>
                                          </p:stCondLst>
                                        </p:cTn>
                                        <p:tgtEl>
                                          <p:spTgt spid="27"/>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103" dur="200" fill="hold">
                                          <p:stCondLst>
                                            <p:cond delay="0"/>
                                          </p:stCondLst>
                                        </p:cTn>
                                        <p:tgtEl>
                                          <p:spTgt spid="28"/>
                                        </p:tgtEl>
                                      </p:cBhvr>
                                    </p:animEffect>
                                    <p:set>
                                      <p:cBhvr>
                                        <p:cTn id="104" dur="1" fill="hold">
                                          <p:stCondLst>
                                            <p:cond delay="200"/>
                                          </p:stCondLst>
                                        </p:cTn>
                                        <p:tgtEl>
                                          <p:spTgt spid="28"/>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105" dur="200" fill="hold">
                                          <p:stCondLst>
                                            <p:cond delay="0"/>
                                          </p:stCondLst>
                                        </p:cTn>
                                        <p:tgtEl>
                                          <p:spTgt spid="30"/>
                                        </p:tgtEl>
                                      </p:cBhvr>
                                    </p:animEffect>
                                    <p:set>
                                      <p:cBhvr>
                                        <p:cTn id="106" dur="1" fill="hold">
                                          <p:stCondLst>
                                            <p:cond delay="200"/>
                                          </p:stCondLst>
                                        </p:cTn>
                                        <p:tgtEl>
                                          <p:spTgt spid="30"/>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107" dur="200" fill="hold">
                                          <p:stCondLst>
                                            <p:cond delay="0"/>
                                          </p:stCondLst>
                                        </p:cTn>
                                        <p:tgtEl>
                                          <p:spTgt spid="35"/>
                                        </p:tgtEl>
                                      </p:cBhvr>
                                    </p:animEffect>
                                    <p:set>
                                      <p:cBhvr>
                                        <p:cTn id="108" dur="1" fill="hold">
                                          <p:stCondLst>
                                            <p:cond delay="200"/>
                                          </p:stCondLst>
                                        </p:cTn>
                                        <p:tgtEl>
                                          <p:spTgt spid="35"/>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111" dur="200" fill="hold">
                                          <p:stCondLst>
                                            <p:cond delay="0"/>
                                          </p:stCondLst>
                                        </p:cTn>
                                        <p:tgtEl>
                                          <p:spTgt spid="37"/>
                                        </p:tgtEl>
                                      </p:cBhvr>
                                    </p:animEffect>
                                    <p:set>
                                      <p:cBhvr>
                                        <p:cTn id="112" dur="1" fill="hold">
                                          <p:stCondLst>
                                            <p:cond delay="200"/>
                                          </p:stCondLst>
                                        </p:cTn>
                                        <p:tgtEl>
                                          <p:spTgt spid="37"/>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113" dur="200" fill="hold">
                                          <p:stCondLst>
                                            <p:cond delay="0"/>
                                          </p:stCondLst>
                                        </p:cTn>
                                        <p:tgtEl>
                                          <p:spTgt spid="38"/>
                                        </p:tgtEl>
                                      </p:cBhvr>
                                    </p:animEffect>
                                    <p:set>
                                      <p:cBhvr>
                                        <p:cTn id="114" dur="1" fill="hold">
                                          <p:stCondLst>
                                            <p:cond delay="200"/>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7" grpId="0" animBg="1"/>
      <p:bldP spid="21" grpId="0" animBg="1"/>
    </p:bld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57BE2183-50F3-4C5D-847D-3B7A0D967A0C}"/>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FEDC7670-2EBA-43D8-A15F-5BC6BD023C2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909D8E9F-5A5F-4D23-B4F1-4A39818EB4DC}"/>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E687F4C4-6D3C-463F-8F7A-D2836BDE4915}"/>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0212BDB3-EAC8-4567-A786-FDE585DD585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ACD4A76-8FF7-4223-9EB0-F2425146C967}"/>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C2436BBF-09AC-49C6-ABD7-5A8865426D4A}"/>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Same amplitude; triple the message frequency</a:t>
            </a:r>
          </a:p>
        </p:txBody>
      </p:sp>
      <p:sp>
        <p:nvSpPr>
          <p:cNvPr id="10" name="integrator-input">
            <a:extLst xmlns:a="http://schemas.openxmlformats.org/drawingml/2006/main">
              <a:ext uri="{FF2B5EF4-FFF2-40B4-BE49-F238E27FC236}">
                <a16:creationId xmlns:a16="http://schemas.microsoft.com/office/drawing/2014/main" id="{791EF942-EA84-494F-A293-AC3614449ACB}"/>
              </a:ext>
            </a:extLst>
          </p:cNvPr>
          <p:cNvSpPr>
            <a:spLocks xmlns:a="http://schemas.openxmlformats.org/drawingml/2006/main" noGrp="1"/>
          </p:cNvSpPr>
          <p:nvPr/>
        </p:nvSpPr>
        <p:spPr>
          <a:xfrm xmlns:a="http://schemas.openxmlformats.org/drawingml/2006/main">
            <a:off x="762000" y="29337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Message</a:t>
            </a:r>
          </a:p>
        </p:txBody>
      </p:sp>
      <p:sp>
        <p:nvSpPr>
          <p:cNvPr id="11" name="integrator-output">
            <a:extLst xmlns:a="http://schemas.openxmlformats.org/drawingml/2006/main">
              <a:ext uri="{FF2B5EF4-FFF2-40B4-BE49-F238E27FC236}">
                <a16:creationId xmlns:a16="http://schemas.microsoft.com/office/drawing/2014/main" id="{487B54FC-8B01-4AD8-9411-F5F878C5058C}"/>
              </a:ext>
            </a:extLst>
          </p:cNvPr>
          <p:cNvSpPr>
            <a:spLocks xmlns:a="http://schemas.openxmlformats.org/drawingml/2006/main" noGrp="1"/>
          </p:cNvSpPr>
          <p:nvPr/>
        </p:nvSpPr>
        <p:spPr>
          <a:xfrm xmlns:a="http://schemas.openxmlformats.org/drawingml/2006/main">
            <a:off x="4057650" y="29337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Added phase</a:t>
            </a:r>
          </a:p>
        </p:txBody>
      </p:sp>
      <p:sp>
        <p:nvSpPr>
          <p:cNvPr id="12" name="integrator-in-0-axis-shaft">
            <a:extLst xmlns:a="http://schemas.openxmlformats.org/drawingml/2006/main">
              <a:ext uri="{FF2B5EF4-FFF2-40B4-BE49-F238E27FC236}">
                <a16:creationId xmlns:a16="http://schemas.microsoft.com/office/drawing/2014/main" id="{5979450F-DD62-4F3A-84FB-8996A180BD5C}"/>
              </a:ext>
            </a:extLst>
          </p:cNvPr>
          <p:cNvSpPr>
            <a:spLocks xmlns:a="http://schemas.openxmlformats.org/drawingml/2006/main" noGrp="1"/>
          </p:cNvSpPr>
          <p:nvPr/>
        </p:nvSpPr>
        <p:spPr>
          <a:xfrm xmlns:a="http://schemas.openxmlformats.org/drawingml/2006/main">
            <a:off x="857250" y="3686175"/>
            <a:ext cx="22479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integrator-in-0-axis-head">
            <a:extLst xmlns:a="http://schemas.openxmlformats.org/drawingml/2006/main">
              <a:ext uri="{FF2B5EF4-FFF2-40B4-BE49-F238E27FC236}">
                <a16:creationId xmlns:a16="http://schemas.microsoft.com/office/drawing/2014/main" id="{6E3602D2-1CC1-4685-AED7-3658E7BD373D}"/>
              </a:ext>
            </a:extLst>
          </p:cNvPr>
          <p:cNvSpPr>
            <a:spLocks xmlns:a="http://schemas.openxmlformats.org/drawingml/2006/main" noGrp="1"/>
          </p:cNvSpPr>
          <p:nvPr/>
        </p:nvSpPr>
        <p:spPr>
          <a:xfrm xmlns:a="http://schemas.openxmlformats.org/drawingml/2006/main" rot="5400000">
            <a:off x="3086100" y="36433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4" name="integrator-in-0-wave">
            <a:extLst xmlns:a="http://schemas.openxmlformats.org/drawingml/2006/main">
              <a:ext uri="{FF2B5EF4-FFF2-40B4-BE49-F238E27FC236}">
                <a16:creationId xmlns:a16="http://schemas.microsoft.com/office/drawing/2014/main" id="{15640521-99D6-42DD-87B5-66269A875588}"/>
              </a:ext>
            </a:extLst>
          </p:cNvPr>
          <p:cNvSpPr>
            <a:spLocks xmlns:a="http://schemas.openxmlformats.org/drawingml/2006/main" noGrp="1"/>
          </p:cNvSpPr>
          <p:nvPr/>
        </p:nvSpPr>
        <p:spPr>
          <a:xfrm xmlns:a="http://schemas.openxmlformats.org/drawingml/2006/main">
            <a:off x="857250" y="3438525"/>
            <a:ext cx="2333625" cy="495300"/>
          </a:xfrm>
          <a:custGeom xmlns:a="http://schemas.openxmlformats.org/drawingml/2006/main">
            <a:pathLst>
              <a:path w="2333625" h="495300">
                <a:moveTo>
                  <a:pt x="0" y="0"/>
                </a:moveTo>
                <a:lnTo>
                  <a:pt x="2593" y="6"/>
                </a:lnTo>
                <a:lnTo>
                  <a:pt x="5186" y="24"/>
                </a:lnTo>
                <a:lnTo>
                  <a:pt x="7779" y="54"/>
                </a:lnTo>
                <a:lnTo>
                  <a:pt x="10372" y="97"/>
                </a:lnTo>
                <a:lnTo>
                  <a:pt x="12965" y="151"/>
                </a:lnTo>
                <a:lnTo>
                  <a:pt x="15558" y="217"/>
                </a:lnTo>
                <a:lnTo>
                  <a:pt x="18150" y="296"/>
                </a:lnTo>
                <a:lnTo>
                  <a:pt x="20743" y="386"/>
                </a:lnTo>
                <a:lnTo>
                  <a:pt x="23336" y="489"/>
                </a:lnTo>
                <a:lnTo>
                  <a:pt x="25929" y="603"/>
                </a:lnTo>
                <a:lnTo>
                  <a:pt x="28522" y="730"/>
                </a:lnTo>
                <a:lnTo>
                  <a:pt x="31115" y="869"/>
                </a:lnTo>
                <a:lnTo>
                  <a:pt x="33708" y="1019"/>
                </a:lnTo>
                <a:lnTo>
                  <a:pt x="36301" y="1182"/>
                </a:lnTo>
                <a:lnTo>
                  <a:pt x="38894" y="1357"/>
                </a:lnTo>
                <a:lnTo>
                  <a:pt x="41487" y="1543"/>
                </a:lnTo>
                <a:lnTo>
                  <a:pt x="44080" y="1742"/>
                </a:lnTo>
                <a:lnTo>
                  <a:pt x="46673" y="1953"/>
                </a:lnTo>
                <a:lnTo>
                  <a:pt x="49265" y="2175"/>
                </a:lnTo>
                <a:lnTo>
                  <a:pt x="51858" y="2410"/>
                </a:lnTo>
                <a:lnTo>
                  <a:pt x="54451" y="2657"/>
                </a:lnTo>
                <a:lnTo>
                  <a:pt x="57044" y="2915"/>
                </a:lnTo>
                <a:lnTo>
                  <a:pt x="59637" y="3186"/>
                </a:lnTo>
                <a:lnTo>
                  <a:pt x="62230" y="3468"/>
                </a:lnTo>
                <a:lnTo>
                  <a:pt x="64823" y="3762"/>
                </a:lnTo>
                <a:lnTo>
                  <a:pt x="67416" y="4069"/>
                </a:lnTo>
                <a:lnTo>
                  <a:pt x="70009" y="4387"/>
                </a:lnTo>
                <a:lnTo>
                  <a:pt x="72602" y="4716"/>
                </a:lnTo>
                <a:lnTo>
                  <a:pt x="75195" y="5058"/>
                </a:lnTo>
                <a:lnTo>
                  <a:pt x="77788" y="5412"/>
                </a:lnTo>
                <a:lnTo>
                  <a:pt x="80380" y="5777"/>
                </a:lnTo>
                <a:lnTo>
                  <a:pt x="82973" y="6154"/>
                </a:lnTo>
                <a:lnTo>
                  <a:pt x="85566" y="6543"/>
                </a:lnTo>
                <a:lnTo>
                  <a:pt x="88159" y="6944"/>
                </a:lnTo>
                <a:lnTo>
                  <a:pt x="90752" y="7356"/>
                </a:lnTo>
                <a:lnTo>
                  <a:pt x="93345" y="7780"/>
                </a:lnTo>
                <a:lnTo>
                  <a:pt x="95938" y="8216"/>
                </a:lnTo>
                <a:lnTo>
                  <a:pt x="98531" y="8664"/>
                </a:lnTo>
                <a:lnTo>
                  <a:pt x="101124" y="9123"/>
                </a:lnTo>
                <a:lnTo>
                  <a:pt x="103717" y="9594"/>
                </a:lnTo>
                <a:lnTo>
                  <a:pt x="106310" y="10076"/>
                </a:lnTo>
                <a:lnTo>
                  <a:pt x="108903" y="10570"/>
                </a:lnTo>
                <a:lnTo>
                  <a:pt x="111495" y="11075"/>
                </a:lnTo>
                <a:lnTo>
                  <a:pt x="114088" y="11592"/>
                </a:lnTo>
                <a:lnTo>
                  <a:pt x="116681" y="12121"/>
                </a:lnTo>
                <a:lnTo>
                  <a:pt x="119274" y="12661"/>
                </a:lnTo>
                <a:lnTo>
                  <a:pt x="121867" y="13212"/>
                </a:lnTo>
                <a:lnTo>
                  <a:pt x="124460" y="13775"/>
                </a:lnTo>
                <a:lnTo>
                  <a:pt x="127053" y="14349"/>
                </a:lnTo>
                <a:lnTo>
                  <a:pt x="129646" y="14935"/>
                </a:lnTo>
                <a:lnTo>
                  <a:pt x="132239" y="15532"/>
                </a:lnTo>
                <a:lnTo>
                  <a:pt x="134832" y="16140"/>
                </a:lnTo>
                <a:lnTo>
                  <a:pt x="137425" y="16760"/>
                </a:lnTo>
                <a:lnTo>
                  <a:pt x="140018" y="17391"/>
                </a:lnTo>
                <a:lnTo>
                  <a:pt x="142610" y="18033"/>
                </a:lnTo>
                <a:lnTo>
                  <a:pt x="145203" y="18686"/>
                </a:lnTo>
                <a:lnTo>
                  <a:pt x="147796" y="19351"/>
                </a:lnTo>
                <a:lnTo>
                  <a:pt x="150389" y="20026"/>
                </a:lnTo>
                <a:lnTo>
                  <a:pt x="152982" y="20713"/>
                </a:lnTo>
                <a:lnTo>
                  <a:pt x="155575" y="21410"/>
                </a:lnTo>
                <a:lnTo>
                  <a:pt x="158168" y="22119"/>
                </a:lnTo>
                <a:lnTo>
                  <a:pt x="160761" y="22839"/>
                </a:lnTo>
                <a:lnTo>
                  <a:pt x="163354" y="23570"/>
                </a:lnTo>
                <a:lnTo>
                  <a:pt x="165947" y="24311"/>
                </a:lnTo>
                <a:lnTo>
                  <a:pt x="168540" y="25064"/>
                </a:lnTo>
                <a:lnTo>
                  <a:pt x="171133" y="25827"/>
                </a:lnTo>
                <a:lnTo>
                  <a:pt x="173725" y="26601"/>
                </a:lnTo>
                <a:lnTo>
                  <a:pt x="176318" y="27386"/>
                </a:lnTo>
                <a:lnTo>
                  <a:pt x="178911" y="28182"/>
                </a:lnTo>
                <a:lnTo>
                  <a:pt x="181504" y="28988"/>
                </a:lnTo>
                <a:lnTo>
                  <a:pt x="184097" y="29805"/>
                </a:lnTo>
                <a:lnTo>
                  <a:pt x="186690" y="30633"/>
                </a:lnTo>
                <a:lnTo>
                  <a:pt x="189283" y="31471"/>
                </a:lnTo>
                <a:lnTo>
                  <a:pt x="191876" y="32320"/>
                </a:lnTo>
                <a:lnTo>
                  <a:pt x="194469" y="33179"/>
                </a:lnTo>
                <a:lnTo>
                  <a:pt x="197062" y="34048"/>
                </a:lnTo>
                <a:lnTo>
                  <a:pt x="199655" y="34929"/>
                </a:lnTo>
                <a:lnTo>
                  <a:pt x="202248" y="35819"/>
                </a:lnTo>
                <a:lnTo>
                  <a:pt x="204840" y="36720"/>
                </a:lnTo>
                <a:lnTo>
                  <a:pt x="207433" y="37631"/>
                </a:lnTo>
                <a:lnTo>
                  <a:pt x="210026" y="38552"/>
                </a:lnTo>
                <a:lnTo>
                  <a:pt x="212619" y="39484"/>
                </a:lnTo>
                <a:lnTo>
                  <a:pt x="215212" y="40425"/>
                </a:lnTo>
                <a:lnTo>
                  <a:pt x="217805" y="41377"/>
                </a:lnTo>
                <a:lnTo>
                  <a:pt x="220398" y="42339"/>
                </a:lnTo>
                <a:lnTo>
                  <a:pt x="222991" y="43311"/>
                </a:lnTo>
                <a:lnTo>
                  <a:pt x="225584" y="44292"/>
                </a:lnTo>
                <a:lnTo>
                  <a:pt x="228177" y="45284"/>
                </a:lnTo>
                <a:lnTo>
                  <a:pt x="230770" y="46286"/>
                </a:lnTo>
                <a:lnTo>
                  <a:pt x="233363" y="47297"/>
                </a:lnTo>
                <a:lnTo>
                  <a:pt x="235955" y="48318"/>
                </a:lnTo>
                <a:lnTo>
                  <a:pt x="238548" y="49349"/>
                </a:lnTo>
                <a:lnTo>
                  <a:pt x="241141" y="50389"/>
                </a:lnTo>
                <a:lnTo>
                  <a:pt x="243734" y="51439"/>
                </a:lnTo>
                <a:lnTo>
                  <a:pt x="246327" y="52499"/>
                </a:lnTo>
                <a:lnTo>
                  <a:pt x="248920" y="53568"/>
                </a:lnTo>
                <a:lnTo>
                  <a:pt x="251513" y="54647"/>
                </a:lnTo>
                <a:lnTo>
                  <a:pt x="254106" y="55735"/>
                </a:lnTo>
                <a:lnTo>
                  <a:pt x="256699" y="56832"/>
                </a:lnTo>
                <a:lnTo>
                  <a:pt x="259292" y="57939"/>
                </a:lnTo>
                <a:lnTo>
                  <a:pt x="261885" y="59055"/>
                </a:lnTo>
                <a:lnTo>
                  <a:pt x="264478" y="60180"/>
                </a:lnTo>
                <a:lnTo>
                  <a:pt x="267070" y="61314"/>
                </a:lnTo>
                <a:lnTo>
                  <a:pt x="269663" y="62458"/>
                </a:lnTo>
                <a:lnTo>
                  <a:pt x="272256" y="63610"/>
                </a:lnTo>
                <a:lnTo>
                  <a:pt x="274849" y="64772"/>
                </a:lnTo>
                <a:lnTo>
                  <a:pt x="277442" y="65942"/>
                </a:lnTo>
                <a:lnTo>
                  <a:pt x="280035" y="67121"/>
                </a:lnTo>
                <a:lnTo>
                  <a:pt x="282628" y="68309"/>
                </a:lnTo>
                <a:lnTo>
                  <a:pt x="285221" y="69505"/>
                </a:lnTo>
                <a:lnTo>
                  <a:pt x="287814" y="70711"/>
                </a:lnTo>
                <a:lnTo>
                  <a:pt x="290407" y="71925"/>
                </a:lnTo>
                <a:lnTo>
                  <a:pt x="293000" y="73147"/>
                </a:lnTo>
                <a:lnTo>
                  <a:pt x="295593" y="74378"/>
                </a:lnTo>
                <a:lnTo>
                  <a:pt x="298185" y="75618"/>
                </a:lnTo>
                <a:lnTo>
                  <a:pt x="300778" y="76866"/>
                </a:lnTo>
                <a:lnTo>
                  <a:pt x="303371" y="78122"/>
                </a:lnTo>
                <a:lnTo>
                  <a:pt x="305964" y="79386"/>
                </a:lnTo>
                <a:lnTo>
                  <a:pt x="308557" y="80659"/>
                </a:lnTo>
                <a:lnTo>
                  <a:pt x="311150" y="81940"/>
                </a:lnTo>
                <a:lnTo>
                  <a:pt x="313743" y="83229"/>
                </a:lnTo>
                <a:lnTo>
                  <a:pt x="316336" y="84526"/>
                </a:lnTo>
                <a:lnTo>
                  <a:pt x="318929" y="85830"/>
                </a:lnTo>
                <a:lnTo>
                  <a:pt x="321522" y="87143"/>
                </a:lnTo>
                <a:lnTo>
                  <a:pt x="324115" y="88464"/>
                </a:lnTo>
                <a:lnTo>
                  <a:pt x="326708" y="89792"/>
                </a:lnTo>
                <a:lnTo>
                  <a:pt x="329300" y="91128"/>
                </a:lnTo>
                <a:lnTo>
                  <a:pt x="331893" y="92472"/>
                </a:lnTo>
                <a:lnTo>
                  <a:pt x="334486" y="93823"/>
                </a:lnTo>
                <a:lnTo>
                  <a:pt x="337079" y="95181"/>
                </a:lnTo>
                <a:lnTo>
                  <a:pt x="339672" y="96548"/>
                </a:lnTo>
                <a:lnTo>
                  <a:pt x="342265" y="97921"/>
                </a:lnTo>
                <a:lnTo>
                  <a:pt x="344858" y="99302"/>
                </a:lnTo>
                <a:lnTo>
                  <a:pt x="347451" y="100690"/>
                </a:lnTo>
                <a:lnTo>
                  <a:pt x="350044" y="102085"/>
                </a:lnTo>
                <a:lnTo>
                  <a:pt x="352637" y="103487"/>
                </a:lnTo>
                <a:lnTo>
                  <a:pt x="355230" y="104897"/>
                </a:lnTo>
                <a:lnTo>
                  <a:pt x="357822" y="106313"/>
                </a:lnTo>
                <a:lnTo>
                  <a:pt x="360415" y="107736"/>
                </a:lnTo>
                <a:lnTo>
                  <a:pt x="363008" y="109166"/>
                </a:lnTo>
                <a:lnTo>
                  <a:pt x="365601" y="110603"/>
                </a:lnTo>
                <a:lnTo>
                  <a:pt x="368194" y="112046"/>
                </a:lnTo>
                <a:lnTo>
                  <a:pt x="370787" y="113496"/>
                </a:lnTo>
                <a:lnTo>
                  <a:pt x="373380" y="114952"/>
                </a:lnTo>
                <a:lnTo>
                  <a:pt x="375973" y="116415"/>
                </a:lnTo>
                <a:lnTo>
                  <a:pt x="378566" y="117885"/>
                </a:lnTo>
                <a:lnTo>
                  <a:pt x="381159" y="119361"/>
                </a:lnTo>
                <a:lnTo>
                  <a:pt x="383752" y="120843"/>
                </a:lnTo>
                <a:lnTo>
                  <a:pt x="386345" y="122331"/>
                </a:lnTo>
                <a:lnTo>
                  <a:pt x="388938" y="123825"/>
                </a:lnTo>
                <a:lnTo>
                  <a:pt x="391530" y="125325"/>
                </a:lnTo>
                <a:lnTo>
                  <a:pt x="394123" y="126832"/>
                </a:lnTo>
                <a:lnTo>
                  <a:pt x="396716" y="128344"/>
                </a:lnTo>
                <a:lnTo>
                  <a:pt x="399309" y="129862"/>
                </a:lnTo>
                <a:lnTo>
                  <a:pt x="401902" y="131385"/>
                </a:lnTo>
                <a:lnTo>
                  <a:pt x="404495" y="132915"/>
                </a:lnTo>
                <a:lnTo>
                  <a:pt x="407088" y="134450"/>
                </a:lnTo>
                <a:lnTo>
                  <a:pt x="409681" y="135990"/>
                </a:lnTo>
                <a:lnTo>
                  <a:pt x="412274" y="137536"/>
                </a:lnTo>
                <a:lnTo>
                  <a:pt x="414867" y="139087"/>
                </a:lnTo>
                <a:lnTo>
                  <a:pt x="417460" y="140644"/>
                </a:lnTo>
                <a:lnTo>
                  <a:pt x="420052" y="142206"/>
                </a:lnTo>
                <a:lnTo>
                  <a:pt x="422645" y="143773"/>
                </a:lnTo>
                <a:lnTo>
                  <a:pt x="425238" y="145345"/>
                </a:lnTo>
                <a:lnTo>
                  <a:pt x="427831" y="146922"/>
                </a:lnTo>
                <a:lnTo>
                  <a:pt x="430424" y="148504"/>
                </a:lnTo>
                <a:lnTo>
                  <a:pt x="433017" y="150090"/>
                </a:lnTo>
                <a:lnTo>
                  <a:pt x="435610" y="151682"/>
                </a:lnTo>
                <a:lnTo>
                  <a:pt x="438203" y="153278"/>
                </a:lnTo>
                <a:lnTo>
                  <a:pt x="440796" y="154879"/>
                </a:lnTo>
                <a:lnTo>
                  <a:pt x="443389" y="156484"/>
                </a:lnTo>
                <a:lnTo>
                  <a:pt x="445982" y="158094"/>
                </a:lnTo>
                <a:lnTo>
                  <a:pt x="448575" y="159708"/>
                </a:lnTo>
                <a:lnTo>
                  <a:pt x="451168" y="161326"/>
                </a:lnTo>
                <a:lnTo>
                  <a:pt x="453760" y="162949"/>
                </a:lnTo>
                <a:lnTo>
                  <a:pt x="456353" y="164575"/>
                </a:lnTo>
                <a:lnTo>
                  <a:pt x="458946" y="166206"/>
                </a:lnTo>
                <a:lnTo>
                  <a:pt x="461539" y="167841"/>
                </a:lnTo>
                <a:lnTo>
                  <a:pt x="464132" y="169480"/>
                </a:lnTo>
                <a:lnTo>
                  <a:pt x="466725" y="171122"/>
                </a:lnTo>
                <a:lnTo>
                  <a:pt x="469318" y="172768"/>
                </a:lnTo>
                <a:lnTo>
                  <a:pt x="471911" y="174418"/>
                </a:lnTo>
                <a:lnTo>
                  <a:pt x="474504" y="176071"/>
                </a:lnTo>
                <a:lnTo>
                  <a:pt x="477097" y="177728"/>
                </a:lnTo>
                <a:lnTo>
                  <a:pt x="479690" y="179388"/>
                </a:lnTo>
                <a:lnTo>
                  <a:pt x="482282" y="181052"/>
                </a:lnTo>
                <a:lnTo>
                  <a:pt x="484875" y="182719"/>
                </a:lnTo>
                <a:lnTo>
                  <a:pt x="487468" y="184389"/>
                </a:lnTo>
                <a:lnTo>
                  <a:pt x="490061" y="186062"/>
                </a:lnTo>
                <a:lnTo>
                  <a:pt x="492654" y="187738"/>
                </a:lnTo>
                <a:lnTo>
                  <a:pt x="495247" y="189417"/>
                </a:lnTo>
                <a:lnTo>
                  <a:pt x="497840" y="191099"/>
                </a:lnTo>
                <a:lnTo>
                  <a:pt x="500433" y="192784"/>
                </a:lnTo>
                <a:lnTo>
                  <a:pt x="503026" y="194471"/>
                </a:lnTo>
                <a:lnTo>
                  <a:pt x="505619" y="196161"/>
                </a:lnTo>
                <a:lnTo>
                  <a:pt x="508212" y="197853"/>
                </a:lnTo>
                <a:lnTo>
                  <a:pt x="510805" y="199548"/>
                </a:lnTo>
                <a:lnTo>
                  <a:pt x="513398" y="201245"/>
                </a:lnTo>
                <a:lnTo>
                  <a:pt x="515990" y="202944"/>
                </a:lnTo>
                <a:lnTo>
                  <a:pt x="518583" y="204646"/>
                </a:lnTo>
                <a:lnTo>
                  <a:pt x="521176" y="206350"/>
                </a:lnTo>
                <a:lnTo>
                  <a:pt x="523769" y="208055"/>
                </a:lnTo>
                <a:lnTo>
                  <a:pt x="526362" y="209763"/>
                </a:lnTo>
                <a:lnTo>
                  <a:pt x="528955" y="211473"/>
                </a:lnTo>
                <a:lnTo>
                  <a:pt x="531548" y="213184"/>
                </a:lnTo>
                <a:lnTo>
                  <a:pt x="534141" y="214897"/>
                </a:lnTo>
                <a:lnTo>
                  <a:pt x="536734" y="216611"/>
                </a:lnTo>
                <a:lnTo>
                  <a:pt x="539327" y="218327"/>
                </a:lnTo>
                <a:lnTo>
                  <a:pt x="541920" y="220045"/>
                </a:lnTo>
                <a:lnTo>
                  <a:pt x="544512" y="221764"/>
                </a:lnTo>
                <a:lnTo>
                  <a:pt x="547105" y="223484"/>
                </a:lnTo>
                <a:lnTo>
                  <a:pt x="549698" y="225205"/>
                </a:lnTo>
                <a:lnTo>
                  <a:pt x="552291" y="226927"/>
                </a:lnTo>
                <a:lnTo>
                  <a:pt x="554884" y="228651"/>
                </a:lnTo>
                <a:lnTo>
                  <a:pt x="557477" y="230375"/>
                </a:lnTo>
                <a:lnTo>
                  <a:pt x="560070" y="232100"/>
                </a:lnTo>
                <a:lnTo>
                  <a:pt x="562663" y="233826"/>
                </a:lnTo>
                <a:lnTo>
                  <a:pt x="565256" y="235552"/>
                </a:lnTo>
                <a:lnTo>
                  <a:pt x="567849" y="237279"/>
                </a:lnTo>
                <a:lnTo>
                  <a:pt x="570442" y="239007"/>
                </a:lnTo>
                <a:lnTo>
                  <a:pt x="573035" y="240735"/>
                </a:lnTo>
                <a:lnTo>
                  <a:pt x="575628" y="242464"/>
                </a:lnTo>
                <a:lnTo>
                  <a:pt x="578220" y="244192"/>
                </a:lnTo>
                <a:lnTo>
                  <a:pt x="580813" y="245921"/>
                </a:lnTo>
                <a:lnTo>
                  <a:pt x="583406" y="247650"/>
                </a:lnTo>
                <a:lnTo>
                  <a:pt x="585999" y="249379"/>
                </a:lnTo>
                <a:lnTo>
                  <a:pt x="588592" y="251108"/>
                </a:lnTo>
                <a:lnTo>
                  <a:pt x="591185" y="252836"/>
                </a:lnTo>
                <a:lnTo>
                  <a:pt x="593778" y="254565"/>
                </a:lnTo>
                <a:lnTo>
                  <a:pt x="596371" y="256293"/>
                </a:lnTo>
                <a:lnTo>
                  <a:pt x="598964" y="258021"/>
                </a:lnTo>
                <a:lnTo>
                  <a:pt x="601557" y="259748"/>
                </a:lnTo>
                <a:lnTo>
                  <a:pt x="604150" y="261474"/>
                </a:lnTo>
                <a:lnTo>
                  <a:pt x="606742" y="263200"/>
                </a:lnTo>
                <a:lnTo>
                  <a:pt x="609335" y="264925"/>
                </a:lnTo>
                <a:lnTo>
                  <a:pt x="611928" y="266649"/>
                </a:lnTo>
                <a:lnTo>
                  <a:pt x="614521" y="268373"/>
                </a:lnTo>
                <a:lnTo>
                  <a:pt x="617114" y="270095"/>
                </a:lnTo>
                <a:lnTo>
                  <a:pt x="619707" y="271816"/>
                </a:lnTo>
                <a:lnTo>
                  <a:pt x="622300" y="273536"/>
                </a:lnTo>
                <a:lnTo>
                  <a:pt x="624893" y="275255"/>
                </a:lnTo>
                <a:lnTo>
                  <a:pt x="627486" y="276973"/>
                </a:lnTo>
                <a:lnTo>
                  <a:pt x="630079" y="278689"/>
                </a:lnTo>
                <a:lnTo>
                  <a:pt x="632672" y="280403"/>
                </a:lnTo>
                <a:lnTo>
                  <a:pt x="635265" y="282116"/>
                </a:lnTo>
                <a:lnTo>
                  <a:pt x="637858" y="283827"/>
                </a:lnTo>
                <a:lnTo>
                  <a:pt x="640450" y="285537"/>
                </a:lnTo>
                <a:lnTo>
                  <a:pt x="643043" y="287245"/>
                </a:lnTo>
                <a:lnTo>
                  <a:pt x="645636" y="288950"/>
                </a:lnTo>
                <a:lnTo>
                  <a:pt x="648229" y="290654"/>
                </a:lnTo>
                <a:lnTo>
                  <a:pt x="650822" y="292356"/>
                </a:lnTo>
                <a:lnTo>
                  <a:pt x="653415" y="294055"/>
                </a:lnTo>
                <a:lnTo>
                  <a:pt x="656008" y="295752"/>
                </a:lnTo>
                <a:lnTo>
                  <a:pt x="658601" y="297447"/>
                </a:lnTo>
                <a:lnTo>
                  <a:pt x="661194" y="299139"/>
                </a:lnTo>
                <a:lnTo>
                  <a:pt x="663787" y="300829"/>
                </a:lnTo>
                <a:lnTo>
                  <a:pt x="666380" y="302516"/>
                </a:lnTo>
                <a:lnTo>
                  <a:pt x="668973" y="304201"/>
                </a:lnTo>
                <a:lnTo>
                  <a:pt x="671565" y="305883"/>
                </a:lnTo>
                <a:lnTo>
                  <a:pt x="674158" y="307562"/>
                </a:lnTo>
                <a:lnTo>
                  <a:pt x="676751" y="309238"/>
                </a:lnTo>
                <a:lnTo>
                  <a:pt x="679344" y="310911"/>
                </a:lnTo>
                <a:lnTo>
                  <a:pt x="681937" y="312581"/>
                </a:lnTo>
                <a:lnTo>
                  <a:pt x="684530" y="314248"/>
                </a:lnTo>
                <a:lnTo>
                  <a:pt x="687123" y="315912"/>
                </a:lnTo>
                <a:lnTo>
                  <a:pt x="689716" y="317572"/>
                </a:lnTo>
                <a:lnTo>
                  <a:pt x="692309" y="319229"/>
                </a:lnTo>
                <a:lnTo>
                  <a:pt x="694902" y="320882"/>
                </a:lnTo>
                <a:lnTo>
                  <a:pt x="697495" y="322532"/>
                </a:lnTo>
                <a:lnTo>
                  <a:pt x="700088" y="324178"/>
                </a:lnTo>
                <a:lnTo>
                  <a:pt x="702680" y="325820"/>
                </a:lnTo>
                <a:lnTo>
                  <a:pt x="705273" y="327459"/>
                </a:lnTo>
                <a:lnTo>
                  <a:pt x="707866" y="329094"/>
                </a:lnTo>
                <a:lnTo>
                  <a:pt x="710459" y="330725"/>
                </a:lnTo>
                <a:lnTo>
                  <a:pt x="713052" y="332351"/>
                </a:lnTo>
                <a:lnTo>
                  <a:pt x="715645" y="333974"/>
                </a:lnTo>
                <a:lnTo>
                  <a:pt x="718238" y="335592"/>
                </a:lnTo>
                <a:lnTo>
                  <a:pt x="720831" y="337206"/>
                </a:lnTo>
                <a:lnTo>
                  <a:pt x="723424" y="338816"/>
                </a:lnTo>
                <a:lnTo>
                  <a:pt x="726017" y="340421"/>
                </a:lnTo>
                <a:lnTo>
                  <a:pt x="728610" y="342022"/>
                </a:lnTo>
                <a:lnTo>
                  <a:pt x="731202" y="343618"/>
                </a:lnTo>
                <a:lnTo>
                  <a:pt x="733795" y="345210"/>
                </a:lnTo>
                <a:lnTo>
                  <a:pt x="736388" y="346796"/>
                </a:lnTo>
                <a:lnTo>
                  <a:pt x="738981" y="348378"/>
                </a:lnTo>
                <a:lnTo>
                  <a:pt x="741574" y="349955"/>
                </a:lnTo>
                <a:lnTo>
                  <a:pt x="744167" y="351527"/>
                </a:lnTo>
                <a:lnTo>
                  <a:pt x="746760" y="353094"/>
                </a:lnTo>
                <a:lnTo>
                  <a:pt x="749353" y="354656"/>
                </a:lnTo>
                <a:lnTo>
                  <a:pt x="751946" y="356213"/>
                </a:lnTo>
                <a:lnTo>
                  <a:pt x="754539" y="357764"/>
                </a:lnTo>
                <a:lnTo>
                  <a:pt x="757132" y="359310"/>
                </a:lnTo>
                <a:lnTo>
                  <a:pt x="759725" y="360850"/>
                </a:lnTo>
                <a:lnTo>
                  <a:pt x="762318" y="362385"/>
                </a:lnTo>
                <a:lnTo>
                  <a:pt x="764910" y="363915"/>
                </a:lnTo>
                <a:lnTo>
                  <a:pt x="767503" y="365438"/>
                </a:lnTo>
                <a:lnTo>
                  <a:pt x="770096" y="366956"/>
                </a:lnTo>
                <a:lnTo>
                  <a:pt x="772689" y="368468"/>
                </a:lnTo>
                <a:lnTo>
                  <a:pt x="775282" y="369975"/>
                </a:lnTo>
                <a:lnTo>
                  <a:pt x="777875" y="371475"/>
                </a:lnTo>
                <a:lnTo>
                  <a:pt x="780468" y="372969"/>
                </a:lnTo>
                <a:lnTo>
                  <a:pt x="783061" y="374457"/>
                </a:lnTo>
                <a:lnTo>
                  <a:pt x="785654" y="375939"/>
                </a:lnTo>
                <a:lnTo>
                  <a:pt x="788247" y="377415"/>
                </a:lnTo>
                <a:lnTo>
                  <a:pt x="790840" y="378885"/>
                </a:lnTo>
                <a:lnTo>
                  <a:pt x="793433" y="380348"/>
                </a:lnTo>
                <a:lnTo>
                  <a:pt x="796025" y="381804"/>
                </a:lnTo>
                <a:lnTo>
                  <a:pt x="798618" y="383254"/>
                </a:lnTo>
                <a:lnTo>
                  <a:pt x="801211" y="384697"/>
                </a:lnTo>
                <a:lnTo>
                  <a:pt x="803804" y="386134"/>
                </a:lnTo>
                <a:lnTo>
                  <a:pt x="806397" y="387564"/>
                </a:lnTo>
                <a:lnTo>
                  <a:pt x="808990" y="388987"/>
                </a:lnTo>
                <a:lnTo>
                  <a:pt x="811583" y="390403"/>
                </a:lnTo>
                <a:lnTo>
                  <a:pt x="814176" y="391813"/>
                </a:lnTo>
                <a:lnTo>
                  <a:pt x="816769" y="393215"/>
                </a:lnTo>
                <a:lnTo>
                  <a:pt x="819362" y="394610"/>
                </a:lnTo>
                <a:lnTo>
                  <a:pt x="821955" y="395998"/>
                </a:lnTo>
                <a:lnTo>
                  <a:pt x="824548" y="397379"/>
                </a:lnTo>
                <a:lnTo>
                  <a:pt x="827140" y="398752"/>
                </a:lnTo>
                <a:lnTo>
                  <a:pt x="829733" y="400119"/>
                </a:lnTo>
                <a:lnTo>
                  <a:pt x="832326" y="401477"/>
                </a:lnTo>
                <a:lnTo>
                  <a:pt x="834919" y="402828"/>
                </a:lnTo>
                <a:lnTo>
                  <a:pt x="837512" y="404172"/>
                </a:lnTo>
                <a:lnTo>
                  <a:pt x="840105" y="405508"/>
                </a:lnTo>
                <a:lnTo>
                  <a:pt x="842698" y="406836"/>
                </a:lnTo>
                <a:lnTo>
                  <a:pt x="845291" y="408157"/>
                </a:lnTo>
                <a:lnTo>
                  <a:pt x="847884" y="409470"/>
                </a:lnTo>
                <a:lnTo>
                  <a:pt x="850477" y="410774"/>
                </a:lnTo>
                <a:lnTo>
                  <a:pt x="853070" y="412071"/>
                </a:lnTo>
                <a:lnTo>
                  <a:pt x="855662" y="413360"/>
                </a:lnTo>
                <a:lnTo>
                  <a:pt x="858255" y="414641"/>
                </a:lnTo>
                <a:lnTo>
                  <a:pt x="860848" y="415914"/>
                </a:lnTo>
                <a:lnTo>
                  <a:pt x="863441" y="417178"/>
                </a:lnTo>
                <a:lnTo>
                  <a:pt x="866034" y="418434"/>
                </a:lnTo>
                <a:lnTo>
                  <a:pt x="868627" y="419682"/>
                </a:lnTo>
                <a:lnTo>
                  <a:pt x="871220" y="420922"/>
                </a:lnTo>
                <a:lnTo>
                  <a:pt x="873813" y="422153"/>
                </a:lnTo>
                <a:lnTo>
                  <a:pt x="876406" y="423375"/>
                </a:lnTo>
                <a:lnTo>
                  <a:pt x="878999" y="424589"/>
                </a:lnTo>
                <a:lnTo>
                  <a:pt x="881592" y="425795"/>
                </a:lnTo>
                <a:lnTo>
                  <a:pt x="884185" y="426991"/>
                </a:lnTo>
                <a:lnTo>
                  <a:pt x="886778" y="428179"/>
                </a:lnTo>
                <a:lnTo>
                  <a:pt x="889370" y="429358"/>
                </a:lnTo>
                <a:lnTo>
                  <a:pt x="891963" y="430528"/>
                </a:lnTo>
                <a:lnTo>
                  <a:pt x="894556" y="431690"/>
                </a:lnTo>
                <a:lnTo>
                  <a:pt x="897149" y="432842"/>
                </a:lnTo>
                <a:lnTo>
                  <a:pt x="899742" y="433986"/>
                </a:lnTo>
                <a:lnTo>
                  <a:pt x="902335" y="435120"/>
                </a:lnTo>
                <a:lnTo>
                  <a:pt x="904928" y="436245"/>
                </a:lnTo>
                <a:lnTo>
                  <a:pt x="907521" y="437361"/>
                </a:lnTo>
                <a:lnTo>
                  <a:pt x="910114" y="438468"/>
                </a:lnTo>
                <a:lnTo>
                  <a:pt x="912707" y="439565"/>
                </a:lnTo>
                <a:lnTo>
                  <a:pt x="915300" y="440653"/>
                </a:lnTo>
                <a:lnTo>
                  <a:pt x="917893" y="441732"/>
                </a:lnTo>
                <a:lnTo>
                  <a:pt x="920485" y="442801"/>
                </a:lnTo>
                <a:lnTo>
                  <a:pt x="923078" y="443861"/>
                </a:lnTo>
                <a:lnTo>
                  <a:pt x="925671" y="444911"/>
                </a:lnTo>
                <a:lnTo>
                  <a:pt x="928264" y="445951"/>
                </a:lnTo>
                <a:lnTo>
                  <a:pt x="930857" y="446982"/>
                </a:lnTo>
                <a:lnTo>
                  <a:pt x="933450" y="448003"/>
                </a:lnTo>
                <a:lnTo>
                  <a:pt x="936043" y="449014"/>
                </a:lnTo>
                <a:lnTo>
                  <a:pt x="938636" y="450016"/>
                </a:lnTo>
                <a:lnTo>
                  <a:pt x="941229" y="451008"/>
                </a:lnTo>
                <a:lnTo>
                  <a:pt x="943822" y="451989"/>
                </a:lnTo>
                <a:lnTo>
                  <a:pt x="946415" y="452961"/>
                </a:lnTo>
                <a:lnTo>
                  <a:pt x="949007" y="453923"/>
                </a:lnTo>
                <a:lnTo>
                  <a:pt x="951600" y="454875"/>
                </a:lnTo>
                <a:lnTo>
                  <a:pt x="954193" y="455816"/>
                </a:lnTo>
                <a:lnTo>
                  <a:pt x="956786" y="456748"/>
                </a:lnTo>
                <a:lnTo>
                  <a:pt x="959379" y="457669"/>
                </a:lnTo>
                <a:lnTo>
                  <a:pt x="961972" y="458580"/>
                </a:lnTo>
                <a:lnTo>
                  <a:pt x="964565" y="459481"/>
                </a:lnTo>
                <a:lnTo>
                  <a:pt x="967158" y="460371"/>
                </a:lnTo>
                <a:lnTo>
                  <a:pt x="969751" y="461252"/>
                </a:lnTo>
                <a:lnTo>
                  <a:pt x="972344" y="462121"/>
                </a:lnTo>
                <a:lnTo>
                  <a:pt x="974937" y="462980"/>
                </a:lnTo>
                <a:lnTo>
                  <a:pt x="977530" y="463829"/>
                </a:lnTo>
                <a:lnTo>
                  <a:pt x="980123" y="464667"/>
                </a:lnTo>
                <a:lnTo>
                  <a:pt x="982715" y="465495"/>
                </a:lnTo>
                <a:lnTo>
                  <a:pt x="985308" y="466312"/>
                </a:lnTo>
                <a:lnTo>
                  <a:pt x="987901" y="467118"/>
                </a:lnTo>
                <a:lnTo>
                  <a:pt x="990494" y="467914"/>
                </a:lnTo>
                <a:lnTo>
                  <a:pt x="993087" y="468699"/>
                </a:lnTo>
                <a:lnTo>
                  <a:pt x="995680" y="469473"/>
                </a:lnTo>
                <a:lnTo>
                  <a:pt x="998273" y="470236"/>
                </a:lnTo>
                <a:lnTo>
                  <a:pt x="1000866" y="470989"/>
                </a:lnTo>
                <a:lnTo>
                  <a:pt x="1003459" y="471730"/>
                </a:lnTo>
                <a:lnTo>
                  <a:pt x="1006052" y="472461"/>
                </a:lnTo>
                <a:lnTo>
                  <a:pt x="1008645" y="473181"/>
                </a:lnTo>
                <a:lnTo>
                  <a:pt x="1011238" y="473890"/>
                </a:lnTo>
                <a:lnTo>
                  <a:pt x="1013830" y="474587"/>
                </a:lnTo>
                <a:lnTo>
                  <a:pt x="1016423" y="475274"/>
                </a:lnTo>
                <a:lnTo>
                  <a:pt x="1019016" y="475949"/>
                </a:lnTo>
                <a:lnTo>
                  <a:pt x="1021609" y="476614"/>
                </a:lnTo>
                <a:lnTo>
                  <a:pt x="1024202" y="477267"/>
                </a:lnTo>
                <a:lnTo>
                  <a:pt x="1026795" y="477909"/>
                </a:lnTo>
                <a:lnTo>
                  <a:pt x="1029388" y="478540"/>
                </a:lnTo>
                <a:lnTo>
                  <a:pt x="1031981" y="479160"/>
                </a:lnTo>
                <a:lnTo>
                  <a:pt x="1034574" y="479768"/>
                </a:lnTo>
                <a:lnTo>
                  <a:pt x="1037167" y="480365"/>
                </a:lnTo>
                <a:lnTo>
                  <a:pt x="1039760" y="480951"/>
                </a:lnTo>
                <a:lnTo>
                  <a:pt x="1042353" y="481525"/>
                </a:lnTo>
                <a:lnTo>
                  <a:pt x="1044945" y="482088"/>
                </a:lnTo>
                <a:lnTo>
                  <a:pt x="1047538" y="482639"/>
                </a:lnTo>
                <a:lnTo>
                  <a:pt x="1050131" y="483179"/>
                </a:lnTo>
                <a:lnTo>
                  <a:pt x="1052724" y="483708"/>
                </a:lnTo>
                <a:lnTo>
                  <a:pt x="1055317" y="484225"/>
                </a:lnTo>
                <a:lnTo>
                  <a:pt x="1057910" y="484730"/>
                </a:lnTo>
                <a:lnTo>
                  <a:pt x="1060503" y="485224"/>
                </a:lnTo>
                <a:lnTo>
                  <a:pt x="1063096" y="485706"/>
                </a:lnTo>
                <a:lnTo>
                  <a:pt x="1065689" y="486177"/>
                </a:lnTo>
                <a:lnTo>
                  <a:pt x="1068282" y="486636"/>
                </a:lnTo>
                <a:lnTo>
                  <a:pt x="1070875" y="487084"/>
                </a:lnTo>
                <a:lnTo>
                  <a:pt x="1073468" y="487520"/>
                </a:lnTo>
                <a:lnTo>
                  <a:pt x="1076060" y="487944"/>
                </a:lnTo>
                <a:lnTo>
                  <a:pt x="1078653" y="488356"/>
                </a:lnTo>
                <a:lnTo>
                  <a:pt x="1081246" y="488757"/>
                </a:lnTo>
                <a:lnTo>
                  <a:pt x="1083839" y="489146"/>
                </a:lnTo>
                <a:lnTo>
                  <a:pt x="1086432" y="489523"/>
                </a:lnTo>
                <a:lnTo>
                  <a:pt x="1089025" y="489888"/>
                </a:lnTo>
                <a:lnTo>
                  <a:pt x="1091618" y="490242"/>
                </a:lnTo>
                <a:lnTo>
                  <a:pt x="1094211" y="490584"/>
                </a:lnTo>
                <a:lnTo>
                  <a:pt x="1096804" y="490913"/>
                </a:lnTo>
                <a:lnTo>
                  <a:pt x="1099397" y="491231"/>
                </a:lnTo>
                <a:lnTo>
                  <a:pt x="1101990" y="491538"/>
                </a:lnTo>
                <a:lnTo>
                  <a:pt x="1104583" y="491832"/>
                </a:lnTo>
                <a:lnTo>
                  <a:pt x="1107175" y="492114"/>
                </a:lnTo>
                <a:lnTo>
                  <a:pt x="1109768" y="492385"/>
                </a:lnTo>
                <a:lnTo>
                  <a:pt x="1112361" y="492643"/>
                </a:lnTo>
                <a:lnTo>
                  <a:pt x="1114954" y="492890"/>
                </a:lnTo>
                <a:lnTo>
                  <a:pt x="1117547" y="493125"/>
                </a:lnTo>
                <a:lnTo>
                  <a:pt x="1120140" y="493347"/>
                </a:lnTo>
                <a:lnTo>
                  <a:pt x="1122733" y="493558"/>
                </a:lnTo>
                <a:lnTo>
                  <a:pt x="1125326" y="493757"/>
                </a:lnTo>
                <a:lnTo>
                  <a:pt x="1127919" y="493943"/>
                </a:lnTo>
                <a:lnTo>
                  <a:pt x="1130512" y="494118"/>
                </a:lnTo>
                <a:lnTo>
                  <a:pt x="1133105" y="494281"/>
                </a:lnTo>
                <a:lnTo>
                  <a:pt x="1135698" y="494431"/>
                </a:lnTo>
                <a:lnTo>
                  <a:pt x="1138290" y="494570"/>
                </a:lnTo>
                <a:lnTo>
                  <a:pt x="1140883" y="494697"/>
                </a:lnTo>
                <a:lnTo>
                  <a:pt x="1143476" y="494811"/>
                </a:lnTo>
                <a:lnTo>
                  <a:pt x="1146069" y="494914"/>
                </a:lnTo>
                <a:lnTo>
                  <a:pt x="1148662" y="495004"/>
                </a:lnTo>
                <a:lnTo>
                  <a:pt x="1151255" y="495083"/>
                </a:lnTo>
                <a:lnTo>
                  <a:pt x="1153848" y="495149"/>
                </a:lnTo>
                <a:lnTo>
                  <a:pt x="1156441" y="495203"/>
                </a:lnTo>
                <a:lnTo>
                  <a:pt x="1159034" y="495246"/>
                </a:lnTo>
                <a:lnTo>
                  <a:pt x="1161627" y="495276"/>
                </a:lnTo>
                <a:lnTo>
                  <a:pt x="1164220" y="495294"/>
                </a:lnTo>
                <a:lnTo>
                  <a:pt x="1166813" y="495300"/>
                </a:lnTo>
                <a:lnTo>
                  <a:pt x="1169405" y="495294"/>
                </a:lnTo>
                <a:lnTo>
                  <a:pt x="1171998" y="495276"/>
                </a:lnTo>
                <a:lnTo>
                  <a:pt x="1174591" y="495246"/>
                </a:lnTo>
                <a:lnTo>
                  <a:pt x="1177184" y="495203"/>
                </a:lnTo>
                <a:lnTo>
                  <a:pt x="1179777" y="495149"/>
                </a:lnTo>
                <a:lnTo>
                  <a:pt x="1182370" y="495083"/>
                </a:lnTo>
                <a:lnTo>
                  <a:pt x="1184963" y="495004"/>
                </a:lnTo>
                <a:lnTo>
                  <a:pt x="1187556" y="494914"/>
                </a:lnTo>
                <a:lnTo>
                  <a:pt x="1190149" y="494811"/>
                </a:lnTo>
                <a:lnTo>
                  <a:pt x="1192742" y="494697"/>
                </a:lnTo>
                <a:lnTo>
                  <a:pt x="1195335" y="494570"/>
                </a:lnTo>
                <a:lnTo>
                  <a:pt x="1197927" y="494431"/>
                </a:lnTo>
                <a:lnTo>
                  <a:pt x="1200520" y="494281"/>
                </a:lnTo>
                <a:lnTo>
                  <a:pt x="1203113" y="494118"/>
                </a:lnTo>
                <a:lnTo>
                  <a:pt x="1205706" y="493943"/>
                </a:lnTo>
                <a:lnTo>
                  <a:pt x="1208299" y="493757"/>
                </a:lnTo>
                <a:lnTo>
                  <a:pt x="1210892" y="493558"/>
                </a:lnTo>
                <a:lnTo>
                  <a:pt x="1213485" y="493347"/>
                </a:lnTo>
                <a:lnTo>
                  <a:pt x="1216078" y="493125"/>
                </a:lnTo>
                <a:lnTo>
                  <a:pt x="1218671" y="492890"/>
                </a:lnTo>
                <a:lnTo>
                  <a:pt x="1221264" y="492643"/>
                </a:lnTo>
                <a:lnTo>
                  <a:pt x="1223857" y="492385"/>
                </a:lnTo>
                <a:lnTo>
                  <a:pt x="1226450" y="492114"/>
                </a:lnTo>
                <a:lnTo>
                  <a:pt x="1229043" y="491832"/>
                </a:lnTo>
                <a:lnTo>
                  <a:pt x="1231635" y="491538"/>
                </a:lnTo>
                <a:lnTo>
                  <a:pt x="1234228" y="491231"/>
                </a:lnTo>
                <a:lnTo>
                  <a:pt x="1236821" y="490913"/>
                </a:lnTo>
                <a:lnTo>
                  <a:pt x="1239414" y="490584"/>
                </a:lnTo>
                <a:lnTo>
                  <a:pt x="1242007" y="490242"/>
                </a:lnTo>
                <a:lnTo>
                  <a:pt x="1244600" y="489888"/>
                </a:lnTo>
                <a:lnTo>
                  <a:pt x="1247193" y="489523"/>
                </a:lnTo>
                <a:lnTo>
                  <a:pt x="1249786" y="489146"/>
                </a:lnTo>
                <a:lnTo>
                  <a:pt x="1252379" y="488757"/>
                </a:lnTo>
                <a:lnTo>
                  <a:pt x="1254972" y="488356"/>
                </a:lnTo>
                <a:lnTo>
                  <a:pt x="1257565" y="487944"/>
                </a:lnTo>
                <a:lnTo>
                  <a:pt x="1260158" y="487520"/>
                </a:lnTo>
                <a:lnTo>
                  <a:pt x="1262750" y="487084"/>
                </a:lnTo>
                <a:lnTo>
                  <a:pt x="1265343" y="486636"/>
                </a:lnTo>
                <a:lnTo>
                  <a:pt x="1267936" y="486177"/>
                </a:lnTo>
                <a:lnTo>
                  <a:pt x="1270529" y="485706"/>
                </a:lnTo>
                <a:lnTo>
                  <a:pt x="1273122" y="485224"/>
                </a:lnTo>
                <a:lnTo>
                  <a:pt x="1275715" y="484730"/>
                </a:lnTo>
                <a:lnTo>
                  <a:pt x="1278308" y="484225"/>
                </a:lnTo>
                <a:lnTo>
                  <a:pt x="1280901" y="483708"/>
                </a:lnTo>
                <a:lnTo>
                  <a:pt x="1283494" y="483179"/>
                </a:lnTo>
                <a:lnTo>
                  <a:pt x="1286087" y="482639"/>
                </a:lnTo>
                <a:lnTo>
                  <a:pt x="1288680" y="482088"/>
                </a:lnTo>
                <a:lnTo>
                  <a:pt x="1291273" y="481525"/>
                </a:lnTo>
                <a:lnTo>
                  <a:pt x="1293865" y="480951"/>
                </a:lnTo>
                <a:lnTo>
                  <a:pt x="1296458" y="480365"/>
                </a:lnTo>
                <a:lnTo>
                  <a:pt x="1299051" y="479768"/>
                </a:lnTo>
                <a:lnTo>
                  <a:pt x="1301644" y="479160"/>
                </a:lnTo>
                <a:lnTo>
                  <a:pt x="1304237" y="478540"/>
                </a:lnTo>
                <a:lnTo>
                  <a:pt x="1306830" y="477909"/>
                </a:lnTo>
                <a:lnTo>
                  <a:pt x="1309423" y="477267"/>
                </a:lnTo>
                <a:lnTo>
                  <a:pt x="1312016" y="476614"/>
                </a:lnTo>
                <a:lnTo>
                  <a:pt x="1314609" y="475949"/>
                </a:lnTo>
                <a:lnTo>
                  <a:pt x="1317202" y="475274"/>
                </a:lnTo>
                <a:lnTo>
                  <a:pt x="1319795" y="474587"/>
                </a:lnTo>
                <a:lnTo>
                  <a:pt x="1322388" y="473890"/>
                </a:lnTo>
                <a:lnTo>
                  <a:pt x="1324980" y="473181"/>
                </a:lnTo>
                <a:lnTo>
                  <a:pt x="1327573" y="472461"/>
                </a:lnTo>
                <a:lnTo>
                  <a:pt x="1330166" y="471730"/>
                </a:lnTo>
                <a:lnTo>
                  <a:pt x="1332759" y="470989"/>
                </a:lnTo>
                <a:lnTo>
                  <a:pt x="1335352" y="470236"/>
                </a:lnTo>
                <a:lnTo>
                  <a:pt x="1337945" y="469473"/>
                </a:lnTo>
                <a:lnTo>
                  <a:pt x="1340538" y="468699"/>
                </a:lnTo>
                <a:lnTo>
                  <a:pt x="1343131" y="467914"/>
                </a:lnTo>
                <a:lnTo>
                  <a:pt x="1345724" y="467118"/>
                </a:lnTo>
                <a:lnTo>
                  <a:pt x="1348317" y="466312"/>
                </a:lnTo>
                <a:lnTo>
                  <a:pt x="1350910" y="465495"/>
                </a:lnTo>
                <a:lnTo>
                  <a:pt x="1353503" y="464667"/>
                </a:lnTo>
                <a:lnTo>
                  <a:pt x="1356095" y="463829"/>
                </a:lnTo>
                <a:lnTo>
                  <a:pt x="1358688" y="462980"/>
                </a:lnTo>
                <a:lnTo>
                  <a:pt x="1361281" y="462121"/>
                </a:lnTo>
                <a:lnTo>
                  <a:pt x="1363874" y="461252"/>
                </a:lnTo>
                <a:lnTo>
                  <a:pt x="1366467" y="460371"/>
                </a:lnTo>
                <a:lnTo>
                  <a:pt x="1369060" y="459481"/>
                </a:lnTo>
                <a:lnTo>
                  <a:pt x="1371653" y="458580"/>
                </a:lnTo>
                <a:lnTo>
                  <a:pt x="1374246" y="457669"/>
                </a:lnTo>
                <a:lnTo>
                  <a:pt x="1376839" y="456748"/>
                </a:lnTo>
                <a:lnTo>
                  <a:pt x="1379432" y="455816"/>
                </a:lnTo>
                <a:lnTo>
                  <a:pt x="1382025" y="454875"/>
                </a:lnTo>
                <a:lnTo>
                  <a:pt x="1384618" y="453923"/>
                </a:lnTo>
                <a:lnTo>
                  <a:pt x="1387210" y="452961"/>
                </a:lnTo>
                <a:lnTo>
                  <a:pt x="1389803" y="451989"/>
                </a:lnTo>
                <a:lnTo>
                  <a:pt x="1392396" y="451008"/>
                </a:lnTo>
                <a:lnTo>
                  <a:pt x="1394989" y="450016"/>
                </a:lnTo>
                <a:lnTo>
                  <a:pt x="1397582" y="449014"/>
                </a:lnTo>
                <a:lnTo>
                  <a:pt x="1400175" y="448003"/>
                </a:lnTo>
                <a:lnTo>
                  <a:pt x="1402768" y="446982"/>
                </a:lnTo>
                <a:lnTo>
                  <a:pt x="1405361" y="445951"/>
                </a:lnTo>
                <a:lnTo>
                  <a:pt x="1407954" y="444911"/>
                </a:lnTo>
                <a:lnTo>
                  <a:pt x="1410547" y="443861"/>
                </a:lnTo>
                <a:lnTo>
                  <a:pt x="1413140" y="442801"/>
                </a:lnTo>
                <a:lnTo>
                  <a:pt x="1415733" y="441732"/>
                </a:lnTo>
                <a:lnTo>
                  <a:pt x="1418325" y="440653"/>
                </a:lnTo>
                <a:lnTo>
                  <a:pt x="1420918" y="439565"/>
                </a:lnTo>
                <a:lnTo>
                  <a:pt x="1423511" y="438468"/>
                </a:lnTo>
                <a:lnTo>
                  <a:pt x="1426104" y="437361"/>
                </a:lnTo>
                <a:lnTo>
                  <a:pt x="1428697" y="436245"/>
                </a:lnTo>
                <a:lnTo>
                  <a:pt x="1431290" y="435120"/>
                </a:lnTo>
                <a:lnTo>
                  <a:pt x="1433883" y="433986"/>
                </a:lnTo>
                <a:lnTo>
                  <a:pt x="1436476" y="432842"/>
                </a:lnTo>
                <a:lnTo>
                  <a:pt x="1439069" y="431690"/>
                </a:lnTo>
                <a:lnTo>
                  <a:pt x="1441662" y="430528"/>
                </a:lnTo>
                <a:lnTo>
                  <a:pt x="1444255" y="429358"/>
                </a:lnTo>
                <a:lnTo>
                  <a:pt x="1446848" y="428179"/>
                </a:lnTo>
                <a:lnTo>
                  <a:pt x="1449440" y="426991"/>
                </a:lnTo>
                <a:lnTo>
                  <a:pt x="1452033" y="425795"/>
                </a:lnTo>
                <a:lnTo>
                  <a:pt x="1454626" y="424589"/>
                </a:lnTo>
                <a:lnTo>
                  <a:pt x="1457219" y="423375"/>
                </a:lnTo>
                <a:lnTo>
                  <a:pt x="1459812" y="422153"/>
                </a:lnTo>
                <a:lnTo>
                  <a:pt x="1462405" y="420922"/>
                </a:lnTo>
                <a:lnTo>
                  <a:pt x="1464998" y="419682"/>
                </a:lnTo>
                <a:lnTo>
                  <a:pt x="1467591" y="418434"/>
                </a:lnTo>
                <a:lnTo>
                  <a:pt x="1470184" y="417178"/>
                </a:lnTo>
                <a:lnTo>
                  <a:pt x="1472777" y="415914"/>
                </a:lnTo>
                <a:lnTo>
                  <a:pt x="1475370" y="414641"/>
                </a:lnTo>
                <a:lnTo>
                  <a:pt x="1477963" y="413360"/>
                </a:lnTo>
                <a:lnTo>
                  <a:pt x="1480555" y="412071"/>
                </a:lnTo>
                <a:lnTo>
                  <a:pt x="1483148" y="410774"/>
                </a:lnTo>
                <a:lnTo>
                  <a:pt x="1485741" y="409470"/>
                </a:lnTo>
                <a:lnTo>
                  <a:pt x="1488334" y="408157"/>
                </a:lnTo>
                <a:lnTo>
                  <a:pt x="1490927" y="406836"/>
                </a:lnTo>
                <a:lnTo>
                  <a:pt x="1493520" y="405508"/>
                </a:lnTo>
                <a:lnTo>
                  <a:pt x="1496113" y="404172"/>
                </a:lnTo>
                <a:lnTo>
                  <a:pt x="1498706" y="402828"/>
                </a:lnTo>
                <a:lnTo>
                  <a:pt x="1501299" y="401477"/>
                </a:lnTo>
                <a:lnTo>
                  <a:pt x="1503892" y="400119"/>
                </a:lnTo>
                <a:lnTo>
                  <a:pt x="1506485" y="398752"/>
                </a:lnTo>
                <a:lnTo>
                  <a:pt x="1509078" y="397379"/>
                </a:lnTo>
                <a:lnTo>
                  <a:pt x="1511670" y="395998"/>
                </a:lnTo>
                <a:lnTo>
                  <a:pt x="1514263" y="394610"/>
                </a:lnTo>
                <a:lnTo>
                  <a:pt x="1516856" y="393215"/>
                </a:lnTo>
                <a:lnTo>
                  <a:pt x="1519449" y="391813"/>
                </a:lnTo>
                <a:lnTo>
                  <a:pt x="1522042" y="390403"/>
                </a:lnTo>
                <a:lnTo>
                  <a:pt x="1524635" y="388987"/>
                </a:lnTo>
                <a:lnTo>
                  <a:pt x="1527228" y="387564"/>
                </a:lnTo>
                <a:lnTo>
                  <a:pt x="1529821" y="386134"/>
                </a:lnTo>
                <a:lnTo>
                  <a:pt x="1532414" y="384697"/>
                </a:lnTo>
                <a:lnTo>
                  <a:pt x="1535007" y="383254"/>
                </a:lnTo>
                <a:lnTo>
                  <a:pt x="1537600" y="381804"/>
                </a:lnTo>
                <a:lnTo>
                  <a:pt x="1540193" y="380348"/>
                </a:lnTo>
                <a:lnTo>
                  <a:pt x="1542785" y="378885"/>
                </a:lnTo>
                <a:lnTo>
                  <a:pt x="1545378" y="377415"/>
                </a:lnTo>
                <a:lnTo>
                  <a:pt x="1547971" y="375939"/>
                </a:lnTo>
                <a:lnTo>
                  <a:pt x="1550564" y="374457"/>
                </a:lnTo>
                <a:lnTo>
                  <a:pt x="1553157" y="372969"/>
                </a:lnTo>
                <a:lnTo>
                  <a:pt x="1555750" y="371475"/>
                </a:lnTo>
                <a:lnTo>
                  <a:pt x="1558343" y="369975"/>
                </a:lnTo>
                <a:lnTo>
                  <a:pt x="1560936" y="368468"/>
                </a:lnTo>
                <a:lnTo>
                  <a:pt x="1563529" y="366956"/>
                </a:lnTo>
                <a:lnTo>
                  <a:pt x="1566122" y="365438"/>
                </a:lnTo>
                <a:lnTo>
                  <a:pt x="1568715" y="363915"/>
                </a:lnTo>
                <a:lnTo>
                  <a:pt x="1571308" y="362385"/>
                </a:lnTo>
                <a:lnTo>
                  <a:pt x="1573900" y="360850"/>
                </a:lnTo>
                <a:lnTo>
                  <a:pt x="1576493" y="359310"/>
                </a:lnTo>
                <a:lnTo>
                  <a:pt x="1579086" y="357764"/>
                </a:lnTo>
                <a:lnTo>
                  <a:pt x="1581679" y="356213"/>
                </a:lnTo>
                <a:lnTo>
                  <a:pt x="1584272" y="354656"/>
                </a:lnTo>
                <a:lnTo>
                  <a:pt x="1586865" y="353094"/>
                </a:lnTo>
                <a:lnTo>
                  <a:pt x="1589458" y="351527"/>
                </a:lnTo>
                <a:lnTo>
                  <a:pt x="1592051" y="349955"/>
                </a:lnTo>
                <a:lnTo>
                  <a:pt x="1594644" y="348378"/>
                </a:lnTo>
                <a:lnTo>
                  <a:pt x="1597237" y="346796"/>
                </a:lnTo>
                <a:lnTo>
                  <a:pt x="1599830" y="345210"/>
                </a:lnTo>
                <a:lnTo>
                  <a:pt x="1602423" y="343618"/>
                </a:lnTo>
                <a:lnTo>
                  <a:pt x="1605015" y="342022"/>
                </a:lnTo>
                <a:lnTo>
                  <a:pt x="1607608" y="340421"/>
                </a:lnTo>
                <a:lnTo>
                  <a:pt x="1610201" y="338816"/>
                </a:lnTo>
                <a:lnTo>
                  <a:pt x="1612794" y="337206"/>
                </a:lnTo>
                <a:lnTo>
                  <a:pt x="1615387" y="335592"/>
                </a:lnTo>
                <a:lnTo>
                  <a:pt x="1617980" y="333974"/>
                </a:lnTo>
                <a:lnTo>
                  <a:pt x="1620573" y="332351"/>
                </a:lnTo>
                <a:lnTo>
                  <a:pt x="1623166" y="330725"/>
                </a:lnTo>
                <a:lnTo>
                  <a:pt x="1625759" y="329094"/>
                </a:lnTo>
                <a:lnTo>
                  <a:pt x="1628352" y="327459"/>
                </a:lnTo>
                <a:lnTo>
                  <a:pt x="1630945" y="325820"/>
                </a:lnTo>
                <a:lnTo>
                  <a:pt x="1633538" y="324178"/>
                </a:lnTo>
                <a:lnTo>
                  <a:pt x="1636130" y="322532"/>
                </a:lnTo>
                <a:lnTo>
                  <a:pt x="1638723" y="320882"/>
                </a:lnTo>
                <a:lnTo>
                  <a:pt x="1641316" y="319229"/>
                </a:lnTo>
                <a:lnTo>
                  <a:pt x="1643909" y="317572"/>
                </a:lnTo>
                <a:lnTo>
                  <a:pt x="1646502" y="315912"/>
                </a:lnTo>
                <a:lnTo>
                  <a:pt x="1649095" y="314248"/>
                </a:lnTo>
                <a:lnTo>
                  <a:pt x="1651688" y="312581"/>
                </a:lnTo>
                <a:lnTo>
                  <a:pt x="1654281" y="310911"/>
                </a:lnTo>
                <a:lnTo>
                  <a:pt x="1656874" y="309238"/>
                </a:lnTo>
                <a:lnTo>
                  <a:pt x="1659467" y="307562"/>
                </a:lnTo>
                <a:lnTo>
                  <a:pt x="1662060" y="305883"/>
                </a:lnTo>
                <a:lnTo>
                  <a:pt x="1664652" y="304201"/>
                </a:lnTo>
                <a:lnTo>
                  <a:pt x="1667245" y="302516"/>
                </a:lnTo>
                <a:lnTo>
                  <a:pt x="1669838" y="300829"/>
                </a:lnTo>
                <a:lnTo>
                  <a:pt x="1672431" y="299139"/>
                </a:lnTo>
                <a:lnTo>
                  <a:pt x="1675024" y="297447"/>
                </a:lnTo>
                <a:lnTo>
                  <a:pt x="1677617" y="295752"/>
                </a:lnTo>
                <a:lnTo>
                  <a:pt x="1680210" y="294055"/>
                </a:lnTo>
                <a:lnTo>
                  <a:pt x="1682803" y="292356"/>
                </a:lnTo>
                <a:lnTo>
                  <a:pt x="1685396" y="290654"/>
                </a:lnTo>
                <a:lnTo>
                  <a:pt x="1687989" y="288950"/>
                </a:lnTo>
                <a:lnTo>
                  <a:pt x="1690582" y="287245"/>
                </a:lnTo>
                <a:lnTo>
                  <a:pt x="1693175" y="285537"/>
                </a:lnTo>
                <a:lnTo>
                  <a:pt x="1695767" y="283827"/>
                </a:lnTo>
                <a:lnTo>
                  <a:pt x="1698360" y="282116"/>
                </a:lnTo>
                <a:lnTo>
                  <a:pt x="1700953" y="280403"/>
                </a:lnTo>
                <a:lnTo>
                  <a:pt x="1703546" y="278689"/>
                </a:lnTo>
                <a:lnTo>
                  <a:pt x="1706139" y="276973"/>
                </a:lnTo>
                <a:lnTo>
                  <a:pt x="1708732" y="275255"/>
                </a:lnTo>
                <a:lnTo>
                  <a:pt x="1711325" y="273536"/>
                </a:lnTo>
                <a:lnTo>
                  <a:pt x="1713918" y="271816"/>
                </a:lnTo>
                <a:lnTo>
                  <a:pt x="1716511" y="270095"/>
                </a:lnTo>
                <a:lnTo>
                  <a:pt x="1719104" y="268373"/>
                </a:lnTo>
                <a:lnTo>
                  <a:pt x="1721697" y="266649"/>
                </a:lnTo>
                <a:lnTo>
                  <a:pt x="1724290" y="264925"/>
                </a:lnTo>
                <a:lnTo>
                  <a:pt x="1726883" y="263200"/>
                </a:lnTo>
                <a:lnTo>
                  <a:pt x="1729475" y="261474"/>
                </a:lnTo>
                <a:lnTo>
                  <a:pt x="1732068" y="259748"/>
                </a:lnTo>
                <a:lnTo>
                  <a:pt x="1734661" y="258021"/>
                </a:lnTo>
                <a:lnTo>
                  <a:pt x="1737254" y="256293"/>
                </a:lnTo>
                <a:lnTo>
                  <a:pt x="1739847" y="254565"/>
                </a:lnTo>
                <a:lnTo>
                  <a:pt x="1742440" y="252836"/>
                </a:lnTo>
                <a:lnTo>
                  <a:pt x="1745033" y="251108"/>
                </a:lnTo>
                <a:lnTo>
                  <a:pt x="1747626" y="249379"/>
                </a:lnTo>
                <a:lnTo>
                  <a:pt x="1750219" y="247650"/>
                </a:lnTo>
                <a:lnTo>
                  <a:pt x="1752812" y="245921"/>
                </a:lnTo>
                <a:lnTo>
                  <a:pt x="1755405" y="244192"/>
                </a:lnTo>
                <a:lnTo>
                  <a:pt x="1757998" y="242464"/>
                </a:lnTo>
                <a:lnTo>
                  <a:pt x="1760590" y="240735"/>
                </a:lnTo>
                <a:lnTo>
                  <a:pt x="1763183" y="239007"/>
                </a:lnTo>
                <a:lnTo>
                  <a:pt x="1765776" y="237279"/>
                </a:lnTo>
                <a:lnTo>
                  <a:pt x="1768369" y="235552"/>
                </a:lnTo>
                <a:lnTo>
                  <a:pt x="1770962" y="233826"/>
                </a:lnTo>
                <a:lnTo>
                  <a:pt x="1773555" y="232100"/>
                </a:lnTo>
                <a:lnTo>
                  <a:pt x="1776148" y="230375"/>
                </a:lnTo>
                <a:lnTo>
                  <a:pt x="1778741" y="228651"/>
                </a:lnTo>
                <a:lnTo>
                  <a:pt x="1781334" y="226927"/>
                </a:lnTo>
                <a:lnTo>
                  <a:pt x="1783927" y="225205"/>
                </a:lnTo>
                <a:lnTo>
                  <a:pt x="1786520" y="223484"/>
                </a:lnTo>
                <a:lnTo>
                  <a:pt x="1789113" y="221764"/>
                </a:lnTo>
                <a:lnTo>
                  <a:pt x="1791705" y="220045"/>
                </a:lnTo>
                <a:lnTo>
                  <a:pt x="1794298" y="218327"/>
                </a:lnTo>
                <a:lnTo>
                  <a:pt x="1796891" y="216611"/>
                </a:lnTo>
                <a:lnTo>
                  <a:pt x="1799484" y="214897"/>
                </a:lnTo>
                <a:lnTo>
                  <a:pt x="1802077" y="213184"/>
                </a:lnTo>
                <a:lnTo>
                  <a:pt x="1804670" y="211473"/>
                </a:lnTo>
                <a:lnTo>
                  <a:pt x="1807263" y="209763"/>
                </a:lnTo>
                <a:lnTo>
                  <a:pt x="1809856" y="208055"/>
                </a:lnTo>
                <a:lnTo>
                  <a:pt x="1812449" y="206350"/>
                </a:lnTo>
                <a:lnTo>
                  <a:pt x="1815042" y="204646"/>
                </a:lnTo>
                <a:lnTo>
                  <a:pt x="1817635" y="202944"/>
                </a:lnTo>
                <a:lnTo>
                  <a:pt x="1820228" y="201245"/>
                </a:lnTo>
                <a:lnTo>
                  <a:pt x="1822820" y="199548"/>
                </a:lnTo>
                <a:lnTo>
                  <a:pt x="1825413" y="197853"/>
                </a:lnTo>
                <a:lnTo>
                  <a:pt x="1828006" y="196161"/>
                </a:lnTo>
                <a:lnTo>
                  <a:pt x="1830599" y="194471"/>
                </a:lnTo>
                <a:lnTo>
                  <a:pt x="1833192" y="192784"/>
                </a:lnTo>
                <a:lnTo>
                  <a:pt x="1835785" y="191099"/>
                </a:lnTo>
                <a:lnTo>
                  <a:pt x="1838378" y="189417"/>
                </a:lnTo>
                <a:lnTo>
                  <a:pt x="1840971" y="187738"/>
                </a:lnTo>
                <a:lnTo>
                  <a:pt x="1843564" y="186062"/>
                </a:lnTo>
                <a:lnTo>
                  <a:pt x="1846157" y="184389"/>
                </a:lnTo>
                <a:lnTo>
                  <a:pt x="1848750" y="182719"/>
                </a:lnTo>
                <a:lnTo>
                  <a:pt x="1851343" y="181052"/>
                </a:lnTo>
                <a:lnTo>
                  <a:pt x="1853935" y="179388"/>
                </a:lnTo>
                <a:lnTo>
                  <a:pt x="1856528" y="177728"/>
                </a:lnTo>
                <a:lnTo>
                  <a:pt x="1859121" y="176071"/>
                </a:lnTo>
                <a:lnTo>
                  <a:pt x="1861714" y="174418"/>
                </a:lnTo>
                <a:lnTo>
                  <a:pt x="1864307" y="172768"/>
                </a:lnTo>
                <a:lnTo>
                  <a:pt x="1866900" y="171122"/>
                </a:lnTo>
                <a:lnTo>
                  <a:pt x="1869493" y="169480"/>
                </a:lnTo>
                <a:lnTo>
                  <a:pt x="1872086" y="167841"/>
                </a:lnTo>
                <a:lnTo>
                  <a:pt x="1874679" y="166206"/>
                </a:lnTo>
                <a:lnTo>
                  <a:pt x="1877272" y="164575"/>
                </a:lnTo>
                <a:lnTo>
                  <a:pt x="1879865" y="162949"/>
                </a:lnTo>
                <a:lnTo>
                  <a:pt x="1882458" y="161326"/>
                </a:lnTo>
                <a:lnTo>
                  <a:pt x="1885050" y="159708"/>
                </a:lnTo>
                <a:lnTo>
                  <a:pt x="1887643" y="158094"/>
                </a:lnTo>
                <a:lnTo>
                  <a:pt x="1890236" y="156484"/>
                </a:lnTo>
                <a:lnTo>
                  <a:pt x="1892829" y="154879"/>
                </a:lnTo>
                <a:lnTo>
                  <a:pt x="1895422" y="153278"/>
                </a:lnTo>
                <a:lnTo>
                  <a:pt x="1898015" y="151682"/>
                </a:lnTo>
                <a:lnTo>
                  <a:pt x="1900608" y="150090"/>
                </a:lnTo>
                <a:lnTo>
                  <a:pt x="1903201" y="148504"/>
                </a:lnTo>
                <a:lnTo>
                  <a:pt x="1905794" y="146922"/>
                </a:lnTo>
                <a:lnTo>
                  <a:pt x="1908387" y="145345"/>
                </a:lnTo>
                <a:lnTo>
                  <a:pt x="1910980" y="143773"/>
                </a:lnTo>
                <a:lnTo>
                  <a:pt x="1913572" y="142206"/>
                </a:lnTo>
                <a:lnTo>
                  <a:pt x="1916165" y="140644"/>
                </a:lnTo>
                <a:lnTo>
                  <a:pt x="1918758" y="139087"/>
                </a:lnTo>
                <a:lnTo>
                  <a:pt x="1921351" y="137536"/>
                </a:lnTo>
                <a:lnTo>
                  <a:pt x="1923944" y="135990"/>
                </a:lnTo>
                <a:lnTo>
                  <a:pt x="1926537" y="134450"/>
                </a:lnTo>
                <a:lnTo>
                  <a:pt x="1929130" y="132915"/>
                </a:lnTo>
                <a:lnTo>
                  <a:pt x="1931723" y="131385"/>
                </a:lnTo>
                <a:lnTo>
                  <a:pt x="1934316" y="129862"/>
                </a:lnTo>
                <a:lnTo>
                  <a:pt x="1936909" y="128344"/>
                </a:lnTo>
                <a:lnTo>
                  <a:pt x="1939502" y="126832"/>
                </a:lnTo>
                <a:lnTo>
                  <a:pt x="1942095" y="125325"/>
                </a:lnTo>
                <a:lnTo>
                  <a:pt x="1944687" y="123825"/>
                </a:lnTo>
                <a:lnTo>
                  <a:pt x="1947280" y="122331"/>
                </a:lnTo>
                <a:lnTo>
                  <a:pt x="1949873" y="120843"/>
                </a:lnTo>
                <a:lnTo>
                  <a:pt x="1952466" y="119361"/>
                </a:lnTo>
                <a:lnTo>
                  <a:pt x="1955059" y="117885"/>
                </a:lnTo>
                <a:lnTo>
                  <a:pt x="1957652" y="116415"/>
                </a:lnTo>
                <a:lnTo>
                  <a:pt x="1960245" y="114952"/>
                </a:lnTo>
                <a:lnTo>
                  <a:pt x="1962838" y="113496"/>
                </a:lnTo>
                <a:lnTo>
                  <a:pt x="1965431" y="112046"/>
                </a:lnTo>
                <a:lnTo>
                  <a:pt x="1968024" y="110603"/>
                </a:lnTo>
                <a:lnTo>
                  <a:pt x="1970617" y="109166"/>
                </a:lnTo>
                <a:lnTo>
                  <a:pt x="1973210" y="107736"/>
                </a:lnTo>
                <a:lnTo>
                  <a:pt x="1975803" y="106313"/>
                </a:lnTo>
                <a:lnTo>
                  <a:pt x="1978395" y="104897"/>
                </a:lnTo>
                <a:lnTo>
                  <a:pt x="1980988" y="103487"/>
                </a:lnTo>
                <a:lnTo>
                  <a:pt x="1983581" y="102085"/>
                </a:lnTo>
                <a:lnTo>
                  <a:pt x="1986174" y="100690"/>
                </a:lnTo>
                <a:lnTo>
                  <a:pt x="1988767" y="99302"/>
                </a:lnTo>
                <a:lnTo>
                  <a:pt x="1991360" y="97921"/>
                </a:lnTo>
                <a:lnTo>
                  <a:pt x="1993953" y="96548"/>
                </a:lnTo>
                <a:lnTo>
                  <a:pt x="1996546" y="95181"/>
                </a:lnTo>
                <a:lnTo>
                  <a:pt x="1999139" y="93823"/>
                </a:lnTo>
                <a:lnTo>
                  <a:pt x="2001732" y="92472"/>
                </a:lnTo>
                <a:lnTo>
                  <a:pt x="2004325" y="91128"/>
                </a:lnTo>
                <a:lnTo>
                  <a:pt x="2006918" y="89792"/>
                </a:lnTo>
                <a:lnTo>
                  <a:pt x="2009510" y="88464"/>
                </a:lnTo>
                <a:lnTo>
                  <a:pt x="2012103" y="87143"/>
                </a:lnTo>
                <a:lnTo>
                  <a:pt x="2014696" y="85830"/>
                </a:lnTo>
                <a:lnTo>
                  <a:pt x="2017289" y="84526"/>
                </a:lnTo>
                <a:lnTo>
                  <a:pt x="2019882" y="83229"/>
                </a:lnTo>
                <a:lnTo>
                  <a:pt x="2022475" y="81940"/>
                </a:lnTo>
                <a:lnTo>
                  <a:pt x="2025068" y="80659"/>
                </a:lnTo>
                <a:lnTo>
                  <a:pt x="2027661" y="79386"/>
                </a:lnTo>
                <a:lnTo>
                  <a:pt x="2030254" y="78122"/>
                </a:lnTo>
                <a:lnTo>
                  <a:pt x="2032847" y="76866"/>
                </a:lnTo>
                <a:lnTo>
                  <a:pt x="2035440" y="75618"/>
                </a:lnTo>
                <a:lnTo>
                  <a:pt x="2038033" y="74378"/>
                </a:lnTo>
                <a:lnTo>
                  <a:pt x="2040625" y="73147"/>
                </a:lnTo>
                <a:lnTo>
                  <a:pt x="2043218" y="71925"/>
                </a:lnTo>
                <a:lnTo>
                  <a:pt x="2045811" y="70711"/>
                </a:lnTo>
                <a:lnTo>
                  <a:pt x="2048404" y="69505"/>
                </a:lnTo>
                <a:lnTo>
                  <a:pt x="2050997" y="68309"/>
                </a:lnTo>
                <a:lnTo>
                  <a:pt x="2053590" y="67121"/>
                </a:lnTo>
                <a:lnTo>
                  <a:pt x="2056183" y="65942"/>
                </a:lnTo>
                <a:lnTo>
                  <a:pt x="2058776" y="64772"/>
                </a:lnTo>
                <a:lnTo>
                  <a:pt x="2061369" y="63610"/>
                </a:lnTo>
                <a:lnTo>
                  <a:pt x="2063962" y="62458"/>
                </a:lnTo>
                <a:lnTo>
                  <a:pt x="2066555" y="61314"/>
                </a:lnTo>
                <a:lnTo>
                  <a:pt x="2069148" y="60180"/>
                </a:lnTo>
                <a:lnTo>
                  <a:pt x="2071740" y="59055"/>
                </a:lnTo>
                <a:lnTo>
                  <a:pt x="2074333" y="57939"/>
                </a:lnTo>
                <a:lnTo>
                  <a:pt x="2076926" y="56832"/>
                </a:lnTo>
                <a:lnTo>
                  <a:pt x="2079519" y="55735"/>
                </a:lnTo>
                <a:lnTo>
                  <a:pt x="2082112" y="54647"/>
                </a:lnTo>
                <a:lnTo>
                  <a:pt x="2084705" y="53568"/>
                </a:lnTo>
                <a:lnTo>
                  <a:pt x="2087298" y="52499"/>
                </a:lnTo>
                <a:lnTo>
                  <a:pt x="2089891" y="51439"/>
                </a:lnTo>
                <a:lnTo>
                  <a:pt x="2092484" y="50389"/>
                </a:lnTo>
                <a:lnTo>
                  <a:pt x="2095077" y="49349"/>
                </a:lnTo>
                <a:lnTo>
                  <a:pt x="2097670" y="48318"/>
                </a:lnTo>
                <a:lnTo>
                  <a:pt x="2100263" y="47297"/>
                </a:lnTo>
                <a:lnTo>
                  <a:pt x="2102855" y="46286"/>
                </a:lnTo>
                <a:lnTo>
                  <a:pt x="2105448" y="45284"/>
                </a:lnTo>
                <a:lnTo>
                  <a:pt x="2108041" y="44292"/>
                </a:lnTo>
                <a:lnTo>
                  <a:pt x="2110634" y="43311"/>
                </a:lnTo>
                <a:lnTo>
                  <a:pt x="2113227" y="42339"/>
                </a:lnTo>
                <a:lnTo>
                  <a:pt x="2115820" y="41377"/>
                </a:lnTo>
                <a:lnTo>
                  <a:pt x="2118413" y="40425"/>
                </a:lnTo>
                <a:lnTo>
                  <a:pt x="2121006" y="39484"/>
                </a:lnTo>
                <a:lnTo>
                  <a:pt x="2123599" y="38552"/>
                </a:lnTo>
                <a:lnTo>
                  <a:pt x="2126192" y="37631"/>
                </a:lnTo>
                <a:lnTo>
                  <a:pt x="2128785" y="36720"/>
                </a:lnTo>
                <a:lnTo>
                  <a:pt x="2131378" y="35819"/>
                </a:lnTo>
                <a:lnTo>
                  <a:pt x="2133970" y="34929"/>
                </a:lnTo>
                <a:lnTo>
                  <a:pt x="2136563" y="34048"/>
                </a:lnTo>
                <a:lnTo>
                  <a:pt x="2139156" y="33179"/>
                </a:lnTo>
                <a:lnTo>
                  <a:pt x="2141749" y="32320"/>
                </a:lnTo>
                <a:lnTo>
                  <a:pt x="2144342" y="31471"/>
                </a:lnTo>
                <a:lnTo>
                  <a:pt x="2146935" y="30633"/>
                </a:lnTo>
                <a:lnTo>
                  <a:pt x="2149528" y="29805"/>
                </a:lnTo>
                <a:lnTo>
                  <a:pt x="2152121" y="28988"/>
                </a:lnTo>
                <a:lnTo>
                  <a:pt x="2154714" y="28182"/>
                </a:lnTo>
                <a:lnTo>
                  <a:pt x="2157307" y="27386"/>
                </a:lnTo>
                <a:lnTo>
                  <a:pt x="2159900" y="26601"/>
                </a:lnTo>
                <a:lnTo>
                  <a:pt x="2162492" y="25827"/>
                </a:lnTo>
                <a:lnTo>
                  <a:pt x="2165085" y="25064"/>
                </a:lnTo>
                <a:lnTo>
                  <a:pt x="2167678" y="24311"/>
                </a:lnTo>
                <a:lnTo>
                  <a:pt x="2170271" y="23570"/>
                </a:lnTo>
                <a:lnTo>
                  <a:pt x="2172864" y="22839"/>
                </a:lnTo>
                <a:lnTo>
                  <a:pt x="2175457" y="22119"/>
                </a:lnTo>
                <a:lnTo>
                  <a:pt x="2178050" y="21410"/>
                </a:lnTo>
                <a:lnTo>
                  <a:pt x="2180643" y="20713"/>
                </a:lnTo>
                <a:lnTo>
                  <a:pt x="2183236" y="20026"/>
                </a:lnTo>
                <a:lnTo>
                  <a:pt x="2185829" y="19351"/>
                </a:lnTo>
                <a:lnTo>
                  <a:pt x="2188422" y="18686"/>
                </a:lnTo>
                <a:lnTo>
                  <a:pt x="2191015" y="18033"/>
                </a:lnTo>
                <a:lnTo>
                  <a:pt x="2193608" y="17391"/>
                </a:lnTo>
                <a:lnTo>
                  <a:pt x="2196200" y="16760"/>
                </a:lnTo>
                <a:lnTo>
                  <a:pt x="2198793" y="16140"/>
                </a:lnTo>
                <a:lnTo>
                  <a:pt x="2201386" y="15532"/>
                </a:lnTo>
                <a:lnTo>
                  <a:pt x="2203979" y="14935"/>
                </a:lnTo>
                <a:lnTo>
                  <a:pt x="2206572" y="14349"/>
                </a:lnTo>
                <a:lnTo>
                  <a:pt x="2209165" y="13775"/>
                </a:lnTo>
                <a:lnTo>
                  <a:pt x="2211758" y="13212"/>
                </a:lnTo>
                <a:lnTo>
                  <a:pt x="2214351" y="12661"/>
                </a:lnTo>
                <a:lnTo>
                  <a:pt x="2216944" y="12121"/>
                </a:lnTo>
                <a:lnTo>
                  <a:pt x="2219537" y="11592"/>
                </a:lnTo>
                <a:lnTo>
                  <a:pt x="2222130" y="11075"/>
                </a:lnTo>
                <a:lnTo>
                  <a:pt x="2224723" y="10570"/>
                </a:lnTo>
                <a:lnTo>
                  <a:pt x="2227315" y="10076"/>
                </a:lnTo>
                <a:lnTo>
                  <a:pt x="2229908" y="9594"/>
                </a:lnTo>
                <a:lnTo>
                  <a:pt x="2232501" y="9123"/>
                </a:lnTo>
                <a:lnTo>
                  <a:pt x="2235094" y="8664"/>
                </a:lnTo>
                <a:lnTo>
                  <a:pt x="2237687" y="8216"/>
                </a:lnTo>
                <a:lnTo>
                  <a:pt x="2240280" y="7780"/>
                </a:lnTo>
                <a:lnTo>
                  <a:pt x="2242873" y="7356"/>
                </a:lnTo>
                <a:lnTo>
                  <a:pt x="2245466" y="6944"/>
                </a:lnTo>
                <a:lnTo>
                  <a:pt x="2248059" y="6543"/>
                </a:lnTo>
                <a:lnTo>
                  <a:pt x="2250652" y="6154"/>
                </a:lnTo>
                <a:lnTo>
                  <a:pt x="2253245" y="5777"/>
                </a:lnTo>
                <a:lnTo>
                  <a:pt x="2255838" y="5412"/>
                </a:lnTo>
                <a:lnTo>
                  <a:pt x="2258430" y="5058"/>
                </a:lnTo>
                <a:lnTo>
                  <a:pt x="2261023" y="4716"/>
                </a:lnTo>
                <a:lnTo>
                  <a:pt x="2263616" y="4387"/>
                </a:lnTo>
                <a:lnTo>
                  <a:pt x="2266209" y="4069"/>
                </a:lnTo>
                <a:lnTo>
                  <a:pt x="2268802" y="3762"/>
                </a:lnTo>
                <a:lnTo>
                  <a:pt x="2271395" y="3468"/>
                </a:lnTo>
                <a:lnTo>
                  <a:pt x="2273988" y="3186"/>
                </a:lnTo>
                <a:lnTo>
                  <a:pt x="2276581" y="2915"/>
                </a:lnTo>
                <a:lnTo>
                  <a:pt x="2279174" y="2657"/>
                </a:lnTo>
                <a:lnTo>
                  <a:pt x="2281767" y="2410"/>
                </a:lnTo>
                <a:lnTo>
                  <a:pt x="2284360" y="2175"/>
                </a:lnTo>
                <a:lnTo>
                  <a:pt x="2286953" y="1953"/>
                </a:lnTo>
                <a:lnTo>
                  <a:pt x="2289545" y="1742"/>
                </a:lnTo>
                <a:lnTo>
                  <a:pt x="2292138" y="1543"/>
                </a:lnTo>
                <a:lnTo>
                  <a:pt x="2294731" y="1357"/>
                </a:lnTo>
                <a:lnTo>
                  <a:pt x="2297324" y="1182"/>
                </a:lnTo>
                <a:lnTo>
                  <a:pt x="2299917" y="1019"/>
                </a:lnTo>
                <a:lnTo>
                  <a:pt x="2302510" y="869"/>
                </a:lnTo>
                <a:lnTo>
                  <a:pt x="2305103" y="730"/>
                </a:lnTo>
                <a:lnTo>
                  <a:pt x="2307696" y="603"/>
                </a:lnTo>
                <a:lnTo>
                  <a:pt x="2310289" y="489"/>
                </a:lnTo>
                <a:lnTo>
                  <a:pt x="2312882" y="386"/>
                </a:lnTo>
                <a:lnTo>
                  <a:pt x="2315475" y="296"/>
                </a:lnTo>
                <a:lnTo>
                  <a:pt x="2318068" y="217"/>
                </a:lnTo>
                <a:lnTo>
                  <a:pt x="2320660" y="151"/>
                </a:lnTo>
                <a:lnTo>
                  <a:pt x="2323253" y="97"/>
                </a:lnTo>
                <a:lnTo>
                  <a:pt x="2325846" y="54"/>
                </a:lnTo>
                <a:lnTo>
                  <a:pt x="2328439" y="24"/>
                </a:lnTo>
                <a:lnTo>
                  <a:pt x="2331032" y="6"/>
                </a:lnTo>
                <a:lnTo>
                  <a:pt x="2333625" y="0"/>
                </a:lnTo>
              </a:path>
            </a:pathLst>
          </a:custGeom>
          <a:noFill xmlns:a="http://schemas.openxmlformats.org/drawingml/2006/main"/>
          <a:ln xmlns:a="http://schemas.openxmlformats.org/drawingml/2006/main" w="19050">
            <a:solidFill>
              <a:srgbClr val="202020"/>
            </a:solidFill>
          </a:ln>
        </p:spPr>
      </p:sp>
      <p:sp>
        <p:nvSpPr>
          <p:cNvPr id="15" name="integrator-0-label">
            <a:extLst xmlns:a="http://schemas.openxmlformats.org/drawingml/2006/main">
              <a:ext uri="{FF2B5EF4-FFF2-40B4-BE49-F238E27FC236}">
                <a16:creationId xmlns:a16="http://schemas.microsoft.com/office/drawing/2014/main" id="{0E7EA589-67FB-4399-BEC2-66361CD80F20}"/>
              </a:ext>
            </a:extLst>
          </p:cNvPr>
          <p:cNvSpPr>
            <a:spLocks xmlns:a="http://schemas.openxmlformats.org/drawingml/2006/main" noGrp="1"/>
          </p:cNvSpPr>
          <p:nvPr/>
        </p:nvSpPr>
        <p:spPr>
          <a:xfrm xmlns:a="http://schemas.openxmlformats.org/drawingml/2006/main">
            <a:off x="3219450" y="3228975"/>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r>
              <a:t/>
            </a:r>
          </a:p>
        </p:txBody>
      </p:sp>
      <p:sp>
        <p:nvSpPr>
          <p:cNvPr id="16" name="integrator-0-shaft">
            <a:extLst xmlns:a="http://schemas.openxmlformats.org/drawingml/2006/main">
              <a:ext uri="{FF2B5EF4-FFF2-40B4-BE49-F238E27FC236}">
                <a16:creationId xmlns:a16="http://schemas.microsoft.com/office/drawing/2014/main" id="{1FE390DC-9DB4-4339-BF53-F15681B66D56}"/>
              </a:ext>
            </a:extLst>
          </p:cNvPr>
          <p:cNvSpPr>
            <a:spLocks xmlns:a="http://schemas.openxmlformats.org/drawingml/2006/main" noGrp="1"/>
          </p:cNvSpPr>
          <p:nvPr/>
        </p:nvSpPr>
        <p:spPr>
          <a:xfrm xmlns:a="http://schemas.openxmlformats.org/drawingml/2006/main">
            <a:off x="3409950" y="3686175"/>
            <a:ext cx="438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7" name="integrator-0-head">
            <a:extLst xmlns:a="http://schemas.openxmlformats.org/drawingml/2006/main">
              <a:ext uri="{FF2B5EF4-FFF2-40B4-BE49-F238E27FC236}">
                <a16:creationId xmlns:a16="http://schemas.microsoft.com/office/drawing/2014/main" id="{AFD2615A-C431-478A-AD0C-3392EE98D8B1}"/>
              </a:ext>
            </a:extLst>
          </p:cNvPr>
          <p:cNvSpPr>
            <a:spLocks xmlns:a="http://schemas.openxmlformats.org/drawingml/2006/main" noGrp="1"/>
          </p:cNvSpPr>
          <p:nvPr/>
        </p:nvSpPr>
        <p:spPr>
          <a:xfrm xmlns:a="http://schemas.openxmlformats.org/drawingml/2006/main" rot="5400000">
            <a:off x="3829050" y="36433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8" name="integrator-result-axis-0-axis-shaft">
            <a:extLst xmlns:a="http://schemas.openxmlformats.org/drawingml/2006/main">
              <a:ext uri="{FF2B5EF4-FFF2-40B4-BE49-F238E27FC236}">
                <a16:creationId xmlns:a16="http://schemas.microsoft.com/office/drawing/2014/main" id="{3CB9803B-B5B2-4AB9-ACDC-0CEC690BF993}"/>
              </a:ext>
            </a:extLst>
          </p:cNvPr>
          <p:cNvSpPr>
            <a:spLocks xmlns:a="http://schemas.openxmlformats.org/drawingml/2006/main" noGrp="1"/>
          </p:cNvSpPr>
          <p:nvPr/>
        </p:nvSpPr>
        <p:spPr>
          <a:xfrm xmlns:a="http://schemas.openxmlformats.org/drawingml/2006/main">
            <a:off x="9382125" y="3781425"/>
            <a:ext cx="18669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integrator-result-axis-0-axis-head">
            <a:extLst xmlns:a="http://schemas.openxmlformats.org/drawingml/2006/main">
              <a:ext uri="{FF2B5EF4-FFF2-40B4-BE49-F238E27FC236}">
                <a16:creationId xmlns:a16="http://schemas.microsoft.com/office/drawing/2014/main" id="{03A4235C-FAB0-4145-A75F-5E772C468CF5}"/>
              </a:ext>
            </a:extLst>
          </p:cNvPr>
          <p:cNvSpPr>
            <a:spLocks xmlns:a="http://schemas.openxmlformats.org/drawingml/2006/main" noGrp="1"/>
          </p:cNvSpPr>
          <p:nvPr/>
        </p:nvSpPr>
        <p:spPr>
          <a:xfrm xmlns:a="http://schemas.openxmlformats.org/drawingml/2006/main" rot="5400000">
            <a:off x="11229975" y="373856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0" name="integrator-reference-0--1">
            <a:extLst xmlns:a="http://schemas.openxmlformats.org/drawingml/2006/main">
              <a:ext uri="{FF2B5EF4-FFF2-40B4-BE49-F238E27FC236}">
                <a16:creationId xmlns:a16="http://schemas.microsoft.com/office/drawing/2014/main" id="{C506541A-8811-42A6-9C10-75879F139E52}"/>
              </a:ext>
            </a:extLst>
          </p:cNvPr>
          <p:cNvSpPr>
            <a:spLocks xmlns:a="http://schemas.openxmlformats.org/drawingml/2006/main" noGrp="1"/>
          </p:cNvSpPr>
          <p:nvPr/>
        </p:nvSpPr>
        <p:spPr>
          <a:xfrm xmlns:a="http://schemas.openxmlformats.org/drawingml/2006/main">
            <a:off x="9382125" y="4067175"/>
            <a:ext cx="1952625" cy="8573"/>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21" name="integrator-reference-0-1">
            <a:extLst xmlns:a="http://schemas.openxmlformats.org/drawingml/2006/main">
              <a:ext uri="{FF2B5EF4-FFF2-40B4-BE49-F238E27FC236}">
                <a16:creationId xmlns:a16="http://schemas.microsoft.com/office/drawing/2014/main" id="{99014D1C-BD3D-4E44-9AE6-673499C18C4E}"/>
              </a:ext>
            </a:extLst>
          </p:cNvPr>
          <p:cNvSpPr>
            <a:spLocks xmlns:a="http://schemas.openxmlformats.org/drawingml/2006/main" noGrp="1"/>
          </p:cNvSpPr>
          <p:nvPr/>
        </p:nvSpPr>
        <p:spPr>
          <a:xfrm xmlns:a="http://schemas.openxmlformats.org/drawingml/2006/main">
            <a:off x="9382125" y="3495675"/>
            <a:ext cx="1952625" cy="8573"/>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22" name="integrator-result-0">
            <a:extLst xmlns:a="http://schemas.openxmlformats.org/drawingml/2006/main">
              <a:ext uri="{FF2B5EF4-FFF2-40B4-BE49-F238E27FC236}">
                <a16:creationId xmlns:a16="http://schemas.microsoft.com/office/drawing/2014/main" id="{0A056C8B-B115-4B11-85AF-4F7C0D88D635}"/>
              </a:ext>
            </a:extLst>
          </p:cNvPr>
          <p:cNvSpPr>
            <a:spLocks xmlns:a="http://schemas.openxmlformats.org/drawingml/2006/main" noGrp="1"/>
          </p:cNvSpPr>
          <p:nvPr/>
        </p:nvSpPr>
        <p:spPr>
          <a:xfrm xmlns:a="http://schemas.openxmlformats.org/drawingml/2006/main">
            <a:off x="9382125" y="3495675"/>
            <a:ext cx="1952625" cy="571500"/>
          </a:xfrm>
          <a:custGeom xmlns:a="http://schemas.openxmlformats.org/drawingml/2006/main">
            <a:pathLst>
              <a:path w="1952625" h="571500">
                <a:moveTo>
                  <a:pt x="0" y="285750"/>
                </a:moveTo>
                <a:lnTo>
                  <a:pt x="4882" y="281262"/>
                </a:lnTo>
                <a:lnTo>
                  <a:pt x="9763" y="276774"/>
                </a:lnTo>
                <a:lnTo>
                  <a:pt x="14645" y="272289"/>
                </a:lnTo>
                <a:lnTo>
                  <a:pt x="19526" y="267808"/>
                </a:lnTo>
                <a:lnTo>
                  <a:pt x="24408" y="263330"/>
                </a:lnTo>
                <a:lnTo>
                  <a:pt x="29289" y="258859"/>
                </a:lnTo>
                <a:lnTo>
                  <a:pt x="34171" y="254393"/>
                </a:lnTo>
                <a:lnTo>
                  <a:pt x="39053" y="249936"/>
                </a:lnTo>
                <a:lnTo>
                  <a:pt x="43934" y="245487"/>
                </a:lnTo>
                <a:lnTo>
                  <a:pt x="48816" y="241049"/>
                </a:lnTo>
                <a:lnTo>
                  <a:pt x="53697" y="236621"/>
                </a:lnTo>
                <a:lnTo>
                  <a:pt x="58579" y="232206"/>
                </a:lnTo>
                <a:lnTo>
                  <a:pt x="63460" y="227804"/>
                </a:lnTo>
                <a:lnTo>
                  <a:pt x="68342" y="223416"/>
                </a:lnTo>
                <a:lnTo>
                  <a:pt x="73223" y="219043"/>
                </a:lnTo>
                <a:lnTo>
                  <a:pt x="78105" y="214687"/>
                </a:lnTo>
                <a:lnTo>
                  <a:pt x="82987" y="210348"/>
                </a:lnTo>
                <a:lnTo>
                  <a:pt x="87868" y="206028"/>
                </a:lnTo>
                <a:lnTo>
                  <a:pt x="92750" y="201728"/>
                </a:lnTo>
                <a:lnTo>
                  <a:pt x="97631" y="197448"/>
                </a:lnTo>
                <a:lnTo>
                  <a:pt x="102513" y="193191"/>
                </a:lnTo>
                <a:lnTo>
                  <a:pt x="107394" y="188956"/>
                </a:lnTo>
                <a:lnTo>
                  <a:pt x="112276" y="184745"/>
                </a:lnTo>
                <a:lnTo>
                  <a:pt x="117157" y="180558"/>
                </a:lnTo>
                <a:lnTo>
                  <a:pt x="122039" y="176398"/>
                </a:lnTo>
                <a:lnTo>
                  <a:pt x="126921" y="172265"/>
                </a:lnTo>
                <a:lnTo>
                  <a:pt x="131802" y="168160"/>
                </a:lnTo>
                <a:lnTo>
                  <a:pt x="136684" y="164084"/>
                </a:lnTo>
                <a:lnTo>
                  <a:pt x="141565" y="160037"/>
                </a:lnTo>
                <a:lnTo>
                  <a:pt x="146447" y="156022"/>
                </a:lnTo>
                <a:lnTo>
                  <a:pt x="151328" y="152039"/>
                </a:lnTo>
                <a:lnTo>
                  <a:pt x="156210" y="148089"/>
                </a:lnTo>
                <a:lnTo>
                  <a:pt x="161092" y="144173"/>
                </a:lnTo>
                <a:lnTo>
                  <a:pt x="165973" y="140291"/>
                </a:lnTo>
                <a:lnTo>
                  <a:pt x="170855" y="136446"/>
                </a:lnTo>
                <a:lnTo>
                  <a:pt x="175736" y="132637"/>
                </a:lnTo>
                <a:lnTo>
                  <a:pt x="180618" y="128867"/>
                </a:lnTo>
                <a:lnTo>
                  <a:pt x="185499" y="125135"/>
                </a:lnTo>
                <a:lnTo>
                  <a:pt x="190381" y="121442"/>
                </a:lnTo>
                <a:lnTo>
                  <a:pt x="195263" y="117790"/>
                </a:lnTo>
                <a:lnTo>
                  <a:pt x="200144" y="114180"/>
                </a:lnTo>
                <a:lnTo>
                  <a:pt x="205026" y="110612"/>
                </a:lnTo>
                <a:lnTo>
                  <a:pt x="209907" y="107087"/>
                </a:lnTo>
                <a:lnTo>
                  <a:pt x="214789" y="103606"/>
                </a:lnTo>
                <a:lnTo>
                  <a:pt x="219670" y="100170"/>
                </a:lnTo>
                <a:lnTo>
                  <a:pt x="224552" y="96780"/>
                </a:lnTo>
                <a:lnTo>
                  <a:pt x="229433" y="93437"/>
                </a:lnTo>
                <a:lnTo>
                  <a:pt x="234315" y="90141"/>
                </a:lnTo>
                <a:lnTo>
                  <a:pt x="239197" y="86893"/>
                </a:lnTo>
                <a:lnTo>
                  <a:pt x="244078" y="83694"/>
                </a:lnTo>
                <a:lnTo>
                  <a:pt x="248960" y="80545"/>
                </a:lnTo>
                <a:lnTo>
                  <a:pt x="253841" y="77447"/>
                </a:lnTo>
                <a:lnTo>
                  <a:pt x="258723" y="74400"/>
                </a:lnTo>
                <a:lnTo>
                  <a:pt x="263604" y="71406"/>
                </a:lnTo>
                <a:lnTo>
                  <a:pt x="268486" y="68464"/>
                </a:lnTo>
                <a:lnTo>
                  <a:pt x="273368" y="65576"/>
                </a:lnTo>
                <a:lnTo>
                  <a:pt x="278249" y="62742"/>
                </a:lnTo>
                <a:lnTo>
                  <a:pt x="283131" y="59963"/>
                </a:lnTo>
                <a:lnTo>
                  <a:pt x="288012" y="57240"/>
                </a:lnTo>
                <a:lnTo>
                  <a:pt x="292894" y="54573"/>
                </a:lnTo>
                <a:lnTo>
                  <a:pt x="297775" y="51964"/>
                </a:lnTo>
                <a:lnTo>
                  <a:pt x="302657" y="49412"/>
                </a:lnTo>
                <a:lnTo>
                  <a:pt x="307538" y="46918"/>
                </a:lnTo>
                <a:lnTo>
                  <a:pt x="312420" y="44483"/>
                </a:lnTo>
                <a:lnTo>
                  <a:pt x="317302" y="42108"/>
                </a:lnTo>
                <a:lnTo>
                  <a:pt x="322183" y="39793"/>
                </a:lnTo>
                <a:lnTo>
                  <a:pt x="327065" y="37539"/>
                </a:lnTo>
                <a:lnTo>
                  <a:pt x="331946" y="35345"/>
                </a:lnTo>
                <a:lnTo>
                  <a:pt x="336828" y="33214"/>
                </a:lnTo>
                <a:lnTo>
                  <a:pt x="341709" y="31145"/>
                </a:lnTo>
                <a:lnTo>
                  <a:pt x="346591" y="29139"/>
                </a:lnTo>
                <a:lnTo>
                  <a:pt x="351472" y="27196"/>
                </a:lnTo>
                <a:lnTo>
                  <a:pt x="356354" y="25317"/>
                </a:lnTo>
                <a:lnTo>
                  <a:pt x="361236" y="23502"/>
                </a:lnTo>
                <a:lnTo>
                  <a:pt x="366117" y="21751"/>
                </a:lnTo>
                <a:lnTo>
                  <a:pt x="370999" y="20066"/>
                </a:lnTo>
                <a:lnTo>
                  <a:pt x="375880" y="18447"/>
                </a:lnTo>
                <a:lnTo>
                  <a:pt x="380762" y="16893"/>
                </a:lnTo>
                <a:lnTo>
                  <a:pt x="385643" y="15406"/>
                </a:lnTo>
                <a:lnTo>
                  <a:pt x="390525" y="13986"/>
                </a:lnTo>
                <a:lnTo>
                  <a:pt x="395407" y="12632"/>
                </a:lnTo>
                <a:lnTo>
                  <a:pt x="400288" y="11346"/>
                </a:lnTo>
                <a:lnTo>
                  <a:pt x="405170" y="10128"/>
                </a:lnTo>
                <a:lnTo>
                  <a:pt x="410051" y="8977"/>
                </a:lnTo>
                <a:lnTo>
                  <a:pt x="414933" y="7895"/>
                </a:lnTo>
                <a:lnTo>
                  <a:pt x="419814" y="6882"/>
                </a:lnTo>
                <a:lnTo>
                  <a:pt x="424696" y="5937"/>
                </a:lnTo>
                <a:lnTo>
                  <a:pt x="429577" y="5061"/>
                </a:lnTo>
                <a:lnTo>
                  <a:pt x="434459" y="4255"/>
                </a:lnTo>
                <a:lnTo>
                  <a:pt x="439341" y="3518"/>
                </a:lnTo>
                <a:lnTo>
                  <a:pt x="444222" y="2851"/>
                </a:lnTo>
                <a:lnTo>
                  <a:pt x="449104" y="2253"/>
                </a:lnTo>
                <a:lnTo>
                  <a:pt x="453985" y="1726"/>
                </a:lnTo>
                <a:lnTo>
                  <a:pt x="458867" y="1268"/>
                </a:lnTo>
                <a:lnTo>
                  <a:pt x="463748" y="881"/>
                </a:lnTo>
                <a:lnTo>
                  <a:pt x="468630" y="564"/>
                </a:lnTo>
                <a:lnTo>
                  <a:pt x="473512" y="317"/>
                </a:lnTo>
                <a:lnTo>
                  <a:pt x="478393" y="141"/>
                </a:lnTo>
                <a:lnTo>
                  <a:pt x="483275" y="35"/>
                </a:lnTo>
                <a:lnTo>
                  <a:pt x="488156" y="0"/>
                </a:lnTo>
                <a:lnTo>
                  <a:pt x="493038" y="35"/>
                </a:lnTo>
                <a:lnTo>
                  <a:pt x="497919" y="141"/>
                </a:lnTo>
                <a:lnTo>
                  <a:pt x="502801" y="317"/>
                </a:lnTo>
                <a:lnTo>
                  <a:pt x="507682" y="564"/>
                </a:lnTo>
                <a:lnTo>
                  <a:pt x="512564" y="881"/>
                </a:lnTo>
                <a:lnTo>
                  <a:pt x="517446" y="1268"/>
                </a:lnTo>
                <a:lnTo>
                  <a:pt x="522327" y="1726"/>
                </a:lnTo>
                <a:lnTo>
                  <a:pt x="527209" y="2253"/>
                </a:lnTo>
                <a:lnTo>
                  <a:pt x="532090" y="2851"/>
                </a:lnTo>
                <a:lnTo>
                  <a:pt x="536972" y="3518"/>
                </a:lnTo>
                <a:lnTo>
                  <a:pt x="541853" y="4255"/>
                </a:lnTo>
                <a:lnTo>
                  <a:pt x="546735" y="5061"/>
                </a:lnTo>
                <a:lnTo>
                  <a:pt x="551617" y="5937"/>
                </a:lnTo>
                <a:lnTo>
                  <a:pt x="556498" y="6882"/>
                </a:lnTo>
                <a:lnTo>
                  <a:pt x="561380" y="7895"/>
                </a:lnTo>
                <a:lnTo>
                  <a:pt x="566261" y="8977"/>
                </a:lnTo>
                <a:lnTo>
                  <a:pt x="571143" y="10128"/>
                </a:lnTo>
                <a:lnTo>
                  <a:pt x="576024" y="11346"/>
                </a:lnTo>
                <a:lnTo>
                  <a:pt x="580906" y="12632"/>
                </a:lnTo>
                <a:lnTo>
                  <a:pt x="585788" y="13986"/>
                </a:lnTo>
                <a:lnTo>
                  <a:pt x="590669" y="15406"/>
                </a:lnTo>
                <a:lnTo>
                  <a:pt x="595551" y="16893"/>
                </a:lnTo>
                <a:lnTo>
                  <a:pt x="600432" y="18447"/>
                </a:lnTo>
                <a:lnTo>
                  <a:pt x="605314" y="20066"/>
                </a:lnTo>
                <a:lnTo>
                  <a:pt x="610195" y="21751"/>
                </a:lnTo>
                <a:lnTo>
                  <a:pt x="615077" y="23502"/>
                </a:lnTo>
                <a:lnTo>
                  <a:pt x="619958" y="25317"/>
                </a:lnTo>
                <a:lnTo>
                  <a:pt x="624840" y="27196"/>
                </a:lnTo>
                <a:lnTo>
                  <a:pt x="629722" y="29139"/>
                </a:lnTo>
                <a:lnTo>
                  <a:pt x="634603" y="31145"/>
                </a:lnTo>
                <a:lnTo>
                  <a:pt x="639485" y="33214"/>
                </a:lnTo>
                <a:lnTo>
                  <a:pt x="644366" y="35345"/>
                </a:lnTo>
                <a:lnTo>
                  <a:pt x="649248" y="37539"/>
                </a:lnTo>
                <a:lnTo>
                  <a:pt x="654129" y="39793"/>
                </a:lnTo>
                <a:lnTo>
                  <a:pt x="659011" y="42108"/>
                </a:lnTo>
                <a:lnTo>
                  <a:pt x="663893" y="44483"/>
                </a:lnTo>
                <a:lnTo>
                  <a:pt x="668774" y="46918"/>
                </a:lnTo>
                <a:lnTo>
                  <a:pt x="673656" y="49412"/>
                </a:lnTo>
                <a:lnTo>
                  <a:pt x="678537" y="51964"/>
                </a:lnTo>
                <a:lnTo>
                  <a:pt x="683419" y="54573"/>
                </a:lnTo>
                <a:lnTo>
                  <a:pt x="688300" y="57240"/>
                </a:lnTo>
                <a:lnTo>
                  <a:pt x="693182" y="59963"/>
                </a:lnTo>
                <a:lnTo>
                  <a:pt x="698063" y="62742"/>
                </a:lnTo>
                <a:lnTo>
                  <a:pt x="702945" y="65576"/>
                </a:lnTo>
                <a:lnTo>
                  <a:pt x="707827" y="68464"/>
                </a:lnTo>
                <a:lnTo>
                  <a:pt x="712708" y="71406"/>
                </a:lnTo>
                <a:lnTo>
                  <a:pt x="717590" y="74400"/>
                </a:lnTo>
                <a:lnTo>
                  <a:pt x="722471" y="77447"/>
                </a:lnTo>
                <a:lnTo>
                  <a:pt x="727353" y="80545"/>
                </a:lnTo>
                <a:lnTo>
                  <a:pt x="732234" y="83694"/>
                </a:lnTo>
                <a:lnTo>
                  <a:pt x="737116" y="86893"/>
                </a:lnTo>
                <a:lnTo>
                  <a:pt x="741998" y="90141"/>
                </a:lnTo>
                <a:lnTo>
                  <a:pt x="746879" y="93437"/>
                </a:lnTo>
                <a:lnTo>
                  <a:pt x="751761" y="96780"/>
                </a:lnTo>
                <a:lnTo>
                  <a:pt x="756642" y="100170"/>
                </a:lnTo>
                <a:lnTo>
                  <a:pt x="761524" y="103606"/>
                </a:lnTo>
                <a:lnTo>
                  <a:pt x="766405" y="107087"/>
                </a:lnTo>
                <a:lnTo>
                  <a:pt x="771287" y="110612"/>
                </a:lnTo>
                <a:lnTo>
                  <a:pt x="776168" y="114180"/>
                </a:lnTo>
                <a:lnTo>
                  <a:pt x="781050" y="117790"/>
                </a:lnTo>
                <a:lnTo>
                  <a:pt x="785932" y="121442"/>
                </a:lnTo>
                <a:lnTo>
                  <a:pt x="790813" y="125135"/>
                </a:lnTo>
                <a:lnTo>
                  <a:pt x="795695" y="128867"/>
                </a:lnTo>
                <a:lnTo>
                  <a:pt x="800576" y="132637"/>
                </a:lnTo>
                <a:lnTo>
                  <a:pt x="805458" y="136446"/>
                </a:lnTo>
                <a:lnTo>
                  <a:pt x="810339" y="140291"/>
                </a:lnTo>
                <a:lnTo>
                  <a:pt x="815221" y="144173"/>
                </a:lnTo>
                <a:lnTo>
                  <a:pt x="820102" y="148089"/>
                </a:lnTo>
                <a:lnTo>
                  <a:pt x="824984" y="152039"/>
                </a:lnTo>
                <a:lnTo>
                  <a:pt x="829866" y="156022"/>
                </a:lnTo>
                <a:lnTo>
                  <a:pt x="834747" y="160037"/>
                </a:lnTo>
                <a:lnTo>
                  <a:pt x="839629" y="164084"/>
                </a:lnTo>
                <a:lnTo>
                  <a:pt x="844510" y="168160"/>
                </a:lnTo>
                <a:lnTo>
                  <a:pt x="849392" y="172265"/>
                </a:lnTo>
                <a:lnTo>
                  <a:pt x="854273" y="176398"/>
                </a:lnTo>
                <a:lnTo>
                  <a:pt x="859155" y="180558"/>
                </a:lnTo>
                <a:lnTo>
                  <a:pt x="864037" y="184745"/>
                </a:lnTo>
                <a:lnTo>
                  <a:pt x="868918" y="188956"/>
                </a:lnTo>
                <a:lnTo>
                  <a:pt x="873800" y="193191"/>
                </a:lnTo>
                <a:lnTo>
                  <a:pt x="878681" y="197448"/>
                </a:lnTo>
                <a:lnTo>
                  <a:pt x="883563" y="201728"/>
                </a:lnTo>
                <a:lnTo>
                  <a:pt x="888444" y="206028"/>
                </a:lnTo>
                <a:lnTo>
                  <a:pt x="893326" y="210348"/>
                </a:lnTo>
                <a:lnTo>
                  <a:pt x="898207" y="214687"/>
                </a:lnTo>
                <a:lnTo>
                  <a:pt x="903089" y="219043"/>
                </a:lnTo>
                <a:lnTo>
                  <a:pt x="907971" y="223416"/>
                </a:lnTo>
                <a:lnTo>
                  <a:pt x="912852" y="227804"/>
                </a:lnTo>
                <a:lnTo>
                  <a:pt x="917734" y="232206"/>
                </a:lnTo>
                <a:lnTo>
                  <a:pt x="922615" y="236621"/>
                </a:lnTo>
                <a:lnTo>
                  <a:pt x="927497" y="241049"/>
                </a:lnTo>
                <a:lnTo>
                  <a:pt x="932378" y="245487"/>
                </a:lnTo>
                <a:lnTo>
                  <a:pt x="937260" y="249936"/>
                </a:lnTo>
                <a:lnTo>
                  <a:pt x="942142" y="254393"/>
                </a:lnTo>
                <a:lnTo>
                  <a:pt x="947023" y="258859"/>
                </a:lnTo>
                <a:lnTo>
                  <a:pt x="951905" y="263330"/>
                </a:lnTo>
                <a:lnTo>
                  <a:pt x="956786" y="267808"/>
                </a:lnTo>
                <a:lnTo>
                  <a:pt x="961668" y="272289"/>
                </a:lnTo>
                <a:lnTo>
                  <a:pt x="966549" y="276774"/>
                </a:lnTo>
                <a:lnTo>
                  <a:pt x="971431" y="281262"/>
                </a:lnTo>
                <a:lnTo>
                  <a:pt x="976313" y="285750"/>
                </a:lnTo>
                <a:lnTo>
                  <a:pt x="981194" y="290238"/>
                </a:lnTo>
                <a:lnTo>
                  <a:pt x="986076" y="294726"/>
                </a:lnTo>
                <a:lnTo>
                  <a:pt x="990957" y="299211"/>
                </a:lnTo>
                <a:lnTo>
                  <a:pt x="995839" y="303692"/>
                </a:lnTo>
                <a:lnTo>
                  <a:pt x="1000720" y="308170"/>
                </a:lnTo>
                <a:lnTo>
                  <a:pt x="1005602" y="312641"/>
                </a:lnTo>
                <a:lnTo>
                  <a:pt x="1010483" y="317107"/>
                </a:lnTo>
                <a:lnTo>
                  <a:pt x="1015365" y="321564"/>
                </a:lnTo>
                <a:lnTo>
                  <a:pt x="1020247" y="326013"/>
                </a:lnTo>
                <a:lnTo>
                  <a:pt x="1025128" y="330451"/>
                </a:lnTo>
                <a:lnTo>
                  <a:pt x="1030010" y="334879"/>
                </a:lnTo>
                <a:lnTo>
                  <a:pt x="1034891" y="339294"/>
                </a:lnTo>
                <a:lnTo>
                  <a:pt x="1039773" y="343696"/>
                </a:lnTo>
                <a:lnTo>
                  <a:pt x="1044654" y="348084"/>
                </a:lnTo>
                <a:lnTo>
                  <a:pt x="1049536" y="352457"/>
                </a:lnTo>
                <a:lnTo>
                  <a:pt x="1054418" y="356813"/>
                </a:lnTo>
                <a:lnTo>
                  <a:pt x="1059299" y="361152"/>
                </a:lnTo>
                <a:lnTo>
                  <a:pt x="1064181" y="365472"/>
                </a:lnTo>
                <a:lnTo>
                  <a:pt x="1069062" y="369772"/>
                </a:lnTo>
                <a:lnTo>
                  <a:pt x="1073944" y="374052"/>
                </a:lnTo>
                <a:lnTo>
                  <a:pt x="1078825" y="378309"/>
                </a:lnTo>
                <a:lnTo>
                  <a:pt x="1083707" y="382544"/>
                </a:lnTo>
                <a:lnTo>
                  <a:pt x="1088588" y="386755"/>
                </a:lnTo>
                <a:lnTo>
                  <a:pt x="1093470" y="390942"/>
                </a:lnTo>
                <a:lnTo>
                  <a:pt x="1098352" y="395102"/>
                </a:lnTo>
                <a:lnTo>
                  <a:pt x="1103233" y="399235"/>
                </a:lnTo>
                <a:lnTo>
                  <a:pt x="1108115" y="403340"/>
                </a:lnTo>
                <a:lnTo>
                  <a:pt x="1112996" y="407416"/>
                </a:lnTo>
                <a:lnTo>
                  <a:pt x="1117878" y="411463"/>
                </a:lnTo>
                <a:lnTo>
                  <a:pt x="1122759" y="415478"/>
                </a:lnTo>
                <a:lnTo>
                  <a:pt x="1127641" y="419461"/>
                </a:lnTo>
                <a:lnTo>
                  <a:pt x="1132523" y="423411"/>
                </a:lnTo>
                <a:lnTo>
                  <a:pt x="1137404" y="427327"/>
                </a:lnTo>
                <a:lnTo>
                  <a:pt x="1142286" y="431209"/>
                </a:lnTo>
                <a:lnTo>
                  <a:pt x="1147167" y="435054"/>
                </a:lnTo>
                <a:lnTo>
                  <a:pt x="1152049" y="438863"/>
                </a:lnTo>
                <a:lnTo>
                  <a:pt x="1156930" y="442633"/>
                </a:lnTo>
                <a:lnTo>
                  <a:pt x="1161812" y="446365"/>
                </a:lnTo>
                <a:lnTo>
                  <a:pt x="1166693" y="450058"/>
                </a:lnTo>
                <a:lnTo>
                  <a:pt x="1171575" y="453710"/>
                </a:lnTo>
                <a:lnTo>
                  <a:pt x="1176457" y="457320"/>
                </a:lnTo>
                <a:lnTo>
                  <a:pt x="1181338" y="460888"/>
                </a:lnTo>
                <a:lnTo>
                  <a:pt x="1186220" y="464413"/>
                </a:lnTo>
                <a:lnTo>
                  <a:pt x="1191101" y="467894"/>
                </a:lnTo>
                <a:lnTo>
                  <a:pt x="1195983" y="471330"/>
                </a:lnTo>
                <a:lnTo>
                  <a:pt x="1200864" y="474720"/>
                </a:lnTo>
                <a:lnTo>
                  <a:pt x="1205746" y="478063"/>
                </a:lnTo>
                <a:lnTo>
                  <a:pt x="1210627" y="481359"/>
                </a:lnTo>
                <a:lnTo>
                  <a:pt x="1215509" y="484607"/>
                </a:lnTo>
                <a:lnTo>
                  <a:pt x="1220391" y="487806"/>
                </a:lnTo>
                <a:lnTo>
                  <a:pt x="1225272" y="490955"/>
                </a:lnTo>
                <a:lnTo>
                  <a:pt x="1230154" y="494053"/>
                </a:lnTo>
                <a:lnTo>
                  <a:pt x="1235035" y="497100"/>
                </a:lnTo>
                <a:lnTo>
                  <a:pt x="1239917" y="500094"/>
                </a:lnTo>
                <a:lnTo>
                  <a:pt x="1244798" y="503036"/>
                </a:lnTo>
                <a:lnTo>
                  <a:pt x="1249680" y="505924"/>
                </a:lnTo>
                <a:lnTo>
                  <a:pt x="1254562" y="508758"/>
                </a:lnTo>
                <a:lnTo>
                  <a:pt x="1259443" y="511537"/>
                </a:lnTo>
                <a:lnTo>
                  <a:pt x="1264325" y="514260"/>
                </a:lnTo>
                <a:lnTo>
                  <a:pt x="1269206" y="516927"/>
                </a:lnTo>
                <a:lnTo>
                  <a:pt x="1274088" y="519536"/>
                </a:lnTo>
                <a:lnTo>
                  <a:pt x="1278969" y="522088"/>
                </a:lnTo>
                <a:lnTo>
                  <a:pt x="1283851" y="524582"/>
                </a:lnTo>
                <a:lnTo>
                  <a:pt x="1288732" y="527017"/>
                </a:lnTo>
                <a:lnTo>
                  <a:pt x="1293614" y="529392"/>
                </a:lnTo>
                <a:lnTo>
                  <a:pt x="1298496" y="531707"/>
                </a:lnTo>
                <a:lnTo>
                  <a:pt x="1303377" y="533961"/>
                </a:lnTo>
                <a:lnTo>
                  <a:pt x="1308259" y="536155"/>
                </a:lnTo>
                <a:lnTo>
                  <a:pt x="1313140" y="538286"/>
                </a:lnTo>
                <a:lnTo>
                  <a:pt x="1318022" y="540355"/>
                </a:lnTo>
                <a:lnTo>
                  <a:pt x="1322903" y="542361"/>
                </a:lnTo>
                <a:lnTo>
                  <a:pt x="1327785" y="544304"/>
                </a:lnTo>
                <a:lnTo>
                  <a:pt x="1332667" y="546183"/>
                </a:lnTo>
                <a:lnTo>
                  <a:pt x="1337548" y="547998"/>
                </a:lnTo>
                <a:lnTo>
                  <a:pt x="1342430" y="549749"/>
                </a:lnTo>
                <a:lnTo>
                  <a:pt x="1347311" y="551434"/>
                </a:lnTo>
                <a:lnTo>
                  <a:pt x="1352193" y="553053"/>
                </a:lnTo>
                <a:lnTo>
                  <a:pt x="1357074" y="554607"/>
                </a:lnTo>
                <a:lnTo>
                  <a:pt x="1361956" y="556094"/>
                </a:lnTo>
                <a:lnTo>
                  <a:pt x="1366838" y="557514"/>
                </a:lnTo>
                <a:lnTo>
                  <a:pt x="1371719" y="558868"/>
                </a:lnTo>
                <a:lnTo>
                  <a:pt x="1376601" y="560154"/>
                </a:lnTo>
                <a:lnTo>
                  <a:pt x="1381482" y="561372"/>
                </a:lnTo>
                <a:lnTo>
                  <a:pt x="1386364" y="562523"/>
                </a:lnTo>
                <a:lnTo>
                  <a:pt x="1391245" y="563605"/>
                </a:lnTo>
                <a:lnTo>
                  <a:pt x="1396127" y="564618"/>
                </a:lnTo>
                <a:lnTo>
                  <a:pt x="1401008" y="565563"/>
                </a:lnTo>
                <a:lnTo>
                  <a:pt x="1405890" y="566439"/>
                </a:lnTo>
                <a:lnTo>
                  <a:pt x="1410772" y="567245"/>
                </a:lnTo>
                <a:lnTo>
                  <a:pt x="1415653" y="567982"/>
                </a:lnTo>
                <a:lnTo>
                  <a:pt x="1420535" y="568649"/>
                </a:lnTo>
                <a:lnTo>
                  <a:pt x="1425416" y="569247"/>
                </a:lnTo>
                <a:lnTo>
                  <a:pt x="1430298" y="569774"/>
                </a:lnTo>
                <a:lnTo>
                  <a:pt x="1435179" y="570232"/>
                </a:lnTo>
                <a:lnTo>
                  <a:pt x="1440061" y="570619"/>
                </a:lnTo>
                <a:lnTo>
                  <a:pt x="1444943" y="570936"/>
                </a:lnTo>
                <a:lnTo>
                  <a:pt x="1449824" y="571183"/>
                </a:lnTo>
                <a:lnTo>
                  <a:pt x="1454706" y="571359"/>
                </a:lnTo>
                <a:lnTo>
                  <a:pt x="1459587" y="571465"/>
                </a:lnTo>
                <a:lnTo>
                  <a:pt x="1464469" y="571500"/>
                </a:lnTo>
                <a:lnTo>
                  <a:pt x="1469350" y="571465"/>
                </a:lnTo>
                <a:lnTo>
                  <a:pt x="1474232" y="571359"/>
                </a:lnTo>
                <a:lnTo>
                  <a:pt x="1479113" y="571183"/>
                </a:lnTo>
                <a:lnTo>
                  <a:pt x="1483995" y="570936"/>
                </a:lnTo>
                <a:lnTo>
                  <a:pt x="1488877" y="570619"/>
                </a:lnTo>
                <a:lnTo>
                  <a:pt x="1493758" y="570232"/>
                </a:lnTo>
                <a:lnTo>
                  <a:pt x="1498640" y="569774"/>
                </a:lnTo>
                <a:lnTo>
                  <a:pt x="1503521" y="569247"/>
                </a:lnTo>
                <a:lnTo>
                  <a:pt x="1508403" y="568649"/>
                </a:lnTo>
                <a:lnTo>
                  <a:pt x="1513284" y="567982"/>
                </a:lnTo>
                <a:lnTo>
                  <a:pt x="1518166" y="567245"/>
                </a:lnTo>
                <a:lnTo>
                  <a:pt x="1523048" y="566439"/>
                </a:lnTo>
                <a:lnTo>
                  <a:pt x="1527929" y="565563"/>
                </a:lnTo>
                <a:lnTo>
                  <a:pt x="1532811" y="564618"/>
                </a:lnTo>
                <a:lnTo>
                  <a:pt x="1537692" y="563605"/>
                </a:lnTo>
                <a:lnTo>
                  <a:pt x="1542574" y="562523"/>
                </a:lnTo>
                <a:lnTo>
                  <a:pt x="1547455" y="561372"/>
                </a:lnTo>
                <a:lnTo>
                  <a:pt x="1552337" y="560154"/>
                </a:lnTo>
                <a:lnTo>
                  <a:pt x="1557218" y="558868"/>
                </a:lnTo>
                <a:lnTo>
                  <a:pt x="1562100" y="557514"/>
                </a:lnTo>
                <a:lnTo>
                  <a:pt x="1566982" y="556094"/>
                </a:lnTo>
                <a:lnTo>
                  <a:pt x="1571863" y="554607"/>
                </a:lnTo>
                <a:lnTo>
                  <a:pt x="1576745" y="553053"/>
                </a:lnTo>
                <a:lnTo>
                  <a:pt x="1581626" y="551434"/>
                </a:lnTo>
                <a:lnTo>
                  <a:pt x="1586508" y="549749"/>
                </a:lnTo>
                <a:lnTo>
                  <a:pt x="1591389" y="547998"/>
                </a:lnTo>
                <a:lnTo>
                  <a:pt x="1596271" y="546183"/>
                </a:lnTo>
                <a:lnTo>
                  <a:pt x="1601152" y="544304"/>
                </a:lnTo>
                <a:lnTo>
                  <a:pt x="1606034" y="542361"/>
                </a:lnTo>
                <a:lnTo>
                  <a:pt x="1610916" y="540355"/>
                </a:lnTo>
                <a:lnTo>
                  <a:pt x="1615797" y="538286"/>
                </a:lnTo>
                <a:lnTo>
                  <a:pt x="1620679" y="536155"/>
                </a:lnTo>
                <a:lnTo>
                  <a:pt x="1625560" y="533961"/>
                </a:lnTo>
                <a:lnTo>
                  <a:pt x="1630442" y="531707"/>
                </a:lnTo>
                <a:lnTo>
                  <a:pt x="1635323" y="529392"/>
                </a:lnTo>
                <a:lnTo>
                  <a:pt x="1640205" y="527017"/>
                </a:lnTo>
                <a:lnTo>
                  <a:pt x="1645087" y="524582"/>
                </a:lnTo>
                <a:lnTo>
                  <a:pt x="1649968" y="522088"/>
                </a:lnTo>
                <a:lnTo>
                  <a:pt x="1654850" y="519536"/>
                </a:lnTo>
                <a:lnTo>
                  <a:pt x="1659731" y="516927"/>
                </a:lnTo>
                <a:lnTo>
                  <a:pt x="1664613" y="514260"/>
                </a:lnTo>
                <a:lnTo>
                  <a:pt x="1669494" y="511537"/>
                </a:lnTo>
                <a:lnTo>
                  <a:pt x="1674376" y="508758"/>
                </a:lnTo>
                <a:lnTo>
                  <a:pt x="1679257" y="505924"/>
                </a:lnTo>
                <a:lnTo>
                  <a:pt x="1684139" y="503036"/>
                </a:lnTo>
                <a:lnTo>
                  <a:pt x="1689021" y="500094"/>
                </a:lnTo>
                <a:lnTo>
                  <a:pt x="1693902" y="497100"/>
                </a:lnTo>
                <a:lnTo>
                  <a:pt x="1698784" y="494053"/>
                </a:lnTo>
                <a:lnTo>
                  <a:pt x="1703665" y="490955"/>
                </a:lnTo>
                <a:lnTo>
                  <a:pt x="1708547" y="487806"/>
                </a:lnTo>
                <a:lnTo>
                  <a:pt x="1713428" y="484607"/>
                </a:lnTo>
                <a:lnTo>
                  <a:pt x="1718310" y="481359"/>
                </a:lnTo>
                <a:lnTo>
                  <a:pt x="1723192" y="478063"/>
                </a:lnTo>
                <a:lnTo>
                  <a:pt x="1728073" y="474720"/>
                </a:lnTo>
                <a:lnTo>
                  <a:pt x="1732955" y="471330"/>
                </a:lnTo>
                <a:lnTo>
                  <a:pt x="1737836" y="467894"/>
                </a:lnTo>
                <a:lnTo>
                  <a:pt x="1742718" y="464413"/>
                </a:lnTo>
                <a:lnTo>
                  <a:pt x="1747599" y="460888"/>
                </a:lnTo>
                <a:lnTo>
                  <a:pt x="1752481" y="457320"/>
                </a:lnTo>
                <a:lnTo>
                  <a:pt x="1757363" y="453710"/>
                </a:lnTo>
                <a:lnTo>
                  <a:pt x="1762244" y="450058"/>
                </a:lnTo>
                <a:lnTo>
                  <a:pt x="1767126" y="446365"/>
                </a:lnTo>
                <a:lnTo>
                  <a:pt x="1772007" y="442633"/>
                </a:lnTo>
                <a:lnTo>
                  <a:pt x="1776889" y="438863"/>
                </a:lnTo>
                <a:lnTo>
                  <a:pt x="1781770" y="435054"/>
                </a:lnTo>
                <a:lnTo>
                  <a:pt x="1786652" y="431209"/>
                </a:lnTo>
                <a:lnTo>
                  <a:pt x="1791533" y="427327"/>
                </a:lnTo>
                <a:lnTo>
                  <a:pt x="1796415" y="423411"/>
                </a:lnTo>
                <a:lnTo>
                  <a:pt x="1801297" y="419461"/>
                </a:lnTo>
                <a:lnTo>
                  <a:pt x="1806178" y="415478"/>
                </a:lnTo>
                <a:lnTo>
                  <a:pt x="1811060" y="411463"/>
                </a:lnTo>
                <a:lnTo>
                  <a:pt x="1815941" y="407416"/>
                </a:lnTo>
                <a:lnTo>
                  <a:pt x="1820823" y="403340"/>
                </a:lnTo>
                <a:lnTo>
                  <a:pt x="1825704" y="399235"/>
                </a:lnTo>
                <a:lnTo>
                  <a:pt x="1830586" y="395102"/>
                </a:lnTo>
                <a:lnTo>
                  <a:pt x="1835468" y="390942"/>
                </a:lnTo>
                <a:lnTo>
                  <a:pt x="1840349" y="386755"/>
                </a:lnTo>
                <a:lnTo>
                  <a:pt x="1845231" y="382544"/>
                </a:lnTo>
                <a:lnTo>
                  <a:pt x="1850112" y="378309"/>
                </a:lnTo>
                <a:lnTo>
                  <a:pt x="1854994" y="374052"/>
                </a:lnTo>
                <a:lnTo>
                  <a:pt x="1859875" y="369772"/>
                </a:lnTo>
                <a:lnTo>
                  <a:pt x="1864757" y="365472"/>
                </a:lnTo>
                <a:lnTo>
                  <a:pt x="1869638" y="361152"/>
                </a:lnTo>
                <a:lnTo>
                  <a:pt x="1874520" y="356813"/>
                </a:lnTo>
                <a:lnTo>
                  <a:pt x="1879402" y="352457"/>
                </a:lnTo>
                <a:lnTo>
                  <a:pt x="1884283" y="348084"/>
                </a:lnTo>
                <a:lnTo>
                  <a:pt x="1889165" y="343696"/>
                </a:lnTo>
                <a:lnTo>
                  <a:pt x="1894046" y="339294"/>
                </a:lnTo>
                <a:lnTo>
                  <a:pt x="1898928" y="334879"/>
                </a:lnTo>
                <a:lnTo>
                  <a:pt x="1903809" y="330451"/>
                </a:lnTo>
                <a:lnTo>
                  <a:pt x="1908691" y="326013"/>
                </a:lnTo>
                <a:lnTo>
                  <a:pt x="1913573" y="321564"/>
                </a:lnTo>
                <a:lnTo>
                  <a:pt x="1918454" y="317107"/>
                </a:lnTo>
                <a:lnTo>
                  <a:pt x="1923336" y="312641"/>
                </a:lnTo>
                <a:lnTo>
                  <a:pt x="1928217" y="308170"/>
                </a:lnTo>
                <a:lnTo>
                  <a:pt x="1933099" y="303692"/>
                </a:lnTo>
                <a:lnTo>
                  <a:pt x="1937980" y="299211"/>
                </a:lnTo>
                <a:lnTo>
                  <a:pt x="1942862" y="294726"/>
                </a:lnTo>
                <a:lnTo>
                  <a:pt x="1947743" y="290238"/>
                </a:lnTo>
                <a:lnTo>
                  <a:pt x="1952625" y="285750"/>
                </a:lnTo>
              </a:path>
            </a:pathLst>
          </a:custGeom>
          <a:noFill xmlns:a="http://schemas.openxmlformats.org/drawingml/2006/main"/>
          <a:ln xmlns:a="http://schemas.openxmlformats.org/drawingml/2006/main" w="19050">
            <a:solidFill>
              <a:srgbClr val="202020"/>
            </a:solidFill>
          </a:ln>
        </p:spPr>
      </p:sp>
      <p:sp>
        <p:nvSpPr>
          <p:cNvPr id="23" name="integrator-in-1-axis-shaft">
            <a:extLst xmlns:a="http://schemas.openxmlformats.org/drawingml/2006/main">
              <a:ext uri="{FF2B5EF4-FFF2-40B4-BE49-F238E27FC236}">
                <a16:creationId xmlns:a16="http://schemas.microsoft.com/office/drawing/2014/main" id="{D88B1E7C-603D-4522-A6CC-5C5FB1A0BC0D}"/>
              </a:ext>
            </a:extLst>
          </p:cNvPr>
          <p:cNvSpPr>
            <a:spLocks xmlns:a="http://schemas.openxmlformats.org/drawingml/2006/main" noGrp="1"/>
          </p:cNvSpPr>
          <p:nvPr/>
        </p:nvSpPr>
        <p:spPr>
          <a:xfrm xmlns:a="http://schemas.openxmlformats.org/drawingml/2006/main">
            <a:off x="857250" y="5000625"/>
            <a:ext cx="22479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integrator-in-1-axis-head">
            <a:extLst xmlns:a="http://schemas.openxmlformats.org/drawingml/2006/main">
              <a:ext uri="{FF2B5EF4-FFF2-40B4-BE49-F238E27FC236}">
                <a16:creationId xmlns:a16="http://schemas.microsoft.com/office/drawing/2014/main" id="{8F9A3EA0-5BFE-4EFC-8881-9ACA3DC1A2AA}"/>
              </a:ext>
            </a:extLst>
          </p:cNvPr>
          <p:cNvSpPr>
            <a:spLocks xmlns:a="http://schemas.openxmlformats.org/drawingml/2006/main" noGrp="1"/>
          </p:cNvSpPr>
          <p:nvPr/>
        </p:nvSpPr>
        <p:spPr>
          <a:xfrm xmlns:a="http://schemas.openxmlformats.org/drawingml/2006/main" rot="5400000">
            <a:off x="3086100" y="495776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5" name="integrator-in-1-wave">
            <a:extLst xmlns:a="http://schemas.openxmlformats.org/drawingml/2006/main">
              <a:ext uri="{FF2B5EF4-FFF2-40B4-BE49-F238E27FC236}">
                <a16:creationId xmlns:a16="http://schemas.microsoft.com/office/drawing/2014/main" id="{CFED9F08-47D5-4747-BC49-52D20541A17C}"/>
              </a:ext>
            </a:extLst>
          </p:cNvPr>
          <p:cNvSpPr>
            <a:spLocks xmlns:a="http://schemas.openxmlformats.org/drawingml/2006/main" noGrp="1"/>
          </p:cNvSpPr>
          <p:nvPr/>
        </p:nvSpPr>
        <p:spPr>
          <a:xfrm xmlns:a="http://schemas.openxmlformats.org/drawingml/2006/main">
            <a:off x="857250" y="4752975"/>
            <a:ext cx="2333625" cy="495300"/>
          </a:xfrm>
          <a:custGeom xmlns:a="http://schemas.openxmlformats.org/drawingml/2006/main">
            <a:pathLst>
              <a:path w="2333625" h="495300">
                <a:moveTo>
                  <a:pt x="0" y="0"/>
                </a:moveTo>
                <a:lnTo>
                  <a:pt x="2593" y="54"/>
                </a:lnTo>
                <a:lnTo>
                  <a:pt x="5186" y="217"/>
                </a:lnTo>
                <a:lnTo>
                  <a:pt x="7779" y="489"/>
                </a:lnTo>
                <a:lnTo>
                  <a:pt x="10372" y="869"/>
                </a:lnTo>
                <a:lnTo>
                  <a:pt x="12965" y="1357"/>
                </a:lnTo>
                <a:lnTo>
                  <a:pt x="15558" y="1953"/>
                </a:lnTo>
                <a:lnTo>
                  <a:pt x="18150" y="2657"/>
                </a:lnTo>
                <a:lnTo>
                  <a:pt x="20743" y="3468"/>
                </a:lnTo>
                <a:lnTo>
                  <a:pt x="23336" y="4387"/>
                </a:lnTo>
                <a:lnTo>
                  <a:pt x="25929" y="5412"/>
                </a:lnTo>
                <a:lnTo>
                  <a:pt x="28522" y="6543"/>
                </a:lnTo>
                <a:lnTo>
                  <a:pt x="31115" y="7780"/>
                </a:lnTo>
                <a:lnTo>
                  <a:pt x="33708" y="9123"/>
                </a:lnTo>
                <a:lnTo>
                  <a:pt x="36301" y="10570"/>
                </a:lnTo>
                <a:lnTo>
                  <a:pt x="38894" y="12121"/>
                </a:lnTo>
                <a:lnTo>
                  <a:pt x="41487" y="13775"/>
                </a:lnTo>
                <a:lnTo>
                  <a:pt x="44080" y="15532"/>
                </a:lnTo>
                <a:lnTo>
                  <a:pt x="46673" y="17391"/>
                </a:lnTo>
                <a:lnTo>
                  <a:pt x="49265" y="19351"/>
                </a:lnTo>
                <a:lnTo>
                  <a:pt x="51858" y="21410"/>
                </a:lnTo>
                <a:lnTo>
                  <a:pt x="54451" y="23570"/>
                </a:lnTo>
                <a:lnTo>
                  <a:pt x="57044" y="25827"/>
                </a:lnTo>
                <a:lnTo>
                  <a:pt x="59637" y="28182"/>
                </a:lnTo>
                <a:lnTo>
                  <a:pt x="62230" y="30633"/>
                </a:lnTo>
                <a:lnTo>
                  <a:pt x="64823" y="33179"/>
                </a:lnTo>
                <a:lnTo>
                  <a:pt x="67416" y="35819"/>
                </a:lnTo>
                <a:lnTo>
                  <a:pt x="70009" y="38552"/>
                </a:lnTo>
                <a:lnTo>
                  <a:pt x="72602" y="41377"/>
                </a:lnTo>
                <a:lnTo>
                  <a:pt x="75195" y="44292"/>
                </a:lnTo>
                <a:lnTo>
                  <a:pt x="77788" y="47297"/>
                </a:lnTo>
                <a:lnTo>
                  <a:pt x="80380" y="50389"/>
                </a:lnTo>
                <a:lnTo>
                  <a:pt x="82973" y="53568"/>
                </a:lnTo>
                <a:lnTo>
                  <a:pt x="85566" y="56832"/>
                </a:lnTo>
                <a:lnTo>
                  <a:pt x="88159" y="60180"/>
                </a:lnTo>
                <a:lnTo>
                  <a:pt x="90752" y="63610"/>
                </a:lnTo>
                <a:lnTo>
                  <a:pt x="93345" y="67121"/>
                </a:lnTo>
                <a:lnTo>
                  <a:pt x="95938" y="70711"/>
                </a:lnTo>
                <a:lnTo>
                  <a:pt x="98531" y="74378"/>
                </a:lnTo>
                <a:lnTo>
                  <a:pt x="101124" y="78122"/>
                </a:lnTo>
                <a:lnTo>
                  <a:pt x="103717" y="81940"/>
                </a:lnTo>
                <a:lnTo>
                  <a:pt x="106310" y="85830"/>
                </a:lnTo>
                <a:lnTo>
                  <a:pt x="108903" y="89792"/>
                </a:lnTo>
                <a:lnTo>
                  <a:pt x="111495" y="93823"/>
                </a:lnTo>
                <a:lnTo>
                  <a:pt x="114088" y="97921"/>
                </a:lnTo>
                <a:lnTo>
                  <a:pt x="116681" y="102085"/>
                </a:lnTo>
                <a:lnTo>
                  <a:pt x="119274" y="106313"/>
                </a:lnTo>
                <a:lnTo>
                  <a:pt x="121867" y="110603"/>
                </a:lnTo>
                <a:lnTo>
                  <a:pt x="124460" y="114952"/>
                </a:lnTo>
                <a:lnTo>
                  <a:pt x="127053" y="119361"/>
                </a:lnTo>
                <a:lnTo>
                  <a:pt x="129646" y="123825"/>
                </a:lnTo>
                <a:lnTo>
                  <a:pt x="132239" y="128344"/>
                </a:lnTo>
                <a:lnTo>
                  <a:pt x="134832" y="132915"/>
                </a:lnTo>
                <a:lnTo>
                  <a:pt x="137425" y="137536"/>
                </a:lnTo>
                <a:lnTo>
                  <a:pt x="140018" y="142206"/>
                </a:lnTo>
                <a:lnTo>
                  <a:pt x="142610" y="146922"/>
                </a:lnTo>
                <a:lnTo>
                  <a:pt x="145203" y="151682"/>
                </a:lnTo>
                <a:lnTo>
                  <a:pt x="147796" y="156484"/>
                </a:lnTo>
                <a:lnTo>
                  <a:pt x="150389" y="161326"/>
                </a:lnTo>
                <a:lnTo>
                  <a:pt x="152982" y="166206"/>
                </a:lnTo>
                <a:lnTo>
                  <a:pt x="155575" y="171122"/>
                </a:lnTo>
                <a:lnTo>
                  <a:pt x="158168" y="176071"/>
                </a:lnTo>
                <a:lnTo>
                  <a:pt x="160761" y="181052"/>
                </a:lnTo>
                <a:lnTo>
                  <a:pt x="163354" y="186062"/>
                </a:lnTo>
                <a:lnTo>
                  <a:pt x="165947" y="191099"/>
                </a:lnTo>
                <a:lnTo>
                  <a:pt x="168540" y="196161"/>
                </a:lnTo>
                <a:lnTo>
                  <a:pt x="171133" y="201245"/>
                </a:lnTo>
                <a:lnTo>
                  <a:pt x="173725" y="206350"/>
                </a:lnTo>
                <a:lnTo>
                  <a:pt x="176318" y="211473"/>
                </a:lnTo>
                <a:lnTo>
                  <a:pt x="178911" y="216611"/>
                </a:lnTo>
                <a:lnTo>
                  <a:pt x="181504" y="221764"/>
                </a:lnTo>
                <a:lnTo>
                  <a:pt x="184097" y="226927"/>
                </a:lnTo>
                <a:lnTo>
                  <a:pt x="186690" y="232100"/>
                </a:lnTo>
                <a:lnTo>
                  <a:pt x="189283" y="237279"/>
                </a:lnTo>
                <a:lnTo>
                  <a:pt x="191876" y="242464"/>
                </a:lnTo>
                <a:lnTo>
                  <a:pt x="194469" y="247650"/>
                </a:lnTo>
                <a:lnTo>
                  <a:pt x="197062" y="252836"/>
                </a:lnTo>
                <a:lnTo>
                  <a:pt x="199655" y="258021"/>
                </a:lnTo>
                <a:lnTo>
                  <a:pt x="202248" y="263200"/>
                </a:lnTo>
                <a:lnTo>
                  <a:pt x="204840" y="268373"/>
                </a:lnTo>
                <a:lnTo>
                  <a:pt x="207433" y="273536"/>
                </a:lnTo>
                <a:lnTo>
                  <a:pt x="210026" y="278689"/>
                </a:lnTo>
                <a:lnTo>
                  <a:pt x="212619" y="283827"/>
                </a:lnTo>
                <a:lnTo>
                  <a:pt x="215212" y="288950"/>
                </a:lnTo>
                <a:lnTo>
                  <a:pt x="217805" y="294055"/>
                </a:lnTo>
                <a:lnTo>
                  <a:pt x="220398" y="299139"/>
                </a:lnTo>
                <a:lnTo>
                  <a:pt x="222991" y="304201"/>
                </a:lnTo>
                <a:lnTo>
                  <a:pt x="225584" y="309238"/>
                </a:lnTo>
                <a:lnTo>
                  <a:pt x="228177" y="314248"/>
                </a:lnTo>
                <a:lnTo>
                  <a:pt x="230770" y="319229"/>
                </a:lnTo>
                <a:lnTo>
                  <a:pt x="233363" y="324178"/>
                </a:lnTo>
                <a:lnTo>
                  <a:pt x="235955" y="329094"/>
                </a:lnTo>
                <a:lnTo>
                  <a:pt x="238548" y="333974"/>
                </a:lnTo>
                <a:lnTo>
                  <a:pt x="241141" y="338816"/>
                </a:lnTo>
                <a:lnTo>
                  <a:pt x="243734" y="343618"/>
                </a:lnTo>
                <a:lnTo>
                  <a:pt x="246327" y="348378"/>
                </a:lnTo>
                <a:lnTo>
                  <a:pt x="248920" y="353094"/>
                </a:lnTo>
                <a:lnTo>
                  <a:pt x="251513" y="357764"/>
                </a:lnTo>
                <a:lnTo>
                  <a:pt x="254106" y="362385"/>
                </a:lnTo>
                <a:lnTo>
                  <a:pt x="256699" y="366956"/>
                </a:lnTo>
                <a:lnTo>
                  <a:pt x="259292" y="371475"/>
                </a:lnTo>
                <a:lnTo>
                  <a:pt x="261885" y="375939"/>
                </a:lnTo>
                <a:lnTo>
                  <a:pt x="264478" y="380348"/>
                </a:lnTo>
                <a:lnTo>
                  <a:pt x="267070" y="384697"/>
                </a:lnTo>
                <a:lnTo>
                  <a:pt x="269663" y="388987"/>
                </a:lnTo>
                <a:lnTo>
                  <a:pt x="272256" y="393215"/>
                </a:lnTo>
                <a:lnTo>
                  <a:pt x="274849" y="397379"/>
                </a:lnTo>
                <a:lnTo>
                  <a:pt x="277442" y="401477"/>
                </a:lnTo>
                <a:lnTo>
                  <a:pt x="280035" y="405508"/>
                </a:lnTo>
                <a:lnTo>
                  <a:pt x="282628" y="409470"/>
                </a:lnTo>
                <a:lnTo>
                  <a:pt x="285221" y="413360"/>
                </a:lnTo>
                <a:lnTo>
                  <a:pt x="287814" y="417178"/>
                </a:lnTo>
                <a:lnTo>
                  <a:pt x="290407" y="420922"/>
                </a:lnTo>
                <a:lnTo>
                  <a:pt x="293000" y="424589"/>
                </a:lnTo>
                <a:lnTo>
                  <a:pt x="295593" y="428179"/>
                </a:lnTo>
                <a:lnTo>
                  <a:pt x="298185" y="431690"/>
                </a:lnTo>
                <a:lnTo>
                  <a:pt x="300778" y="435120"/>
                </a:lnTo>
                <a:lnTo>
                  <a:pt x="303371" y="438468"/>
                </a:lnTo>
                <a:lnTo>
                  <a:pt x="305964" y="441732"/>
                </a:lnTo>
                <a:lnTo>
                  <a:pt x="308557" y="444911"/>
                </a:lnTo>
                <a:lnTo>
                  <a:pt x="311150" y="448003"/>
                </a:lnTo>
                <a:lnTo>
                  <a:pt x="313743" y="451008"/>
                </a:lnTo>
                <a:lnTo>
                  <a:pt x="316336" y="453923"/>
                </a:lnTo>
                <a:lnTo>
                  <a:pt x="318929" y="456748"/>
                </a:lnTo>
                <a:lnTo>
                  <a:pt x="321522" y="459481"/>
                </a:lnTo>
                <a:lnTo>
                  <a:pt x="324115" y="462121"/>
                </a:lnTo>
                <a:lnTo>
                  <a:pt x="326708" y="464667"/>
                </a:lnTo>
                <a:lnTo>
                  <a:pt x="329300" y="467118"/>
                </a:lnTo>
                <a:lnTo>
                  <a:pt x="331893" y="469473"/>
                </a:lnTo>
                <a:lnTo>
                  <a:pt x="334486" y="471730"/>
                </a:lnTo>
                <a:lnTo>
                  <a:pt x="337079" y="473890"/>
                </a:lnTo>
                <a:lnTo>
                  <a:pt x="339672" y="475949"/>
                </a:lnTo>
                <a:lnTo>
                  <a:pt x="342265" y="477909"/>
                </a:lnTo>
                <a:lnTo>
                  <a:pt x="344858" y="479768"/>
                </a:lnTo>
                <a:lnTo>
                  <a:pt x="347451" y="481525"/>
                </a:lnTo>
                <a:lnTo>
                  <a:pt x="350044" y="483179"/>
                </a:lnTo>
                <a:lnTo>
                  <a:pt x="352637" y="484730"/>
                </a:lnTo>
                <a:lnTo>
                  <a:pt x="355230" y="486177"/>
                </a:lnTo>
                <a:lnTo>
                  <a:pt x="357822" y="487520"/>
                </a:lnTo>
                <a:lnTo>
                  <a:pt x="360415" y="488757"/>
                </a:lnTo>
                <a:lnTo>
                  <a:pt x="363008" y="489888"/>
                </a:lnTo>
                <a:lnTo>
                  <a:pt x="365601" y="490913"/>
                </a:lnTo>
                <a:lnTo>
                  <a:pt x="368194" y="491832"/>
                </a:lnTo>
                <a:lnTo>
                  <a:pt x="370787" y="492643"/>
                </a:lnTo>
                <a:lnTo>
                  <a:pt x="373380" y="493347"/>
                </a:lnTo>
                <a:lnTo>
                  <a:pt x="375973" y="493943"/>
                </a:lnTo>
                <a:lnTo>
                  <a:pt x="378566" y="494431"/>
                </a:lnTo>
                <a:lnTo>
                  <a:pt x="381159" y="494811"/>
                </a:lnTo>
                <a:lnTo>
                  <a:pt x="383752" y="495083"/>
                </a:lnTo>
                <a:lnTo>
                  <a:pt x="386345" y="495246"/>
                </a:lnTo>
                <a:lnTo>
                  <a:pt x="388938" y="495300"/>
                </a:lnTo>
                <a:lnTo>
                  <a:pt x="391530" y="495246"/>
                </a:lnTo>
                <a:lnTo>
                  <a:pt x="394123" y="495083"/>
                </a:lnTo>
                <a:lnTo>
                  <a:pt x="396716" y="494811"/>
                </a:lnTo>
                <a:lnTo>
                  <a:pt x="399309" y="494431"/>
                </a:lnTo>
                <a:lnTo>
                  <a:pt x="401902" y="493943"/>
                </a:lnTo>
                <a:lnTo>
                  <a:pt x="404495" y="493347"/>
                </a:lnTo>
                <a:lnTo>
                  <a:pt x="407088" y="492643"/>
                </a:lnTo>
                <a:lnTo>
                  <a:pt x="409681" y="491832"/>
                </a:lnTo>
                <a:lnTo>
                  <a:pt x="412274" y="490913"/>
                </a:lnTo>
                <a:lnTo>
                  <a:pt x="414867" y="489888"/>
                </a:lnTo>
                <a:lnTo>
                  <a:pt x="417460" y="488757"/>
                </a:lnTo>
                <a:lnTo>
                  <a:pt x="420052" y="487520"/>
                </a:lnTo>
                <a:lnTo>
                  <a:pt x="422645" y="486177"/>
                </a:lnTo>
                <a:lnTo>
                  <a:pt x="425238" y="484730"/>
                </a:lnTo>
                <a:lnTo>
                  <a:pt x="427831" y="483179"/>
                </a:lnTo>
                <a:lnTo>
                  <a:pt x="430424" y="481525"/>
                </a:lnTo>
                <a:lnTo>
                  <a:pt x="433017" y="479768"/>
                </a:lnTo>
                <a:lnTo>
                  <a:pt x="435610" y="477909"/>
                </a:lnTo>
                <a:lnTo>
                  <a:pt x="438203" y="475949"/>
                </a:lnTo>
                <a:lnTo>
                  <a:pt x="440796" y="473890"/>
                </a:lnTo>
                <a:lnTo>
                  <a:pt x="443389" y="471730"/>
                </a:lnTo>
                <a:lnTo>
                  <a:pt x="445982" y="469473"/>
                </a:lnTo>
                <a:lnTo>
                  <a:pt x="448575" y="467118"/>
                </a:lnTo>
                <a:lnTo>
                  <a:pt x="451168" y="464667"/>
                </a:lnTo>
                <a:lnTo>
                  <a:pt x="453760" y="462121"/>
                </a:lnTo>
                <a:lnTo>
                  <a:pt x="456353" y="459481"/>
                </a:lnTo>
                <a:lnTo>
                  <a:pt x="458946" y="456748"/>
                </a:lnTo>
                <a:lnTo>
                  <a:pt x="461539" y="453923"/>
                </a:lnTo>
                <a:lnTo>
                  <a:pt x="464132" y="451008"/>
                </a:lnTo>
                <a:lnTo>
                  <a:pt x="466725" y="448003"/>
                </a:lnTo>
                <a:lnTo>
                  <a:pt x="469318" y="444911"/>
                </a:lnTo>
                <a:lnTo>
                  <a:pt x="471911" y="441732"/>
                </a:lnTo>
                <a:lnTo>
                  <a:pt x="474504" y="438468"/>
                </a:lnTo>
                <a:lnTo>
                  <a:pt x="477097" y="435120"/>
                </a:lnTo>
                <a:lnTo>
                  <a:pt x="479690" y="431690"/>
                </a:lnTo>
                <a:lnTo>
                  <a:pt x="482282" y="428179"/>
                </a:lnTo>
                <a:lnTo>
                  <a:pt x="484875" y="424589"/>
                </a:lnTo>
                <a:lnTo>
                  <a:pt x="487468" y="420922"/>
                </a:lnTo>
                <a:lnTo>
                  <a:pt x="490061" y="417178"/>
                </a:lnTo>
                <a:lnTo>
                  <a:pt x="492654" y="413360"/>
                </a:lnTo>
                <a:lnTo>
                  <a:pt x="495247" y="409470"/>
                </a:lnTo>
                <a:lnTo>
                  <a:pt x="497840" y="405508"/>
                </a:lnTo>
                <a:lnTo>
                  <a:pt x="500433" y="401477"/>
                </a:lnTo>
                <a:lnTo>
                  <a:pt x="503026" y="397379"/>
                </a:lnTo>
                <a:lnTo>
                  <a:pt x="505619" y="393215"/>
                </a:lnTo>
                <a:lnTo>
                  <a:pt x="508212" y="388987"/>
                </a:lnTo>
                <a:lnTo>
                  <a:pt x="510805" y="384697"/>
                </a:lnTo>
                <a:lnTo>
                  <a:pt x="513398" y="380348"/>
                </a:lnTo>
                <a:lnTo>
                  <a:pt x="515990" y="375939"/>
                </a:lnTo>
                <a:lnTo>
                  <a:pt x="518583" y="371475"/>
                </a:lnTo>
                <a:lnTo>
                  <a:pt x="521176" y="366956"/>
                </a:lnTo>
                <a:lnTo>
                  <a:pt x="523769" y="362385"/>
                </a:lnTo>
                <a:lnTo>
                  <a:pt x="526362" y="357764"/>
                </a:lnTo>
                <a:lnTo>
                  <a:pt x="528955" y="353094"/>
                </a:lnTo>
                <a:lnTo>
                  <a:pt x="531548" y="348378"/>
                </a:lnTo>
                <a:lnTo>
                  <a:pt x="534141" y="343618"/>
                </a:lnTo>
                <a:lnTo>
                  <a:pt x="536734" y="338816"/>
                </a:lnTo>
                <a:lnTo>
                  <a:pt x="539327" y="333974"/>
                </a:lnTo>
                <a:lnTo>
                  <a:pt x="541920" y="329094"/>
                </a:lnTo>
                <a:lnTo>
                  <a:pt x="544512" y="324178"/>
                </a:lnTo>
                <a:lnTo>
                  <a:pt x="547105" y="319229"/>
                </a:lnTo>
                <a:lnTo>
                  <a:pt x="549698" y="314248"/>
                </a:lnTo>
                <a:lnTo>
                  <a:pt x="552291" y="309238"/>
                </a:lnTo>
                <a:lnTo>
                  <a:pt x="554884" y="304201"/>
                </a:lnTo>
                <a:lnTo>
                  <a:pt x="557477" y="299139"/>
                </a:lnTo>
                <a:lnTo>
                  <a:pt x="560070" y="294055"/>
                </a:lnTo>
                <a:lnTo>
                  <a:pt x="562663" y="288950"/>
                </a:lnTo>
                <a:lnTo>
                  <a:pt x="565256" y="283827"/>
                </a:lnTo>
                <a:lnTo>
                  <a:pt x="567849" y="278689"/>
                </a:lnTo>
                <a:lnTo>
                  <a:pt x="570442" y="273536"/>
                </a:lnTo>
                <a:lnTo>
                  <a:pt x="573035" y="268373"/>
                </a:lnTo>
                <a:lnTo>
                  <a:pt x="575628" y="263200"/>
                </a:lnTo>
                <a:lnTo>
                  <a:pt x="578220" y="258021"/>
                </a:lnTo>
                <a:lnTo>
                  <a:pt x="580813" y="252836"/>
                </a:lnTo>
                <a:lnTo>
                  <a:pt x="583406" y="247650"/>
                </a:lnTo>
                <a:lnTo>
                  <a:pt x="585999" y="242464"/>
                </a:lnTo>
                <a:lnTo>
                  <a:pt x="588592" y="237279"/>
                </a:lnTo>
                <a:lnTo>
                  <a:pt x="591185" y="232100"/>
                </a:lnTo>
                <a:lnTo>
                  <a:pt x="593778" y="226927"/>
                </a:lnTo>
                <a:lnTo>
                  <a:pt x="596371" y="221764"/>
                </a:lnTo>
                <a:lnTo>
                  <a:pt x="598964" y="216611"/>
                </a:lnTo>
                <a:lnTo>
                  <a:pt x="601557" y="211473"/>
                </a:lnTo>
                <a:lnTo>
                  <a:pt x="604150" y="206350"/>
                </a:lnTo>
                <a:lnTo>
                  <a:pt x="606742" y="201245"/>
                </a:lnTo>
                <a:lnTo>
                  <a:pt x="609335" y="196161"/>
                </a:lnTo>
                <a:lnTo>
                  <a:pt x="611928" y="191099"/>
                </a:lnTo>
                <a:lnTo>
                  <a:pt x="614521" y="186062"/>
                </a:lnTo>
                <a:lnTo>
                  <a:pt x="617114" y="181052"/>
                </a:lnTo>
                <a:lnTo>
                  <a:pt x="619707" y="176071"/>
                </a:lnTo>
                <a:lnTo>
                  <a:pt x="622300" y="171122"/>
                </a:lnTo>
                <a:lnTo>
                  <a:pt x="624893" y="166206"/>
                </a:lnTo>
                <a:lnTo>
                  <a:pt x="627486" y="161326"/>
                </a:lnTo>
                <a:lnTo>
                  <a:pt x="630079" y="156484"/>
                </a:lnTo>
                <a:lnTo>
                  <a:pt x="632672" y="151682"/>
                </a:lnTo>
                <a:lnTo>
                  <a:pt x="635265" y="146922"/>
                </a:lnTo>
                <a:lnTo>
                  <a:pt x="637858" y="142206"/>
                </a:lnTo>
                <a:lnTo>
                  <a:pt x="640450" y="137536"/>
                </a:lnTo>
                <a:lnTo>
                  <a:pt x="643043" y="132915"/>
                </a:lnTo>
                <a:lnTo>
                  <a:pt x="645636" y="128344"/>
                </a:lnTo>
                <a:lnTo>
                  <a:pt x="648229" y="123825"/>
                </a:lnTo>
                <a:lnTo>
                  <a:pt x="650822" y="119361"/>
                </a:lnTo>
                <a:lnTo>
                  <a:pt x="653415" y="114952"/>
                </a:lnTo>
                <a:lnTo>
                  <a:pt x="656008" y="110603"/>
                </a:lnTo>
                <a:lnTo>
                  <a:pt x="658601" y="106313"/>
                </a:lnTo>
                <a:lnTo>
                  <a:pt x="661194" y="102085"/>
                </a:lnTo>
                <a:lnTo>
                  <a:pt x="663787" y="97921"/>
                </a:lnTo>
                <a:lnTo>
                  <a:pt x="666380" y="93823"/>
                </a:lnTo>
                <a:lnTo>
                  <a:pt x="668973" y="89792"/>
                </a:lnTo>
                <a:lnTo>
                  <a:pt x="671565" y="85830"/>
                </a:lnTo>
                <a:lnTo>
                  <a:pt x="674158" y="81940"/>
                </a:lnTo>
                <a:lnTo>
                  <a:pt x="676751" y="78122"/>
                </a:lnTo>
                <a:lnTo>
                  <a:pt x="679344" y="74378"/>
                </a:lnTo>
                <a:lnTo>
                  <a:pt x="681937" y="70711"/>
                </a:lnTo>
                <a:lnTo>
                  <a:pt x="684530" y="67121"/>
                </a:lnTo>
                <a:lnTo>
                  <a:pt x="687123" y="63610"/>
                </a:lnTo>
                <a:lnTo>
                  <a:pt x="689716" y="60180"/>
                </a:lnTo>
                <a:lnTo>
                  <a:pt x="692309" y="56832"/>
                </a:lnTo>
                <a:lnTo>
                  <a:pt x="694902" y="53568"/>
                </a:lnTo>
                <a:lnTo>
                  <a:pt x="697495" y="50389"/>
                </a:lnTo>
                <a:lnTo>
                  <a:pt x="700088" y="47297"/>
                </a:lnTo>
                <a:lnTo>
                  <a:pt x="702680" y="44292"/>
                </a:lnTo>
                <a:lnTo>
                  <a:pt x="705273" y="41377"/>
                </a:lnTo>
                <a:lnTo>
                  <a:pt x="707866" y="38552"/>
                </a:lnTo>
                <a:lnTo>
                  <a:pt x="710459" y="35819"/>
                </a:lnTo>
                <a:lnTo>
                  <a:pt x="713052" y="33179"/>
                </a:lnTo>
                <a:lnTo>
                  <a:pt x="715645" y="30633"/>
                </a:lnTo>
                <a:lnTo>
                  <a:pt x="718238" y="28182"/>
                </a:lnTo>
                <a:lnTo>
                  <a:pt x="720831" y="25827"/>
                </a:lnTo>
                <a:lnTo>
                  <a:pt x="723424" y="23570"/>
                </a:lnTo>
                <a:lnTo>
                  <a:pt x="726017" y="21410"/>
                </a:lnTo>
                <a:lnTo>
                  <a:pt x="728610" y="19351"/>
                </a:lnTo>
                <a:lnTo>
                  <a:pt x="731202" y="17391"/>
                </a:lnTo>
                <a:lnTo>
                  <a:pt x="733795" y="15532"/>
                </a:lnTo>
                <a:lnTo>
                  <a:pt x="736388" y="13775"/>
                </a:lnTo>
                <a:lnTo>
                  <a:pt x="738981" y="12121"/>
                </a:lnTo>
                <a:lnTo>
                  <a:pt x="741574" y="10570"/>
                </a:lnTo>
                <a:lnTo>
                  <a:pt x="744167" y="9123"/>
                </a:lnTo>
                <a:lnTo>
                  <a:pt x="746760" y="7780"/>
                </a:lnTo>
                <a:lnTo>
                  <a:pt x="749353" y="6543"/>
                </a:lnTo>
                <a:lnTo>
                  <a:pt x="751946" y="5412"/>
                </a:lnTo>
                <a:lnTo>
                  <a:pt x="754539" y="4387"/>
                </a:lnTo>
                <a:lnTo>
                  <a:pt x="757132" y="3468"/>
                </a:lnTo>
                <a:lnTo>
                  <a:pt x="759725" y="2657"/>
                </a:lnTo>
                <a:lnTo>
                  <a:pt x="762318" y="1953"/>
                </a:lnTo>
                <a:lnTo>
                  <a:pt x="764910" y="1357"/>
                </a:lnTo>
                <a:lnTo>
                  <a:pt x="767503" y="869"/>
                </a:lnTo>
                <a:lnTo>
                  <a:pt x="770096" y="489"/>
                </a:lnTo>
                <a:lnTo>
                  <a:pt x="772689" y="217"/>
                </a:lnTo>
                <a:lnTo>
                  <a:pt x="775282" y="54"/>
                </a:lnTo>
                <a:lnTo>
                  <a:pt x="777875" y="0"/>
                </a:lnTo>
                <a:lnTo>
                  <a:pt x="780468" y="54"/>
                </a:lnTo>
                <a:lnTo>
                  <a:pt x="783061" y="217"/>
                </a:lnTo>
                <a:lnTo>
                  <a:pt x="785654" y="489"/>
                </a:lnTo>
                <a:lnTo>
                  <a:pt x="788247" y="869"/>
                </a:lnTo>
                <a:lnTo>
                  <a:pt x="790840" y="1357"/>
                </a:lnTo>
                <a:lnTo>
                  <a:pt x="793433" y="1953"/>
                </a:lnTo>
                <a:lnTo>
                  <a:pt x="796025" y="2657"/>
                </a:lnTo>
                <a:lnTo>
                  <a:pt x="798618" y="3468"/>
                </a:lnTo>
                <a:lnTo>
                  <a:pt x="801211" y="4387"/>
                </a:lnTo>
                <a:lnTo>
                  <a:pt x="803804" y="5412"/>
                </a:lnTo>
                <a:lnTo>
                  <a:pt x="806397" y="6543"/>
                </a:lnTo>
                <a:lnTo>
                  <a:pt x="808990" y="7780"/>
                </a:lnTo>
                <a:lnTo>
                  <a:pt x="811583" y="9123"/>
                </a:lnTo>
                <a:lnTo>
                  <a:pt x="814176" y="10570"/>
                </a:lnTo>
                <a:lnTo>
                  <a:pt x="816769" y="12121"/>
                </a:lnTo>
                <a:lnTo>
                  <a:pt x="819362" y="13775"/>
                </a:lnTo>
                <a:lnTo>
                  <a:pt x="821955" y="15532"/>
                </a:lnTo>
                <a:lnTo>
                  <a:pt x="824548" y="17391"/>
                </a:lnTo>
                <a:lnTo>
                  <a:pt x="827140" y="19351"/>
                </a:lnTo>
                <a:lnTo>
                  <a:pt x="829733" y="21410"/>
                </a:lnTo>
                <a:lnTo>
                  <a:pt x="832326" y="23570"/>
                </a:lnTo>
                <a:lnTo>
                  <a:pt x="834919" y="25827"/>
                </a:lnTo>
                <a:lnTo>
                  <a:pt x="837512" y="28182"/>
                </a:lnTo>
                <a:lnTo>
                  <a:pt x="840105" y="30633"/>
                </a:lnTo>
                <a:lnTo>
                  <a:pt x="842698" y="33179"/>
                </a:lnTo>
                <a:lnTo>
                  <a:pt x="845291" y="35819"/>
                </a:lnTo>
                <a:lnTo>
                  <a:pt x="847884" y="38552"/>
                </a:lnTo>
                <a:lnTo>
                  <a:pt x="850477" y="41377"/>
                </a:lnTo>
                <a:lnTo>
                  <a:pt x="853070" y="44292"/>
                </a:lnTo>
                <a:lnTo>
                  <a:pt x="855662" y="47297"/>
                </a:lnTo>
                <a:lnTo>
                  <a:pt x="858255" y="50389"/>
                </a:lnTo>
                <a:lnTo>
                  <a:pt x="860848" y="53568"/>
                </a:lnTo>
                <a:lnTo>
                  <a:pt x="863441" y="56832"/>
                </a:lnTo>
                <a:lnTo>
                  <a:pt x="866034" y="60180"/>
                </a:lnTo>
                <a:lnTo>
                  <a:pt x="868627" y="63610"/>
                </a:lnTo>
                <a:lnTo>
                  <a:pt x="871220" y="67121"/>
                </a:lnTo>
                <a:lnTo>
                  <a:pt x="873813" y="70711"/>
                </a:lnTo>
                <a:lnTo>
                  <a:pt x="876406" y="74378"/>
                </a:lnTo>
                <a:lnTo>
                  <a:pt x="878999" y="78122"/>
                </a:lnTo>
                <a:lnTo>
                  <a:pt x="881592" y="81940"/>
                </a:lnTo>
                <a:lnTo>
                  <a:pt x="884185" y="85830"/>
                </a:lnTo>
                <a:lnTo>
                  <a:pt x="886778" y="89792"/>
                </a:lnTo>
                <a:lnTo>
                  <a:pt x="889370" y="93823"/>
                </a:lnTo>
                <a:lnTo>
                  <a:pt x="891963" y="97921"/>
                </a:lnTo>
                <a:lnTo>
                  <a:pt x="894556" y="102085"/>
                </a:lnTo>
                <a:lnTo>
                  <a:pt x="897149" y="106313"/>
                </a:lnTo>
                <a:lnTo>
                  <a:pt x="899742" y="110603"/>
                </a:lnTo>
                <a:lnTo>
                  <a:pt x="902335" y="114952"/>
                </a:lnTo>
                <a:lnTo>
                  <a:pt x="904928" y="119361"/>
                </a:lnTo>
                <a:lnTo>
                  <a:pt x="907521" y="123825"/>
                </a:lnTo>
                <a:lnTo>
                  <a:pt x="910114" y="128344"/>
                </a:lnTo>
                <a:lnTo>
                  <a:pt x="912707" y="132915"/>
                </a:lnTo>
                <a:lnTo>
                  <a:pt x="915300" y="137536"/>
                </a:lnTo>
                <a:lnTo>
                  <a:pt x="917893" y="142206"/>
                </a:lnTo>
                <a:lnTo>
                  <a:pt x="920485" y="146922"/>
                </a:lnTo>
                <a:lnTo>
                  <a:pt x="923078" y="151682"/>
                </a:lnTo>
                <a:lnTo>
                  <a:pt x="925671" y="156484"/>
                </a:lnTo>
                <a:lnTo>
                  <a:pt x="928264" y="161326"/>
                </a:lnTo>
                <a:lnTo>
                  <a:pt x="930857" y="166206"/>
                </a:lnTo>
                <a:lnTo>
                  <a:pt x="933450" y="171122"/>
                </a:lnTo>
                <a:lnTo>
                  <a:pt x="936043" y="176071"/>
                </a:lnTo>
                <a:lnTo>
                  <a:pt x="938636" y="181052"/>
                </a:lnTo>
                <a:lnTo>
                  <a:pt x="941229" y="186062"/>
                </a:lnTo>
                <a:lnTo>
                  <a:pt x="943822" y="191099"/>
                </a:lnTo>
                <a:lnTo>
                  <a:pt x="946415" y="196161"/>
                </a:lnTo>
                <a:lnTo>
                  <a:pt x="949007" y="201245"/>
                </a:lnTo>
                <a:lnTo>
                  <a:pt x="951600" y="206350"/>
                </a:lnTo>
                <a:lnTo>
                  <a:pt x="954193" y="211473"/>
                </a:lnTo>
                <a:lnTo>
                  <a:pt x="956786" y="216611"/>
                </a:lnTo>
                <a:lnTo>
                  <a:pt x="959379" y="221764"/>
                </a:lnTo>
                <a:lnTo>
                  <a:pt x="961972" y="226927"/>
                </a:lnTo>
                <a:lnTo>
                  <a:pt x="964565" y="232100"/>
                </a:lnTo>
                <a:lnTo>
                  <a:pt x="967158" y="237279"/>
                </a:lnTo>
                <a:lnTo>
                  <a:pt x="969751" y="242464"/>
                </a:lnTo>
                <a:lnTo>
                  <a:pt x="972344" y="247650"/>
                </a:lnTo>
                <a:lnTo>
                  <a:pt x="974937" y="252836"/>
                </a:lnTo>
                <a:lnTo>
                  <a:pt x="977530" y="258021"/>
                </a:lnTo>
                <a:lnTo>
                  <a:pt x="980123" y="263200"/>
                </a:lnTo>
                <a:lnTo>
                  <a:pt x="982715" y="268373"/>
                </a:lnTo>
                <a:lnTo>
                  <a:pt x="985308" y="273536"/>
                </a:lnTo>
                <a:lnTo>
                  <a:pt x="987901" y="278689"/>
                </a:lnTo>
                <a:lnTo>
                  <a:pt x="990494" y="283827"/>
                </a:lnTo>
                <a:lnTo>
                  <a:pt x="993087" y="288950"/>
                </a:lnTo>
                <a:lnTo>
                  <a:pt x="995680" y="294055"/>
                </a:lnTo>
                <a:lnTo>
                  <a:pt x="998273" y="299139"/>
                </a:lnTo>
                <a:lnTo>
                  <a:pt x="1000866" y="304201"/>
                </a:lnTo>
                <a:lnTo>
                  <a:pt x="1003459" y="309238"/>
                </a:lnTo>
                <a:lnTo>
                  <a:pt x="1006052" y="314248"/>
                </a:lnTo>
                <a:lnTo>
                  <a:pt x="1008645" y="319229"/>
                </a:lnTo>
                <a:lnTo>
                  <a:pt x="1011238" y="324178"/>
                </a:lnTo>
                <a:lnTo>
                  <a:pt x="1013830" y="329094"/>
                </a:lnTo>
                <a:lnTo>
                  <a:pt x="1016423" y="333974"/>
                </a:lnTo>
                <a:lnTo>
                  <a:pt x="1019016" y="338816"/>
                </a:lnTo>
                <a:lnTo>
                  <a:pt x="1021609" y="343618"/>
                </a:lnTo>
                <a:lnTo>
                  <a:pt x="1024202" y="348378"/>
                </a:lnTo>
                <a:lnTo>
                  <a:pt x="1026795" y="353094"/>
                </a:lnTo>
                <a:lnTo>
                  <a:pt x="1029388" y="357764"/>
                </a:lnTo>
                <a:lnTo>
                  <a:pt x="1031981" y="362385"/>
                </a:lnTo>
                <a:lnTo>
                  <a:pt x="1034574" y="366956"/>
                </a:lnTo>
                <a:lnTo>
                  <a:pt x="1037167" y="371475"/>
                </a:lnTo>
                <a:lnTo>
                  <a:pt x="1039760" y="375939"/>
                </a:lnTo>
                <a:lnTo>
                  <a:pt x="1042353" y="380348"/>
                </a:lnTo>
                <a:lnTo>
                  <a:pt x="1044945" y="384697"/>
                </a:lnTo>
                <a:lnTo>
                  <a:pt x="1047538" y="388987"/>
                </a:lnTo>
                <a:lnTo>
                  <a:pt x="1050131" y="393215"/>
                </a:lnTo>
                <a:lnTo>
                  <a:pt x="1052724" y="397379"/>
                </a:lnTo>
                <a:lnTo>
                  <a:pt x="1055317" y="401477"/>
                </a:lnTo>
                <a:lnTo>
                  <a:pt x="1057910" y="405508"/>
                </a:lnTo>
                <a:lnTo>
                  <a:pt x="1060503" y="409470"/>
                </a:lnTo>
                <a:lnTo>
                  <a:pt x="1063096" y="413360"/>
                </a:lnTo>
                <a:lnTo>
                  <a:pt x="1065689" y="417178"/>
                </a:lnTo>
                <a:lnTo>
                  <a:pt x="1068282" y="420922"/>
                </a:lnTo>
                <a:lnTo>
                  <a:pt x="1070875" y="424589"/>
                </a:lnTo>
                <a:lnTo>
                  <a:pt x="1073468" y="428179"/>
                </a:lnTo>
                <a:lnTo>
                  <a:pt x="1076060" y="431690"/>
                </a:lnTo>
                <a:lnTo>
                  <a:pt x="1078653" y="435120"/>
                </a:lnTo>
                <a:lnTo>
                  <a:pt x="1081246" y="438468"/>
                </a:lnTo>
                <a:lnTo>
                  <a:pt x="1083839" y="441732"/>
                </a:lnTo>
                <a:lnTo>
                  <a:pt x="1086432" y="444911"/>
                </a:lnTo>
                <a:lnTo>
                  <a:pt x="1089025" y="448003"/>
                </a:lnTo>
                <a:lnTo>
                  <a:pt x="1091618" y="451008"/>
                </a:lnTo>
                <a:lnTo>
                  <a:pt x="1094211" y="453923"/>
                </a:lnTo>
                <a:lnTo>
                  <a:pt x="1096804" y="456748"/>
                </a:lnTo>
                <a:lnTo>
                  <a:pt x="1099397" y="459481"/>
                </a:lnTo>
                <a:lnTo>
                  <a:pt x="1101990" y="462121"/>
                </a:lnTo>
                <a:lnTo>
                  <a:pt x="1104583" y="464667"/>
                </a:lnTo>
                <a:lnTo>
                  <a:pt x="1107175" y="467118"/>
                </a:lnTo>
                <a:lnTo>
                  <a:pt x="1109768" y="469473"/>
                </a:lnTo>
                <a:lnTo>
                  <a:pt x="1112361" y="471730"/>
                </a:lnTo>
                <a:lnTo>
                  <a:pt x="1114954" y="473890"/>
                </a:lnTo>
                <a:lnTo>
                  <a:pt x="1117547" y="475949"/>
                </a:lnTo>
                <a:lnTo>
                  <a:pt x="1120140" y="477909"/>
                </a:lnTo>
                <a:lnTo>
                  <a:pt x="1122733" y="479768"/>
                </a:lnTo>
                <a:lnTo>
                  <a:pt x="1125326" y="481525"/>
                </a:lnTo>
                <a:lnTo>
                  <a:pt x="1127919" y="483179"/>
                </a:lnTo>
                <a:lnTo>
                  <a:pt x="1130512" y="484730"/>
                </a:lnTo>
                <a:lnTo>
                  <a:pt x="1133105" y="486177"/>
                </a:lnTo>
                <a:lnTo>
                  <a:pt x="1135698" y="487520"/>
                </a:lnTo>
                <a:lnTo>
                  <a:pt x="1138290" y="488757"/>
                </a:lnTo>
                <a:lnTo>
                  <a:pt x="1140883" y="489888"/>
                </a:lnTo>
                <a:lnTo>
                  <a:pt x="1143476" y="490913"/>
                </a:lnTo>
                <a:lnTo>
                  <a:pt x="1146069" y="491832"/>
                </a:lnTo>
                <a:lnTo>
                  <a:pt x="1148662" y="492643"/>
                </a:lnTo>
                <a:lnTo>
                  <a:pt x="1151255" y="493347"/>
                </a:lnTo>
                <a:lnTo>
                  <a:pt x="1153848" y="493943"/>
                </a:lnTo>
                <a:lnTo>
                  <a:pt x="1156441" y="494431"/>
                </a:lnTo>
                <a:lnTo>
                  <a:pt x="1159034" y="494811"/>
                </a:lnTo>
                <a:lnTo>
                  <a:pt x="1161627" y="495083"/>
                </a:lnTo>
                <a:lnTo>
                  <a:pt x="1164220" y="495246"/>
                </a:lnTo>
                <a:lnTo>
                  <a:pt x="1166813" y="495300"/>
                </a:lnTo>
                <a:lnTo>
                  <a:pt x="1169405" y="495246"/>
                </a:lnTo>
                <a:lnTo>
                  <a:pt x="1171998" y="495083"/>
                </a:lnTo>
                <a:lnTo>
                  <a:pt x="1174591" y="494811"/>
                </a:lnTo>
                <a:lnTo>
                  <a:pt x="1177184" y="494431"/>
                </a:lnTo>
                <a:lnTo>
                  <a:pt x="1179777" y="493943"/>
                </a:lnTo>
                <a:lnTo>
                  <a:pt x="1182370" y="493347"/>
                </a:lnTo>
                <a:lnTo>
                  <a:pt x="1184963" y="492643"/>
                </a:lnTo>
                <a:lnTo>
                  <a:pt x="1187556" y="491832"/>
                </a:lnTo>
                <a:lnTo>
                  <a:pt x="1190149" y="490913"/>
                </a:lnTo>
                <a:lnTo>
                  <a:pt x="1192742" y="489888"/>
                </a:lnTo>
                <a:lnTo>
                  <a:pt x="1195335" y="488757"/>
                </a:lnTo>
                <a:lnTo>
                  <a:pt x="1197927" y="487520"/>
                </a:lnTo>
                <a:lnTo>
                  <a:pt x="1200520" y="486177"/>
                </a:lnTo>
                <a:lnTo>
                  <a:pt x="1203113" y="484730"/>
                </a:lnTo>
                <a:lnTo>
                  <a:pt x="1205706" y="483179"/>
                </a:lnTo>
                <a:lnTo>
                  <a:pt x="1208299" y="481525"/>
                </a:lnTo>
                <a:lnTo>
                  <a:pt x="1210892" y="479768"/>
                </a:lnTo>
                <a:lnTo>
                  <a:pt x="1213485" y="477909"/>
                </a:lnTo>
                <a:lnTo>
                  <a:pt x="1216078" y="475949"/>
                </a:lnTo>
                <a:lnTo>
                  <a:pt x="1218671" y="473890"/>
                </a:lnTo>
                <a:lnTo>
                  <a:pt x="1221264" y="471730"/>
                </a:lnTo>
                <a:lnTo>
                  <a:pt x="1223857" y="469473"/>
                </a:lnTo>
                <a:lnTo>
                  <a:pt x="1226450" y="467118"/>
                </a:lnTo>
                <a:lnTo>
                  <a:pt x="1229043" y="464667"/>
                </a:lnTo>
                <a:lnTo>
                  <a:pt x="1231635" y="462121"/>
                </a:lnTo>
                <a:lnTo>
                  <a:pt x="1234228" y="459481"/>
                </a:lnTo>
                <a:lnTo>
                  <a:pt x="1236821" y="456748"/>
                </a:lnTo>
                <a:lnTo>
                  <a:pt x="1239414" y="453923"/>
                </a:lnTo>
                <a:lnTo>
                  <a:pt x="1242007" y="451008"/>
                </a:lnTo>
                <a:lnTo>
                  <a:pt x="1244600" y="448003"/>
                </a:lnTo>
                <a:lnTo>
                  <a:pt x="1247193" y="444911"/>
                </a:lnTo>
                <a:lnTo>
                  <a:pt x="1249786" y="441732"/>
                </a:lnTo>
                <a:lnTo>
                  <a:pt x="1252379" y="438468"/>
                </a:lnTo>
                <a:lnTo>
                  <a:pt x="1254972" y="435120"/>
                </a:lnTo>
                <a:lnTo>
                  <a:pt x="1257565" y="431690"/>
                </a:lnTo>
                <a:lnTo>
                  <a:pt x="1260158" y="428179"/>
                </a:lnTo>
                <a:lnTo>
                  <a:pt x="1262750" y="424589"/>
                </a:lnTo>
                <a:lnTo>
                  <a:pt x="1265343" y="420922"/>
                </a:lnTo>
                <a:lnTo>
                  <a:pt x="1267936" y="417178"/>
                </a:lnTo>
                <a:lnTo>
                  <a:pt x="1270529" y="413360"/>
                </a:lnTo>
                <a:lnTo>
                  <a:pt x="1273122" y="409470"/>
                </a:lnTo>
                <a:lnTo>
                  <a:pt x="1275715" y="405508"/>
                </a:lnTo>
                <a:lnTo>
                  <a:pt x="1278308" y="401477"/>
                </a:lnTo>
                <a:lnTo>
                  <a:pt x="1280901" y="397379"/>
                </a:lnTo>
                <a:lnTo>
                  <a:pt x="1283494" y="393215"/>
                </a:lnTo>
                <a:lnTo>
                  <a:pt x="1286087" y="388987"/>
                </a:lnTo>
                <a:lnTo>
                  <a:pt x="1288680" y="384697"/>
                </a:lnTo>
                <a:lnTo>
                  <a:pt x="1291273" y="380348"/>
                </a:lnTo>
                <a:lnTo>
                  <a:pt x="1293865" y="375939"/>
                </a:lnTo>
                <a:lnTo>
                  <a:pt x="1296458" y="371475"/>
                </a:lnTo>
                <a:lnTo>
                  <a:pt x="1299051" y="366956"/>
                </a:lnTo>
                <a:lnTo>
                  <a:pt x="1301644" y="362385"/>
                </a:lnTo>
                <a:lnTo>
                  <a:pt x="1304237" y="357764"/>
                </a:lnTo>
                <a:lnTo>
                  <a:pt x="1306830" y="353094"/>
                </a:lnTo>
                <a:lnTo>
                  <a:pt x="1309423" y="348378"/>
                </a:lnTo>
                <a:lnTo>
                  <a:pt x="1312016" y="343618"/>
                </a:lnTo>
                <a:lnTo>
                  <a:pt x="1314609" y="338816"/>
                </a:lnTo>
                <a:lnTo>
                  <a:pt x="1317202" y="333974"/>
                </a:lnTo>
                <a:lnTo>
                  <a:pt x="1319795" y="329094"/>
                </a:lnTo>
                <a:lnTo>
                  <a:pt x="1322388" y="324178"/>
                </a:lnTo>
                <a:lnTo>
                  <a:pt x="1324980" y="319229"/>
                </a:lnTo>
                <a:lnTo>
                  <a:pt x="1327573" y="314248"/>
                </a:lnTo>
                <a:lnTo>
                  <a:pt x="1330166" y="309238"/>
                </a:lnTo>
                <a:lnTo>
                  <a:pt x="1332759" y="304201"/>
                </a:lnTo>
                <a:lnTo>
                  <a:pt x="1335352" y="299139"/>
                </a:lnTo>
                <a:lnTo>
                  <a:pt x="1337945" y="294055"/>
                </a:lnTo>
                <a:lnTo>
                  <a:pt x="1340538" y="288950"/>
                </a:lnTo>
                <a:lnTo>
                  <a:pt x="1343131" y="283827"/>
                </a:lnTo>
                <a:lnTo>
                  <a:pt x="1345724" y="278689"/>
                </a:lnTo>
                <a:lnTo>
                  <a:pt x="1348317" y="273536"/>
                </a:lnTo>
                <a:lnTo>
                  <a:pt x="1350910" y="268373"/>
                </a:lnTo>
                <a:lnTo>
                  <a:pt x="1353503" y="263200"/>
                </a:lnTo>
                <a:lnTo>
                  <a:pt x="1356095" y="258021"/>
                </a:lnTo>
                <a:lnTo>
                  <a:pt x="1358688" y="252836"/>
                </a:lnTo>
                <a:lnTo>
                  <a:pt x="1361281" y="247650"/>
                </a:lnTo>
                <a:lnTo>
                  <a:pt x="1363874" y="242464"/>
                </a:lnTo>
                <a:lnTo>
                  <a:pt x="1366467" y="237279"/>
                </a:lnTo>
                <a:lnTo>
                  <a:pt x="1369060" y="232100"/>
                </a:lnTo>
                <a:lnTo>
                  <a:pt x="1371653" y="226927"/>
                </a:lnTo>
                <a:lnTo>
                  <a:pt x="1374246" y="221764"/>
                </a:lnTo>
                <a:lnTo>
                  <a:pt x="1376839" y="216611"/>
                </a:lnTo>
                <a:lnTo>
                  <a:pt x="1379432" y="211473"/>
                </a:lnTo>
                <a:lnTo>
                  <a:pt x="1382025" y="206350"/>
                </a:lnTo>
                <a:lnTo>
                  <a:pt x="1384618" y="201245"/>
                </a:lnTo>
                <a:lnTo>
                  <a:pt x="1387210" y="196161"/>
                </a:lnTo>
                <a:lnTo>
                  <a:pt x="1389803" y="191099"/>
                </a:lnTo>
                <a:lnTo>
                  <a:pt x="1392396" y="186062"/>
                </a:lnTo>
                <a:lnTo>
                  <a:pt x="1394989" y="181052"/>
                </a:lnTo>
                <a:lnTo>
                  <a:pt x="1397582" y="176071"/>
                </a:lnTo>
                <a:lnTo>
                  <a:pt x="1400175" y="171122"/>
                </a:lnTo>
                <a:lnTo>
                  <a:pt x="1402768" y="166206"/>
                </a:lnTo>
                <a:lnTo>
                  <a:pt x="1405361" y="161326"/>
                </a:lnTo>
                <a:lnTo>
                  <a:pt x="1407954" y="156484"/>
                </a:lnTo>
                <a:lnTo>
                  <a:pt x="1410547" y="151682"/>
                </a:lnTo>
                <a:lnTo>
                  <a:pt x="1413140" y="146922"/>
                </a:lnTo>
                <a:lnTo>
                  <a:pt x="1415733" y="142206"/>
                </a:lnTo>
                <a:lnTo>
                  <a:pt x="1418325" y="137536"/>
                </a:lnTo>
                <a:lnTo>
                  <a:pt x="1420918" y="132915"/>
                </a:lnTo>
                <a:lnTo>
                  <a:pt x="1423511" y="128344"/>
                </a:lnTo>
                <a:lnTo>
                  <a:pt x="1426104" y="123825"/>
                </a:lnTo>
                <a:lnTo>
                  <a:pt x="1428697" y="119361"/>
                </a:lnTo>
                <a:lnTo>
                  <a:pt x="1431290" y="114952"/>
                </a:lnTo>
                <a:lnTo>
                  <a:pt x="1433883" y="110603"/>
                </a:lnTo>
                <a:lnTo>
                  <a:pt x="1436476" y="106313"/>
                </a:lnTo>
                <a:lnTo>
                  <a:pt x="1439069" y="102085"/>
                </a:lnTo>
                <a:lnTo>
                  <a:pt x="1441662" y="97921"/>
                </a:lnTo>
                <a:lnTo>
                  <a:pt x="1444255" y="93823"/>
                </a:lnTo>
                <a:lnTo>
                  <a:pt x="1446848" y="89792"/>
                </a:lnTo>
                <a:lnTo>
                  <a:pt x="1449440" y="85830"/>
                </a:lnTo>
                <a:lnTo>
                  <a:pt x="1452033" y="81940"/>
                </a:lnTo>
                <a:lnTo>
                  <a:pt x="1454626" y="78122"/>
                </a:lnTo>
                <a:lnTo>
                  <a:pt x="1457219" y="74378"/>
                </a:lnTo>
                <a:lnTo>
                  <a:pt x="1459812" y="70711"/>
                </a:lnTo>
                <a:lnTo>
                  <a:pt x="1462405" y="67121"/>
                </a:lnTo>
                <a:lnTo>
                  <a:pt x="1464998" y="63610"/>
                </a:lnTo>
                <a:lnTo>
                  <a:pt x="1467591" y="60180"/>
                </a:lnTo>
                <a:lnTo>
                  <a:pt x="1470184" y="56832"/>
                </a:lnTo>
                <a:lnTo>
                  <a:pt x="1472777" y="53568"/>
                </a:lnTo>
                <a:lnTo>
                  <a:pt x="1475370" y="50389"/>
                </a:lnTo>
                <a:lnTo>
                  <a:pt x="1477963" y="47297"/>
                </a:lnTo>
                <a:lnTo>
                  <a:pt x="1480555" y="44292"/>
                </a:lnTo>
                <a:lnTo>
                  <a:pt x="1483148" y="41377"/>
                </a:lnTo>
                <a:lnTo>
                  <a:pt x="1485741" y="38552"/>
                </a:lnTo>
                <a:lnTo>
                  <a:pt x="1488334" y="35819"/>
                </a:lnTo>
                <a:lnTo>
                  <a:pt x="1490927" y="33179"/>
                </a:lnTo>
                <a:lnTo>
                  <a:pt x="1493520" y="30633"/>
                </a:lnTo>
                <a:lnTo>
                  <a:pt x="1496113" y="28182"/>
                </a:lnTo>
                <a:lnTo>
                  <a:pt x="1498706" y="25827"/>
                </a:lnTo>
                <a:lnTo>
                  <a:pt x="1501299" y="23570"/>
                </a:lnTo>
                <a:lnTo>
                  <a:pt x="1503892" y="21410"/>
                </a:lnTo>
                <a:lnTo>
                  <a:pt x="1506485" y="19351"/>
                </a:lnTo>
                <a:lnTo>
                  <a:pt x="1509078" y="17391"/>
                </a:lnTo>
                <a:lnTo>
                  <a:pt x="1511670" y="15532"/>
                </a:lnTo>
                <a:lnTo>
                  <a:pt x="1514263" y="13775"/>
                </a:lnTo>
                <a:lnTo>
                  <a:pt x="1516856" y="12121"/>
                </a:lnTo>
                <a:lnTo>
                  <a:pt x="1519449" y="10570"/>
                </a:lnTo>
                <a:lnTo>
                  <a:pt x="1522042" y="9123"/>
                </a:lnTo>
                <a:lnTo>
                  <a:pt x="1524635" y="7780"/>
                </a:lnTo>
                <a:lnTo>
                  <a:pt x="1527228" y="6543"/>
                </a:lnTo>
                <a:lnTo>
                  <a:pt x="1529821" y="5412"/>
                </a:lnTo>
                <a:lnTo>
                  <a:pt x="1532414" y="4387"/>
                </a:lnTo>
                <a:lnTo>
                  <a:pt x="1535007" y="3468"/>
                </a:lnTo>
                <a:lnTo>
                  <a:pt x="1537600" y="2657"/>
                </a:lnTo>
                <a:lnTo>
                  <a:pt x="1540193" y="1953"/>
                </a:lnTo>
                <a:lnTo>
                  <a:pt x="1542785" y="1357"/>
                </a:lnTo>
                <a:lnTo>
                  <a:pt x="1545378" y="869"/>
                </a:lnTo>
                <a:lnTo>
                  <a:pt x="1547971" y="489"/>
                </a:lnTo>
                <a:lnTo>
                  <a:pt x="1550564" y="217"/>
                </a:lnTo>
                <a:lnTo>
                  <a:pt x="1553157" y="54"/>
                </a:lnTo>
                <a:lnTo>
                  <a:pt x="1555750" y="0"/>
                </a:lnTo>
                <a:lnTo>
                  <a:pt x="1558343" y="54"/>
                </a:lnTo>
                <a:lnTo>
                  <a:pt x="1560936" y="217"/>
                </a:lnTo>
                <a:lnTo>
                  <a:pt x="1563529" y="489"/>
                </a:lnTo>
                <a:lnTo>
                  <a:pt x="1566122" y="869"/>
                </a:lnTo>
                <a:lnTo>
                  <a:pt x="1568715" y="1357"/>
                </a:lnTo>
                <a:lnTo>
                  <a:pt x="1571308" y="1953"/>
                </a:lnTo>
                <a:lnTo>
                  <a:pt x="1573900" y="2657"/>
                </a:lnTo>
                <a:lnTo>
                  <a:pt x="1576493" y="3468"/>
                </a:lnTo>
                <a:lnTo>
                  <a:pt x="1579086" y="4387"/>
                </a:lnTo>
                <a:lnTo>
                  <a:pt x="1581679" y="5412"/>
                </a:lnTo>
                <a:lnTo>
                  <a:pt x="1584272" y="6543"/>
                </a:lnTo>
                <a:lnTo>
                  <a:pt x="1586865" y="7780"/>
                </a:lnTo>
                <a:lnTo>
                  <a:pt x="1589458" y="9123"/>
                </a:lnTo>
                <a:lnTo>
                  <a:pt x="1592051" y="10570"/>
                </a:lnTo>
                <a:lnTo>
                  <a:pt x="1594644" y="12121"/>
                </a:lnTo>
                <a:lnTo>
                  <a:pt x="1597237" y="13775"/>
                </a:lnTo>
                <a:lnTo>
                  <a:pt x="1599830" y="15532"/>
                </a:lnTo>
                <a:lnTo>
                  <a:pt x="1602423" y="17391"/>
                </a:lnTo>
                <a:lnTo>
                  <a:pt x="1605015" y="19351"/>
                </a:lnTo>
                <a:lnTo>
                  <a:pt x="1607608" y="21410"/>
                </a:lnTo>
                <a:lnTo>
                  <a:pt x="1610201" y="23570"/>
                </a:lnTo>
                <a:lnTo>
                  <a:pt x="1612794" y="25827"/>
                </a:lnTo>
                <a:lnTo>
                  <a:pt x="1615387" y="28182"/>
                </a:lnTo>
                <a:lnTo>
                  <a:pt x="1617980" y="30633"/>
                </a:lnTo>
                <a:lnTo>
                  <a:pt x="1620573" y="33179"/>
                </a:lnTo>
                <a:lnTo>
                  <a:pt x="1623166" y="35819"/>
                </a:lnTo>
                <a:lnTo>
                  <a:pt x="1625759" y="38552"/>
                </a:lnTo>
                <a:lnTo>
                  <a:pt x="1628352" y="41377"/>
                </a:lnTo>
                <a:lnTo>
                  <a:pt x="1630945" y="44292"/>
                </a:lnTo>
                <a:lnTo>
                  <a:pt x="1633538" y="47297"/>
                </a:lnTo>
                <a:lnTo>
                  <a:pt x="1636130" y="50389"/>
                </a:lnTo>
                <a:lnTo>
                  <a:pt x="1638723" y="53568"/>
                </a:lnTo>
                <a:lnTo>
                  <a:pt x="1641316" y="56832"/>
                </a:lnTo>
                <a:lnTo>
                  <a:pt x="1643909" y="60180"/>
                </a:lnTo>
                <a:lnTo>
                  <a:pt x="1646502" y="63610"/>
                </a:lnTo>
                <a:lnTo>
                  <a:pt x="1649095" y="67121"/>
                </a:lnTo>
                <a:lnTo>
                  <a:pt x="1651688" y="70711"/>
                </a:lnTo>
                <a:lnTo>
                  <a:pt x="1654281" y="74378"/>
                </a:lnTo>
                <a:lnTo>
                  <a:pt x="1656874" y="78122"/>
                </a:lnTo>
                <a:lnTo>
                  <a:pt x="1659467" y="81940"/>
                </a:lnTo>
                <a:lnTo>
                  <a:pt x="1662060" y="85830"/>
                </a:lnTo>
                <a:lnTo>
                  <a:pt x="1664652" y="89792"/>
                </a:lnTo>
                <a:lnTo>
                  <a:pt x="1667245" y="93823"/>
                </a:lnTo>
                <a:lnTo>
                  <a:pt x="1669838" y="97921"/>
                </a:lnTo>
                <a:lnTo>
                  <a:pt x="1672431" y="102085"/>
                </a:lnTo>
                <a:lnTo>
                  <a:pt x="1675024" y="106313"/>
                </a:lnTo>
                <a:lnTo>
                  <a:pt x="1677617" y="110603"/>
                </a:lnTo>
                <a:lnTo>
                  <a:pt x="1680210" y="114952"/>
                </a:lnTo>
                <a:lnTo>
                  <a:pt x="1682803" y="119361"/>
                </a:lnTo>
                <a:lnTo>
                  <a:pt x="1685396" y="123825"/>
                </a:lnTo>
                <a:lnTo>
                  <a:pt x="1687989" y="128344"/>
                </a:lnTo>
                <a:lnTo>
                  <a:pt x="1690582" y="132915"/>
                </a:lnTo>
                <a:lnTo>
                  <a:pt x="1693175" y="137536"/>
                </a:lnTo>
                <a:lnTo>
                  <a:pt x="1695767" y="142206"/>
                </a:lnTo>
                <a:lnTo>
                  <a:pt x="1698360" y="146922"/>
                </a:lnTo>
                <a:lnTo>
                  <a:pt x="1700953" y="151682"/>
                </a:lnTo>
                <a:lnTo>
                  <a:pt x="1703546" y="156484"/>
                </a:lnTo>
                <a:lnTo>
                  <a:pt x="1706139" y="161326"/>
                </a:lnTo>
                <a:lnTo>
                  <a:pt x="1708732" y="166206"/>
                </a:lnTo>
                <a:lnTo>
                  <a:pt x="1711325" y="171122"/>
                </a:lnTo>
                <a:lnTo>
                  <a:pt x="1713918" y="176071"/>
                </a:lnTo>
                <a:lnTo>
                  <a:pt x="1716511" y="181052"/>
                </a:lnTo>
                <a:lnTo>
                  <a:pt x="1719104" y="186062"/>
                </a:lnTo>
                <a:lnTo>
                  <a:pt x="1721697" y="191099"/>
                </a:lnTo>
                <a:lnTo>
                  <a:pt x="1724290" y="196161"/>
                </a:lnTo>
                <a:lnTo>
                  <a:pt x="1726883" y="201245"/>
                </a:lnTo>
                <a:lnTo>
                  <a:pt x="1729475" y="206350"/>
                </a:lnTo>
                <a:lnTo>
                  <a:pt x="1732068" y="211473"/>
                </a:lnTo>
                <a:lnTo>
                  <a:pt x="1734661" y="216611"/>
                </a:lnTo>
                <a:lnTo>
                  <a:pt x="1737254" y="221764"/>
                </a:lnTo>
                <a:lnTo>
                  <a:pt x="1739847" y="226927"/>
                </a:lnTo>
                <a:lnTo>
                  <a:pt x="1742440" y="232100"/>
                </a:lnTo>
                <a:lnTo>
                  <a:pt x="1745033" y="237279"/>
                </a:lnTo>
                <a:lnTo>
                  <a:pt x="1747626" y="242464"/>
                </a:lnTo>
                <a:lnTo>
                  <a:pt x="1750219" y="247650"/>
                </a:lnTo>
                <a:lnTo>
                  <a:pt x="1752812" y="252836"/>
                </a:lnTo>
                <a:lnTo>
                  <a:pt x="1755405" y="258021"/>
                </a:lnTo>
                <a:lnTo>
                  <a:pt x="1757998" y="263200"/>
                </a:lnTo>
                <a:lnTo>
                  <a:pt x="1760590" y="268373"/>
                </a:lnTo>
                <a:lnTo>
                  <a:pt x="1763183" y="273536"/>
                </a:lnTo>
                <a:lnTo>
                  <a:pt x="1765776" y="278689"/>
                </a:lnTo>
                <a:lnTo>
                  <a:pt x="1768369" y="283827"/>
                </a:lnTo>
                <a:lnTo>
                  <a:pt x="1770962" y="288950"/>
                </a:lnTo>
                <a:lnTo>
                  <a:pt x="1773555" y="294055"/>
                </a:lnTo>
                <a:lnTo>
                  <a:pt x="1776148" y="299139"/>
                </a:lnTo>
                <a:lnTo>
                  <a:pt x="1778741" y="304201"/>
                </a:lnTo>
                <a:lnTo>
                  <a:pt x="1781334" y="309238"/>
                </a:lnTo>
                <a:lnTo>
                  <a:pt x="1783927" y="314248"/>
                </a:lnTo>
                <a:lnTo>
                  <a:pt x="1786520" y="319229"/>
                </a:lnTo>
                <a:lnTo>
                  <a:pt x="1789113" y="324178"/>
                </a:lnTo>
                <a:lnTo>
                  <a:pt x="1791705" y="329094"/>
                </a:lnTo>
                <a:lnTo>
                  <a:pt x="1794298" y="333974"/>
                </a:lnTo>
                <a:lnTo>
                  <a:pt x="1796891" y="338816"/>
                </a:lnTo>
                <a:lnTo>
                  <a:pt x="1799484" y="343618"/>
                </a:lnTo>
                <a:lnTo>
                  <a:pt x="1802077" y="348378"/>
                </a:lnTo>
                <a:lnTo>
                  <a:pt x="1804670" y="353094"/>
                </a:lnTo>
                <a:lnTo>
                  <a:pt x="1807263" y="357764"/>
                </a:lnTo>
                <a:lnTo>
                  <a:pt x="1809856" y="362385"/>
                </a:lnTo>
                <a:lnTo>
                  <a:pt x="1812449" y="366956"/>
                </a:lnTo>
                <a:lnTo>
                  <a:pt x="1815042" y="371475"/>
                </a:lnTo>
                <a:lnTo>
                  <a:pt x="1817635" y="375939"/>
                </a:lnTo>
                <a:lnTo>
                  <a:pt x="1820228" y="380348"/>
                </a:lnTo>
                <a:lnTo>
                  <a:pt x="1822820" y="384697"/>
                </a:lnTo>
                <a:lnTo>
                  <a:pt x="1825413" y="388987"/>
                </a:lnTo>
                <a:lnTo>
                  <a:pt x="1828006" y="393215"/>
                </a:lnTo>
                <a:lnTo>
                  <a:pt x="1830599" y="397379"/>
                </a:lnTo>
                <a:lnTo>
                  <a:pt x="1833192" y="401477"/>
                </a:lnTo>
                <a:lnTo>
                  <a:pt x="1835785" y="405508"/>
                </a:lnTo>
                <a:lnTo>
                  <a:pt x="1838378" y="409470"/>
                </a:lnTo>
                <a:lnTo>
                  <a:pt x="1840971" y="413360"/>
                </a:lnTo>
                <a:lnTo>
                  <a:pt x="1843564" y="417178"/>
                </a:lnTo>
                <a:lnTo>
                  <a:pt x="1846157" y="420922"/>
                </a:lnTo>
                <a:lnTo>
                  <a:pt x="1848750" y="424589"/>
                </a:lnTo>
                <a:lnTo>
                  <a:pt x="1851343" y="428179"/>
                </a:lnTo>
                <a:lnTo>
                  <a:pt x="1853935" y="431690"/>
                </a:lnTo>
                <a:lnTo>
                  <a:pt x="1856528" y="435120"/>
                </a:lnTo>
                <a:lnTo>
                  <a:pt x="1859121" y="438468"/>
                </a:lnTo>
                <a:lnTo>
                  <a:pt x="1861714" y="441732"/>
                </a:lnTo>
                <a:lnTo>
                  <a:pt x="1864307" y="444911"/>
                </a:lnTo>
                <a:lnTo>
                  <a:pt x="1866900" y="448003"/>
                </a:lnTo>
                <a:lnTo>
                  <a:pt x="1869493" y="451008"/>
                </a:lnTo>
                <a:lnTo>
                  <a:pt x="1872086" y="453923"/>
                </a:lnTo>
                <a:lnTo>
                  <a:pt x="1874679" y="456748"/>
                </a:lnTo>
                <a:lnTo>
                  <a:pt x="1877272" y="459481"/>
                </a:lnTo>
                <a:lnTo>
                  <a:pt x="1879865" y="462121"/>
                </a:lnTo>
                <a:lnTo>
                  <a:pt x="1882458" y="464667"/>
                </a:lnTo>
                <a:lnTo>
                  <a:pt x="1885050" y="467118"/>
                </a:lnTo>
                <a:lnTo>
                  <a:pt x="1887643" y="469473"/>
                </a:lnTo>
                <a:lnTo>
                  <a:pt x="1890236" y="471730"/>
                </a:lnTo>
                <a:lnTo>
                  <a:pt x="1892829" y="473890"/>
                </a:lnTo>
                <a:lnTo>
                  <a:pt x="1895422" y="475949"/>
                </a:lnTo>
                <a:lnTo>
                  <a:pt x="1898015" y="477909"/>
                </a:lnTo>
                <a:lnTo>
                  <a:pt x="1900608" y="479768"/>
                </a:lnTo>
                <a:lnTo>
                  <a:pt x="1903201" y="481525"/>
                </a:lnTo>
                <a:lnTo>
                  <a:pt x="1905794" y="483179"/>
                </a:lnTo>
                <a:lnTo>
                  <a:pt x="1908387" y="484730"/>
                </a:lnTo>
                <a:lnTo>
                  <a:pt x="1910980" y="486177"/>
                </a:lnTo>
                <a:lnTo>
                  <a:pt x="1913572" y="487520"/>
                </a:lnTo>
                <a:lnTo>
                  <a:pt x="1916165" y="488757"/>
                </a:lnTo>
                <a:lnTo>
                  <a:pt x="1918758" y="489888"/>
                </a:lnTo>
                <a:lnTo>
                  <a:pt x="1921351" y="490913"/>
                </a:lnTo>
                <a:lnTo>
                  <a:pt x="1923944" y="491832"/>
                </a:lnTo>
                <a:lnTo>
                  <a:pt x="1926537" y="492643"/>
                </a:lnTo>
                <a:lnTo>
                  <a:pt x="1929130" y="493347"/>
                </a:lnTo>
                <a:lnTo>
                  <a:pt x="1931723" y="493943"/>
                </a:lnTo>
                <a:lnTo>
                  <a:pt x="1934316" y="494431"/>
                </a:lnTo>
                <a:lnTo>
                  <a:pt x="1936909" y="494811"/>
                </a:lnTo>
                <a:lnTo>
                  <a:pt x="1939502" y="495083"/>
                </a:lnTo>
                <a:lnTo>
                  <a:pt x="1942095" y="495246"/>
                </a:lnTo>
                <a:lnTo>
                  <a:pt x="1944687" y="495300"/>
                </a:lnTo>
                <a:lnTo>
                  <a:pt x="1947280" y="495246"/>
                </a:lnTo>
                <a:lnTo>
                  <a:pt x="1949873" y="495083"/>
                </a:lnTo>
                <a:lnTo>
                  <a:pt x="1952466" y="494811"/>
                </a:lnTo>
                <a:lnTo>
                  <a:pt x="1955059" y="494431"/>
                </a:lnTo>
                <a:lnTo>
                  <a:pt x="1957652" y="493943"/>
                </a:lnTo>
                <a:lnTo>
                  <a:pt x="1960245" y="493347"/>
                </a:lnTo>
                <a:lnTo>
                  <a:pt x="1962838" y="492643"/>
                </a:lnTo>
                <a:lnTo>
                  <a:pt x="1965431" y="491832"/>
                </a:lnTo>
                <a:lnTo>
                  <a:pt x="1968024" y="490913"/>
                </a:lnTo>
                <a:lnTo>
                  <a:pt x="1970617" y="489888"/>
                </a:lnTo>
                <a:lnTo>
                  <a:pt x="1973210" y="488757"/>
                </a:lnTo>
                <a:lnTo>
                  <a:pt x="1975803" y="487520"/>
                </a:lnTo>
                <a:lnTo>
                  <a:pt x="1978395" y="486177"/>
                </a:lnTo>
                <a:lnTo>
                  <a:pt x="1980988" y="484730"/>
                </a:lnTo>
                <a:lnTo>
                  <a:pt x="1983581" y="483179"/>
                </a:lnTo>
                <a:lnTo>
                  <a:pt x="1986174" y="481525"/>
                </a:lnTo>
                <a:lnTo>
                  <a:pt x="1988767" y="479768"/>
                </a:lnTo>
                <a:lnTo>
                  <a:pt x="1991360" y="477909"/>
                </a:lnTo>
                <a:lnTo>
                  <a:pt x="1993953" y="475949"/>
                </a:lnTo>
                <a:lnTo>
                  <a:pt x="1996546" y="473890"/>
                </a:lnTo>
                <a:lnTo>
                  <a:pt x="1999139" y="471730"/>
                </a:lnTo>
                <a:lnTo>
                  <a:pt x="2001732" y="469473"/>
                </a:lnTo>
                <a:lnTo>
                  <a:pt x="2004325" y="467118"/>
                </a:lnTo>
                <a:lnTo>
                  <a:pt x="2006918" y="464667"/>
                </a:lnTo>
                <a:lnTo>
                  <a:pt x="2009510" y="462121"/>
                </a:lnTo>
                <a:lnTo>
                  <a:pt x="2012103" y="459481"/>
                </a:lnTo>
                <a:lnTo>
                  <a:pt x="2014696" y="456748"/>
                </a:lnTo>
                <a:lnTo>
                  <a:pt x="2017289" y="453923"/>
                </a:lnTo>
                <a:lnTo>
                  <a:pt x="2019882" y="451008"/>
                </a:lnTo>
                <a:lnTo>
                  <a:pt x="2022475" y="448003"/>
                </a:lnTo>
                <a:lnTo>
                  <a:pt x="2025068" y="444911"/>
                </a:lnTo>
                <a:lnTo>
                  <a:pt x="2027661" y="441732"/>
                </a:lnTo>
                <a:lnTo>
                  <a:pt x="2030254" y="438468"/>
                </a:lnTo>
                <a:lnTo>
                  <a:pt x="2032847" y="435120"/>
                </a:lnTo>
                <a:lnTo>
                  <a:pt x="2035440" y="431690"/>
                </a:lnTo>
                <a:lnTo>
                  <a:pt x="2038033" y="428179"/>
                </a:lnTo>
                <a:lnTo>
                  <a:pt x="2040625" y="424589"/>
                </a:lnTo>
                <a:lnTo>
                  <a:pt x="2043218" y="420922"/>
                </a:lnTo>
                <a:lnTo>
                  <a:pt x="2045811" y="417178"/>
                </a:lnTo>
                <a:lnTo>
                  <a:pt x="2048404" y="413360"/>
                </a:lnTo>
                <a:lnTo>
                  <a:pt x="2050997" y="409470"/>
                </a:lnTo>
                <a:lnTo>
                  <a:pt x="2053590" y="405508"/>
                </a:lnTo>
                <a:lnTo>
                  <a:pt x="2056183" y="401477"/>
                </a:lnTo>
                <a:lnTo>
                  <a:pt x="2058776" y="397379"/>
                </a:lnTo>
                <a:lnTo>
                  <a:pt x="2061369" y="393215"/>
                </a:lnTo>
                <a:lnTo>
                  <a:pt x="2063962" y="388987"/>
                </a:lnTo>
                <a:lnTo>
                  <a:pt x="2066555" y="384697"/>
                </a:lnTo>
                <a:lnTo>
                  <a:pt x="2069148" y="380348"/>
                </a:lnTo>
                <a:lnTo>
                  <a:pt x="2071740" y="375939"/>
                </a:lnTo>
                <a:lnTo>
                  <a:pt x="2074333" y="371475"/>
                </a:lnTo>
                <a:lnTo>
                  <a:pt x="2076926" y="366956"/>
                </a:lnTo>
                <a:lnTo>
                  <a:pt x="2079519" y="362385"/>
                </a:lnTo>
                <a:lnTo>
                  <a:pt x="2082112" y="357764"/>
                </a:lnTo>
                <a:lnTo>
                  <a:pt x="2084705" y="353094"/>
                </a:lnTo>
                <a:lnTo>
                  <a:pt x="2087298" y="348378"/>
                </a:lnTo>
                <a:lnTo>
                  <a:pt x="2089891" y="343618"/>
                </a:lnTo>
                <a:lnTo>
                  <a:pt x="2092484" y="338816"/>
                </a:lnTo>
                <a:lnTo>
                  <a:pt x="2095077" y="333974"/>
                </a:lnTo>
                <a:lnTo>
                  <a:pt x="2097670" y="329094"/>
                </a:lnTo>
                <a:lnTo>
                  <a:pt x="2100263" y="324178"/>
                </a:lnTo>
                <a:lnTo>
                  <a:pt x="2102855" y="319229"/>
                </a:lnTo>
                <a:lnTo>
                  <a:pt x="2105448" y="314248"/>
                </a:lnTo>
                <a:lnTo>
                  <a:pt x="2108041" y="309238"/>
                </a:lnTo>
                <a:lnTo>
                  <a:pt x="2110634" y="304201"/>
                </a:lnTo>
                <a:lnTo>
                  <a:pt x="2113227" y="299139"/>
                </a:lnTo>
                <a:lnTo>
                  <a:pt x="2115820" y="294055"/>
                </a:lnTo>
                <a:lnTo>
                  <a:pt x="2118413" y="288950"/>
                </a:lnTo>
                <a:lnTo>
                  <a:pt x="2121006" y="283827"/>
                </a:lnTo>
                <a:lnTo>
                  <a:pt x="2123599" y="278689"/>
                </a:lnTo>
                <a:lnTo>
                  <a:pt x="2126192" y="273536"/>
                </a:lnTo>
                <a:lnTo>
                  <a:pt x="2128785" y="268373"/>
                </a:lnTo>
                <a:lnTo>
                  <a:pt x="2131378" y="263200"/>
                </a:lnTo>
                <a:lnTo>
                  <a:pt x="2133970" y="258021"/>
                </a:lnTo>
                <a:lnTo>
                  <a:pt x="2136563" y="252836"/>
                </a:lnTo>
                <a:lnTo>
                  <a:pt x="2139156" y="247650"/>
                </a:lnTo>
                <a:lnTo>
                  <a:pt x="2141749" y="242464"/>
                </a:lnTo>
                <a:lnTo>
                  <a:pt x="2144342" y="237279"/>
                </a:lnTo>
                <a:lnTo>
                  <a:pt x="2146935" y="232100"/>
                </a:lnTo>
                <a:lnTo>
                  <a:pt x="2149528" y="226927"/>
                </a:lnTo>
                <a:lnTo>
                  <a:pt x="2152121" y="221764"/>
                </a:lnTo>
                <a:lnTo>
                  <a:pt x="2154714" y="216611"/>
                </a:lnTo>
                <a:lnTo>
                  <a:pt x="2157307" y="211473"/>
                </a:lnTo>
                <a:lnTo>
                  <a:pt x="2159900" y="206350"/>
                </a:lnTo>
                <a:lnTo>
                  <a:pt x="2162492" y="201245"/>
                </a:lnTo>
                <a:lnTo>
                  <a:pt x="2165085" y="196161"/>
                </a:lnTo>
                <a:lnTo>
                  <a:pt x="2167678" y="191099"/>
                </a:lnTo>
                <a:lnTo>
                  <a:pt x="2170271" y="186062"/>
                </a:lnTo>
                <a:lnTo>
                  <a:pt x="2172864" y="181052"/>
                </a:lnTo>
                <a:lnTo>
                  <a:pt x="2175457" y="176071"/>
                </a:lnTo>
                <a:lnTo>
                  <a:pt x="2178050" y="171122"/>
                </a:lnTo>
                <a:lnTo>
                  <a:pt x="2180643" y="166206"/>
                </a:lnTo>
                <a:lnTo>
                  <a:pt x="2183236" y="161326"/>
                </a:lnTo>
                <a:lnTo>
                  <a:pt x="2185829" y="156484"/>
                </a:lnTo>
                <a:lnTo>
                  <a:pt x="2188422" y="151682"/>
                </a:lnTo>
                <a:lnTo>
                  <a:pt x="2191015" y="146922"/>
                </a:lnTo>
                <a:lnTo>
                  <a:pt x="2193608" y="142206"/>
                </a:lnTo>
                <a:lnTo>
                  <a:pt x="2196200" y="137536"/>
                </a:lnTo>
                <a:lnTo>
                  <a:pt x="2198793" y="132915"/>
                </a:lnTo>
                <a:lnTo>
                  <a:pt x="2201386" y="128344"/>
                </a:lnTo>
                <a:lnTo>
                  <a:pt x="2203979" y="123825"/>
                </a:lnTo>
                <a:lnTo>
                  <a:pt x="2206572" y="119361"/>
                </a:lnTo>
                <a:lnTo>
                  <a:pt x="2209165" y="114952"/>
                </a:lnTo>
                <a:lnTo>
                  <a:pt x="2211758" y="110603"/>
                </a:lnTo>
                <a:lnTo>
                  <a:pt x="2214351" y="106313"/>
                </a:lnTo>
                <a:lnTo>
                  <a:pt x="2216944" y="102085"/>
                </a:lnTo>
                <a:lnTo>
                  <a:pt x="2219537" y="97921"/>
                </a:lnTo>
                <a:lnTo>
                  <a:pt x="2222130" y="93823"/>
                </a:lnTo>
                <a:lnTo>
                  <a:pt x="2224723" y="89792"/>
                </a:lnTo>
                <a:lnTo>
                  <a:pt x="2227315" y="85830"/>
                </a:lnTo>
                <a:lnTo>
                  <a:pt x="2229908" y="81940"/>
                </a:lnTo>
                <a:lnTo>
                  <a:pt x="2232501" y="78122"/>
                </a:lnTo>
                <a:lnTo>
                  <a:pt x="2235094" y="74378"/>
                </a:lnTo>
                <a:lnTo>
                  <a:pt x="2237687" y="70711"/>
                </a:lnTo>
                <a:lnTo>
                  <a:pt x="2240280" y="67121"/>
                </a:lnTo>
                <a:lnTo>
                  <a:pt x="2242873" y="63610"/>
                </a:lnTo>
                <a:lnTo>
                  <a:pt x="2245466" y="60180"/>
                </a:lnTo>
                <a:lnTo>
                  <a:pt x="2248059" y="56832"/>
                </a:lnTo>
                <a:lnTo>
                  <a:pt x="2250652" y="53568"/>
                </a:lnTo>
                <a:lnTo>
                  <a:pt x="2253245" y="50389"/>
                </a:lnTo>
                <a:lnTo>
                  <a:pt x="2255838" y="47297"/>
                </a:lnTo>
                <a:lnTo>
                  <a:pt x="2258430" y="44292"/>
                </a:lnTo>
                <a:lnTo>
                  <a:pt x="2261023" y="41377"/>
                </a:lnTo>
                <a:lnTo>
                  <a:pt x="2263616" y="38552"/>
                </a:lnTo>
                <a:lnTo>
                  <a:pt x="2266209" y="35819"/>
                </a:lnTo>
                <a:lnTo>
                  <a:pt x="2268802" y="33179"/>
                </a:lnTo>
                <a:lnTo>
                  <a:pt x="2271395" y="30633"/>
                </a:lnTo>
                <a:lnTo>
                  <a:pt x="2273988" y="28182"/>
                </a:lnTo>
                <a:lnTo>
                  <a:pt x="2276581" y="25827"/>
                </a:lnTo>
                <a:lnTo>
                  <a:pt x="2279174" y="23570"/>
                </a:lnTo>
                <a:lnTo>
                  <a:pt x="2281767" y="21410"/>
                </a:lnTo>
                <a:lnTo>
                  <a:pt x="2284360" y="19351"/>
                </a:lnTo>
                <a:lnTo>
                  <a:pt x="2286953" y="17391"/>
                </a:lnTo>
                <a:lnTo>
                  <a:pt x="2289545" y="15532"/>
                </a:lnTo>
                <a:lnTo>
                  <a:pt x="2292138" y="13775"/>
                </a:lnTo>
                <a:lnTo>
                  <a:pt x="2294731" y="12121"/>
                </a:lnTo>
                <a:lnTo>
                  <a:pt x="2297324" y="10570"/>
                </a:lnTo>
                <a:lnTo>
                  <a:pt x="2299917" y="9123"/>
                </a:lnTo>
                <a:lnTo>
                  <a:pt x="2302510" y="7780"/>
                </a:lnTo>
                <a:lnTo>
                  <a:pt x="2305103" y="6543"/>
                </a:lnTo>
                <a:lnTo>
                  <a:pt x="2307696" y="5412"/>
                </a:lnTo>
                <a:lnTo>
                  <a:pt x="2310289" y="4387"/>
                </a:lnTo>
                <a:lnTo>
                  <a:pt x="2312882" y="3468"/>
                </a:lnTo>
                <a:lnTo>
                  <a:pt x="2315475" y="2657"/>
                </a:lnTo>
                <a:lnTo>
                  <a:pt x="2318068" y="1953"/>
                </a:lnTo>
                <a:lnTo>
                  <a:pt x="2320660" y="1357"/>
                </a:lnTo>
                <a:lnTo>
                  <a:pt x="2323253" y="869"/>
                </a:lnTo>
                <a:lnTo>
                  <a:pt x="2325846" y="489"/>
                </a:lnTo>
                <a:lnTo>
                  <a:pt x="2328439" y="217"/>
                </a:lnTo>
                <a:lnTo>
                  <a:pt x="2331032" y="54"/>
                </a:lnTo>
                <a:lnTo>
                  <a:pt x="2333625" y="0"/>
                </a:lnTo>
              </a:path>
            </a:pathLst>
          </a:custGeom>
          <a:noFill xmlns:a="http://schemas.openxmlformats.org/drawingml/2006/main"/>
          <a:ln xmlns:a="http://schemas.openxmlformats.org/drawingml/2006/main" w="19050">
            <a:solidFill>
              <a:srgbClr val="202020"/>
            </a:solidFill>
          </a:ln>
        </p:spPr>
      </p:sp>
      <p:sp>
        <p:nvSpPr>
          <p:cNvPr id="26" name="integrator-1-label">
            <a:extLst xmlns:a="http://schemas.openxmlformats.org/drawingml/2006/main">
              <a:ext uri="{FF2B5EF4-FFF2-40B4-BE49-F238E27FC236}">
                <a16:creationId xmlns:a16="http://schemas.microsoft.com/office/drawing/2014/main" id="{C18F5126-94B1-4DA5-A3C4-135F3D7CACAF}"/>
              </a:ext>
            </a:extLst>
          </p:cNvPr>
          <p:cNvSpPr>
            <a:spLocks xmlns:a="http://schemas.openxmlformats.org/drawingml/2006/main" noGrp="1"/>
          </p:cNvSpPr>
          <p:nvPr/>
        </p:nvSpPr>
        <p:spPr>
          <a:xfrm xmlns:a="http://schemas.openxmlformats.org/drawingml/2006/main">
            <a:off x="3219450" y="4543425"/>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r>
              <a:t/>
            </a:r>
          </a:p>
        </p:txBody>
      </p:sp>
      <p:sp>
        <p:nvSpPr>
          <p:cNvPr id="27" name="integrator-1-shaft">
            <a:extLst xmlns:a="http://schemas.openxmlformats.org/drawingml/2006/main">
              <a:ext uri="{FF2B5EF4-FFF2-40B4-BE49-F238E27FC236}">
                <a16:creationId xmlns:a16="http://schemas.microsoft.com/office/drawing/2014/main" id="{808EE607-33D0-4E06-BEC2-1ABC6179E900}"/>
              </a:ext>
            </a:extLst>
          </p:cNvPr>
          <p:cNvSpPr>
            <a:spLocks xmlns:a="http://schemas.openxmlformats.org/drawingml/2006/main" noGrp="1"/>
          </p:cNvSpPr>
          <p:nvPr/>
        </p:nvSpPr>
        <p:spPr>
          <a:xfrm xmlns:a="http://schemas.openxmlformats.org/drawingml/2006/main">
            <a:off x="3409950" y="5000625"/>
            <a:ext cx="438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8" name="integrator-1-head">
            <a:extLst xmlns:a="http://schemas.openxmlformats.org/drawingml/2006/main">
              <a:ext uri="{FF2B5EF4-FFF2-40B4-BE49-F238E27FC236}">
                <a16:creationId xmlns:a16="http://schemas.microsoft.com/office/drawing/2014/main" id="{841C2CD6-05B4-41E4-B831-36D45F6FCA7F}"/>
              </a:ext>
            </a:extLst>
          </p:cNvPr>
          <p:cNvSpPr>
            <a:spLocks xmlns:a="http://schemas.openxmlformats.org/drawingml/2006/main" noGrp="1"/>
          </p:cNvSpPr>
          <p:nvPr/>
        </p:nvSpPr>
        <p:spPr>
          <a:xfrm xmlns:a="http://schemas.openxmlformats.org/drawingml/2006/main" rot="5400000">
            <a:off x="3829050" y="49577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9" name="integrator-result-axis-1-axis-shaft">
            <a:extLst xmlns:a="http://schemas.openxmlformats.org/drawingml/2006/main">
              <a:ext uri="{FF2B5EF4-FFF2-40B4-BE49-F238E27FC236}">
                <a16:creationId xmlns:a16="http://schemas.microsoft.com/office/drawing/2014/main" id="{9A774A6F-0587-4344-8513-D629BC093805}"/>
              </a:ext>
            </a:extLst>
          </p:cNvPr>
          <p:cNvSpPr>
            <a:spLocks xmlns:a="http://schemas.openxmlformats.org/drawingml/2006/main" noGrp="1"/>
          </p:cNvSpPr>
          <p:nvPr/>
        </p:nvSpPr>
        <p:spPr>
          <a:xfrm xmlns:a="http://schemas.openxmlformats.org/drawingml/2006/main">
            <a:off x="9382125" y="5095875"/>
            <a:ext cx="18669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integrator-result-axis-1-axis-head">
            <a:extLst xmlns:a="http://schemas.openxmlformats.org/drawingml/2006/main">
              <a:ext uri="{FF2B5EF4-FFF2-40B4-BE49-F238E27FC236}">
                <a16:creationId xmlns:a16="http://schemas.microsoft.com/office/drawing/2014/main" id="{42103389-1F1E-4541-8CA6-96AF4213C655}"/>
              </a:ext>
            </a:extLst>
          </p:cNvPr>
          <p:cNvSpPr>
            <a:spLocks xmlns:a="http://schemas.openxmlformats.org/drawingml/2006/main" noGrp="1"/>
          </p:cNvSpPr>
          <p:nvPr/>
        </p:nvSpPr>
        <p:spPr>
          <a:xfrm xmlns:a="http://schemas.openxmlformats.org/drawingml/2006/main" rot="5400000">
            <a:off x="11229975" y="50530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1" name="integrator-reference-1--1">
            <a:extLst xmlns:a="http://schemas.openxmlformats.org/drawingml/2006/main">
              <a:ext uri="{FF2B5EF4-FFF2-40B4-BE49-F238E27FC236}">
                <a16:creationId xmlns:a16="http://schemas.microsoft.com/office/drawing/2014/main" id="{9CD64888-111A-4119-BC73-E92F9BA5B360}"/>
              </a:ext>
            </a:extLst>
          </p:cNvPr>
          <p:cNvSpPr>
            <a:spLocks xmlns:a="http://schemas.openxmlformats.org/drawingml/2006/main" noGrp="1"/>
          </p:cNvSpPr>
          <p:nvPr/>
        </p:nvSpPr>
        <p:spPr>
          <a:xfrm xmlns:a="http://schemas.openxmlformats.org/drawingml/2006/main">
            <a:off x="9382125" y="5381625"/>
            <a:ext cx="1952625" cy="8573"/>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32" name="integrator-reference-1-1">
            <a:extLst xmlns:a="http://schemas.openxmlformats.org/drawingml/2006/main">
              <a:ext uri="{FF2B5EF4-FFF2-40B4-BE49-F238E27FC236}">
                <a16:creationId xmlns:a16="http://schemas.microsoft.com/office/drawing/2014/main" id="{D9AC8A2C-4AB0-46A7-A6EA-85907294A548}"/>
              </a:ext>
            </a:extLst>
          </p:cNvPr>
          <p:cNvSpPr>
            <a:spLocks xmlns:a="http://schemas.openxmlformats.org/drawingml/2006/main" noGrp="1"/>
          </p:cNvSpPr>
          <p:nvPr/>
        </p:nvSpPr>
        <p:spPr>
          <a:xfrm xmlns:a="http://schemas.openxmlformats.org/drawingml/2006/main">
            <a:off x="9382125" y="4810125"/>
            <a:ext cx="1952625" cy="8573"/>
          </a:xfrm>
          <a:prstGeom xmlns:a="http://schemas.openxmlformats.org/drawingml/2006/main" prst="rect">
            <a:avLst/>
          </a:prstGeom>
          <a:solidFill xmlns:a="http://schemas.openxmlformats.org/drawingml/2006/main">
            <a:srgbClr val="C5C5C5"/>
          </a:solidFill>
          <a:ln xmlns:a="http://schemas.openxmlformats.org/drawingml/2006/main" w="0">
            <a:noFill/>
          </a:ln>
        </p:spPr>
      </p:sp>
      <p:sp>
        <p:nvSpPr>
          <p:cNvPr id="33" name="integrator-result-1">
            <a:extLst xmlns:a="http://schemas.openxmlformats.org/drawingml/2006/main">
              <a:ext uri="{FF2B5EF4-FFF2-40B4-BE49-F238E27FC236}">
                <a16:creationId xmlns:a16="http://schemas.microsoft.com/office/drawing/2014/main" id="{B0538C9B-B027-469F-8F95-FA14CA381BD6}"/>
              </a:ext>
            </a:extLst>
          </p:cNvPr>
          <p:cNvSpPr>
            <a:spLocks xmlns:a="http://schemas.openxmlformats.org/drawingml/2006/main" noGrp="1"/>
          </p:cNvSpPr>
          <p:nvPr/>
        </p:nvSpPr>
        <p:spPr>
          <a:xfrm xmlns:a="http://schemas.openxmlformats.org/drawingml/2006/main">
            <a:off x="9382125" y="5000625"/>
            <a:ext cx="1952625" cy="190500"/>
          </a:xfrm>
          <a:custGeom xmlns:a="http://schemas.openxmlformats.org/drawingml/2006/main">
            <a:pathLst>
              <a:path w="1952625" h="190500">
                <a:moveTo>
                  <a:pt x="0" y="95250"/>
                </a:moveTo>
                <a:lnTo>
                  <a:pt x="4882" y="90763"/>
                </a:lnTo>
                <a:lnTo>
                  <a:pt x="9763" y="86286"/>
                </a:lnTo>
                <a:lnTo>
                  <a:pt x="14645" y="81829"/>
                </a:lnTo>
                <a:lnTo>
                  <a:pt x="19526" y="77402"/>
                </a:lnTo>
                <a:lnTo>
                  <a:pt x="24408" y="73014"/>
                </a:lnTo>
                <a:lnTo>
                  <a:pt x="29289" y="68676"/>
                </a:lnTo>
                <a:lnTo>
                  <a:pt x="34171" y="64397"/>
                </a:lnTo>
                <a:lnTo>
                  <a:pt x="39053" y="60186"/>
                </a:lnTo>
                <a:lnTo>
                  <a:pt x="43934" y="56053"/>
                </a:lnTo>
                <a:lnTo>
                  <a:pt x="48816" y="52007"/>
                </a:lnTo>
                <a:lnTo>
                  <a:pt x="53697" y="48058"/>
                </a:lnTo>
                <a:lnTo>
                  <a:pt x="58579" y="44212"/>
                </a:lnTo>
                <a:lnTo>
                  <a:pt x="63460" y="40481"/>
                </a:lnTo>
                <a:lnTo>
                  <a:pt x="68342" y="36871"/>
                </a:lnTo>
                <a:lnTo>
                  <a:pt x="73223" y="33390"/>
                </a:lnTo>
                <a:lnTo>
                  <a:pt x="78105" y="30047"/>
                </a:lnTo>
                <a:lnTo>
                  <a:pt x="82987" y="26848"/>
                </a:lnTo>
                <a:lnTo>
                  <a:pt x="87868" y="23802"/>
                </a:lnTo>
                <a:lnTo>
                  <a:pt x="92750" y="20914"/>
                </a:lnTo>
                <a:lnTo>
                  <a:pt x="97631" y="18191"/>
                </a:lnTo>
                <a:lnTo>
                  <a:pt x="102513" y="15639"/>
                </a:lnTo>
                <a:lnTo>
                  <a:pt x="107394" y="13264"/>
                </a:lnTo>
                <a:lnTo>
                  <a:pt x="112276" y="11071"/>
                </a:lnTo>
                <a:lnTo>
                  <a:pt x="117157" y="9065"/>
                </a:lnTo>
                <a:lnTo>
                  <a:pt x="122039" y="7250"/>
                </a:lnTo>
                <a:lnTo>
                  <a:pt x="126921" y="5631"/>
                </a:lnTo>
                <a:lnTo>
                  <a:pt x="131802" y="4211"/>
                </a:lnTo>
                <a:lnTo>
                  <a:pt x="136684" y="2992"/>
                </a:lnTo>
                <a:lnTo>
                  <a:pt x="141565" y="1979"/>
                </a:lnTo>
                <a:lnTo>
                  <a:pt x="146447" y="1173"/>
                </a:lnTo>
                <a:lnTo>
                  <a:pt x="151328" y="575"/>
                </a:lnTo>
                <a:lnTo>
                  <a:pt x="156210" y="188"/>
                </a:lnTo>
                <a:lnTo>
                  <a:pt x="161092" y="12"/>
                </a:lnTo>
                <a:lnTo>
                  <a:pt x="165973" y="47"/>
                </a:lnTo>
                <a:lnTo>
                  <a:pt x="170855" y="294"/>
                </a:lnTo>
                <a:lnTo>
                  <a:pt x="175736" y="751"/>
                </a:lnTo>
                <a:lnTo>
                  <a:pt x="180618" y="1418"/>
                </a:lnTo>
                <a:lnTo>
                  <a:pt x="185499" y="2294"/>
                </a:lnTo>
                <a:lnTo>
                  <a:pt x="190381" y="3376"/>
                </a:lnTo>
                <a:lnTo>
                  <a:pt x="195263" y="4662"/>
                </a:lnTo>
                <a:lnTo>
                  <a:pt x="200144" y="6149"/>
                </a:lnTo>
                <a:lnTo>
                  <a:pt x="205026" y="7834"/>
                </a:lnTo>
                <a:lnTo>
                  <a:pt x="209907" y="9713"/>
                </a:lnTo>
                <a:lnTo>
                  <a:pt x="214789" y="11782"/>
                </a:lnTo>
                <a:lnTo>
                  <a:pt x="219670" y="14036"/>
                </a:lnTo>
                <a:lnTo>
                  <a:pt x="224552" y="16471"/>
                </a:lnTo>
                <a:lnTo>
                  <a:pt x="229433" y="19080"/>
                </a:lnTo>
                <a:lnTo>
                  <a:pt x="234315" y="21859"/>
                </a:lnTo>
                <a:lnTo>
                  <a:pt x="239197" y="24800"/>
                </a:lnTo>
                <a:lnTo>
                  <a:pt x="244078" y="27898"/>
                </a:lnTo>
                <a:lnTo>
                  <a:pt x="248960" y="31146"/>
                </a:lnTo>
                <a:lnTo>
                  <a:pt x="253841" y="34535"/>
                </a:lnTo>
                <a:lnTo>
                  <a:pt x="258723" y="38060"/>
                </a:lnTo>
                <a:lnTo>
                  <a:pt x="263604" y="41712"/>
                </a:lnTo>
                <a:lnTo>
                  <a:pt x="268486" y="45482"/>
                </a:lnTo>
                <a:lnTo>
                  <a:pt x="273368" y="49363"/>
                </a:lnTo>
                <a:lnTo>
                  <a:pt x="278249" y="53346"/>
                </a:lnTo>
                <a:lnTo>
                  <a:pt x="283131" y="57422"/>
                </a:lnTo>
                <a:lnTo>
                  <a:pt x="288012" y="61582"/>
                </a:lnTo>
                <a:lnTo>
                  <a:pt x="292894" y="65816"/>
                </a:lnTo>
                <a:lnTo>
                  <a:pt x="297775" y="70116"/>
                </a:lnTo>
                <a:lnTo>
                  <a:pt x="302657" y="74472"/>
                </a:lnTo>
                <a:lnTo>
                  <a:pt x="307538" y="78874"/>
                </a:lnTo>
                <a:lnTo>
                  <a:pt x="312420" y="83312"/>
                </a:lnTo>
                <a:lnTo>
                  <a:pt x="317302" y="87777"/>
                </a:lnTo>
                <a:lnTo>
                  <a:pt x="322183" y="92258"/>
                </a:lnTo>
                <a:lnTo>
                  <a:pt x="327065" y="96746"/>
                </a:lnTo>
                <a:lnTo>
                  <a:pt x="331946" y="101231"/>
                </a:lnTo>
                <a:lnTo>
                  <a:pt x="336828" y="105702"/>
                </a:lnTo>
                <a:lnTo>
                  <a:pt x="341709" y="110150"/>
                </a:lnTo>
                <a:lnTo>
                  <a:pt x="346591" y="114565"/>
                </a:lnTo>
                <a:lnTo>
                  <a:pt x="351472" y="118938"/>
                </a:lnTo>
                <a:lnTo>
                  <a:pt x="356354" y="123257"/>
                </a:lnTo>
                <a:lnTo>
                  <a:pt x="361236" y="127515"/>
                </a:lnTo>
                <a:lnTo>
                  <a:pt x="366117" y="131701"/>
                </a:lnTo>
                <a:lnTo>
                  <a:pt x="370999" y="135805"/>
                </a:lnTo>
                <a:lnTo>
                  <a:pt x="375880" y="139820"/>
                </a:lnTo>
                <a:lnTo>
                  <a:pt x="380762" y="143736"/>
                </a:lnTo>
                <a:lnTo>
                  <a:pt x="385643" y="147544"/>
                </a:lnTo>
                <a:lnTo>
                  <a:pt x="390525" y="151237"/>
                </a:lnTo>
                <a:lnTo>
                  <a:pt x="395407" y="154804"/>
                </a:lnTo>
                <a:lnTo>
                  <a:pt x="400288" y="158240"/>
                </a:lnTo>
                <a:lnTo>
                  <a:pt x="405170" y="161536"/>
                </a:lnTo>
                <a:lnTo>
                  <a:pt x="410051" y="164684"/>
                </a:lnTo>
                <a:lnTo>
                  <a:pt x="414933" y="167679"/>
                </a:lnTo>
                <a:lnTo>
                  <a:pt x="419814" y="170512"/>
                </a:lnTo>
                <a:lnTo>
                  <a:pt x="424696" y="173179"/>
                </a:lnTo>
                <a:lnTo>
                  <a:pt x="429577" y="175672"/>
                </a:lnTo>
                <a:lnTo>
                  <a:pt x="434459" y="177987"/>
                </a:lnTo>
                <a:lnTo>
                  <a:pt x="439341" y="180118"/>
                </a:lnTo>
                <a:lnTo>
                  <a:pt x="444222" y="182061"/>
                </a:lnTo>
                <a:lnTo>
                  <a:pt x="449104" y="183811"/>
                </a:lnTo>
                <a:lnTo>
                  <a:pt x="453985" y="185365"/>
                </a:lnTo>
                <a:lnTo>
                  <a:pt x="458867" y="186718"/>
                </a:lnTo>
                <a:lnTo>
                  <a:pt x="463748" y="187868"/>
                </a:lnTo>
                <a:lnTo>
                  <a:pt x="468630" y="188813"/>
                </a:lnTo>
                <a:lnTo>
                  <a:pt x="473512" y="189550"/>
                </a:lnTo>
                <a:lnTo>
                  <a:pt x="478393" y="190077"/>
                </a:lnTo>
                <a:lnTo>
                  <a:pt x="483275" y="190394"/>
                </a:lnTo>
                <a:lnTo>
                  <a:pt x="488156" y="190500"/>
                </a:lnTo>
                <a:lnTo>
                  <a:pt x="493038" y="190394"/>
                </a:lnTo>
                <a:lnTo>
                  <a:pt x="497919" y="190077"/>
                </a:lnTo>
                <a:lnTo>
                  <a:pt x="502801" y="189550"/>
                </a:lnTo>
                <a:lnTo>
                  <a:pt x="507682" y="188813"/>
                </a:lnTo>
                <a:lnTo>
                  <a:pt x="512564" y="187868"/>
                </a:lnTo>
                <a:lnTo>
                  <a:pt x="517446" y="186718"/>
                </a:lnTo>
                <a:lnTo>
                  <a:pt x="522327" y="185365"/>
                </a:lnTo>
                <a:lnTo>
                  <a:pt x="527209" y="183811"/>
                </a:lnTo>
                <a:lnTo>
                  <a:pt x="532090" y="182061"/>
                </a:lnTo>
                <a:lnTo>
                  <a:pt x="536972" y="180118"/>
                </a:lnTo>
                <a:lnTo>
                  <a:pt x="541853" y="177987"/>
                </a:lnTo>
                <a:lnTo>
                  <a:pt x="546735" y="175672"/>
                </a:lnTo>
                <a:lnTo>
                  <a:pt x="551617" y="173179"/>
                </a:lnTo>
                <a:lnTo>
                  <a:pt x="556498" y="170512"/>
                </a:lnTo>
                <a:lnTo>
                  <a:pt x="561380" y="167679"/>
                </a:lnTo>
                <a:lnTo>
                  <a:pt x="566261" y="164684"/>
                </a:lnTo>
                <a:lnTo>
                  <a:pt x="571143" y="161536"/>
                </a:lnTo>
                <a:lnTo>
                  <a:pt x="576024" y="158240"/>
                </a:lnTo>
                <a:lnTo>
                  <a:pt x="580906" y="154804"/>
                </a:lnTo>
                <a:lnTo>
                  <a:pt x="585788" y="151237"/>
                </a:lnTo>
                <a:lnTo>
                  <a:pt x="590669" y="147544"/>
                </a:lnTo>
                <a:lnTo>
                  <a:pt x="595551" y="143736"/>
                </a:lnTo>
                <a:lnTo>
                  <a:pt x="600432" y="139820"/>
                </a:lnTo>
                <a:lnTo>
                  <a:pt x="605314" y="135805"/>
                </a:lnTo>
                <a:lnTo>
                  <a:pt x="610195" y="131701"/>
                </a:lnTo>
                <a:lnTo>
                  <a:pt x="615077" y="127515"/>
                </a:lnTo>
                <a:lnTo>
                  <a:pt x="619958" y="123257"/>
                </a:lnTo>
                <a:lnTo>
                  <a:pt x="624840" y="118938"/>
                </a:lnTo>
                <a:lnTo>
                  <a:pt x="629722" y="114565"/>
                </a:lnTo>
                <a:lnTo>
                  <a:pt x="634603" y="110150"/>
                </a:lnTo>
                <a:lnTo>
                  <a:pt x="639485" y="105702"/>
                </a:lnTo>
                <a:lnTo>
                  <a:pt x="644366" y="101231"/>
                </a:lnTo>
                <a:lnTo>
                  <a:pt x="649248" y="96746"/>
                </a:lnTo>
                <a:lnTo>
                  <a:pt x="654129" y="92258"/>
                </a:lnTo>
                <a:lnTo>
                  <a:pt x="659011" y="87777"/>
                </a:lnTo>
                <a:lnTo>
                  <a:pt x="663893" y="83312"/>
                </a:lnTo>
                <a:lnTo>
                  <a:pt x="668774" y="78874"/>
                </a:lnTo>
                <a:lnTo>
                  <a:pt x="673656" y="74472"/>
                </a:lnTo>
                <a:lnTo>
                  <a:pt x="678537" y="70116"/>
                </a:lnTo>
                <a:lnTo>
                  <a:pt x="683419" y="65816"/>
                </a:lnTo>
                <a:lnTo>
                  <a:pt x="688300" y="61582"/>
                </a:lnTo>
                <a:lnTo>
                  <a:pt x="693182" y="57422"/>
                </a:lnTo>
                <a:lnTo>
                  <a:pt x="698063" y="53346"/>
                </a:lnTo>
                <a:lnTo>
                  <a:pt x="702945" y="49363"/>
                </a:lnTo>
                <a:lnTo>
                  <a:pt x="707827" y="45482"/>
                </a:lnTo>
                <a:lnTo>
                  <a:pt x="712708" y="41712"/>
                </a:lnTo>
                <a:lnTo>
                  <a:pt x="717590" y="38060"/>
                </a:lnTo>
                <a:lnTo>
                  <a:pt x="722471" y="34535"/>
                </a:lnTo>
                <a:lnTo>
                  <a:pt x="727353" y="31146"/>
                </a:lnTo>
                <a:lnTo>
                  <a:pt x="732234" y="27898"/>
                </a:lnTo>
                <a:lnTo>
                  <a:pt x="737116" y="24800"/>
                </a:lnTo>
                <a:lnTo>
                  <a:pt x="741998" y="21859"/>
                </a:lnTo>
                <a:lnTo>
                  <a:pt x="746879" y="19080"/>
                </a:lnTo>
                <a:lnTo>
                  <a:pt x="751761" y="16471"/>
                </a:lnTo>
                <a:lnTo>
                  <a:pt x="756642" y="14036"/>
                </a:lnTo>
                <a:lnTo>
                  <a:pt x="761524" y="11782"/>
                </a:lnTo>
                <a:lnTo>
                  <a:pt x="766405" y="9713"/>
                </a:lnTo>
                <a:lnTo>
                  <a:pt x="771287" y="7834"/>
                </a:lnTo>
                <a:lnTo>
                  <a:pt x="776168" y="6149"/>
                </a:lnTo>
                <a:lnTo>
                  <a:pt x="781050" y="4662"/>
                </a:lnTo>
                <a:lnTo>
                  <a:pt x="785932" y="3376"/>
                </a:lnTo>
                <a:lnTo>
                  <a:pt x="790813" y="2294"/>
                </a:lnTo>
                <a:lnTo>
                  <a:pt x="795695" y="1418"/>
                </a:lnTo>
                <a:lnTo>
                  <a:pt x="800576" y="751"/>
                </a:lnTo>
                <a:lnTo>
                  <a:pt x="805458" y="294"/>
                </a:lnTo>
                <a:lnTo>
                  <a:pt x="810339" y="47"/>
                </a:lnTo>
                <a:lnTo>
                  <a:pt x="815221" y="12"/>
                </a:lnTo>
                <a:lnTo>
                  <a:pt x="820102" y="188"/>
                </a:lnTo>
                <a:lnTo>
                  <a:pt x="824984" y="575"/>
                </a:lnTo>
                <a:lnTo>
                  <a:pt x="829866" y="1173"/>
                </a:lnTo>
                <a:lnTo>
                  <a:pt x="834747" y="1979"/>
                </a:lnTo>
                <a:lnTo>
                  <a:pt x="839629" y="2992"/>
                </a:lnTo>
                <a:lnTo>
                  <a:pt x="844510" y="4211"/>
                </a:lnTo>
                <a:lnTo>
                  <a:pt x="849392" y="5631"/>
                </a:lnTo>
                <a:lnTo>
                  <a:pt x="854273" y="7250"/>
                </a:lnTo>
                <a:lnTo>
                  <a:pt x="859155" y="9065"/>
                </a:lnTo>
                <a:lnTo>
                  <a:pt x="864037" y="11071"/>
                </a:lnTo>
                <a:lnTo>
                  <a:pt x="868918" y="13264"/>
                </a:lnTo>
                <a:lnTo>
                  <a:pt x="873800" y="15639"/>
                </a:lnTo>
                <a:lnTo>
                  <a:pt x="878681" y="18191"/>
                </a:lnTo>
                <a:lnTo>
                  <a:pt x="883563" y="20914"/>
                </a:lnTo>
                <a:lnTo>
                  <a:pt x="888444" y="23802"/>
                </a:lnTo>
                <a:lnTo>
                  <a:pt x="893326" y="26848"/>
                </a:lnTo>
                <a:lnTo>
                  <a:pt x="898207" y="30047"/>
                </a:lnTo>
                <a:lnTo>
                  <a:pt x="903089" y="33390"/>
                </a:lnTo>
                <a:lnTo>
                  <a:pt x="907971" y="36871"/>
                </a:lnTo>
                <a:lnTo>
                  <a:pt x="912852" y="40481"/>
                </a:lnTo>
                <a:lnTo>
                  <a:pt x="917734" y="44212"/>
                </a:lnTo>
                <a:lnTo>
                  <a:pt x="922615" y="48058"/>
                </a:lnTo>
                <a:lnTo>
                  <a:pt x="927497" y="52007"/>
                </a:lnTo>
                <a:lnTo>
                  <a:pt x="932378" y="56053"/>
                </a:lnTo>
                <a:lnTo>
                  <a:pt x="937260" y="60186"/>
                </a:lnTo>
                <a:lnTo>
                  <a:pt x="942142" y="64397"/>
                </a:lnTo>
                <a:lnTo>
                  <a:pt x="947023" y="68676"/>
                </a:lnTo>
                <a:lnTo>
                  <a:pt x="951905" y="73014"/>
                </a:lnTo>
                <a:lnTo>
                  <a:pt x="956786" y="77402"/>
                </a:lnTo>
                <a:lnTo>
                  <a:pt x="961668" y="81829"/>
                </a:lnTo>
                <a:lnTo>
                  <a:pt x="966549" y="86286"/>
                </a:lnTo>
                <a:lnTo>
                  <a:pt x="971431" y="90763"/>
                </a:lnTo>
                <a:lnTo>
                  <a:pt x="976313" y="95250"/>
                </a:lnTo>
                <a:lnTo>
                  <a:pt x="981194" y="99737"/>
                </a:lnTo>
                <a:lnTo>
                  <a:pt x="986076" y="104214"/>
                </a:lnTo>
                <a:lnTo>
                  <a:pt x="990957" y="108671"/>
                </a:lnTo>
                <a:lnTo>
                  <a:pt x="995839" y="113098"/>
                </a:lnTo>
                <a:lnTo>
                  <a:pt x="1000720" y="117486"/>
                </a:lnTo>
                <a:lnTo>
                  <a:pt x="1005602" y="121824"/>
                </a:lnTo>
                <a:lnTo>
                  <a:pt x="1010483" y="126103"/>
                </a:lnTo>
                <a:lnTo>
                  <a:pt x="1015365" y="130314"/>
                </a:lnTo>
                <a:lnTo>
                  <a:pt x="1020247" y="134447"/>
                </a:lnTo>
                <a:lnTo>
                  <a:pt x="1025128" y="138493"/>
                </a:lnTo>
                <a:lnTo>
                  <a:pt x="1030010" y="142442"/>
                </a:lnTo>
                <a:lnTo>
                  <a:pt x="1034891" y="146288"/>
                </a:lnTo>
                <a:lnTo>
                  <a:pt x="1039773" y="150019"/>
                </a:lnTo>
                <a:lnTo>
                  <a:pt x="1044654" y="153629"/>
                </a:lnTo>
                <a:lnTo>
                  <a:pt x="1049536" y="157110"/>
                </a:lnTo>
                <a:lnTo>
                  <a:pt x="1054418" y="160453"/>
                </a:lnTo>
                <a:lnTo>
                  <a:pt x="1059299" y="163652"/>
                </a:lnTo>
                <a:lnTo>
                  <a:pt x="1064181" y="166698"/>
                </a:lnTo>
                <a:lnTo>
                  <a:pt x="1069062" y="169586"/>
                </a:lnTo>
                <a:lnTo>
                  <a:pt x="1073944" y="172309"/>
                </a:lnTo>
                <a:lnTo>
                  <a:pt x="1078825" y="174861"/>
                </a:lnTo>
                <a:lnTo>
                  <a:pt x="1083707" y="177236"/>
                </a:lnTo>
                <a:lnTo>
                  <a:pt x="1088588" y="179429"/>
                </a:lnTo>
                <a:lnTo>
                  <a:pt x="1093470" y="181435"/>
                </a:lnTo>
                <a:lnTo>
                  <a:pt x="1098352" y="183250"/>
                </a:lnTo>
                <a:lnTo>
                  <a:pt x="1103233" y="184869"/>
                </a:lnTo>
                <a:lnTo>
                  <a:pt x="1108115" y="186289"/>
                </a:lnTo>
                <a:lnTo>
                  <a:pt x="1112996" y="187508"/>
                </a:lnTo>
                <a:lnTo>
                  <a:pt x="1117878" y="188521"/>
                </a:lnTo>
                <a:lnTo>
                  <a:pt x="1122759" y="189327"/>
                </a:lnTo>
                <a:lnTo>
                  <a:pt x="1127641" y="189925"/>
                </a:lnTo>
                <a:lnTo>
                  <a:pt x="1132523" y="190312"/>
                </a:lnTo>
                <a:lnTo>
                  <a:pt x="1137404" y="190488"/>
                </a:lnTo>
                <a:lnTo>
                  <a:pt x="1142286" y="190453"/>
                </a:lnTo>
                <a:lnTo>
                  <a:pt x="1147167" y="190206"/>
                </a:lnTo>
                <a:lnTo>
                  <a:pt x="1152049" y="189749"/>
                </a:lnTo>
                <a:lnTo>
                  <a:pt x="1156930" y="189082"/>
                </a:lnTo>
                <a:lnTo>
                  <a:pt x="1161812" y="188206"/>
                </a:lnTo>
                <a:lnTo>
                  <a:pt x="1166693" y="187124"/>
                </a:lnTo>
                <a:lnTo>
                  <a:pt x="1171575" y="185838"/>
                </a:lnTo>
                <a:lnTo>
                  <a:pt x="1176457" y="184351"/>
                </a:lnTo>
                <a:lnTo>
                  <a:pt x="1181338" y="182666"/>
                </a:lnTo>
                <a:lnTo>
                  <a:pt x="1186220" y="180787"/>
                </a:lnTo>
                <a:lnTo>
                  <a:pt x="1191101" y="178718"/>
                </a:lnTo>
                <a:lnTo>
                  <a:pt x="1195983" y="176464"/>
                </a:lnTo>
                <a:lnTo>
                  <a:pt x="1200864" y="174029"/>
                </a:lnTo>
                <a:lnTo>
                  <a:pt x="1205746" y="171420"/>
                </a:lnTo>
                <a:lnTo>
                  <a:pt x="1210627" y="168641"/>
                </a:lnTo>
                <a:lnTo>
                  <a:pt x="1215509" y="165700"/>
                </a:lnTo>
                <a:lnTo>
                  <a:pt x="1220391" y="162602"/>
                </a:lnTo>
                <a:lnTo>
                  <a:pt x="1225272" y="159354"/>
                </a:lnTo>
                <a:lnTo>
                  <a:pt x="1230154" y="155965"/>
                </a:lnTo>
                <a:lnTo>
                  <a:pt x="1235035" y="152440"/>
                </a:lnTo>
                <a:lnTo>
                  <a:pt x="1239917" y="148788"/>
                </a:lnTo>
                <a:lnTo>
                  <a:pt x="1244798" y="145018"/>
                </a:lnTo>
                <a:lnTo>
                  <a:pt x="1249680" y="141137"/>
                </a:lnTo>
                <a:lnTo>
                  <a:pt x="1254562" y="137154"/>
                </a:lnTo>
                <a:lnTo>
                  <a:pt x="1259443" y="133078"/>
                </a:lnTo>
                <a:lnTo>
                  <a:pt x="1264325" y="128918"/>
                </a:lnTo>
                <a:lnTo>
                  <a:pt x="1269206" y="124684"/>
                </a:lnTo>
                <a:lnTo>
                  <a:pt x="1274088" y="120384"/>
                </a:lnTo>
                <a:lnTo>
                  <a:pt x="1278969" y="116028"/>
                </a:lnTo>
                <a:lnTo>
                  <a:pt x="1283851" y="111626"/>
                </a:lnTo>
                <a:lnTo>
                  <a:pt x="1288732" y="107188"/>
                </a:lnTo>
                <a:lnTo>
                  <a:pt x="1293614" y="102723"/>
                </a:lnTo>
                <a:lnTo>
                  <a:pt x="1298496" y="98242"/>
                </a:lnTo>
                <a:lnTo>
                  <a:pt x="1303377" y="93754"/>
                </a:lnTo>
                <a:lnTo>
                  <a:pt x="1308259" y="89269"/>
                </a:lnTo>
                <a:lnTo>
                  <a:pt x="1313140" y="84798"/>
                </a:lnTo>
                <a:lnTo>
                  <a:pt x="1318022" y="80350"/>
                </a:lnTo>
                <a:lnTo>
                  <a:pt x="1322903" y="75935"/>
                </a:lnTo>
                <a:lnTo>
                  <a:pt x="1327785" y="71562"/>
                </a:lnTo>
                <a:lnTo>
                  <a:pt x="1332667" y="67243"/>
                </a:lnTo>
                <a:lnTo>
                  <a:pt x="1337548" y="62985"/>
                </a:lnTo>
                <a:lnTo>
                  <a:pt x="1342430" y="58799"/>
                </a:lnTo>
                <a:lnTo>
                  <a:pt x="1347311" y="54695"/>
                </a:lnTo>
                <a:lnTo>
                  <a:pt x="1352193" y="50680"/>
                </a:lnTo>
                <a:lnTo>
                  <a:pt x="1357074" y="46764"/>
                </a:lnTo>
                <a:lnTo>
                  <a:pt x="1361956" y="42956"/>
                </a:lnTo>
                <a:lnTo>
                  <a:pt x="1366838" y="39263"/>
                </a:lnTo>
                <a:lnTo>
                  <a:pt x="1371719" y="35696"/>
                </a:lnTo>
                <a:lnTo>
                  <a:pt x="1376601" y="32260"/>
                </a:lnTo>
                <a:lnTo>
                  <a:pt x="1381482" y="28964"/>
                </a:lnTo>
                <a:lnTo>
                  <a:pt x="1386364" y="25816"/>
                </a:lnTo>
                <a:lnTo>
                  <a:pt x="1391245" y="22821"/>
                </a:lnTo>
                <a:lnTo>
                  <a:pt x="1396127" y="19988"/>
                </a:lnTo>
                <a:lnTo>
                  <a:pt x="1401008" y="17321"/>
                </a:lnTo>
                <a:lnTo>
                  <a:pt x="1405890" y="14828"/>
                </a:lnTo>
                <a:lnTo>
                  <a:pt x="1410772" y="12513"/>
                </a:lnTo>
                <a:lnTo>
                  <a:pt x="1415653" y="10382"/>
                </a:lnTo>
                <a:lnTo>
                  <a:pt x="1420535" y="8439"/>
                </a:lnTo>
                <a:lnTo>
                  <a:pt x="1425416" y="6689"/>
                </a:lnTo>
                <a:lnTo>
                  <a:pt x="1430298" y="5135"/>
                </a:lnTo>
                <a:lnTo>
                  <a:pt x="1435179" y="3782"/>
                </a:lnTo>
                <a:lnTo>
                  <a:pt x="1440061" y="2632"/>
                </a:lnTo>
                <a:lnTo>
                  <a:pt x="1444943" y="1687"/>
                </a:lnTo>
                <a:lnTo>
                  <a:pt x="1449824" y="950"/>
                </a:lnTo>
                <a:lnTo>
                  <a:pt x="1454706" y="423"/>
                </a:lnTo>
                <a:lnTo>
                  <a:pt x="1459587" y="106"/>
                </a:lnTo>
                <a:lnTo>
                  <a:pt x="1464469" y="0"/>
                </a:lnTo>
                <a:lnTo>
                  <a:pt x="1469350" y="106"/>
                </a:lnTo>
                <a:lnTo>
                  <a:pt x="1474232" y="423"/>
                </a:lnTo>
                <a:lnTo>
                  <a:pt x="1479113" y="950"/>
                </a:lnTo>
                <a:lnTo>
                  <a:pt x="1483995" y="1687"/>
                </a:lnTo>
                <a:lnTo>
                  <a:pt x="1488877" y="2632"/>
                </a:lnTo>
                <a:lnTo>
                  <a:pt x="1493758" y="3782"/>
                </a:lnTo>
                <a:lnTo>
                  <a:pt x="1498640" y="5135"/>
                </a:lnTo>
                <a:lnTo>
                  <a:pt x="1503521" y="6689"/>
                </a:lnTo>
                <a:lnTo>
                  <a:pt x="1508403" y="8439"/>
                </a:lnTo>
                <a:lnTo>
                  <a:pt x="1513284" y="10382"/>
                </a:lnTo>
                <a:lnTo>
                  <a:pt x="1518166" y="12513"/>
                </a:lnTo>
                <a:lnTo>
                  <a:pt x="1523048" y="14828"/>
                </a:lnTo>
                <a:lnTo>
                  <a:pt x="1527929" y="17321"/>
                </a:lnTo>
                <a:lnTo>
                  <a:pt x="1532811" y="19988"/>
                </a:lnTo>
                <a:lnTo>
                  <a:pt x="1537692" y="22821"/>
                </a:lnTo>
                <a:lnTo>
                  <a:pt x="1542574" y="25816"/>
                </a:lnTo>
                <a:lnTo>
                  <a:pt x="1547455" y="28964"/>
                </a:lnTo>
                <a:lnTo>
                  <a:pt x="1552337" y="32260"/>
                </a:lnTo>
                <a:lnTo>
                  <a:pt x="1557218" y="35696"/>
                </a:lnTo>
                <a:lnTo>
                  <a:pt x="1562100" y="39263"/>
                </a:lnTo>
                <a:lnTo>
                  <a:pt x="1566982" y="42956"/>
                </a:lnTo>
                <a:lnTo>
                  <a:pt x="1571863" y="46764"/>
                </a:lnTo>
                <a:lnTo>
                  <a:pt x="1576745" y="50680"/>
                </a:lnTo>
                <a:lnTo>
                  <a:pt x="1581626" y="54695"/>
                </a:lnTo>
                <a:lnTo>
                  <a:pt x="1586508" y="58799"/>
                </a:lnTo>
                <a:lnTo>
                  <a:pt x="1591389" y="62985"/>
                </a:lnTo>
                <a:lnTo>
                  <a:pt x="1596271" y="67243"/>
                </a:lnTo>
                <a:lnTo>
                  <a:pt x="1601152" y="71562"/>
                </a:lnTo>
                <a:lnTo>
                  <a:pt x="1606034" y="75935"/>
                </a:lnTo>
                <a:lnTo>
                  <a:pt x="1610916" y="80350"/>
                </a:lnTo>
                <a:lnTo>
                  <a:pt x="1615797" y="84798"/>
                </a:lnTo>
                <a:lnTo>
                  <a:pt x="1620679" y="89269"/>
                </a:lnTo>
                <a:lnTo>
                  <a:pt x="1625560" y="93754"/>
                </a:lnTo>
                <a:lnTo>
                  <a:pt x="1630442" y="98242"/>
                </a:lnTo>
                <a:lnTo>
                  <a:pt x="1635323" y="102723"/>
                </a:lnTo>
                <a:lnTo>
                  <a:pt x="1640205" y="107188"/>
                </a:lnTo>
                <a:lnTo>
                  <a:pt x="1645087" y="111626"/>
                </a:lnTo>
                <a:lnTo>
                  <a:pt x="1649968" y="116028"/>
                </a:lnTo>
                <a:lnTo>
                  <a:pt x="1654850" y="120384"/>
                </a:lnTo>
                <a:lnTo>
                  <a:pt x="1659731" y="124684"/>
                </a:lnTo>
                <a:lnTo>
                  <a:pt x="1664613" y="128918"/>
                </a:lnTo>
                <a:lnTo>
                  <a:pt x="1669494" y="133078"/>
                </a:lnTo>
                <a:lnTo>
                  <a:pt x="1674376" y="137154"/>
                </a:lnTo>
                <a:lnTo>
                  <a:pt x="1679257" y="141137"/>
                </a:lnTo>
                <a:lnTo>
                  <a:pt x="1684139" y="145018"/>
                </a:lnTo>
                <a:lnTo>
                  <a:pt x="1689021" y="148788"/>
                </a:lnTo>
                <a:lnTo>
                  <a:pt x="1693902" y="152440"/>
                </a:lnTo>
                <a:lnTo>
                  <a:pt x="1698784" y="155965"/>
                </a:lnTo>
                <a:lnTo>
                  <a:pt x="1703665" y="159354"/>
                </a:lnTo>
                <a:lnTo>
                  <a:pt x="1708547" y="162602"/>
                </a:lnTo>
                <a:lnTo>
                  <a:pt x="1713428" y="165700"/>
                </a:lnTo>
                <a:lnTo>
                  <a:pt x="1718310" y="168641"/>
                </a:lnTo>
                <a:lnTo>
                  <a:pt x="1723192" y="171420"/>
                </a:lnTo>
                <a:lnTo>
                  <a:pt x="1728073" y="174029"/>
                </a:lnTo>
                <a:lnTo>
                  <a:pt x="1732955" y="176464"/>
                </a:lnTo>
                <a:lnTo>
                  <a:pt x="1737836" y="178718"/>
                </a:lnTo>
                <a:lnTo>
                  <a:pt x="1742718" y="180787"/>
                </a:lnTo>
                <a:lnTo>
                  <a:pt x="1747599" y="182666"/>
                </a:lnTo>
                <a:lnTo>
                  <a:pt x="1752481" y="184351"/>
                </a:lnTo>
                <a:lnTo>
                  <a:pt x="1757363" y="185838"/>
                </a:lnTo>
                <a:lnTo>
                  <a:pt x="1762244" y="187124"/>
                </a:lnTo>
                <a:lnTo>
                  <a:pt x="1767126" y="188206"/>
                </a:lnTo>
                <a:lnTo>
                  <a:pt x="1772007" y="189082"/>
                </a:lnTo>
                <a:lnTo>
                  <a:pt x="1776889" y="189749"/>
                </a:lnTo>
                <a:lnTo>
                  <a:pt x="1781770" y="190206"/>
                </a:lnTo>
                <a:lnTo>
                  <a:pt x="1786652" y="190453"/>
                </a:lnTo>
                <a:lnTo>
                  <a:pt x="1791533" y="190488"/>
                </a:lnTo>
                <a:lnTo>
                  <a:pt x="1796415" y="190312"/>
                </a:lnTo>
                <a:lnTo>
                  <a:pt x="1801297" y="189925"/>
                </a:lnTo>
                <a:lnTo>
                  <a:pt x="1806178" y="189327"/>
                </a:lnTo>
                <a:lnTo>
                  <a:pt x="1811060" y="188521"/>
                </a:lnTo>
                <a:lnTo>
                  <a:pt x="1815941" y="187508"/>
                </a:lnTo>
                <a:lnTo>
                  <a:pt x="1820823" y="186289"/>
                </a:lnTo>
                <a:lnTo>
                  <a:pt x="1825704" y="184869"/>
                </a:lnTo>
                <a:lnTo>
                  <a:pt x="1830586" y="183250"/>
                </a:lnTo>
                <a:lnTo>
                  <a:pt x="1835468" y="181435"/>
                </a:lnTo>
                <a:lnTo>
                  <a:pt x="1840349" y="179429"/>
                </a:lnTo>
                <a:lnTo>
                  <a:pt x="1845231" y="177236"/>
                </a:lnTo>
                <a:lnTo>
                  <a:pt x="1850112" y="174861"/>
                </a:lnTo>
                <a:lnTo>
                  <a:pt x="1854994" y="172309"/>
                </a:lnTo>
                <a:lnTo>
                  <a:pt x="1859875" y="169586"/>
                </a:lnTo>
                <a:lnTo>
                  <a:pt x="1864757" y="166698"/>
                </a:lnTo>
                <a:lnTo>
                  <a:pt x="1869638" y="163652"/>
                </a:lnTo>
                <a:lnTo>
                  <a:pt x="1874520" y="160453"/>
                </a:lnTo>
                <a:lnTo>
                  <a:pt x="1879402" y="157110"/>
                </a:lnTo>
                <a:lnTo>
                  <a:pt x="1884283" y="153629"/>
                </a:lnTo>
                <a:lnTo>
                  <a:pt x="1889165" y="150019"/>
                </a:lnTo>
                <a:lnTo>
                  <a:pt x="1894046" y="146288"/>
                </a:lnTo>
                <a:lnTo>
                  <a:pt x="1898928" y="142442"/>
                </a:lnTo>
                <a:lnTo>
                  <a:pt x="1903809" y="138493"/>
                </a:lnTo>
                <a:lnTo>
                  <a:pt x="1908691" y="134447"/>
                </a:lnTo>
                <a:lnTo>
                  <a:pt x="1913573" y="130314"/>
                </a:lnTo>
                <a:lnTo>
                  <a:pt x="1918454" y="126103"/>
                </a:lnTo>
                <a:lnTo>
                  <a:pt x="1923336" y="121824"/>
                </a:lnTo>
                <a:lnTo>
                  <a:pt x="1928217" y="117486"/>
                </a:lnTo>
                <a:lnTo>
                  <a:pt x="1933099" y="113098"/>
                </a:lnTo>
                <a:lnTo>
                  <a:pt x="1937980" y="108671"/>
                </a:lnTo>
                <a:lnTo>
                  <a:pt x="1942862" y="104214"/>
                </a:lnTo>
                <a:lnTo>
                  <a:pt x="1947743" y="99737"/>
                </a:lnTo>
                <a:lnTo>
                  <a:pt x="1952625" y="95250"/>
                </a:lnTo>
              </a:path>
            </a:pathLst>
          </a:custGeom>
          <a:noFill xmlns:a="http://schemas.openxmlformats.org/drawingml/2006/main"/>
          <a:ln xmlns:a="http://schemas.openxmlformats.org/drawingml/2006/main" w="19050">
            <a:solidFill>
              <a:srgbClr val="202020"/>
            </a:solidFill>
          </a:ln>
        </p:spPr>
      </p:sp>
      <p:pic>
        <p:nvPicPr>
          <p:cNvPr id="34"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64B41CD-4091-4DD7-9F53-BFC8940EFD12}"/>
              </a:ext>
            </a:extLst>
          </p:cNvPr>
          <p:cNvPicPr>
            <a:picLocks xmlns:a="http://schemas.openxmlformats.org/drawingml/2006/main" noChangeAspect="1"/>
          </p:cNvPicPr>
          <p:nvPr/>
        </p:nvPicPr>
        <p:blipFill>
          <a:blip xmlns:r="http://schemas.openxmlformats.org/officeDocument/2006/relationships" xmlns:a="http://schemas.openxmlformats.org/drawingml/2006/main" r:embed="R83a6b9d9c147415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35"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7EE6F280-CB01-453B-BC97-ED7F77E5CA6E}"/>
              </a:ext>
            </a:extLst>
          </p:cNvPr>
          <p:cNvPicPr>
            <a:picLocks xmlns:a="http://schemas.openxmlformats.org/drawingml/2006/main" noChangeAspect="1"/>
          </p:cNvPicPr>
          <p:nvPr/>
        </p:nvPicPr>
        <p:blipFill>
          <a:blip xmlns:r="http://schemas.openxmlformats.org/officeDocument/2006/relationships" xmlns:a="http://schemas.openxmlformats.org/drawingml/2006/main" r:embed="Rd49526911717415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36"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DF9E43A-14DE-4089-B7FB-E1C9B3F5FA1F}"/>
              </a:ext>
            </a:extLst>
          </p:cNvPr>
          <p:cNvPicPr>
            <a:picLocks xmlns:a="http://schemas.openxmlformats.org/drawingml/2006/main" noChangeAspect="1"/>
          </p:cNvPicPr>
          <p:nvPr/>
        </p:nvPicPr>
        <p:blipFill>
          <a:blip xmlns:r="http://schemas.openxmlformats.org/officeDocument/2006/relationships" xmlns:a="http://schemas.openxmlformats.org/drawingml/2006/main" r:embed="R7942b160ebad4e6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37" name="signal-main" descr="s(t)=A_c\cos[2\pi f_ct+2\pi k_f\int_0^t m(\tau)\,d\tau]">
            <a:extLst xmlns:a="http://schemas.openxmlformats.org/drawingml/2006/main">
              <a:ext uri="{FF2B5EF4-FFF2-40B4-BE49-F238E27FC236}">
                <a16:creationId xmlns:a16="http://schemas.microsoft.com/office/drawing/2014/main" id="{F86E8F05-141B-4CE3-9EB1-E2D7183A411B}"/>
              </a:ext>
            </a:extLst>
          </p:cNvPr>
          <p:cNvPicPr>
            <a:picLocks xmlns:a="http://schemas.openxmlformats.org/drawingml/2006/main" noChangeAspect="1"/>
          </p:cNvPicPr>
          <p:nvPr/>
        </p:nvPicPr>
        <p:blipFill>
          <a:blip xmlns:r="http://schemas.openxmlformats.org/officeDocument/2006/relationships" xmlns:a="http://schemas.openxmlformats.org/drawingml/2006/main" r:embed="R579c7d68d33d4ffa">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493407"/>
            <a:ext cx="4732020" cy="347186"/>
          </a:xfrm>
          <a:prstGeom xmlns:a="http://schemas.openxmlformats.org/drawingml/2006/main" prst="rect">
            <a:avLst/>
          </a:prstGeom>
        </p:spPr>
      </p:pic>
      <p:pic>
        <p:nvPicPr>
          <p:cNvPr id="38" name="integrator-frequency-0" descr="\cos(2\pi f_mt)">
            <a:extLst xmlns:a="http://schemas.openxmlformats.org/drawingml/2006/main">
              <a:ext uri="{FF2B5EF4-FFF2-40B4-BE49-F238E27FC236}">
                <a16:creationId xmlns:a16="http://schemas.microsoft.com/office/drawing/2014/main" id="{B5D897A6-56E9-4CB6-B75C-7AC2CD471850}"/>
              </a:ext>
            </a:extLst>
          </p:cNvPr>
          <p:cNvPicPr>
            <a:picLocks xmlns:a="http://schemas.openxmlformats.org/drawingml/2006/main" noChangeAspect="1"/>
          </p:cNvPicPr>
          <p:nvPr/>
        </p:nvPicPr>
        <p:blipFill>
          <a:blip xmlns:r="http://schemas.openxmlformats.org/officeDocument/2006/relationships" xmlns:a="http://schemas.openxmlformats.org/drawingml/2006/main" r:embed="R4ba9a51c85694cd8">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1397794" y="4018806"/>
            <a:ext cx="1262063" cy="239613"/>
          </a:xfrm>
          <a:prstGeom xmlns:a="http://schemas.openxmlformats.org/drawingml/2006/main" prst="rect">
            <a:avLst/>
          </a:prstGeom>
        </p:spPr>
      </p:pic>
      <p:pic>
        <p:nvPicPr>
          <p:cNvPr id="39" name="calculation-0" descr="2\pi k_f\int_0^t\cos(2\pi f_m\tau)\,d\tau">
            <a:extLst xmlns:a="http://schemas.openxmlformats.org/drawingml/2006/main">
              <a:ext uri="{FF2B5EF4-FFF2-40B4-BE49-F238E27FC236}">
                <a16:creationId xmlns:a16="http://schemas.microsoft.com/office/drawing/2014/main" id="{374FB7FE-ED05-4B5C-B2B3-002D6FE3CFC7}"/>
              </a:ext>
            </a:extLst>
          </p:cNvPr>
          <p:cNvPicPr>
            <a:picLocks xmlns:a="http://schemas.openxmlformats.org/drawingml/2006/main" noChangeAspect="1"/>
          </p:cNvPicPr>
          <p:nvPr/>
        </p:nvPicPr>
        <p:blipFill>
          <a:blip xmlns:r="http://schemas.openxmlformats.org/officeDocument/2006/relationships" xmlns:a="http://schemas.openxmlformats.org/drawingml/2006/main" r:embed="R1ca97f1e801c468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4000500" y="3487538"/>
            <a:ext cx="2700338" cy="348794"/>
          </a:xfrm>
          <a:prstGeom xmlns:a="http://schemas.openxmlformats.org/drawingml/2006/main" prst="rect">
            <a:avLst/>
          </a:prstGeom>
        </p:spPr>
      </p:pic>
      <p:pic>
        <p:nvPicPr>
          <p:cNvPr id="40" name="calculation-result-0" descr="2\pi k_f\int_0^t\cos(2\pi f_m\tau)\,d\tau=\frac{k_f}{f_m}\sin(2\pi f_mt)">
            <a:extLst xmlns:a="http://schemas.openxmlformats.org/drawingml/2006/main">
              <a:ext uri="{FF2B5EF4-FFF2-40B4-BE49-F238E27FC236}">
                <a16:creationId xmlns:a16="http://schemas.microsoft.com/office/drawing/2014/main" id="{819B6987-4496-42C5-BDC5-37D9F031FE65}"/>
              </a:ext>
            </a:extLst>
          </p:cNvPr>
          <p:cNvPicPr>
            <a:picLocks xmlns:a="http://schemas.openxmlformats.org/drawingml/2006/main" noChangeAspect="1"/>
          </p:cNvPicPr>
          <p:nvPr/>
        </p:nvPicPr>
        <p:blipFill>
          <a:blip xmlns:r="http://schemas.openxmlformats.org/officeDocument/2006/relationships" xmlns:a="http://schemas.openxmlformats.org/drawingml/2006/main" r:embed="Rc42929c4ef9b499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4000500" y="3488036"/>
            <a:ext cx="4757738" cy="377726"/>
          </a:xfrm>
          <a:prstGeom xmlns:a="http://schemas.openxmlformats.org/drawingml/2006/main" prst="rect">
            <a:avLst/>
          </a:prstGeom>
        </p:spPr>
      </p:pic>
      <p:pic>
        <p:nvPicPr>
          <p:cNvPr id="41" name="integrator-result-axis-0-domain" descr="t">
            <a:extLst xmlns:a="http://schemas.openxmlformats.org/drawingml/2006/main">
              <a:ext uri="{FF2B5EF4-FFF2-40B4-BE49-F238E27FC236}">
                <a16:creationId xmlns:a16="http://schemas.microsoft.com/office/drawing/2014/main" id="{EDB4A85F-A2E8-4B68-BB49-7F1F9681F7A5}"/>
              </a:ext>
            </a:extLst>
          </p:cNvPr>
          <p:cNvPicPr>
            <a:picLocks xmlns:a="http://schemas.openxmlformats.org/drawingml/2006/main" noChangeAspect="1"/>
          </p:cNvPicPr>
          <p:nvPr/>
        </p:nvPicPr>
        <p:blipFill>
          <a:blip xmlns:r="http://schemas.openxmlformats.org/officeDocument/2006/relationships" xmlns:a="http://schemas.openxmlformats.org/drawingml/2006/main" r:embed="R52fd6835eaaa4291">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1363325" y="3584377"/>
            <a:ext cx="76200" cy="108347"/>
          </a:xfrm>
          <a:prstGeom xmlns:a="http://schemas.openxmlformats.org/drawingml/2006/main" prst="rect">
            <a:avLst/>
          </a:prstGeom>
        </p:spPr>
      </p:pic>
      <p:pic>
        <p:nvPicPr>
          <p:cNvPr id="42" name="integrator-frequency-1" descr="\cos(6\pi f_mt)">
            <a:extLst xmlns:a="http://schemas.openxmlformats.org/drawingml/2006/main">
              <a:ext uri="{FF2B5EF4-FFF2-40B4-BE49-F238E27FC236}">
                <a16:creationId xmlns:a16="http://schemas.microsoft.com/office/drawing/2014/main" id="{770D2692-C33F-4AE0-AC0B-E4DD5B24479D}"/>
              </a:ext>
            </a:extLst>
          </p:cNvPr>
          <p:cNvPicPr>
            <a:picLocks xmlns:a="http://schemas.openxmlformats.org/drawingml/2006/main" noChangeAspect="1"/>
          </p:cNvPicPr>
          <p:nvPr/>
        </p:nvPicPr>
        <p:blipFill>
          <a:blip xmlns:r="http://schemas.openxmlformats.org/officeDocument/2006/relationships" xmlns:a="http://schemas.openxmlformats.org/drawingml/2006/main" r:embed="Re899b186707f4691">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397794" y="5333256"/>
            <a:ext cx="1262063" cy="239613"/>
          </a:xfrm>
          <a:prstGeom xmlns:a="http://schemas.openxmlformats.org/drawingml/2006/main" prst="rect">
            <a:avLst/>
          </a:prstGeom>
        </p:spPr>
      </p:pic>
      <p:pic>
        <p:nvPicPr>
          <p:cNvPr id="43" name="calculation-1" descr="2\pi k_f\int_0^t\cos(6\pi f_m\tau)\,d\tau">
            <a:extLst xmlns:a="http://schemas.openxmlformats.org/drawingml/2006/main">
              <a:ext uri="{FF2B5EF4-FFF2-40B4-BE49-F238E27FC236}">
                <a16:creationId xmlns:a16="http://schemas.microsoft.com/office/drawing/2014/main" id="{0EFA0900-767E-48FF-B3D6-DEB8256F9BAE}"/>
              </a:ext>
            </a:extLst>
          </p:cNvPr>
          <p:cNvPicPr>
            <a:picLocks xmlns:a="http://schemas.openxmlformats.org/drawingml/2006/main" noChangeAspect="1"/>
          </p:cNvPicPr>
          <p:nvPr/>
        </p:nvPicPr>
        <p:blipFill>
          <a:blip xmlns:r="http://schemas.openxmlformats.org/officeDocument/2006/relationships" xmlns:a="http://schemas.openxmlformats.org/drawingml/2006/main" r:embed="R818b442f9ee448a0">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4000500" y="4801602"/>
            <a:ext cx="2700338" cy="348794"/>
          </a:xfrm>
          <a:prstGeom xmlns:a="http://schemas.openxmlformats.org/drawingml/2006/main" prst="rect">
            <a:avLst/>
          </a:prstGeom>
        </p:spPr>
      </p:pic>
      <p:pic>
        <p:nvPicPr>
          <p:cNvPr id="44" name="calculation-result-1" descr="2\pi k_f\int_0^t\cos(6\pi f_m\tau)\,d\tau=\frac{k_f}{3f_m}\sin(6\pi f_mt)">
            <a:extLst xmlns:a="http://schemas.openxmlformats.org/drawingml/2006/main">
              <a:ext uri="{FF2B5EF4-FFF2-40B4-BE49-F238E27FC236}">
                <a16:creationId xmlns:a16="http://schemas.microsoft.com/office/drawing/2014/main" id="{429D0C9B-4C42-43A3-AEE7-303439DF18D9}"/>
              </a:ext>
            </a:extLst>
          </p:cNvPr>
          <p:cNvPicPr>
            <a:picLocks xmlns:a="http://schemas.openxmlformats.org/drawingml/2006/main" noChangeAspect="1"/>
          </p:cNvPicPr>
          <p:nvPr/>
        </p:nvPicPr>
        <p:blipFill>
          <a:blip xmlns:r="http://schemas.openxmlformats.org/officeDocument/2006/relationships" xmlns:a="http://schemas.openxmlformats.org/drawingml/2006/main" r:embed="Rf4e9ee21e0a940b0">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4000500" y="4801433"/>
            <a:ext cx="4886325" cy="379333"/>
          </a:xfrm>
          <a:prstGeom xmlns:a="http://schemas.openxmlformats.org/drawingml/2006/main" prst="rect">
            <a:avLst/>
          </a:prstGeom>
        </p:spPr>
      </p:pic>
      <p:pic>
        <p:nvPicPr>
          <p:cNvPr id="45" name="integrator-result-axis-1-domain" descr="t">
            <a:extLst xmlns:a="http://schemas.openxmlformats.org/drawingml/2006/main">
              <a:ext uri="{FF2B5EF4-FFF2-40B4-BE49-F238E27FC236}">
                <a16:creationId xmlns:a16="http://schemas.microsoft.com/office/drawing/2014/main" id="{C0953060-A84D-4265-B50A-344A72BB3262}"/>
              </a:ext>
            </a:extLst>
          </p:cNvPr>
          <p:cNvPicPr>
            <a:picLocks xmlns:a="http://schemas.openxmlformats.org/drawingml/2006/main" noChangeAspect="1"/>
          </p:cNvPicPr>
          <p:nvPr/>
        </p:nvPicPr>
        <p:blipFill>
          <a:blip xmlns:r="http://schemas.openxmlformats.org/officeDocument/2006/relationships" xmlns:a="http://schemas.openxmlformats.org/drawingml/2006/main" r:embed="Rcd09dbc19f864e9e">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1363325" y="4898827"/>
            <a:ext cx="76200" cy="108347"/>
          </a:xfrm>
          <a:prstGeom xmlns:a="http://schemas.openxmlformats.org/drawingml/2006/main" prst="rect">
            <a:avLst/>
          </a:prstGeom>
        </p:spPr>
      </p:pic>
      <p:pic>
        <p:nvPicPr>
          <p:cNvPr id="46" name="phase-amplitude-rule" descr="\text{Phase amplitude}=\frac{k_f}{f_m}\qquad f_m\times3\ \Longrightarrow\ \text{amplitude}\div3">
            <a:extLst xmlns:a="http://schemas.openxmlformats.org/drawingml/2006/main">
              <a:ext uri="{FF2B5EF4-FFF2-40B4-BE49-F238E27FC236}">
                <a16:creationId xmlns:a16="http://schemas.microsoft.com/office/drawing/2014/main" id="{0EA5E03D-54F9-4DEF-8F96-D81BB1289326}"/>
              </a:ext>
            </a:extLst>
          </p:cNvPr>
          <p:cNvPicPr>
            <a:picLocks xmlns:a="http://schemas.openxmlformats.org/drawingml/2006/main" noChangeAspect="1"/>
          </p:cNvPicPr>
          <p:nvPr/>
        </p:nvPicPr>
        <p:blipFill>
          <a:blip xmlns:r="http://schemas.openxmlformats.org/officeDocument/2006/relationships" xmlns:a="http://schemas.openxmlformats.org/drawingml/2006/main" r:embed="R75c9fe96b9d24fd8">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990600" y="6058495"/>
            <a:ext cx="7375208" cy="379809"/>
          </a:xfrm>
          <a:prstGeom xmlns:a="http://schemas.openxmlformats.org/drawingml/2006/main" prst="rect">
            <a:avLst/>
          </a:prstGeom>
        </p:spPr>
      </p:pic>
      <p:pic>
        <p:nvPicPr>
          <p:cNvPr id="47" name="fixed-calculation-0" descr="2\pi k_f\int_0^t\cos(2\pi f_m\tau)\,d\tau">
            <a:extLst xmlns:a="http://schemas.openxmlformats.org/drawingml/2006/main">
              <a:ext uri="{FF2B5EF4-FFF2-40B4-BE49-F238E27FC236}">
                <a16:creationId xmlns:a16="http://schemas.microsoft.com/office/drawing/2014/main" id="{75AEF1FC-68C2-4A10-86E4-386FA8720966}"/>
              </a:ext>
            </a:extLst>
          </p:cNvPr>
          <p:cNvPicPr>
            <a:picLocks xmlns:a="http://schemas.openxmlformats.org/drawingml/2006/main" noChangeAspect="1"/>
          </p:cNvPicPr>
          <p:nvPr/>
        </p:nvPicPr>
        <p:blipFill>
          <a:blip xmlns:r="http://schemas.openxmlformats.org/officeDocument/2006/relationships" xmlns:a="http://schemas.openxmlformats.org/drawingml/2006/main" r:embed="Rf678f49937184b8a">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4000500" y="3487538"/>
            <a:ext cx="2700338" cy="348794"/>
          </a:xfrm>
          <a:prstGeom xmlns:a="http://schemas.openxmlformats.org/drawingml/2006/main" prst="rect">
            <a:avLst/>
          </a:prstGeom>
        </p:spPr>
      </p:pic>
      <p:pic>
        <p:nvPicPr>
          <p:cNvPr id="48" name="fixed-calculation-1" descr="2\pi k_f\int_0^t\cos(6\pi f_m\tau)\,d\tau">
            <a:extLst xmlns:a="http://schemas.openxmlformats.org/drawingml/2006/main">
              <a:ext uri="{FF2B5EF4-FFF2-40B4-BE49-F238E27FC236}">
                <a16:creationId xmlns:a16="http://schemas.microsoft.com/office/drawing/2014/main" id="{6063074E-D5B4-4D51-B905-D7A87DD6FF00}"/>
              </a:ext>
            </a:extLst>
          </p:cNvPr>
          <p:cNvPicPr>
            <a:picLocks xmlns:a="http://schemas.openxmlformats.org/drawingml/2006/main" noChangeAspect="1"/>
          </p:cNvPicPr>
          <p:nvPr/>
        </p:nvPicPr>
        <p:blipFill>
          <a:blip xmlns:r="http://schemas.openxmlformats.org/officeDocument/2006/relationships" xmlns:a="http://schemas.openxmlformats.org/drawingml/2006/main" r:embed="Rcb0825b2c6344e64">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4000500" y="4801602"/>
            <a:ext cx="2700338" cy="348794"/>
          </a:xfrm>
          <a:prstGeom xmlns:a="http://schemas.openxmlformats.org/drawingml/2006/main" prst="rect">
            <a:avLst/>
          </a:prstGeom>
        </p:spPr>
      </p:pic>
    </p:spTree>
    <p:extLst>
      <p:ext uri="{BB962C8B-B14F-4D97-AF65-F5344CB8AC3E}">
        <p14:creationId xmlns:p14="http://schemas.microsoft.com/office/powerpoint/2010/main" val="47130155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00"/>
                                        <p:tgtEl>
                                          <p:spTgt spid="39"/>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400"/>
                                        <p:tgtEl>
                                          <p:spTgt spid="4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3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400"/>
                                        <p:tgtEl>
                                          <p:spTgt spid="40"/>
                                        </p:tgtEl>
                                      </p:cBhvr>
                                    </p:animEffect>
                                  </p:childTnLst>
                                </p:cTn>
                              </p:par>
                              <p:par>
                                <p:cTn id="16" presetID="10" presetClass="exit" presetSubtype="0" fill="hold" nodeType="withEffect">
                                  <p:stCondLst>
                                    <p:cond delay="0"/>
                                  </p:stCondLst>
                                  <p:childTnLst>
                                    <p:animEffect transition="out" filter="fade">
                                      <p:cBhvr>
                                        <p:cTn id="46" dur="1" fill="hold">
                                          <p:stCondLst>
                                            <p:cond delay="0"/>
                                          </p:stCondLst>
                                        </p:cTn>
                                        <p:tgtEl>
                                          <p:spTgt spid="39"/>
                                        </p:tgtEl>
                                      </p:cBhvr>
                                    </p:animEffect>
                                    <p:set>
                                      <p:cBhvr>
                                        <p:cTn id="47" dur="1" fill="hold">
                                          <p:stCondLst>
                                            <p:cond delay="0"/>
                                          </p:stCondLst>
                                        </p:cTn>
                                        <p:tgtEl>
                                          <p:spTgt spid="3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400"/>
                                        <p:tgtEl>
                                          <p:spTgt spid="43"/>
                                        </p:tgtEl>
                                      </p:cBhvr>
                                    </p:animEffect>
                                  </p:childTnLst>
                                </p:cTn>
                              </p:par>
                              <p:par>
                                <p:cTn id="27" presetID="10" presetClass="entr" presetSubtype="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fade">
                                      <p:cBhvr>
                                        <p:cTn id="29" dur="400"/>
                                        <p:tgtEl>
                                          <p:spTgt spid="4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3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400"/>
                                        <p:tgtEl>
                                          <p:spTgt spid="44"/>
                                        </p:tgtEl>
                                      </p:cBhvr>
                                    </p:animEffect>
                                  </p:childTnLst>
                                </p:cTn>
                              </p:par>
                              <p:par>
                                <p:cTn id="35" presetID="10" presetClass="exit" presetSubtype="0" fill="hold" nodeType="withEffect">
                                  <p:stCondLst>
                                    <p:cond delay="0"/>
                                  </p:stCondLst>
                                  <p:childTnLst>
                                    <p:animEffect transition="out" filter="fade">
                                      <p:cBhvr>
                                        <p:cTn id="48" dur="1" fill="hold">
                                          <p:stCondLst>
                                            <p:cond delay="0"/>
                                          </p:stCondLst>
                                        </p:cTn>
                                        <p:tgtEl>
                                          <p:spTgt spid="43"/>
                                        </p:tgtEl>
                                      </p:cBhvr>
                                    </p:animEffect>
                                    <p:set>
                                      <p:cBhvr>
                                        <p:cTn id="49" dur="1" fill="hold">
                                          <p:stCondLst>
                                            <p:cond delay="0"/>
                                          </p:stCondLst>
                                        </p:cTn>
                                        <p:tgtEl>
                                          <p:spTgt spid="43"/>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4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fade">
                                      <p:cBhvr>
                                        <p:cTn id="45"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 and 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9844F8AC-8A87-4D11-89F7-AD4931BEEA9A}"/>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925A506-62EE-4725-A2D7-A4286C5CCD58}"/>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F2837A1F-09EA-4773-9903-FE4706C626DA}"/>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D88D040B-9A9F-443D-91E4-DEC77E5B314A}"/>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219818E8-CADF-44DA-92EC-1D8A448FCBB3}"/>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7EA59038-5885-44FE-8675-CAB515CEBC03}"/>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98B9B429-CBAB-4F06-A897-722BF518C0F4}"/>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PM and FM keep the same amplitude</a:t>
            </a:r>
          </a:p>
        </p:txBody>
      </p:sp>
      <p:sp>
        <p:nvSpPr>
          <p:cNvPr id="10" name="envelope-1-axis-shaft">
            <a:extLst xmlns:a="http://schemas.openxmlformats.org/drawingml/2006/main">
              <a:ext uri="{FF2B5EF4-FFF2-40B4-BE49-F238E27FC236}">
                <a16:creationId xmlns:a16="http://schemas.microsoft.com/office/drawing/2014/main" id="{57A1DE29-0120-4DBF-98E8-7CD5312EE6CC}"/>
              </a:ext>
            </a:extLst>
          </p:cNvPr>
          <p:cNvSpPr>
            <a:spLocks xmlns:a="http://schemas.openxmlformats.org/drawingml/2006/main" noGrp="1"/>
          </p:cNvSpPr>
          <p:nvPr/>
        </p:nvSpPr>
        <p:spPr>
          <a:xfrm xmlns:a="http://schemas.openxmlformats.org/drawingml/2006/main">
            <a:off x="1666875" y="3752850"/>
            <a:ext cx="32480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envelope-1-axis-head">
            <a:extLst xmlns:a="http://schemas.openxmlformats.org/drawingml/2006/main">
              <a:ext uri="{FF2B5EF4-FFF2-40B4-BE49-F238E27FC236}">
                <a16:creationId xmlns:a16="http://schemas.microsoft.com/office/drawing/2014/main" id="{3EAE229E-8AEC-4BEF-AAD8-7E0F16E73A66}"/>
              </a:ext>
            </a:extLst>
          </p:cNvPr>
          <p:cNvSpPr>
            <a:spLocks xmlns:a="http://schemas.openxmlformats.org/drawingml/2006/main" noGrp="1"/>
          </p:cNvSpPr>
          <p:nvPr/>
        </p:nvSpPr>
        <p:spPr>
          <a:xfrm xmlns:a="http://schemas.openxmlformats.org/drawingml/2006/main" rot="5400000">
            <a:off x="4895850" y="37099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envelope-1-tick-0">
            <a:extLst xmlns:a="http://schemas.openxmlformats.org/drawingml/2006/main">
              <a:ext uri="{FF2B5EF4-FFF2-40B4-BE49-F238E27FC236}">
                <a16:creationId xmlns:a16="http://schemas.microsoft.com/office/drawing/2014/main" id="{4ED9D762-25C4-4DAC-BCF7-94EA66DC89FC}"/>
              </a:ext>
            </a:extLst>
          </p:cNvPr>
          <p:cNvSpPr>
            <a:spLocks xmlns:a="http://schemas.openxmlformats.org/drawingml/2006/main" noGrp="1"/>
          </p:cNvSpPr>
          <p:nvPr/>
        </p:nvSpPr>
        <p:spPr>
          <a:xfrm xmlns:a="http://schemas.openxmlformats.org/drawingml/2006/main">
            <a:off x="1666875" y="3752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envelope-1-tick-1">
            <a:extLst xmlns:a="http://schemas.openxmlformats.org/drawingml/2006/main">
              <a:ext uri="{FF2B5EF4-FFF2-40B4-BE49-F238E27FC236}">
                <a16:creationId xmlns:a16="http://schemas.microsoft.com/office/drawing/2014/main" id="{25A5582B-9723-41F4-A51D-24395D2CDDA4}"/>
              </a:ext>
            </a:extLst>
          </p:cNvPr>
          <p:cNvSpPr>
            <a:spLocks xmlns:a="http://schemas.openxmlformats.org/drawingml/2006/main" noGrp="1"/>
          </p:cNvSpPr>
          <p:nvPr/>
        </p:nvSpPr>
        <p:spPr>
          <a:xfrm xmlns:a="http://schemas.openxmlformats.org/drawingml/2006/main">
            <a:off x="5000625" y="3752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envelope-1-wave">
            <a:extLst xmlns:a="http://schemas.openxmlformats.org/drawingml/2006/main">
              <a:ext uri="{FF2B5EF4-FFF2-40B4-BE49-F238E27FC236}">
                <a16:creationId xmlns:a16="http://schemas.microsoft.com/office/drawing/2014/main" id="{B69FE230-5998-4BF8-A8F2-3F8743CA41B3}"/>
              </a:ext>
            </a:extLst>
          </p:cNvPr>
          <p:cNvSpPr>
            <a:spLocks xmlns:a="http://schemas.openxmlformats.org/drawingml/2006/main" noGrp="1"/>
          </p:cNvSpPr>
          <p:nvPr/>
        </p:nvSpPr>
        <p:spPr>
          <a:xfrm xmlns:a="http://schemas.openxmlformats.org/drawingml/2006/main">
            <a:off x="1666875" y="3390906"/>
            <a:ext cx="3333750" cy="723893"/>
          </a:xfrm>
          <a:custGeom xmlns:a="http://schemas.openxmlformats.org/drawingml/2006/main">
            <a:pathLst>
              <a:path w="3333750" h="723893">
                <a:moveTo>
                  <a:pt x="0" y="512568"/>
                </a:moveTo>
                <a:lnTo>
                  <a:pt x="3704" y="540114"/>
                </a:lnTo>
                <a:lnTo>
                  <a:pt x="7408" y="566331"/>
                </a:lnTo>
                <a:lnTo>
                  <a:pt x="11112" y="591032"/>
                </a:lnTo>
                <a:lnTo>
                  <a:pt x="14817" y="614042"/>
                </a:lnTo>
                <a:lnTo>
                  <a:pt x="18521" y="635201"/>
                </a:lnTo>
                <a:lnTo>
                  <a:pt x="22225" y="654362"/>
                </a:lnTo>
                <a:lnTo>
                  <a:pt x="25929" y="671394"/>
                </a:lnTo>
                <a:lnTo>
                  <a:pt x="29633" y="686183"/>
                </a:lnTo>
                <a:lnTo>
                  <a:pt x="33338" y="698628"/>
                </a:lnTo>
                <a:lnTo>
                  <a:pt x="37042" y="708650"/>
                </a:lnTo>
                <a:lnTo>
                  <a:pt x="40746" y="716185"/>
                </a:lnTo>
                <a:lnTo>
                  <a:pt x="44450" y="721188"/>
                </a:lnTo>
                <a:lnTo>
                  <a:pt x="48154" y="723632"/>
                </a:lnTo>
                <a:lnTo>
                  <a:pt x="51858" y="723508"/>
                </a:lnTo>
                <a:lnTo>
                  <a:pt x="55563" y="720827"/>
                </a:lnTo>
                <a:lnTo>
                  <a:pt x="59267" y="715616"/>
                </a:lnTo>
                <a:lnTo>
                  <a:pt x="62971" y="707920"/>
                </a:lnTo>
                <a:lnTo>
                  <a:pt x="66675" y="697802"/>
                </a:lnTo>
                <a:lnTo>
                  <a:pt x="70379" y="685342"/>
                </a:lnTo>
                <a:lnTo>
                  <a:pt x="74083" y="670635"/>
                </a:lnTo>
                <a:lnTo>
                  <a:pt x="77787" y="653790"/>
                </a:lnTo>
                <a:lnTo>
                  <a:pt x="81492" y="634934"/>
                </a:lnTo>
                <a:lnTo>
                  <a:pt x="85196" y="614203"/>
                </a:lnTo>
                <a:lnTo>
                  <a:pt x="88900" y="591749"/>
                </a:lnTo>
                <a:lnTo>
                  <a:pt x="92604" y="567731"/>
                </a:lnTo>
                <a:lnTo>
                  <a:pt x="96308" y="542322"/>
                </a:lnTo>
                <a:lnTo>
                  <a:pt x="100013" y="515701"/>
                </a:lnTo>
                <a:lnTo>
                  <a:pt x="103717" y="488055"/>
                </a:lnTo>
                <a:lnTo>
                  <a:pt x="107421" y="459577"/>
                </a:lnTo>
                <a:lnTo>
                  <a:pt x="111125" y="430464"/>
                </a:lnTo>
                <a:lnTo>
                  <a:pt x="114829" y="400918"/>
                </a:lnTo>
                <a:lnTo>
                  <a:pt x="118533" y="371141"/>
                </a:lnTo>
                <a:lnTo>
                  <a:pt x="122238" y="341336"/>
                </a:lnTo>
                <a:lnTo>
                  <a:pt x="125942" y="311704"/>
                </a:lnTo>
                <a:lnTo>
                  <a:pt x="129646" y="282446"/>
                </a:lnTo>
                <a:lnTo>
                  <a:pt x="133350" y="253757"/>
                </a:lnTo>
                <a:lnTo>
                  <a:pt x="137054" y="225829"/>
                </a:lnTo>
                <a:lnTo>
                  <a:pt x="140758" y="198846"/>
                </a:lnTo>
                <a:lnTo>
                  <a:pt x="144462" y="172985"/>
                </a:lnTo>
                <a:lnTo>
                  <a:pt x="148167" y="148416"/>
                </a:lnTo>
                <a:lnTo>
                  <a:pt x="151871" y="125298"/>
                </a:lnTo>
                <a:lnTo>
                  <a:pt x="155575" y="103779"/>
                </a:lnTo>
                <a:lnTo>
                  <a:pt x="159279" y="83997"/>
                </a:lnTo>
                <a:lnTo>
                  <a:pt x="162983" y="66077"/>
                </a:lnTo>
                <a:lnTo>
                  <a:pt x="166688" y="50131"/>
                </a:lnTo>
                <a:lnTo>
                  <a:pt x="170392" y="36257"/>
                </a:lnTo>
                <a:lnTo>
                  <a:pt x="174096" y="24539"/>
                </a:lnTo>
                <a:lnTo>
                  <a:pt x="177800" y="15047"/>
                </a:lnTo>
                <a:lnTo>
                  <a:pt x="181504" y="7835"/>
                </a:lnTo>
                <a:lnTo>
                  <a:pt x="185208" y="2943"/>
                </a:lnTo>
                <a:lnTo>
                  <a:pt x="188913" y="394"/>
                </a:lnTo>
                <a:lnTo>
                  <a:pt x="192617" y="197"/>
                </a:lnTo>
                <a:lnTo>
                  <a:pt x="196321" y="2346"/>
                </a:lnTo>
                <a:lnTo>
                  <a:pt x="200025" y="6819"/>
                </a:lnTo>
                <a:lnTo>
                  <a:pt x="203729" y="13578"/>
                </a:lnTo>
                <a:lnTo>
                  <a:pt x="207433" y="22574"/>
                </a:lnTo>
                <a:lnTo>
                  <a:pt x="211137" y="33739"/>
                </a:lnTo>
                <a:lnTo>
                  <a:pt x="214842" y="46997"/>
                </a:lnTo>
                <a:lnTo>
                  <a:pt x="218546" y="62253"/>
                </a:lnTo>
                <a:lnTo>
                  <a:pt x="222250" y="79406"/>
                </a:lnTo>
                <a:lnTo>
                  <a:pt x="225954" y="98338"/>
                </a:lnTo>
                <a:lnTo>
                  <a:pt x="229658" y="118925"/>
                </a:lnTo>
                <a:lnTo>
                  <a:pt x="233363" y="141029"/>
                </a:lnTo>
                <a:lnTo>
                  <a:pt x="237067" y="164506"/>
                </a:lnTo>
                <a:lnTo>
                  <a:pt x="240771" y="189204"/>
                </a:lnTo>
                <a:lnTo>
                  <a:pt x="244475" y="214962"/>
                </a:lnTo>
                <a:lnTo>
                  <a:pt x="248179" y="241615"/>
                </a:lnTo>
                <a:lnTo>
                  <a:pt x="251883" y="268994"/>
                </a:lnTo>
                <a:lnTo>
                  <a:pt x="255588" y="296924"/>
                </a:lnTo>
                <a:lnTo>
                  <a:pt x="259292" y="325230"/>
                </a:lnTo>
                <a:lnTo>
                  <a:pt x="262996" y="353734"/>
                </a:lnTo>
                <a:lnTo>
                  <a:pt x="266700" y="382258"/>
                </a:lnTo>
                <a:lnTo>
                  <a:pt x="270404" y="410624"/>
                </a:lnTo>
                <a:lnTo>
                  <a:pt x="274108" y="438660"/>
                </a:lnTo>
                <a:lnTo>
                  <a:pt x="277812" y="466191"/>
                </a:lnTo>
                <a:lnTo>
                  <a:pt x="281517" y="493050"/>
                </a:lnTo>
                <a:lnTo>
                  <a:pt x="285221" y="519075"/>
                </a:lnTo>
                <a:lnTo>
                  <a:pt x="288925" y="544107"/>
                </a:lnTo>
                <a:lnTo>
                  <a:pt x="292629" y="567998"/>
                </a:lnTo>
                <a:lnTo>
                  <a:pt x="296333" y="590604"/>
                </a:lnTo>
                <a:lnTo>
                  <a:pt x="300038" y="611793"/>
                </a:lnTo>
                <a:lnTo>
                  <a:pt x="303742" y="631439"/>
                </a:lnTo>
                <a:lnTo>
                  <a:pt x="307446" y="649429"/>
                </a:lnTo>
                <a:lnTo>
                  <a:pt x="311150" y="665658"/>
                </a:lnTo>
                <a:lnTo>
                  <a:pt x="314854" y="680034"/>
                </a:lnTo>
                <a:lnTo>
                  <a:pt x="318558" y="692475"/>
                </a:lnTo>
                <a:lnTo>
                  <a:pt x="322263" y="702914"/>
                </a:lnTo>
                <a:lnTo>
                  <a:pt x="325967" y="711294"/>
                </a:lnTo>
                <a:lnTo>
                  <a:pt x="329671" y="717570"/>
                </a:lnTo>
                <a:lnTo>
                  <a:pt x="333375" y="721712"/>
                </a:lnTo>
                <a:lnTo>
                  <a:pt x="337079" y="723702"/>
                </a:lnTo>
                <a:lnTo>
                  <a:pt x="340783" y="723533"/>
                </a:lnTo>
                <a:lnTo>
                  <a:pt x="344487" y="721214"/>
                </a:lnTo>
                <a:lnTo>
                  <a:pt x="348192" y="716766"/>
                </a:lnTo>
                <a:lnTo>
                  <a:pt x="351896" y="710219"/>
                </a:lnTo>
                <a:lnTo>
                  <a:pt x="355600" y="701621"/>
                </a:lnTo>
                <a:lnTo>
                  <a:pt x="359304" y="691027"/>
                </a:lnTo>
                <a:lnTo>
                  <a:pt x="363008" y="678506"/>
                </a:lnTo>
                <a:lnTo>
                  <a:pt x="366713" y="664136"/>
                </a:lnTo>
                <a:lnTo>
                  <a:pt x="370417" y="648009"/>
                </a:lnTo>
                <a:lnTo>
                  <a:pt x="374121" y="630223"/>
                </a:lnTo>
                <a:lnTo>
                  <a:pt x="377825" y="610886"/>
                </a:lnTo>
                <a:lnTo>
                  <a:pt x="381529" y="590117"/>
                </a:lnTo>
                <a:lnTo>
                  <a:pt x="385233" y="568039"/>
                </a:lnTo>
                <a:lnTo>
                  <a:pt x="388938" y="544786"/>
                </a:lnTo>
                <a:lnTo>
                  <a:pt x="392642" y="520494"/>
                </a:lnTo>
                <a:lnTo>
                  <a:pt x="396346" y="495308"/>
                </a:lnTo>
                <a:lnTo>
                  <a:pt x="400050" y="469375"/>
                </a:lnTo>
                <a:lnTo>
                  <a:pt x="403754" y="442848"/>
                </a:lnTo>
                <a:lnTo>
                  <a:pt x="407458" y="415879"/>
                </a:lnTo>
                <a:lnTo>
                  <a:pt x="411162" y="388625"/>
                </a:lnTo>
                <a:lnTo>
                  <a:pt x="414867" y="361243"/>
                </a:lnTo>
                <a:lnTo>
                  <a:pt x="418571" y="333891"/>
                </a:lnTo>
                <a:lnTo>
                  <a:pt x="422275" y="306723"/>
                </a:lnTo>
                <a:lnTo>
                  <a:pt x="425979" y="279895"/>
                </a:lnTo>
                <a:lnTo>
                  <a:pt x="429683" y="253558"/>
                </a:lnTo>
                <a:lnTo>
                  <a:pt x="433388" y="227859"/>
                </a:lnTo>
                <a:lnTo>
                  <a:pt x="437092" y="202944"/>
                </a:lnTo>
                <a:lnTo>
                  <a:pt x="440796" y="178952"/>
                </a:lnTo>
                <a:lnTo>
                  <a:pt x="444500" y="156014"/>
                </a:lnTo>
                <a:lnTo>
                  <a:pt x="448204" y="134258"/>
                </a:lnTo>
                <a:lnTo>
                  <a:pt x="451908" y="113802"/>
                </a:lnTo>
                <a:lnTo>
                  <a:pt x="455613" y="94760"/>
                </a:lnTo>
                <a:lnTo>
                  <a:pt x="459317" y="77233"/>
                </a:lnTo>
                <a:lnTo>
                  <a:pt x="463021" y="61316"/>
                </a:lnTo>
                <a:lnTo>
                  <a:pt x="466725" y="47094"/>
                </a:lnTo>
                <a:lnTo>
                  <a:pt x="470429" y="34643"/>
                </a:lnTo>
                <a:lnTo>
                  <a:pt x="474133" y="24026"/>
                </a:lnTo>
                <a:lnTo>
                  <a:pt x="477837" y="15299"/>
                </a:lnTo>
                <a:lnTo>
                  <a:pt x="481542" y="8505"/>
                </a:lnTo>
                <a:lnTo>
                  <a:pt x="485246" y="3678"/>
                </a:lnTo>
                <a:lnTo>
                  <a:pt x="488950" y="839"/>
                </a:lnTo>
                <a:lnTo>
                  <a:pt x="492654" y="0"/>
                </a:lnTo>
                <a:lnTo>
                  <a:pt x="496358" y="1160"/>
                </a:lnTo>
                <a:lnTo>
                  <a:pt x="500063" y="4308"/>
                </a:lnTo>
                <a:lnTo>
                  <a:pt x="503767" y="9422"/>
                </a:lnTo>
                <a:lnTo>
                  <a:pt x="507471" y="16470"/>
                </a:lnTo>
                <a:lnTo>
                  <a:pt x="511175" y="25408"/>
                </a:lnTo>
                <a:lnTo>
                  <a:pt x="514879" y="36184"/>
                </a:lnTo>
                <a:lnTo>
                  <a:pt x="518583" y="48735"/>
                </a:lnTo>
                <a:lnTo>
                  <a:pt x="522288" y="62987"/>
                </a:lnTo>
                <a:lnTo>
                  <a:pt x="525992" y="78860"/>
                </a:lnTo>
                <a:lnTo>
                  <a:pt x="529696" y="96264"/>
                </a:lnTo>
                <a:lnTo>
                  <a:pt x="533400" y="115100"/>
                </a:lnTo>
                <a:lnTo>
                  <a:pt x="537104" y="135264"/>
                </a:lnTo>
                <a:lnTo>
                  <a:pt x="540808" y="156643"/>
                </a:lnTo>
                <a:lnTo>
                  <a:pt x="544512" y="179120"/>
                </a:lnTo>
                <a:lnTo>
                  <a:pt x="548217" y="202570"/>
                </a:lnTo>
                <a:lnTo>
                  <a:pt x="551921" y="226866"/>
                </a:lnTo>
                <a:lnTo>
                  <a:pt x="555625" y="251873"/>
                </a:lnTo>
                <a:lnTo>
                  <a:pt x="559329" y="277458"/>
                </a:lnTo>
                <a:lnTo>
                  <a:pt x="563033" y="303480"/>
                </a:lnTo>
                <a:lnTo>
                  <a:pt x="566738" y="329799"/>
                </a:lnTo>
                <a:lnTo>
                  <a:pt x="570442" y="356274"/>
                </a:lnTo>
                <a:lnTo>
                  <a:pt x="574146" y="382763"/>
                </a:lnTo>
                <a:lnTo>
                  <a:pt x="577850" y="409124"/>
                </a:lnTo>
                <a:lnTo>
                  <a:pt x="581554" y="435216"/>
                </a:lnTo>
                <a:lnTo>
                  <a:pt x="585258" y="460901"/>
                </a:lnTo>
                <a:lnTo>
                  <a:pt x="588963" y="486043"/>
                </a:lnTo>
                <a:lnTo>
                  <a:pt x="592667" y="510509"/>
                </a:lnTo>
                <a:lnTo>
                  <a:pt x="596371" y="534170"/>
                </a:lnTo>
                <a:lnTo>
                  <a:pt x="600075" y="556902"/>
                </a:lnTo>
                <a:lnTo>
                  <a:pt x="603779" y="578586"/>
                </a:lnTo>
                <a:lnTo>
                  <a:pt x="607483" y="599110"/>
                </a:lnTo>
                <a:lnTo>
                  <a:pt x="611188" y="618365"/>
                </a:lnTo>
                <a:lnTo>
                  <a:pt x="614892" y="636254"/>
                </a:lnTo>
                <a:lnTo>
                  <a:pt x="618596" y="652683"/>
                </a:lnTo>
                <a:lnTo>
                  <a:pt x="622300" y="667568"/>
                </a:lnTo>
                <a:lnTo>
                  <a:pt x="626004" y="680834"/>
                </a:lnTo>
                <a:lnTo>
                  <a:pt x="629708" y="692413"/>
                </a:lnTo>
                <a:lnTo>
                  <a:pt x="633413" y="702246"/>
                </a:lnTo>
                <a:lnTo>
                  <a:pt x="637117" y="710286"/>
                </a:lnTo>
                <a:lnTo>
                  <a:pt x="640821" y="716491"/>
                </a:lnTo>
                <a:lnTo>
                  <a:pt x="644525" y="720833"/>
                </a:lnTo>
                <a:lnTo>
                  <a:pt x="648229" y="723291"/>
                </a:lnTo>
                <a:lnTo>
                  <a:pt x="651933" y="723855"/>
                </a:lnTo>
                <a:lnTo>
                  <a:pt x="655637" y="722524"/>
                </a:lnTo>
                <a:lnTo>
                  <a:pt x="659342" y="719309"/>
                </a:lnTo>
                <a:lnTo>
                  <a:pt x="663046" y="714228"/>
                </a:lnTo>
                <a:lnTo>
                  <a:pt x="666750" y="707311"/>
                </a:lnTo>
                <a:lnTo>
                  <a:pt x="670454" y="698594"/>
                </a:lnTo>
                <a:lnTo>
                  <a:pt x="674158" y="688128"/>
                </a:lnTo>
                <a:lnTo>
                  <a:pt x="677863" y="675967"/>
                </a:lnTo>
                <a:lnTo>
                  <a:pt x="681567" y="662176"/>
                </a:lnTo>
                <a:lnTo>
                  <a:pt x="685271" y="646830"/>
                </a:lnTo>
                <a:lnTo>
                  <a:pt x="688975" y="630010"/>
                </a:lnTo>
                <a:lnTo>
                  <a:pt x="692679" y="611804"/>
                </a:lnTo>
                <a:lnTo>
                  <a:pt x="696383" y="592309"/>
                </a:lnTo>
                <a:lnTo>
                  <a:pt x="700088" y="571626"/>
                </a:lnTo>
                <a:lnTo>
                  <a:pt x="703792" y="549864"/>
                </a:lnTo>
                <a:lnTo>
                  <a:pt x="707496" y="527136"/>
                </a:lnTo>
                <a:lnTo>
                  <a:pt x="711200" y="503560"/>
                </a:lnTo>
                <a:lnTo>
                  <a:pt x="714904" y="479260"/>
                </a:lnTo>
                <a:lnTo>
                  <a:pt x="718608" y="454360"/>
                </a:lnTo>
                <a:lnTo>
                  <a:pt x="722312" y="428991"/>
                </a:lnTo>
                <a:lnTo>
                  <a:pt x="726017" y="403282"/>
                </a:lnTo>
                <a:lnTo>
                  <a:pt x="729721" y="377368"/>
                </a:lnTo>
                <a:lnTo>
                  <a:pt x="733425" y="351381"/>
                </a:lnTo>
                <a:lnTo>
                  <a:pt x="737129" y="325454"/>
                </a:lnTo>
                <a:lnTo>
                  <a:pt x="740833" y="299722"/>
                </a:lnTo>
                <a:lnTo>
                  <a:pt x="744538" y="274317"/>
                </a:lnTo>
                <a:lnTo>
                  <a:pt x="748242" y="249368"/>
                </a:lnTo>
                <a:lnTo>
                  <a:pt x="751946" y="225003"/>
                </a:lnTo>
                <a:lnTo>
                  <a:pt x="755650" y="201348"/>
                </a:lnTo>
                <a:lnTo>
                  <a:pt x="759354" y="178523"/>
                </a:lnTo>
                <a:lnTo>
                  <a:pt x="763058" y="156644"/>
                </a:lnTo>
                <a:lnTo>
                  <a:pt x="766763" y="135824"/>
                </a:lnTo>
                <a:lnTo>
                  <a:pt x="770467" y="116168"/>
                </a:lnTo>
                <a:lnTo>
                  <a:pt x="774171" y="97776"/>
                </a:lnTo>
                <a:lnTo>
                  <a:pt x="777875" y="80743"/>
                </a:lnTo>
                <a:lnTo>
                  <a:pt x="781579" y="65154"/>
                </a:lnTo>
                <a:lnTo>
                  <a:pt x="785283" y="51089"/>
                </a:lnTo>
                <a:lnTo>
                  <a:pt x="788987" y="38620"/>
                </a:lnTo>
                <a:lnTo>
                  <a:pt x="792692" y="27809"/>
                </a:lnTo>
                <a:lnTo>
                  <a:pt x="796396" y="18711"/>
                </a:lnTo>
                <a:lnTo>
                  <a:pt x="800100" y="11372"/>
                </a:lnTo>
                <a:lnTo>
                  <a:pt x="803804" y="5830"/>
                </a:lnTo>
                <a:lnTo>
                  <a:pt x="807508" y="2112"/>
                </a:lnTo>
                <a:lnTo>
                  <a:pt x="811213" y="237"/>
                </a:lnTo>
                <a:lnTo>
                  <a:pt x="814917" y="214"/>
                </a:lnTo>
                <a:lnTo>
                  <a:pt x="818621" y="2043"/>
                </a:lnTo>
                <a:lnTo>
                  <a:pt x="822325" y="5714"/>
                </a:lnTo>
                <a:lnTo>
                  <a:pt x="826029" y="11208"/>
                </a:lnTo>
                <a:lnTo>
                  <a:pt x="829733" y="18498"/>
                </a:lnTo>
                <a:lnTo>
                  <a:pt x="833438" y="27545"/>
                </a:lnTo>
                <a:lnTo>
                  <a:pt x="837142" y="38304"/>
                </a:lnTo>
                <a:lnTo>
                  <a:pt x="840846" y="50720"/>
                </a:lnTo>
                <a:lnTo>
                  <a:pt x="844550" y="64729"/>
                </a:lnTo>
                <a:lnTo>
                  <a:pt x="848254" y="80260"/>
                </a:lnTo>
                <a:lnTo>
                  <a:pt x="851958" y="97234"/>
                </a:lnTo>
                <a:lnTo>
                  <a:pt x="855662" y="115563"/>
                </a:lnTo>
                <a:lnTo>
                  <a:pt x="859367" y="135155"/>
                </a:lnTo>
                <a:lnTo>
                  <a:pt x="863071" y="155910"/>
                </a:lnTo>
                <a:lnTo>
                  <a:pt x="866775" y="177722"/>
                </a:lnTo>
                <a:lnTo>
                  <a:pt x="870479" y="200479"/>
                </a:lnTo>
                <a:lnTo>
                  <a:pt x="874183" y="224066"/>
                </a:lnTo>
                <a:lnTo>
                  <a:pt x="877888" y="248361"/>
                </a:lnTo>
                <a:lnTo>
                  <a:pt x="881592" y="273242"/>
                </a:lnTo>
                <a:lnTo>
                  <a:pt x="885296" y="298580"/>
                </a:lnTo>
                <a:lnTo>
                  <a:pt x="889000" y="324247"/>
                </a:lnTo>
                <a:lnTo>
                  <a:pt x="892704" y="350111"/>
                </a:lnTo>
                <a:lnTo>
                  <a:pt x="896408" y="376039"/>
                </a:lnTo>
                <a:lnTo>
                  <a:pt x="900113" y="401900"/>
                </a:lnTo>
                <a:lnTo>
                  <a:pt x="903817" y="427559"/>
                </a:lnTo>
                <a:lnTo>
                  <a:pt x="907521" y="452886"/>
                </a:lnTo>
                <a:lnTo>
                  <a:pt x="911225" y="477751"/>
                </a:lnTo>
                <a:lnTo>
                  <a:pt x="914929" y="502025"/>
                </a:lnTo>
                <a:lnTo>
                  <a:pt x="918633" y="525584"/>
                </a:lnTo>
                <a:lnTo>
                  <a:pt x="922337" y="548306"/>
                </a:lnTo>
                <a:lnTo>
                  <a:pt x="926042" y="570074"/>
                </a:lnTo>
                <a:lnTo>
                  <a:pt x="929746" y="590775"/>
                </a:lnTo>
                <a:lnTo>
                  <a:pt x="933450" y="610303"/>
                </a:lnTo>
                <a:lnTo>
                  <a:pt x="937154" y="628555"/>
                </a:lnTo>
                <a:lnTo>
                  <a:pt x="940858" y="645437"/>
                </a:lnTo>
                <a:lnTo>
                  <a:pt x="944563" y="660861"/>
                </a:lnTo>
                <a:lnTo>
                  <a:pt x="948267" y="674746"/>
                </a:lnTo>
                <a:lnTo>
                  <a:pt x="951971" y="687019"/>
                </a:lnTo>
                <a:lnTo>
                  <a:pt x="955675" y="697616"/>
                </a:lnTo>
                <a:lnTo>
                  <a:pt x="959379" y="706479"/>
                </a:lnTo>
                <a:lnTo>
                  <a:pt x="963083" y="713562"/>
                </a:lnTo>
                <a:lnTo>
                  <a:pt x="966788" y="718827"/>
                </a:lnTo>
                <a:lnTo>
                  <a:pt x="970492" y="722244"/>
                </a:lnTo>
                <a:lnTo>
                  <a:pt x="974196" y="723794"/>
                </a:lnTo>
                <a:lnTo>
                  <a:pt x="977900" y="723466"/>
                </a:lnTo>
                <a:lnTo>
                  <a:pt x="981604" y="721261"/>
                </a:lnTo>
                <a:lnTo>
                  <a:pt x="985308" y="717188"/>
                </a:lnTo>
                <a:lnTo>
                  <a:pt x="989012" y="711265"/>
                </a:lnTo>
                <a:lnTo>
                  <a:pt x="992717" y="703522"/>
                </a:lnTo>
                <a:lnTo>
                  <a:pt x="996421" y="693997"/>
                </a:lnTo>
                <a:lnTo>
                  <a:pt x="1000125" y="682736"/>
                </a:lnTo>
                <a:lnTo>
                  <a:pt x="1003829" y="669797"/>
                </a:lnTo>
                <a:lnTo>
                  <a:pt x="1007533" y="655245"/>
                </a:lnTo>
                <a:lnTo>
                  <a:pt x="1011238" y="639154"/>
                </a:lnTo>
                <a:lnTo>
                  <a:pt x="1014942" y="621605"/>
                </a:lnTo>
                <a:lnTo>
                  <a:pt x="1018646" y="602689"/>
                </a:lnTo>
                <a:lnTo>
                  <a:pt x="1022350" y="582502"/>
                </a:lnTo>
                <a:lnTo>
                  <a:pt x="1026054" y="561149"/>
                </a:lnTo>
                <a:lnTo>
                  <a:pt x="1029758" y="538740"/>
                </a:lnTo>
                <a:lnTo>
                  <a:pt x="1033463" y="515391"/>
                </a:lnTo>
                <a:lnTo>
                  <a:pt x="1037167" y="491223"/>
                </a:lnTo>
                <a:lnTo>
                  <a:pt x="1040871" y="466362"/>
                </a:lnTo>
                <a:lnTo>
                  <a:pt x="1044575" y="440938"/>
                </a:lnTo>
                <a:lnTo>
                  <a:pt x="1048279" y="415083"/>
                </a:lnTo>
                <a:lnTo>
                  <a:pt x="1051983" y="388935"/>
                </a:lnTo>
                <a:lnTo>
                  <a:pt x="1055687" y="362629"/>
                </a:lnTo>
                <a:lnTo>
                  <a:pt x="1059392" y="336306"/>
                </a:lnTo>
                <a:lnTo>
                  <a:pt x="1063096" y="310104"/>
                </a:lnTo>
                <a:lnTo>
                  <a:pt x="1066800" y="284163"/>
                </a:lnTo>
                <a:lnTo>
                  <a:pt x="1070504" y="258620"/>
                </a:lnTo>
                <a:lnTo>
                  <a:pt x="1074208" y="233611"/>
                </a:lnTo>
                <a:lnTo>
                  <a:pt x="1077913" y="209271"/>
                </a:lnTo>
                <a:lnTo>
                  <a:pt x="1081617" y="185731"/>
                </a:lnTo>
                <a:lnTo>
                  <a:pt x="1085321" y="163117"/>
                </a:lnTo>
                <a:lnTo>
                  <a:pt x="1089025" y="141551"/>
                </a:lnTo>
                <a:lnTo>
                  <a:pt x="1092729" y="121151"/>
                </a:lnTo>
                <a:lnTo>
                  <a:pt x="1096433" y="102029"/>
                </a:lnTo>
                <a:lnTo>
                  <a:pt x="1100138" y="84288"/>
                </a:lnTo>
                <a:lnTo>
                  <a:pt x="1103842" y="68027"/>
                </a:lnTo>
                <a:lnTo>
                  <a:pt x="1107546" y="53336"/>
                </a:lnTo>
                <a:lnTo>
                  <a:pt x="1111250" y="40296"/>
                </a:lnTo>
                <a:lnTo>
                  <a:pt x="1114954" y="28982"/>
                </a:lnTo>
                <a:lnTo>
                  <a:pt x="1118658" y="19458"/>
                </a:lnTo>
                <a:lnTo>
                  <a:pt x="1122362" y="11779"/>
                </a:lnTo>
                <a:lnTo>
                  <a:pt x="1126067" y="5991"/>
                </a:lnTo>
                <a:lnTo>
                  <a:pt x="1129771" y="2127"/>
                </a:lnTo>
                <a:lnTo>
                  <a:pt x="1133475" y="214"/>
                </a:lnTo>
                <a:lnTo>
                  <a:pt x="1137179" y="266"/>
                </a:lnTo>
                <a:lnTo>
                  <a:pt x="1140883" y="2287"/>
                </a:lnTo>
                <a:lnTo>
                  <a:pt x="1144588" y="6270"/>
                </a:lnTo>
                <a:lnTo>
                  <a:pt x="1148292" y="12198"/>
                </a:lnTo>
                <a:lnTo>
                  <a:pt x="1151996" y="20043"/>
                </a:lnTo>
                <a:lnTo>
                  <a:pt x="1155700" y="29765"/>
                </a:lnTo>
                <a:lnTo>
                  <a:pt x="1159404" y="41316"/>
                </a:lnTo>
                <a:lnTo>
                  <a:pt x="1163108" y="54637"/>
                </a:lnTo>
                <a:lnTo>
                  <a:pt x="1166813" y="69658"/>
                </a:lnTo>
                <a:lnTo>
                  <a:pt x="1170517" y="86301"/>
                </a:lnTo>
                <a:lnTo>
                  <a:pt x="1174221" y="104478"/>
                </a:lnTo>
                <a:lnTo>
                  <a:pt x="1177925" y="124092"/>
                </a:lnTo>
                <a:lnTo>
                  <a:pt x="1181629" y="145038"/>
                </a:lnTo>
                <a:lnTo>
                  <a:pt x="1185333" y="167204"/>
                </a:lnTo>
                <a:lnTo>
                  <a:pt x="1189037" y="190468"/>
                </a:lnTo>
                <a:lnTo>
                  <a:pt x="1192742" y="214705"/>
                </a:lnTo>
                <a:lnTo>
                  <a:pt x="1196446" y="239782"/>
                </a:lnTo>
                <a:lnTo>
                  <a:pt x="1200150" y="265561"/>
                </a:lnTo>
                <a:lnTo>
                  <a:pt x="1203854" y="291900"/>
                </a:lnTo>
                <a:lnTo>
                  <a:pt x="1207558" y="318654"/>
                </a:lnTo>
                <a:lnTo>
                  <a:pt x="1211263" y="345673"/>
                </a:lnTo>
                <a:lnTo>
                  <a:pt x="1214967" y="372806"/>
                </a:lnTo>
                <a:lnTo>
                  <a:pt x="1218671" y="399901"/>
                </a:lnTo>
                <a:lnTo>
                  <a:pt x="1222375" y="426806"/>
                </a:lnTo>
                <a:lnTo>
                  <a:pt x="1226079" y="453367"/>
                </a:lnTo>
                <a:lnTo>
                  <a:pt x="1229783" y="479435"/>
                </a:lnTo>
                <a:lnTo>
                  <a:pt x="1233488" y="504860"/>
                </a:lnTo>
                <a:lnTo>
                  <a:pt x="1237192" y="529496"/>
                </a:lnTo>
                <a:lnTo>
                  <a:pt x="1240896" y="553201"/>
                </a:lnTo>
                <a:lnTo>
                  <a:pt x="1244600" y="575838"/>
                </a:lnTo>
                <a:lnTo>
                  <a:pt x="1248304" y="597275"/>
                </a:lnTo>
                <a:lnTo>
                  <a:pt x="1252008" y="617385"/>
                </a:lnTo>
                <a:lnTo>
                  <a:pt x="1255713" y="636051"/>
                </a:lnTo>
                <a:lnTo>
                  <a:pt x="1259417" y="653161"/>
                </a:lnTo>
                <a:lnTo>
                  <a:pt x="1263121" y="668613"/>
                </a:lnTo>
                <a:lnTo>
                  <a:pt x="1266825" y="682313"/>
                </a:lnTo>
                <a:lnTo>
                  <a:pt x="1270529" y="694177"/>
                </a:lnTo>
                <a:lnTo>
                  <a:pt x="1274233" y="704131"/>
                </a:lnTo>
                <a:lnTo>
                  <a:pt x="1277937" y="712113"/>
                </a:lnTo>
                <a:lnTo>
                  <a:pt x="1281642" y="718070"/>
                </a:lnTo>
                <a:lnTo>
                  <a:pt x="1285346" y="721963"/>
                </a:lnTo>
                <a:lnTo>
                  <a:pt x="1289050" y="723762"/>
                </a:lnTo>
                <a:lnTo>
                  <a:pt x="1292754" y="723451"/>
                </a:lnTo>
                <a:lnTo>
                  <a:pt x="1296458" y="721025"/>
                </a:lnTo>
                <a:lnTo>
                  <a:pt x="1300163" y="716494"/>
                </a:lnTo>
                <a:lnTo>
                  <a:pt x="1303867" y="709876"/>
                </a:lnTo>
                <a:lnTo>
                  <a:pt x="1307571" y="701205"/>
                </a:lnTo>
                <a:lnTo>
                  <a:pt x="1311275" y="690526"/>
                </a:lnTo>
                <a:lnTo>
                  <a:pt x="1314979" y="677896"/>
                </a:lnTo>
                <a:lnTo>
                  <a:pt x="1318683" y="663383"/>
                </a:lnTo>
                <a:lnTo>
                  <a:pt x="1322388" y="647069"/>
                </a:lnTo>
                <a:lnTo>
                  <a:pt x="1326092" y="629044"/>
                </a:lnTo>
                <a:lnTo>
                  <a:pt x="1329796" y="609411"/>
                </a:lnTo>
                <a:lnTo>
                  <a:pt x="1333500" y="588282"/>
                </a:lnTo>
                <a:lnTo>
                  <a:pt x="1337204" y="565779"/>
                </a:lnTo>
                <a:lnTo>
                  <a:pt x="1340908" y="542031"/>
                </a:lnTo>
                <a:lnTo>
                  <a:pt x="1344612" y="517178"/>
                </a:lnTo>
                <a:lnTo>
                  <a:pt x="1348317" y="491366"/>
                </a:lnTo>
                <a:lnTo>
                  <a:pt x="1352021" y="464747"/>
                </a:lnTo>
                <a:lnTo>
                  <a:pt x="1355725" y="437480"/>
                </a:lnTo>
                <a:lnTo>
                  <a:pt x="1359429" y="409727"/>
                </a:lnTo>
                <a:lnTo>
                  <a:pt x="1363133" y="381655"/>
                </a:lnTo>
                <a:lnTo>
                  <a:pt x="1366838" y="353434"/>
                </a:lnTo>
                <a:lnTo>
                  <a:pt x="1370542" y="325235"/>
                </a:lnTo>
                <a:lnTo>
                  <a:pt x="1374246" y="297231"/>
                </a:lnTo>
                <a:lnTo>
                  <a:pt x="1377950" y="269592"/>
                </a:lnTo>
                <a:lnTo>
                  <a:pt x="1381654" y="242490"/>
                </a:lnTo>
                <a:lnTo>
                  <a:pt x="1385358" y="216093"/>
                </a:lnTo>
                <a:lnTo>
                  <a:pt x="1389063" y="190565"/>
                </a:lnTo>
                <a:lnTo>
                  <a:pt x="1392767" y="166068"/>
                </a:lnTo>
                <a:lnTo>
                  <a:pt x="1396471" y="142754"/>
                </a:lnTo>
                <a:lnTo>
                  <a:pt x="1400175" y="120774"/>
                </a:lnTo>
                <a:lnTo>
                  <a:pt x="1403879" y="100267"/>
                </a:lnTo>
                <a:lnTo>
                  <a:pt x="1407583" y="81366"/>
                </a:lnTo>
                <a:lnTo>
                  <a:pt x="1411287" y="64194"/>
                </a:lnTo>
                <a:lnTo>
                  <a:pt x="1414992" y="48864"/>
                </a:lnTo>
                <a:lnTo>
                  <a:pt x="1418696" y="35478"/>
                </a:lnTo>
                <a:lnTo>
                  <a:pt x="1422400" y="24127"/>
                </a:lnTo>
                <a:lnTo>
                  <a:pt x="1426104" y="14888"/>
                </a:lnTo>
                <a:lnTo>
                  <a:pt x="1429808" y="7828"/>
                </a:lnTo>
                <a:lnTo>
                  <a:pt x="1433513" y="2996"/>
                </a:lnTo>
                <a:lnTo>
                  <a:pt x="1437217" y="433"/>
                </a:lnTo>
                <a:lnTo>
                  <a:pt x="1440921" y="161"/>
                </a:lnTo>
                <a:lnTo>
                  <a:pt x="1444625" y="2190"/>
                </a:lnTo>
                <a:lnTo>
                  <a:pt x="1448329" y="6515"/>
                </a:lnTo>
                <a:lnTo>
                  <a:pt x="1452033" y="13115"/>
                </a:lnTo>
                <a:lnTo>
                  <a:pt x="1455738" y="21956"/>
                </a:lnTo>
                <a:lnTo>
                  <a:pt x="1459442" y="32990"/>
                </a:lnTo>
                <a:lnTo>
                  <a:pt x="1463146" y="46151"/>
                </a:lnTo>
                <a:lnTo>
                  <a:pt x="1466850" y="61364"/>
                </a:lnTo>
                <a:lnTo>
                  <a:pt x="1470554" y="78535"/>
                </a:lnTo>
                <a:lnTo>
                  <a:pt x="1474258" y="97561"/>
                </a:lnTo>
                <a:lnTo>
                  <a:pt x="1477962" y="118325"/>
                </a:lnTo>
                <a:lnTo>
                  <a:pt x="1481667" y="140697"/>
                </a:lnTo>
                <a:lnTo>
                  <a:pt x="1485371" y="164537"/>
                </a:lnTo>
                <a:lnTo>
                  <a:pt x="1489075" y="189694"/>
                </a:lnTo>
                <a:lnTo>
                  <a:pt x="1492779" y="216007"/>
                </a:lnTo>
                <a:lnTo>
                  <a:pt x="1496483" y="243309"/>
                </a:lnTo>
                <a:lnTo>
                  <a:pt x="1500188" y="271422"/>
                </a:lnTo>
                <a:lnTo>
                  <a:pt x="1503892" y="300164"/>
                </a:lnTo>
                <a:lnTo>
                  <a:pt x="1507596" y="329348"/>
                </a:lnTo>
                <a:lnTo>
                  <a:pt x="1511300" y="358780"/>
                </a:lnTo>
                <a:lnTo>
                  <a:pt x="1515004" y="388268"/>
                </a:lnTo>
                <a:lnTo>
                  <a:pt x="1518708" y="417613"/>
                </a:lnTo>
                <a:lnTo>
                  <a:pt x="1522413" y="446621"/>
                </a:lnTo>
                <a:lnTo>
                  <a:pt x="1526117" y="475097"/>
                </a:lnTo>
                <a:lnTo>
                  <a:pt x="1529821" y="502846"/>
                </a:lnTo>
                <a:lnTo>
                  <a:pt x="1533525" y="529681"/>
                </a:lnTo>
                <a:lnTo>
                  <a:pt x="1537229" y="555418"/>
                </a:lnTo>
                <a:lnTo>
                  <a:pt x="1540933" y="579879"/>
                </a:lnTo>
                <a:lnTo>
                  <a:pt x="1544637" y="602894"/>
                </a:lnTo>
                <a:lnTo>
                  <a:pt x="1548342" y="624302"/>
                </a:lnTo>
                <a:lnTo>
                  <a:pt x="1552046" y="643952"/>
                </a:lnTo>
                <a:lnTo>
                  <a:pt x="1555750" y="661704"/>
                </a:lnTo>
                <a:lnTo>
                  <a:pt x="1559454" y="677431"/>
                </a:lnTo>
                <a:lnTo>
                  <a:pt x="1563158" y="691017"/>
                </a:lnTo>
                <a:lnTo>
                  <a:pt x="1566863" y="702363"/>
                </a:lnTo>
                <a:lnTo>
                  <a:pt x="1570567" y="711382"/>
                </a:lnTo>
                <a:lnTo>
                  <a:pt x="1574271" y="718003"/>
                </a:lnTo>
                <a:lnTo>
                  <a:pt x="1577975" y="722174"/>
                </a:lnTo>
                <a:lnTo>
                  <a:pt x="1581679" y="723857"/>
                </a:lnTo>
                <a:lnTo>
                  <a:pt x="1585383" y="723031"/>
                </a:lnTo>
                <a:lnTo>
                  <a:pt x="1589088" y="719693"/>
                </a:lnTo>
                <a:lnTo>
                  <a:pt x="1592792" y="713858"/>
                </a:lnTo>
                <a:lnTo>
                  <a:pt x="1596496" y="705558"/>
                </a:lnTo>
                <a:lnTo>
                  <a:pt x="1600200" y="694843"/>
                </a:lnTo>
                <a:lnTo>
                  <a:pt x="1603904" y="681780"/>
                </a:lnTo>
                <a:lnTo>
                  <a:pt x="1607608" y="666451"/>
                </a:lnTo>
                <a:lnTo>
                  <a:pt x="1611312" y="648959"/>
                </a:lnTo>
                <a:lnTo>
                  <a:pt x="1615017" y="629418"/>
                </a:lnTo>
                <a:lnTo>
                  <a:pt x="1618721" y="607960"/>
                </a:lnTo>
                <a:lnTo>
                  <a:pt x="1622425" y="584731"/>
                </a:lnTo>
                <a:lnTo>
                  <a:pt x="1626129" y="559890"/>
                </a:lnTo>
                <a:lnTo>
                  <a:pt x="1629833" y="533609"/>
                </a:lnTo>
                <a:lnTo>
                  <a:pt x="1633538" y="506070"/>
                </a:lnTo>
                <a:lnTo>
                  <a:pt x="1637242" y="477468"/>
                </a:lnTo>
                <a:lnTo>
                  <a:pt x="1640946" y="448003"/>
                </a:lnTo>
                <a:lnTo>
                  <a:pt x="1644650" y="417885"/>
                </a:lnTo>
                <a:lnTo>
                  <a:pt x="1648354" y="387329"/>
                </a:lnTo>
                <a:lnTo>
                  <a:pt x="1652058" y="356554"/>
                </a:lnTo>
                <a:lnTo>
                  <a:pt x="1655763" y="325784"/>
                </a:lnTo>
                <a:lnTo>
                  <a:pt x="1659467" y="295241"/>
                </a:lnTo>
                <a:lnTo>
                  <a:pt x="1663171" y="265148"/>
                </a:lnTo>
                <a:lnTo>
                  <a:pt x="1666875" y="235728"/>
                </a:lnTo>
                <a:lnTo>
                  <a:pt x="1670579" y="207197"/>
                </a:lnTo>
                <a:lnTo>
                  <a:pt x="1674283" y="179768"/>
                </a:lnTo>
                <a:lnTo>
                  <a:pt x="1677987" y="153647"/>
                </a:lnTo>
                <a:lnTo>
                  <a:pt x="1681692" y="129030"/>
                </a:lnTo>
                <a:lnTo>
                  <a:pt x="1685396" y="106103"/>
                </a:lnTo>
                <a:lnTo>
                  <a:pt x="1689100" y="85044"/>
                </a:lnTo>
                <a:lnTo>
                  <a:pt x="1692804" y="66013"/>
                </a:lnTo>
                <a:lnTo>
                  <a:pt x="1696508" y="49160"/>
                </a:lnTo>
                <a:lnTo>
                  <a:pt x="1700213" y="34618"/>
                </a:lnTo>
                <a:lnTo>
                  <a:pt x="1703917" y="22502"/>
                </a:lnTo>
                <a:lnTo>
                  <a:pt x="1707621" y="12912"/>
                </a:lnTo>
                <a:lnTo>
                  <a:pt x="1711325" y="5928"/>
                </a:lnTo>
                <a:lnTo>
                  <a:pt x="1715029" y="1612"/>
                </a:lnTo>
                <a:lnTo>
                  <a:pt x="1718733" y="4"/>
                </a:lnTo>
                <a:lnTo>
                  <a:pt x="1722438" y="1127"/>
                </a:lnTo>
                <a:lnTo>
                  <a:pt x="1726142" y="4981"/>
                </a:lnTo>
                <a:lnTo>
                  <a:pt x="1729846" y="11545"/>
                </a:lnTo>
                <a:lnTo>
                  <a:pt x="1733550" y="20780"/>
                </a:lnTo>
                <a:lnTo>
                  <a:pt x="1737254" y="32623"/>
                </a:lnTo>
                <a:lnTo>
                  <a:pt x="1740958" y="46992"/>
                </a:lnTo>
                <a:lnTo>
                  <a:pt x="1744662" y="63786"/>
                </a:lnTo>
                <a:lnTo>
                  <a:pt x="1748367" y="82885"/>
                </a:lnTo>
                <a:lnTo>
                  <a:pt x="1752071" y="104148"/>
                </a:lnTo>
                <a:lnTo>
                  <a:pt x="1755775" y="127420"/>
                </a:lnTo>
                <a:lnTo>
                  <a:pt x="1759479" y="152527"/>
                </a:lnTo>
                <a:lnTo>
                  <a:pt x="1763183" y="179281"/>
                </a:lnTo>
                <a:lnTo>
                  <a:pt x="1766888" y="207479"/>
                </a:lnTo>
                <a:lnTo>
                  <a:pt x="1770592" y="236908"/>
                </a:lnTo>
                <a:lnTo>
                  <a:pt x="1774296" y="267343"/>
                </a:lnTo>
                <a:lnTo>
                  <a:pt x="1778000" y="298548"/>
                </a:lnTo>
                <a:lnTo>
                  <a:pt x="1781704" y="330282"/>
                </a:lnTo>
                <a:lnTo>
                  <a:pt x="1785408" y="362298"/>
                </a:lnTo>
                <a:lnTo>
                  <a:pt x="1789113" y="394346"/>
                </a:lnTo>
                <a:lnTo>
                  <a:pt x="1792817" y="426173"/>
                </a:lnTo>
                <a:lnTo>
                  <a:pt x="1796521" y="457527"/>
                </a:lnTo>
                <a:lnTo>
                  <a:pt x="1800225" y="488160"/>
                </a:lnTo>
                <a:lnTo>
                  <a:pt x="1803929" y="517825"/>
                </a:lnTo>
                <a:lnTo>
                  <a:pt x="1807633" y="546285"/>
                </a:lnTo>
                <a:lnTo>
                  <a:pt x="1811337" y="573309"/>
                </a:lnTo>
                <a:lnTo>
                  <a:pt x="1815042" y="598676"/>
                </a:lnTo>
                <a:lnTo>
                  <a:pt x="1818746" y="622180"/>
                </a:lnTo>
                <a:lnTo>
                  <a:pt x="1822450" y="643626"/>
                </a:lnTo>
                <a:lnTo>
                  <a:pt x="1826154" y="662835"/>
                </a:lnTo>
                <a:lnTo>
                  <a:pt x="1829858" y="679646"/>
                </a:lnTo>
                <a:lnTo>
                  <a:pt x="1833563" y="693916"/>
                </a:lnTo>
                <a:lnTo>
                  <a:pt x="1837267" y="705522"/>
                </a:lnTo>
                <a:lnTo>
                  <a:pt x="1840971" y="714362"/>
                </a:lnTo>
                <a:lnTo>
                  <a:pt x="1844675" y="720356"/>
                </a:lnTo>
                <a:lnTo>
                  <a:pt x="1848379" y="723445"/>
                </a:lnTo>
                <a:lnTo>
                  <a:pt x="1852083" y="723597"/>
                </a:lnTo>
                <a:lnTo>
                  <a:pt x="1855788" y="720801"/>
                </a:lnTo>
                <a:lnTo>
                  <a:pt x="1859492" y="715070"/>
                </a:lnTo>
                <a:lnTo>
                  <a:pt x="1863196" y="706444"/>
                </a:lnTo>
                <a:lnTo>
                  <a:pt x="1866900" y="694983"/>
                </a:lnTo>
                <a:lnTo>
                  <a:pt x="1870604" y="680774"/>
                </a:lnTo>
                <a:lnTo>
                  <a:pt x="1874308" y="663926"/>
                </a:lnTo>
                <a:lnTo>
                  <a:pt x="1878012" y="644569"/>
                </a:lnTo>
                <a:lnTo>
                  <a:pt x="1881717" y="622857"/>
                </a:lnTo>
                <a:lnTo>
                  <a:pt x="1885421" y="598962"/>
                </a:lnTo>
                <a:lnTo>
                  <a:pt x="1889125" y="573077"/>
                </a:lnTo>
                <a:lnTo>
                  <a:pt x="1892829" y="545411"/>
                </a:lnTo>
                <a:lnTo>
                  <a:pt x="1896533" y="516189"/>
                </a:lnTo>
                <a:lnTo>
                  <a:pt x="1900238" y="485652"/>
                </a:lnTo>
                <a:lnTo>
                  <a:pt x="1903942" y="454050"/>
                </a:lnTo>
                <a:lnTo>
                  <a:pt x="1907646" y="421646"/>
                </a:lnTo>
                <a:lnTo>
                  <a:pt x="1911350" y="388710"/>
                </a:lnTo>
                <a:lnTo>
                  <a:pt x="1915054" y="355518"/>
                </a:lnTo>
                <a:lnTo>
                  <a:pt x="1918758" y="322348"/>
                </a:lnTo>
                <a:lnTo>
                  <a:pt x="1922463" y="289482"/>
                </a:lnTo>
                <a:lnTo>
                  <a:pt x="1926167" y="257197"/>
                </a:lnTo>
                <a:lnTo>
                  <a:pt x="1929871" y="225771"/>
                </a:lnTo>
                <a:lnTo>
                  <a:pt x="1933575" y="195472"/>
                </a:lnTo>
                <a:lnTo>
                  <a:pt x="1937279" y="166560"/>
                </a:lnTo>
                <a:lnTo>
                  <a:pt x="1940983" y="139288"/>
                </a:lnTo>
                <a:lnTo>
                  <a:pt x="1944687" y="113892"/>
                </a:lnTo>
                <a:lnTo>
                  <a:pt x="1948392" y="90595"/>
                </a:lnTo>
                <a:lnTo>
                  <a:pt x="1952096" y="69602"/>
                </a:lnTo>
                <a:lnTo>
                  <a:pt x="1955800" y="51100"/>
                </a:lnTo>
                <a:lnTo>
                  <a:pt x="1959504" y="35255"/>
                </a:lnTo>
                <a:lnTo>
                  <a:pt x="1963208" y="22211"/>
                </a:lnTo>
                <a:lnTo>
                  <a:pt x="1966913" y="12087"/>
                </a:lnTo>
                <a:lnTo>
                  <a:pt x="1970617" y="4980"/>
                </a:lnTo>
                <a:lnTo>
                  <a:pt x="1974321" y="959"/>
                </a:lnTo>
                <a:lnTo>
                  <a:pt x="1978025" y="67"/>
                </a:lnTo>
                <a:lnTo>
                  <a:pt x="1981729" y="2320"/>
                </a:lnTo>
                <a:lnTo>
                  <a:pt x="1985433" y="7706"/>
                </a:lnTo>
                <a:lnTo>
                  <a:pt x="1989138" y="16187"/>
                </a:lnTo>
                <a:lnTo>
                  <a:pt x="1992842" y="27696"/>
                </a:lnTo>
                <a:lnTo>
                  <a:pt x="1996546" y="42140"/>
                </a:lnTo>
                <a:lnTo>
                  <a:pt x="2000250" y="59400"/>
                </a:lnTo>
                <a:lnTo>
                  <a:pt x="2003954" y="79332"/>
                </a:lnTo>
                <a:lnTo>
                  <a:pt x="2007658" y="101767"/>
                </a:lnTo>
                <a:lnTo>
                  <a:pt x="2011362" y="126513"/>
                </a:lnTo>
                <a:lnTo>
                  <a:pt x="2015067" y="153357"/>
                </a:lnTo>
                <a:lnTo>
                  <a:pt x="2018771" y="182067"/>
                </a:lnTo>
                <a:lnTo>
                  <a:pt x="2022475" y="212394"/>
                </a:lnTo>
                <a:lnTo>
                  <a:pt x="2026179" y="244071"/>
                </a:lnTo>
                <a:lnTo>
                  <a:pt x="2029883" y="276821"/>
                </a:lnTo>
                <a:lnTo>
                  <a:pt x="2033588" y="310355"/>
                </a:lnTo>
                <a:lnTo>
                  <a:pt x="2037292" y="344374"/>
                </a:lnTo>
                <a:lnTo>
                  <a:pt x="2040996" y="378578"/>
                </a:lnTo>
                <a:lnTo>
                  <a:pt x="2044700" y="412660"/>
                </a:lnTo>
                <a:lnTo>
                  <a:pt x="2048404" y="446314"/>
                </a:lnTo>
                <a:lnTo>
                  <a:pt x="2052108" y="479237"/>
                </a:lnTo>
                <a:lnTo>
                  <a:pt x="2055813" y="511132"/>
                </a:lnTo>
                <a:lnTo>
                  <a:pt x="2059517" y="541709"/>
                </a:lnTo>
                <a:lnTo>
                  <a:pt x="2063221" y="570690"/>
                </a:lnTo>
                <a:lnTo>
                  <a:pt x="2066925" y="597809"/>
                </a:lnTo>
                <a:lnTo>
                  <a:pt x="2070629" y="622817"/>
                </a:lnTo>
                <a:lnTo>
                  <a:pt x="2074333" y="645483"/>
                </a:lnTo>
                <a:lnTo>
                  <a:pt x="2078037" y="665595"/>
                </a:lnTo>
                <a:lnTo>
                  <a:pt x="2081742" y="682966"/>
                </a:lnTo>
                <a:lnTo>
                  <a:pt x="2085446" y="697431"/>
                </a:lnTo>
                <a:lnTo>
                  <a:pt x="2089150" y="708853"/>
                </a:lnTo>
                <a:lnTo>
                  <a:pt x="2092854" y="717120"/>
                </a:lnTo>
                <a:lnTo>
                  <a:pt x="2096558" y="722151"/>
                </a:lnTo>
                <a:lnTo>
                  <a:pt x="2100263" y="723892"/>
                </a:lnTo>
                <a:lnTo>
                  <a:pt x="2103967" y="722322"/>
                </a:lnTo>
                <a:lnTo>
                  <a:pt x="2107671" y="717446"/>
                </a:lnTo>
                <a:lnTo>
                  <a:pt x="2111375" y="709304"/>
                </a:lnTo>
                <a:lnTo>
                  <a:pt x="2115079" y="697963"/>
                </a:lnTo>
                <a:lnTo>
                  <a:pt x="2118783" y="683521"/>
                </a:lnTo>
                <a:lnTo>
                  <a:pt x="2122488" y="666106"/>
                </a:lnTo>
                <a:lnTo>
                  <a:pt x="2126192" y="645872"/>
                </a:lnTo>
                <a:lnTo>
                  <a:pt x="2129896" y="623001"/>
                </a:lnTo>
                <a:lnTo>
                  <a:pt x="2133600" y="597699"/>
                </a:lnTo>
                <a:lnTo>
                  <a:pt x="2137304" y="570197"/>
                </a:lnTo>
                <a:lnTo>
                  <a:pt x="2141008" y="540745"/>
                </a:lnTo>
                <a:lnTo>
                  <a:pt x="2144712" y="509614"/>
                </a:lnTo>
                <a:lnTo>
                  <a:pt x="2148417" y="477089"/>
                </a:lnTo>
                <a:lnTo>
                  <a:pt x="2152121" y="443472"/>
                </a:lnTo>
                <a:lnTo>
                  <a:pt x="2155825" y="409074"/>
                </a:lnTo>
                <a:lnTo>
                  <a:pt x="2159529" y="374216"/>
                </a:lnTo>
                <a:lnTo>
                  <a:pt x="2163233" y="339221"/>
                </a:lnTo>
                <a:lnTo>
                  <a:pt x="2166938" y="304419"/>
                </a:lnTo>
                <a:lnTo>
                  <a:pt x="2170642" y="270135"/>
                </a:lnTo>
                <a:lnTo>
                  <a:pt x="2174346" y="236692"/>
                </a:lnTo>
                <a:lnTo>
                  <a:pt x="2178050" y="204406"/>
                </a:lnTo>
                <a:lnTo>
                  <a:pt x="2181754" y="173582"/>
                </a:lnTo>
                <a:lnTo>
                  <a:pt x="2185458" y="144514"/>
                </a:lnTo>
                <a:lnTo>
                  <a:pt x="2189163" y="117479"/>
                </a:lnTo>
                <a:lnTo>
                  <a:pt x="2192867" y="92735"/>
                </a:lnTo>
                <a:lnTo>
                  <a:pt x="2196571" y="70519"/>
                </a:lnTo>
                <a:lnTo>
                  <a:pt x="2200275" y="51047"/>
                </a:lnTo>
                <a:lnTo>
                  <a:pt x="2203979" y="34507"/>
                </a:lnTo>
                <a:lnTo>
                  <a:pt x="2207683" y="21060"/>
                </a:lnTo>
                <a:lnTo>
                  <a:pt x="2211387" y="10839"/>
                </a:lnTo>
                <a:lnTo>
                  <a:pt x="2215092" y="3947"/>
                </a:lnTo>
                <a:lnTo>
                  <a:pt x="2218796" y="453"/>
                </a:lnTo>
                <a:lnTo>
                  <a:pt x="2222500" y="397"/>
                </a:lnTo>
                <a:lnTo>
                  <a:pt x="2226204" y="3783"/>
                </a:lnTo>
                <a:lnTo>
                  <a:pt x="2229908" y="10586"/>
                </a:lnTo>
                <a:lnTo>
                  <a:pt x="2233613" y="20744"/>
                </a:lnTo>
                <a:lnTo>
                  <a:pt x="2237317" y="34166"/>
                </a:lnTo>
                <a:lnTo>
                  <a:pt x="2241021" y="50728"/>
                </a:lnTo>
                <a:lnTo>
                  <a:pt x="2244725" y="70276"/>
                </a:lnTo>
                <a:lnTo>
                  <a:pt x="2248429" y="92626"/>
                </a:lnTo>
                <a:lnTo>
                  <a:pt x="2252133" y="117568"/>
                </a:lnTo>
                <a:lnTo>
                  <a:pt x="2255838" y="144867"/>
                </a:lnTo>
                <a:lnTo>
                  <a:pt x="2259542" y="174262"/>
                </a:lnTo>
                <a:lnTo>
                  <a:pt x="2263246" y="205474"/>
                </a:lnTo>
                <a:lnTo>
                  <a:pt x="2266950" y="238204"/>
                </a:lnTo>
                <a:lnTo>
                  <a:pt x="2270654" y="272140"/>
                </a:lnTo>
                <a:lnTo>
                  <a:pt x="2274358" y="306956"/>
                </a:lnTo>
                <a:lnTo>
                  <a:pt x="2278062" y="342316"/>
                </a:lnTo>
                <a:lnTo>
                  <a:pt x="2281767" y="377879"/>
                </a:lnTo>
                <a:lnTo>
                  <a:pt x="2285471" y="413303"/>
                </a:lnTo>
                <a:lnTo>
                  <a:pt x="2289175" y="448244"/>
                </a:lnTo>
                <a:lnTo>
                  <a:pt x="2292879" y="482363"/>
                </a:lnTo>
                <a:lnTo>
                  <a:pt x="2296583" y="515329"/>
                </a:lnTo>
                <a:lnTo>
                  <a:pt x="2300288" y="546822"/>
                </a:lnTo>
                <a:lnTo>
                  <a:pt x="2303992" y="576532"/>
                </a:lnTo>
                <a:lnTo>
                  <a:pt x="2307696" y="604172"/>
                </a:lnTo>
                <a:lnTo>
                  <a:pt x="2311400" y="629468"/>
                </a:lnTo>
                <a:lnTo>
                  <a:pt x="2315104" y="652174"/>
                </a:lnTo>
                <a:lnTo>
                  <a:pt x="2318808" y="672065"/>
                </a:lnTo>
                <a:lnTo>
                  <a:pt x="2322513" y="688945"/>
                </a:lnTo>
                <a:lnTo>
                  <a:pt x="2326217" y="702647"/>
                </a:lnTo>
                <a:lnTo>
                  <a:pt x="2329921" y="713034"/>
                </a:lnTo>
                <a:lnTo>
                  <a:pt x="2333625" y="720001"/>
                </a:lnTo>
                <a:lnTo>
                  <a:pt x="2337329" y="723477"/>
                </a:lnTo>
                <a:lnTo>
                  <a:pt x="2341033" y="723425"/>
                </a:lnTo>
                <a:lnTo>
                  <a:pt x="2344737" y="719843"/>
                </a:lnTo>
                <a:lnTo>
                  <a:pt x="2348442" y="712763"/>
                </a:lnTo>
                <a:lnTo>
                  <a:pt x="2352146" y="702250"/>
                </a:lnTo>
                <a:lnTo>
                  <a:pt x="2355850" y="688405"/>
                </a:lnTo>
                <a:lnTo>
                  <a:pt x="2359554" y="671361"/>
                </a:lnTo>
                <a:lnTo>
                  <a:pt x="2363258" y="651283"/>
                </a:lnTo>
                <a:lnTo>
                  <a:pt x="2366963" y="628364"/>
                </a:lnTo>
                <a:lnTo>
                  <a:pt x="2370667" y="602828"/>
                </a:lnTo>
                <a:lnTo>
                  <a:pt x="2374371" y="574924"/>
                </a:lnTo>
                <a:lnTo>
                  <a:pt x="2378075" y="544923"/>
                </a:lnTo>
                <a:lnTo>
                  <a:pt x="2381779" y="513119"/>
                </a:lnTo>
                <a:lnTo>
                  <a:pt x="2385483" y="479824"/>
                </a:lnTo>
                <a:lnTo>
                  <a:pt x="2389188" y="445363"/>
                </a:lnTo>
                <a:lnTo>
                  <a:pt x="2392892" y="410076"/>
                </a:lnTo>
                <a:lnTo>
                  <a:pt x="2396596" y="374308"/>
                </a:lnTo>
                <a:lnTo>
                  <a:pt x="2400300" y="338412"/>
                </a:lnTo>
                <a:lnTo>
                  <a:pt x="2404004" y="302740"/>
                </a:lnTo>
                <a:lnTo>
                  <a:pt x="2407708" y="267645"/>
                </a:lnTo>
                <a:lnTo>
                  <a:pt x="2411412" y="233473"/>
                </a:lnTo>
                <a:lnTo>
                  <a:pt x="2415117" y="200561"/>
                </a:lnTo>
                <a:lnTo>
                  <a:pt x="2418821" y="169234"/>
                </a:lnTo>
                <a:lnTo>
                  <a:pt x="2422525" y="139802"/>
                </a:lnTo>
                <a:lnTo>
                  <a:pt x="2426229" y="112556"/>
                </a:lnTo>
                <a:lnTo>
                  <a:pt x="2429933" y="87765"/>
                </a:lnTo>
                <a:lnTo>
                  <a:pt x="2433638" y="65677"/>
                </a:lnTo>
                <a:lnTo>
                  <a:pt x="2437342" y="46509"/>
                </a:lnTo>
                <a:lnTo>
                  <a:pt x="2441046" y="30452"/>
                </a:lnTo>
                <a:lnTo>
                  <a:pt x="2444750" y="17666"/>
                </a:lnTo>
                <a:lnTo>
                  <a:pt x="2448454" y="8278"/>
                </a:lnTo>
                <a:lnTo>
                  <a:pt x="2452158" y="2382"/>
                </a:lnTo>
                <a:lnTo>
                  <a:pt x="2455863" y="37"/>
                </a:lnTo>
                <a:lnTo>
                  <a:pt x="2459567" y="1267"/>
                </a:lnTo>
                <a:lnTo>
                  <a:pt x="2463271" y="6062"/>
                </a:lnTo>
                <a:lnTo>
                  <a:pt x="2466975" y="14374"/>
                </a:lnTo>
                <a:lnTo>
                  <a:pt x="2470679" y="26121"/>
                </a:lnTo>
                <a:lnTo>
                  <a:pt x="2474383" y="41189"/>
                </a:lnTo>
                <a:lnTo>
                  <a:pt x="2478088" y="59428"/>
                </a:lnTo>
                <a:lnTo>
                  <a:pt x="2481792" y="80659"/>
                </a:lnTo>
                <a:lnTo>
                  <a:pt x="2485496" y="104671"/>
                </a:lnTo>
                <a:lnTo>
                  <a:pt x="2489200" y="131229"/>
                </a:lnTo>
                <a:lnTo>
                  <a:pt x="2492904" y="160068"/>
                </a:lnTo>
                <a:lnTo>
                  <a:pt x="2496608" y="190904"/>
                </a:lnTo>
                <a:lnTo>
                  <a:pt x="2500313" y="223431"/>
                </a:lnTo>
                <a:lnTo>
                  <a:pt x="2504017" y="257328"/>
                </a:lnTo>
                <a:lnTo>
                  <a:pt x="2507721" y="292260"/>
                </a:lnTo>
                <a:lnTo>
                  <a:pt x="2511425" y="327880"/>
                </a:lnTo>
                <a:lnTo>
                  <a:pt x="2515129" y="363836"/>
                </a:lnTo>
                <a:lnTo>
                  <a:pt x="2518833" y="399772"/>
                </a:lnTo>
                <a:lnTo>
                  <a:pt x="2522538" y="435334"/>
                </a:lnTo>
                <a:lnTo>
                  <a:pt x="2526242" y="470168"/>
                </a:lnTo>
                <a:lnTo>
                  <a:pt x="2529946" y="503931"/>
                </a:lnTo>
                <a:lnTo>
                  <a:pt x="2533650" y="536288"/>
                </a:lnTo>
                <a:lnTo>
                  <a:pt x="2537354" y="566920"/>
                </a:lnTo>
                <a:lnTo>
                  <a:pt x="2541058" y="595525"/>
                </a:lnTo>
                <a:lnTo>
                  <a:pt x="2544763" y="621820"/>
                </a:lnTo>
                <a:lnTo>
                  <a:pt x="2548467" y="645545"/>
                </a:lnTo>
                <a:lnTo>
                  <a:pt x="2552171" y="666467"/>
                </a:lnTo>
                <a:lnTo>
                  <a:pt x="2555875" y="684380"/>
                </a:lnTo>
                <a:lnTo>
                  <a:pt x="2559579" y="699108"/>
                </a:lnTo>
                <a:lnTo>
                  <a:pt x="2563283" y="710506"/>
                </a:lnTo>
                <a:lnTo>
                  <a:pt x="2566988" y="718463"/>
                </a:lnTo>
                <a:lnTo>
                  <a:pt x="2570692" y="722901"/>
                </a:lnTo>
                <a:lnTo>
                  <a:pt x="2574396" y="723778"/>
                </a:lnTo>
                <a:lnTo>
                  <a:pt x="2578100" y="721087"/>
                </a:lnTo>
                <a:lnTo>
                  <a:pt x="2581804" y="714856"/>
                </a:lnTo>
                <a:lnTo>
                  <a:pt x="2585508" y="705147"/>
                </a:lnTo>
                <a:lnTo>
                  <a:pt x="2589213" y="692059"/>
                </a:lnTo>
                <a:lnTo>
                  <a:pt x="2592917" y="675721"/>
                </a:lnTo>
                <a:lnTo>
                  <a:pt x="2596621" y="656297"/>
                </a:lnTo>
                <a:lnTo>
                  <a:pt x="2600325" y="633979"/>
                </a:lnTo>
                <a:lnTo>
                  <a:pt x="2604029" y="608989"/>
                </a:lnTo>
                <a:lnTo>
                  <a:pt x="2607733" y="581573"/>
                </a:lnTo>
                <a:lnTo>
                  <a:pt x="2611438" y="552004"/>
                </a:lnTo>
                <a:lnTo>
                  <a:pt x="2615142" y="520573"/>
                </a:lnTo>
                <a:lnTo>
                  <a:pt x="2618846" y="487590"/>
                </a:lnTo>
                <a:lnTo>
                  <a:pt x="2622550" y="453381"/>
                </a:lnTo>
                <a:lnTo>
                  <a:pt x="2626254" y="418282"/>
                </a:lnTo>
                <a:lnTo>
                  <a:pt x="2629958" y="382639"/>
                </a:lnTo>
                <a:lnTo>
                  <a:pt x="2633663" y="346801"/>
                </a:lnTo>
                <a:lnTo>
                  <a:pt x="2637367" y="311120"/>
                </a:lnTo>
                <a:lnTo>
                  <a:pt x="2641071" y="275946"/>
                </a:lnTo>
                <a:lnTo>
                  <a:pt x="2644775" y="241623"/>
                </a:lnTo>
                <a:lnTo>
                  <a:pt x="2648479" y="208486"/>
                </a:lnTo>
                <a:lnTo>
                  <a:pt x="2652183" y="176860"/>
                </a:lnTo>
                <a:lnTo>
                  <a:pt x="2655888" y="147051"/>
                </a:lnTo>
                <a:lnTo>
                  <a:pt x="2659592" y="119350"/>
                </a:lnTo>
                <a:lnTo>
                  <a:pt x="2663296" y="94026"/>
                </a:lnTo>
                <a:lnTo>
                  <a:pt x="2667000" y="71323"/>
                </a:lnTo>
                <a:lnTo>
                  <a:pt x="2670704" y="51462"/>
                </a:lnTo>
                <a:lnTo>
                  <a:pt x="2674408" y="34633"/>
                </a:lnTo>
                <a:lnTo>
                  <a:pt x="2678113" y="20997"/>
                </a:lnTo>
                <a:lnTo>
                  <a:pt x="2681817" y="10684"/>
                </a:lnTo>
                <a:lnTo>
                  <a:pt x="2685521" y="3791"/>
                </a:lnTo>
                <a:lnTo>
                  <a:pt x="2689225" y="383"/>
                </a:lnTo>
                <a:lnTo>
                  <a:pt x="2692929" y="487"/>
                </a:lnTo>
                <a:lnTo>
                  <a:pt x="2696633" y="4100"/>
                </a:lnTo>
                <a:lnTo>
                  <a:pt x="2700338" y="11183"/>
                </a:lnTo>
                <a:lnTo>
                  <a:pt x="2704042" y="21664"/>
                </a:lnTo>
                <a:lnTo>
                  <a:pt x="2707746" y="35436"/>
                </a:lnTo>
                <a:lnTo>
                  <a:pt x="2711450" y="52364"/>
                </a:lnTo>
                <a:lnTo>
                  <a:pt x="2715154" y="72279"/>
                </a:lnTo>
                <a:lnTo>
                  <a:pt x="2718858" y="94986"/>
                </a:lnTo>
                <a:lnTo>
                  <a:pt x="2722563" y="120262"/>
                </a:lnTo>
                <a:lnTo>
                  <a:pt x="2726267" y="147859"/>
                </a:lnTo>
                <a:lnTo>
                  <a:pt x="2729971" y="177509"/>
                </a:lnTo>
                <a:lnTo>
                  <a:pt x="2733675" y="208924"/>
                </a:lnTo>
                <a:lnTo>
                  <a:pt x="2737379" y="241798"/>
                </a:lnTo>
                <a:lnTo>
                  <a:pt x="2741083" y="275813"/>
                </a:lnTo>
                <a:lnTo>
                  <a:pt x="2744788" y="310641"/>
                </a:lnTo>
                <a:lnTo>
                  <a:pt x="2748492" y="345946"/>
                </a:lnTo>
                <a:lnTo>
                  <a:pt x="2752196" y="381388"/>
                </a:lnTo>
                <a:lnTo>
                  <a:pt x="2755900" y="416629"/>
                </a:lnTo>
                <a:lnTo>
                  <a:pt x="2759604" y="451329"/>
                </a:lnTo>
                <a:lnTo>
                  <a:pt x="2763308" y="485159"/>
                </a:lnTo>
                <a:lnTo>
                  <a:pt x="2767013" y="517795"/>
                </a:lnTo>
                <a:lnTo>
                  <a:pt x="2770717" y="548928"/>
                </a:lnTo>
                <a:lnTo>
                  <a:pt x="2774421" y="578262"/>
                </a:lnTo>
                <a:lnTo>
                  <a:pt x="2778125" y="605521"/>
                </a:lnTo>
                <a:lnTo>
                  <a:pt x="2781829" y="630447"/>
                </a:lnTo>
                <a:lnTo>
                  <a:pt x="2785533" y="652809"/>
                </a:lnTo>
                <a:lnTo>
                  <a:pt x="2789238" y="672395"/>
                </a:lnTo>
                <a:lnTo>
                  <a:pt x="2792942" y="689026"/>
                </a:lnTo>
                <a:lnTo>
                  <a:pt x="2796646" y="702547"/>
                </a:lnTo>
                <a:lnTo>
                  <a:pt x="2800350" y="712836"/>
                </a:lnTo>
                <a:lnTo>
                  <a:pt x="2804054" y="719800"/>
                </a:lnTo>
                <a:lnTo>
                  <a:pt x="2807758" y="723380"/>
                </a:lnTo>
                <a:lnTo>
                  <a:pt x="2811463" y="723545"/>
                </a:lnTo>
                <a:lnTo>
                  <a:pt x="2815167" y="720301"/>
                </a:lnTo>
                <a:lnTo>
                  <a:pt x="2818871" y="713685"/>
                </a:lnTo>
                <a:lnTo>
                  <a:pt x="2822575" y="703763"/>
                </a:lnTo>
                <a:lnTo>
                  <a:pt x="2826279" y="690635"/>
                </a:lnTo>
                <a:lnTo>
                  <a:pt x="2829983" y="674429"/>
                </a:lnTo>
                <a:lnTo>
                  <a:pt x="2833688" y="655304"/>
                </a:lnTo>
                <a:lnTo>
                  <a:pt x="2837392" y="633443"/>
                </a:lnTo>
                <a:lnTo>
                  <a:pt x="2841096" y="609056"/>
                </a:lnTo>
                <a:lnTo>
                  <a:pt x="2844800" y="582375"/>
                </a:lnTo>
                <a:lnTo>
                  <a:pt x="2848504" y="553654"/>
                </a:lnTo>
                <a:lnTo>
                  <a:pt x="2852208" y="523164"/>
                </a:lnTo>
                <a:lnTo>
                  <a:pt x="2855913" y="491193"/>
                </a:lnTo>
                <a:lnTo>
                  <a:pt x="2859617" y="458040"/>
                </a:lnTo>
                <a:lnTo>
                  <a:pt x="2863321" y="424016"/>
                </a:lnTo>
                <a:lnTo>
                  <a:pt x="2867025" y="389439"/>
                </a:lnTo>
                <a:lnTo>
                  <a:pt x="2870729" y="354628"/>
                </a:lnTo>
                <a:lnTo>
                  <a:pt x="2874433" y="319909"/>
                </a:lnTo>
                <a:lnTo>
                  <a:pt x="2878138" y="285600"/>
                </a:lnTo>
                <a:lnTo>
                  <a:pt x="2881842" y="252018"/>
                </a:lnTo>
                <a:lnTo>
                  <a:pt x="2885546" y="219470"/>
                </a:lnTo>
                <a:lnTo>
                  <a:pt x="2889250" y="188256"/>
                </a:lnTo>
                <a:lnTo>
                  <a:pt x="2892954" y="158658"/>
                </a:lnTo>
                <a:lnTo>
                  <a:pt x="2896658" y="130945"/>
                </a:lnTo>
                <a:lnTo>
                  <a:pt x="2900363" y="105367"/>
                </a:lnTo>
                <a:lnTo>
                  <a:pt x="2904067" y="82154"/>
                </a:lnTo>
                <a:lnTo>
                  <a:pt x="2907771" y="61514"/>
                </a:lnTo>
                <a:lnTo>
                  <a:pt x="2911475" y="43628"/>
                </a:lnTo>
                <a:lnTo>
                  <a:pt x="2915179" y="28655"/>
                </a:lnTo>
                <a:lnTo>
                  <a:pt x="2918883" y="16725"/>
                </a:lnTo>
                <a:lnTo>
                  <a:pt x="2922588" y="7939"/>
                </a:lnTo>
                <a:lnTo>
                  <a:pt x="2926292" y="2370"/>
                </a:lnTo>
                <a:lnTo>
                  <a:pt x="2929996" y="62"/>
                </a:lnTo>
                <a:lnTo>
                  <a:pt x="2933700" y="1028"/>
                </a:lnTo>
                <a:lnTo>
                  <a:pt x="2937404" y="5253"/>
                </a:lnTo>
                <a:lnTo>
                  <a:pt x="2941108" y="12690"/>
                </a:lnTo>
                <a:lnTo>
                  <a:pt x="2944813" y="23266"/>
                </a:lnTo>
                <a:lnTo>
                  <a:pt x="2948517" y="36878"/>
                </a:lnTo>
                <a:lnTo>
                  <a:pt x="2952221" y="53398"/>
                </a:lnTo>
                <a:lnTo>
                  <a:pt x="2955925" y="72669"/>
                </a:lnTo>
                <a:lnTo>
                  <a:pt x="2959629" y="94514"/>
                </a:lnTo>
                <a:lnTo>
                  <a:pt x="2963333" y="118731"/>
                </a:lnTo>
                <a:lnTo>
                  <a:pt x="2967038" y="145098"/>
                </a:lnTo>
                <a:lnTo>
                  <a:pt x="2970742" y="173375"/>
                </a:lnTo>
                <a:lnTo>
                  <a:pt x="2974446" y="203307"/>
                </a:lnTo>
                <a:lnTo>
                  <a:pt x="2978150" y="234622"/>
                </a:lnTo>
                <a:lnTo>
                  <a:pt x="2981854" y="267040"/>
                </a:lnTo>
                <a:lnTo>
                  <a:pt x="2985558" y="300272"/>
                </a:lnTo>
                <a:lnTo>
                  <a:pt x="2989263" y="334021"/>
                </a:lnTo>
                <a:lnTo>
                  <a:pt x="2992967" y="367989"/>
                </a:lnTo>
                <a:lnTo>
                  <a:pt x="2996671" y="401876"/>
                </a:lnTo>
                <a:lnTo>
                  <a:pt x="3000375" y="435383"/>
                </a:lnTo>
                <a:lnTo>
                  <a:pt x="3004079" y="468217"/>
                </a:lnTo>
                <a:lnTo>
                  <a:pt x="3007783" y="500093"/>
                </a:lnTo>
                <a:lnTo>
                  <a:pt x="3011488" y="530734"/>
                </a:lnTo>
                <a:lnTo>
                  <a:pt x="3015192" y="559875"/>
                </a:lnTo>
                <a:lnTo>
                  <a:pt x="3018896" y="587266"/>
                </a:lnTo>
                <a:lnTo>
                  <a:pt x="3022600" y="612673"/>
                </a:lnTo>
                <a:lnTo>
                  <a:pt x="3026304" y="635881"/>
                </a:lnTo>
                <a:lnTo>
                  <a:pt x="3030008" y="656693"/>
                </a:lnTo>
                <a:lnTo>
                  <a:pt x="3033713" y="674936"/>
                </a:lnTo>
                <a:lnTo>
                  <a:pt x="3037417" y="690458"/>
                </a:lnTo>
                <a:lnTo>
                  <a:pt x="3041121" y="703134"/>
                </a:lnTo>
                <a:lnTo>
                  <a:pt x="3044825" y="712861"/>
                </a:lnTo>
                <a:lnTo>
                  <a:pt x="3048529" y="719564"/>
                </a:lnTo>
                <a:lnTo>
                  <a:pt x="3052233" y="723194"/>
                </a:lnTo>
                <a:lnTo>
                  <a:pt x="3055938" y="723727"/>
                </a:lnTo>
                <a:lnTo>
                  <a:pt x="3059642" y="721167"/>
                </a:lnTo>
                <a:lnTo>
                  <a:pt x="3063346" y="715545"/>
                </a:lnTo>
                <a:lnTo>
                  <a:pt x="3067050" y="706918"/>
                </a:lnTo>
                <a:lnTo>
                  <a:pt x="3070754" y="695366"/>
                </a:lnTo>
                <a:lnTo>
                  <a:pt x="3074458" y="680996"/>
                </a:lnTo>
                <a:lnTo>
                  <a:pt x="3078163" y="663938"/>
                </a:lnTo>
                <a:lnTo>
                  <a:pt x="3081867" y="644343"/>
                </a:lnTo>
                <a:lnTo>
                  <a:pt x="3085571" y="622384"/>
                </a:lnTo>
                <a:lnTo>
                  <a:pt x="3089275" y="598253"/>
                </a:lnTo>
                <a:lnTo>
                  <a:pt x="3092979" y="572159"/>
                </a:lnTo>
                <a:lnTo>
                  <a:pt x="3096683" y="544326"/>
                </a:lnTo>
                <a:lnTo>
                  <a:pt x="3100388" y="514993"/>
                </a:lnTo>
                <a:lnTo>
                  <a:pt x="3104092" y="484409"/>
                </a:lnTo>
                <a:lnTo>
                  <a:pt x="3107796" y="452834"/>
                </a:lnTo>
                <a:lnTo>
                  <a:pt x="3111500" y="420532"/>
                </a:lnTo>
                <a:lnTo>
                  <a:pt x="3115204" y="387775"/>
                </a:lnTo>
                <a:lnTo>
                  <a:pt x="3118908" y="354836"/>
                </a:lnTo>
                <a:lnTo>
                  <a:pt x="3122613" y="321988"/>
                </a:lnTo>
                <a:lnTo>
                  <a:pt x="3126317" y="289503"/>
                </a:lnTo>
                <a:lnTo>
                  <a:pt x="3130021" y="257646"/>
                </a:lnTo>
                <a:lnTo>
                  <a:pt x="3133725" y="226680"/>
                </a:lnTo>
                <a:lnTo>
                  <a:pt x="3137429" y="196854"/>
                </a:lnTo>
                <a:lnTo>
                  <a:pt x="3141133" y="168411"/>
                </a:lnTo>
                <a:lnTo>
                  <a:pt x="3144838" y="141579"/>
                </a:lnTo>
                <a:lnTo>
                  <a:pt x="3148542" y="116573"/>
                </a:lnTo>
                <a:lnTo>
                  <a:pt x="3152246" y="93589"/>
                </a:lnTo>
                <a:lnTo>
                  <a:pt x="3155950" y="72811"/>
                </a:lnTo>
                <a:lnTo>
                  <a:pt x="3159654" y="54398"/>
                </a:lnTo>
                <a:lnTo>
                  <a:pt x="3163358" y="38494"/>
                </a:lnTo>
                <a:lnTo>
                  <a:pt x="3167063" y="25218"/>
                </a:lnTo>
                <a:lnTo>
                  <a:pt x="3170767" y="14671"/>
                </a:lnTo>
                <a:lnTo>
                  <a:pt x="3174471" y="6928"/>
                </a:lnTo>
                <a:lnTo>
                  <a:pt x="3178175" y="2042"/>
                </a:lnTo>
                <a:lnTo>
                  <a:pt x="3181879" y="45"/>
                </a:lnTo>
                <a:lnTo>
                  <a:pt x="3185583" y="944"/>
                </a:lnTo>
                <a:lnTo>
                  <a:pt x="3189288" y="4721"/>
                </a:lnTo>
                <a:lnTo>
                  <a:pt x="3192992" y="11338"/>
                </a:lnTo>
                <a:lnTo>
                  <a:pt x="3196696" y="20733"/>
                </a:lnTo>
                <a:lnTo>
                  <a:pt x="3200400" y="32823"/>
                </a:lnTo>
                <a:lnTo>
                  <a:pt x="3204104" y="47504"/>
                </a:lnTo>
                <a:lnTo>
                  <a:pt x="3207808" y="64651"/>
                </a:lnTo>
                <a:lnTo>
                  <a:pt x="3211513" y="84122"/>
                </a:lnTo>
                <a:lnTo>
                  <a:pt x="3215217" y="105756"/>
                </a:lnTo>
                <a:lnTo>
                  <a:pt x="3218921" y="129376"/>
                </a:lnTo>
                <a:lnTo>
                  <a:pt x="3222625" y="154790"/>
                </a:lnTo>
                <a:lnTo>
                  <a:pt x="3226329" y="181796"/>
                </a:lnTo>
                <a:lnTo>
                  <a:pt x="3230033" y="210175"/>
                </a:lnTo>
                <a:lnTo>
                  <a:pt x="3233738" y="239705"/>
                </a:lnTo>
                <a:lnTo>
                  <a:pt x="3237442" y="270151"/>
                </a:lnTo>
                <a:lnTo>
                  <a:pt x="3241146" y="301274"/>
                </a:lnTo>
                <a:lnTo>
                  <a:pt x="3244850" y="332833"/>
                </a:lnTo>
                <a:lnTo>
                  <a:pt x="3248554" y="364581"/>
                </a:lnTo>
                <a:lnTo>
                  <a:pt x="3252258" y="396274"/>
                </a:lnTo>
                <a:lnTo>
                  <a:pt x="3255962" y="427669"/>
                </a:lnTo>
                <a:lnTo>
                  <a:pt x="3259667" y="458527"/>
                </a:lnTo>
                <a:lnTo>
                  <a:pt x="3263371" y="488612"/>
                </a:lnTo>
                <a:lnTo>
                  <a:pt x="3267075" y="517698"/>
                </a:lnTo>
                <a:lnTo>
                  <a:pt x="3270779" y="545568"/>
                </a:lnTo>
                <a:lnTo>
                  <a:pt x="3274483" y="572013"/>
                </a:lnTo>
                <a:lnTo>
                  <a:pt x="3278188" y="596837"/>
                </a:lnTo>
                <a:lnTo>
                  <a:pt x="3281892" y="619859"/>
                </a:lnTo>
                <a:lnTo>
                  <a:pt x="3285596" y="640911"/>
                </a:lnTo>
                <a:lnTo>
                  <a:pt x="3289300" y="659841"/>
                </a:lnTo>
                <a:lnTo>
                  <a:pt x="3293004" y="676513"/>
                </a:lnTo>
                <a:lnTo>
                  <a:pt x="3296708" y="690811"/>
                </a:lnTo>
                <a:lnTo>
                  <a:pt x="3300413" y="702635"/>
                </a:lnTo>
                <a:lnTo>
                  <a:pt x="3304117" y="711906"/>
                </a:lnTo>
                <a:lnTo>
                  <a:pt x="3307821" y="718563"/>
                </a:lnTo>
                <a:lnTo>
                  <a:pt x="3311525" y="722566"/>
                </a:lnTo>
                <a:lnTo>
                  <a:pt x="3315229" y="723893"/>
                </a:lnTo>
                <a:lnTo>
                  <a:pt x="3318933" y="722545"/>
                </a:lnTo>
                <a:lnTo>
                  <a:pt x="3322637" y="718540"/>
                </a:lnTo>
                <a:lnTo>
                  <a:pt x="3326342" y="711917"/>
                </a:lnTo>
                <a:lnTo>
                  <a:pt x="3330046" y="702733"/>
                </a:lnTo>
                <a:lnTo>
                  <a:pt x="3333750" y="691064"/>
                </a:lnTo>
              </a:path>
            </a:pathLst>
          </a:custGeom>
          <a:noFill xmlns:a="http://schemas.openxmlformats.org/drawingml/2006/main"/>
          <a:ln xmlns:a="http://schemas.openxmlformats.org/drawingml/2006/main" w="19050">
            <a:solidFill>
              <a:srgbClr val="202020"/>
            </a:solidFill>
          </a:ln>
        </p:spPr>
      </p:sp>
      <p:sp>
        <p:nvSpPr>
          <p:cNvPr id="15" name="envelope-1-envelope--1">
            <a:extLst xmlns:a="http://schemas.openxmlformats.org/drawingml/2006/main">
              <a:ext uri="{FF2B5EF4-FFF2-40B4-BE49-F238E27FC236}">
                <a16:creationId xmlns:a16="http://schemas.microsoft.com/office/drawing/2014/main" id="{24D8BC27-DE48-483F-84D8-C77861077DD7}"/>
              </a:ext>
            </a:extLst>
          </p:cNvPr>
          <p:cNvSpPr>
            <a:spLocks xmlns:a="http://schemas.openxmlformats.org/drawingml/2006/main" noGrp="1"/>
          </p:cNvSpPr>
          <p:nvPr/>
        </p:nvSpPr>
        <p:spPr>
          <a:xfrm xmlns:a="http://schemas.openxmlformats.org/drawingml/2006/main">
            <a:off x="1666875" y="4114800"/>
            <a:ext cx="3333750" cy="95"/>
          </a:xfrm>
          <a:custGeom xmlns:a="http://schemas.openxmlformats.org/drawingml/2006/main">
            <a:pathLst>
              <a:path w="3333750" h="95">
                <a:moveTo>
                  <a:pt x="0" y="0"/>
                </a:moveTo>
                <a:lnTo>
                  <a:pt x="13335" y="0"/>
                </a:lnTo>
                <a:lnTo>
                  <a:pt x="26670" y="0"/>
                </a:lnTo>
                <a:lnTo>
                  <a:pt x="40005" y="0"/>
                </a:lnTo>
                <a:lnTo>
                  <a:pt x="53340" y="0"/>
                </a:lnTo>
                <a:lnTo>
                  <a:pt x="66675" y="0"/>
                </a:lnTo>
                <a:lnTo>
                  <a:pt x="80010" y="0"/>
                </a:lnTo>
                <a:lnTo>
                  <a:pt x="93345" y="0"/>
                </a:lnTo>
                <a:lnTo>
                  <a:pt x="106680" y="0"/>
                </a:lnTo>
                <a:lnTo>
                  <a:pt x="120015" y="0"/>
                </a:lnTo>
                <a:lnTo>
                  <a:pt x="133350" y="0"/>
                </a:lnTo>
                <a:lnTo>
                  <a:pt x="146685" y="0"/>
                </a:lnTo>
                <a:lnTo>
                  <a:pt x="160020" y="0"/>
                </a:lnTo>
                <a:lnTo>
                  <a:pt x="173355" y="0"/>
                </a:lnTo>
                <a:lnTo>
                  <a:pt x="186690" y="0"/>
                </a:lnTo>
                <a:lnTo>
                  <a:pt x="200025" y="0"/>
                </a:lnTo>
                <a:lnTo>
                  <a:pt x="213360" y="0"/>
                </a:lnTo>
                <a:lnTo>
                  <a:pt x="226695" y="0"/>
                </a:lnTo>
                <a:lnTo>
                  <a:pt x="240030" y="0"/>
                </a:lnTo>
                <a:lnTo>
                  <a:pt x="253365" y="0"/>
                </a:lnTo>
                <a:lnTo>
                  <a:pt x="266700" y="0"/>
                </a:lnTo>
                <a:lnTo>
                  <a:pt x="280035" y="0"/>
                </a:lnTo>
                <a:lnTo>
                  <a:pt x="293370" y="0"/>
                </a:lnTo>
                <a:lnTo>
                  <a:pt x="306705" y="0"/>
                </a:lnTo>
                <a:lnTo>
                  <a:pt x="320040" y="0"/>
                </a:lnTo>
                <a:lnTo>
                  <a:pt x="333375" y="0"/>
                </a:lnTo>
                <a:lnTo>
                  <a:pt x="346710" y="0"/>
                </a:lnTo>
                <a:lnTo>
                  <a:pt x="360045" y="0"/>
                </a:lnTo>
                <a:lnTo>
                  <a:pt x="373380" y="0"/>
                </a:lnTo>
                <a:lnTo>
                  <a:pt x="386715" y="0"/>
                </a:lnTo>
                <a:lnTo>
                  <a:pt x="400050" y="0"/>
                </a:lnTo>
                <a:lnTo>
                  <a:pt x="413385" y="0"/>
                </a:lnTo>
                <a:lnTo>
                  <a:pt x="426720" y="0"/>
                </a:lnTo>
                <a:lnTo>
                  <a:pt x="440055" y="0"/>
                </a:lnTo>
                <a:lnTo>
                  <a:pt x="453390" y="0"/>
                </a:lnTo>
                <a:lnTo>
                  <a:pt x="466725" y="0"/>
                </a:lnTo>
                <a:lnTo>
                  <a:pt x="480060" y="0"/>
                </a:lnTo>
                <a:lnTo>
                  <a:pt x="493395" y="0"/>
                </a:lnTo>
                <a:lnTo>
                  <a:pt x="506730" y="0"/>
                </a:lnTo>
                <a:lnTo>
                  <a:pt x="520065" y="0"/>
                </a:lnTo>
                <a:lnTo>
                  <a:pt x="533400" y="0"/>
                </a:lnTo>
                <a:lnTo>
                  <a:pt x="546735" y="0"/>
                </a:lnTo>
                <a:lnTo>
                  <a:pt x="560070" y="0"/>
                </a:lnTo>
                <a:lnTo>
                  <a:pt x="573405" y="0"/>
                </a:lnTo>
                <a:lnTo>
                  <a:pt x="586740" y="0"/>
                </a:lnTo>
                <a:lnTo>
                  <a:pt x="600075" y="0"/>
                </a:lnTo>
                <a:lnTo>
                  <a:pt x="613410" y="0"/>
                </a:lnTo>
                <a:lnTo>
                  <a:pt x="626745" y="0"/>
                </a:lnTo>
                <a:lnTo>
                  <a:pt x="640080" y="0"/>
                </a:lnTo>
                <a:lnTo>
                  <a:pt x="653415" y="0"/>
                </a:lnTo>
                <a:lnTo>
                  <a:pt x="666750" y="0"/>
                </a:lnTo>
                <a:lnTo>
                  <a:pt x="680085" y="0"/>
                </a:lnTo>
                <a:lnTo>
                  <a:pt x="693420" y="0"/>
                </a:lnTo>
                <a:lnTo>
                  <a:pt x="706755" y="0"/>
                </a:lnTo>
                <a:lnTo>
                  <a:pt x="720090" y="0"/>
                </a:lnTo>
                <a:lnTo>
                  <a:pt x="733425" y="0"/>
                </a:lnTo>
                <a:lnTo>
                  <a:pt x="746760" y="0"/>
                </a:lnTo>
                <a:lnTo>
                  <a:pt x="760095" y="0"/>
                </a:lnTo>
                <a:lnTo>
                  <a:pt x="773430" y="0"/>
                </a:lnTo>
                <a:lnTo>
                  <a:pt x="786765" y="0"/>
                </a:lnTo>
                <a:lnTo>
                  <a:pt x="800100" y="0"/>
                </a:lnTo>
                <a:lnTo>
                  <a:pt x="813435" y="0"/>
                </a:lnTo>
                <a:lnTo>
                  <a:pt x="826770" y="0"/>
                </a:lnTo>
                <a:lnTo>
                  <a:pt x="840105" y="0"/>
                </a:lnTo>
                <a:lnTo>
                  <a:pt x="853440" y="0"/>
                </a:lnTo>
                <a:lnTo>
                  <a:pt x="866775" y="0"/>
                </a:lnTo>
                <a:lnTo>
                  <a:pt x="880110" y="0"/>
                </a:lnTo>
                <a:lnTo>
                  <a:pt x="893445" y="0"/>
                </a:lnTo>
                <a:lnTo>
                  <a:pt x="906780" y="0"/>
                </a:lnTo>
                <a:lnTo>
                  <a:pt x="920115" y="0"/>
                </a:lnTo>
                <a:lnTo>
                  <a:pt x="933450" y="0"/>
                </a:lnTo>
                <a:lnTo>
                  <a:pt x="946785" y="0"/>
                </a:lnTo>
                <a:lnTo>
                  <a:pt x="960120" y="0"/>
                </a:lnTo>
                <a:lnTo>
                  <a:pt x="973455" y="0"/>
                </a:lnTo>
                <a:lnTo>
                  <a:pt x="986790" y="0"/>
                </a:lnTo>
                <a:lnTo>
                  <a:pt x="1000125" y="0"/>
                </a:lnTo>
                <a:lnTo>
                  <a:pt x="1013460" y="0"/>
                </a:lnTo>
                <a:lnTo>
                  <a:pt x="1026795" y="0"/>
                </a:lnTo>
                <a:lnTo>
                  <a:pt x="1040130" y="0"/>
                </a:lnTo>
                <a:lnTo>
                  <a:pt x="1053465" y="0"/>
                </a:lnTo>
                <a:lnTo>
                  <a:pt x="1066800" y="0"/>
                </a:lnTo>
                <a:lnTo>
                  <a:pt x="1080135" y="0"/>
                </a:lnTo>
                <a:lnTo>
                  <a:pt x="1093470" y="0"/>
                </a:lnTo>
                <a:lnTo>
                  <a:pt x="1106805" y="0"/>
                </a:lnTo>
                <a:lnTo>
                  <a:pt x="1120140" y="0"/>
                </a:lnTo>
                <a:lnTo>
                  <a:pt x="1133475" y="0"/>
                </a:lnTo>
                <a:lnTo>
                  <a:pt x="1146810" y="0"/>
                </a:lnTo>
                <a:lnTo>
                  <a:pt x="1160145" y="0"/>
                </a:lnTo>
                <a:lnTo>
                  <a:pt x="1173480" y="0"/>
                </a:lnTo>
                <a:lnTo>
                  <a:pt x="1186815" y="0"/>
                </a:lnTo>
                <a:lnTo>
                  <a:pt x="1200150" y="0"/>
                </a:lnTo>
                <a:lnTo>
                  <a:pt x="1213485" y="0"/>
                </a:lnTo>
                <a:lnTo>
                  <a:pt x="1226820" y="0"/>
                </a:lnTo>
                <a:lnTo>
                  <a:pt x="1240155" y="0"/>
                </a:lnTo>
                <a:lnTo>
                  <a:pt x="1253490" y="0"/>
                </a:lnTo>
                <a:lnTo>
                  <a:pt x="1266825" y="0"/>
                </a:lnTo>
                <a:lnTo>
                  <a:pt x="1280160" y="0"/>
                </a:lnTo>
                <a:lnTo>
                  <a:pt x="1293495" y="0"/>
                </a:lnTo>
                <a:lnTo>
                  <a:pt x="1306830" y="0"/>
                </a:lnTo>
                <a:lnTo>
                  <a:pt x="1320165" y="0"/>
                </a:lnTo>
                <a:lnTo>
                  <a:pt x="1333500" y="0"/>
                </a:lnTo>
                <a:lnTo>
                  <a:pt x="1346835" y="0"/>
                </a:lnTo>
                <a:lnTo>
                  <a:pt x="1360170" y="0"/>
                </a:lnTo>
                <a:lnTo>
                  <a:pt x="1373505" y="0"/>
                </a:lnTo>
                <a:lnTo>
                  <a:pt x="1386840" y="0"/>
                </a:lnTo>
                <a:lnTo>
                  <a:pt x="1400175" y="0"/>
                </a:lnTo>
                <a:lnTo>
                  <a:pt x="1413510" y="0"/>
                </a:lnTo>
                <a:lnTo>
                  <a:pt x="1426845" y="0"/>
                </a:lnTo>
                <a:lnTo>
                  <a:pt x="1440180" y="0"/>
                </a:lnTo>
                <a:lnTo>
                  <a:pt x="1453515" y="0"/>
                </a:lnTo>
                <a:lnTo>
                  <a:pt x="1466850" y="0"/>
                </a:lnTo>
                <a:lnTo>
                  <a:pt x="1480185" y="0"/>
                </a:lnTo>
                <a:lnTo>
                  <a:pt x="1493520" y="0"/>
                </a:lnTo>
                <a:lnTo>
                  <a:pt x="1506855" y="0"/>
                </a:lnTo>
                <a:lnTo>
                  <a:pt x="1520190" y="0"/>
                </a:lnTo>
                <a:lnTo>
                  <a:pt x="1533525" y="0"/>
                </a:lnTo>
                <a:lnTo>
                  <a:pt x="1546860" y="0"/>
                </a:lnTo>
                <a:lnTo>
                  <a:pt x="1560195" y="0"/>
                </a:lnTo>
                <a:lnTo>
                  <a:pt x="1573530" y="0"/>
                </a:lnTo>
                <a:lnTo>
                  <a:pt x="1586865" y="0"/>
                </a:lnTo>
                <a:lnTo>
                  <a:pt x="1600200" y="0"/>
                </a:lnTo>
                <a:lnTo>
                  <a:pt x="1613535" y="0"/>
                </a:lnTo>
                <a:lnTo>
                  <a:pt x="1626870" y="0"/>
                </a:lnTo>
                <a:lnTo>
                  <a:pt x="1640205" y="0"/>
                </a:lnTo>
                <a:lnTo>
                  <a:pt x="1653540" y="0"/>
                </a:lnTo>
                <a:lnTo>
                  <a:pt x="1666875" y="0"/>
                </a:lnTo>
                <a:lnTo>
                  <a:pt x="1680210" y="0"/>
                </a:lnTo>
                <a:lnTo>
                  <a:pt x="1693545" y="0"/>
                </a:lnTo>
                <a:lnTo>
                  <a:pt x="1706880" y="0"/>
                </a:lnTo>
                <a:lnTo>
                  <a:pt x="1720215" y="0"/>
                </a:lnTo>
                <a:lnTo>
                  <a:pt x="1733550" y="0"/>
                </a:lnTo>
                <a:lnTo>
                  <a:pt x="1746885" y="0"/>
                </a:lnTo>
                <a:lnTo>
                  <a:pt x="1760220" y="0"/>
                </a:lnTo>
                <a:lnTo>
                  <a:pt x="1773555" y="0"/>
                </a:lnTo>
                <a:lnTo>
                  <a:pt x="1786890" y="0"/>
                </a:lnTo>
                <a:lnTo>
                  <a:pt x="1800225" y="0"/>
                </a:lnTo>
                <a:lnTo>
                  <a:pt x="1813560" y="0"/>
                </a:lnTo>
                <a:lnTo>
                  <a:pt x="1826895" y="0"/>
                </a:lnTo>
                <a:lnTo>
                  <a:pt x="1840230" y="0"/>
                </a:lnTo>
                <a:lnTo>
                  <a:pt x="1853565" y="0"/>
                </a:lnTo>
                <a:lnTo>
                  <a:pt x="1866900" y="0"/>
                </a:lnTo>
                <a:lnTo>
                  <a:pt x="1880235" y="0"/>
                </a:lnTo>
                <a:lnTo>
                  <a:pt x="1893570" y="0"/>
                </a:lnTo>
                <a:lnTo>
                  <a:pt x="1906905" y="0"/>
                </a:lnTo>
                <a:lnTo>
                  <a:pt x="1920240" y="0"/>
                </a:lnTo>
                <a:lnTo>
                  <a:pt x="1933575" y="0"/>
                </a:lnTo>
                <a:lnTo>
                  <a:pt x="1946910" y="0"/>
                </a:lnTo>
                <a:lnTo>
                  <a:pt x="1960245" y="0"/>
                </a:lnTo>
                <a:lnTo>
                  <a:pt x="1973580" y="0"/>
                </a:lnTo>
                <a:lnTo>
                  <a:pt x="1986915" y="0"/>
                </a:lnTo>
                <a:lnTo>
                  <a:pt x="2000250" y="0"/>
                </a:lnTo>
                <a:lnTo>
                  <a:pt x="2013585" y="0"/>
                </a:lnTo>
                <a:lnTo>
                  <a:pt x="2026920" y="0"/>
                </a:lnTo>
                <a:lnTo>
                  <a:pt x="2040255" y="0"/>
                </a:lnTo>
                <a:lnTo>
                  <a:pt x="2053590" y="0"/>
                </a:lnTo>
                <a:lnTo>
                  <a:pt x="2066925" y="0"/>
                </a:lnTo>
                <a:lnTo>
                  <a:pt x="2080260" y="0"/>
                </a:lnTo>
                <a:lnTo>
                  <a:pt x="2093595" y="0"/>
                </a:lnTo>
                <a:lnTo>
                  <a:pt x="2106930" y="0"/>
                </a:lnTo>
                <a:lnTo>
                  <a:pt x="2120265" y="0"/>
                </a:lnTo>
                <a:lnTo>
                  <a:pt x="2133600" y="0"/>
                </a:lnTo>
                <a:lnTo>
                  <a:pt x="2146935" y="0"/>
                </a:lnTo>
                <a:lnTo>
                  <a:pt x="2160270" y="0"/>
                </a:lnTo>
                <a:lnTo>
                  <a:pt x="2173605" y="0"/>
                </a:lnTo>
                <a:lnTo>
                  <a:pt x="2186940" y="0"/>
                </a:lnTo>
                <a:lnTo>
                  <a:pt x="2200275" y="0"/>
                </a:lnTo>
                <a:lnTo>
                  <a:pt x="2213610" y="0"/>
                </a:lnTo>
                <a:lnTo>
                  <a:pt x="2226945" y="0"/>
                </a:lnTo>
                <a:lnTo>
                  <a:pt x="2240280" y="0"/>
                </a:lnTo>
                <a:lnTo>
                  <a:pt x="2253615" y="0"/>
                </a:lnTo>
                <a:lnTo>
                  <a:pt x="2266950" y="0"/>
                </a:lnTo>
                <a:lnTo>
                  <a:pt x="2280285" y="0"/>
                </a:lnTo>
                <a:lnTo>
                  <a:pt x="2293620" y="0"/>
                </a:lnTo>
                <a:lnTo>
                  <a:pt x="2306955" y="0"/>
                </a:lnTo>
                <a:lnTo>
                  <a:pt x="2320290" y="0"/>
                </a:lnTo>
                <a:lnTo>
                  <a:pt x="2333625" y="0"/>
                </a:lnTo>
                <a:lnTo>
                  <a:pt x="2346960" y="0"/>
                </a:lnTo>
                <a:lnTo>
                  <a:pt x="2360295" y="0"/>
                </a:lnTo>
                <a:lnTo>
                  <a:pt x="2373630" y="0"/>
                </a:lnTo>
                <a:lnTo>
                  <a:pt x="2386965" y="0"/>
                </a:lnTo>
                <a:lnTo>
                  <a:pt x="2400300" y="0"/>
                </a:lnTo>
                <a:lnTo>
                  <a:pt x="2413635" y="0"/>
                </a:lnTo>
                <a:lnTo>
                  <a:pt x="2426970" y="0"/>
                </a:lnTo>
                <a:lnTo>
                  <a:pt x="2440305" y="0"/>
                </a:lnTo>
                <a:lnTo>
                  <a:pt x="2453640" y="0"/>
                </a:lnTo>
                <a:lnTo>
                  <a:pt x="2466975" y="0"/>
                </a:lnTo>
                <a:lnTo>
                  <a:pt x="2480310" y="0"/>
                </a:lnTo>
                <a:lnTo>
                  <a:pt x="2493645" y="0"/>
                </a:lnTo>
                <a:lnTo>
                  <a:pt x="2506980" y="0"/>
                </a:lnTo>
                <a:lnTo>
                  <a:pt x="2520315" y="0"/>
                </a:lnTo>
                <a:lnTo>
                  <a:pt x="2533650" y="0"/>
                </a:lnTo>
                <a:lnTo>
                  <a:pt x="2546985" y="0"/>
                </a:lnTo>
                <a:lnTo>
                  <a:pt x="2560320" y="0"/>
                </a:lnTo>
                <a:lnTo>
                  <a:pt x="2573655" y="0"/>
                </a:lnTo>
                <a:lnTo>
                  <a:pt x="2586990" y="0"/>
                </a:lnTo>
                <a:lnTo>
                  <a:pt x="2600325" y="0"/>
                </a:lnTo>
                <a:lnTo>
                  <a:pt x="2613660" y="0"/>
                </a:lnTo>
                <a:lnTo>
                  <a:pt x="2626995" y="0"/>
                </a:lnTo>
                <a:lnTo>
                  <a:pt x="2640330" y="0"/>
                </a:lnTo>
                <a:lnTo>
                  <a:pt x="2653665" y="0"/>
                </a:lnTo>
                <a:lnTo>
                  <a:pt x="2667000" y="0"/>
                </a:lnTo>
                <a:lnTo>
                  <a:pt x="2680335" y="0"/>
                </a:lnTo>
                <a:lnTo>
                  <a:pt x="2693670" y="0"/>
                </a:lnTo>
                <a:lnTo>
                  <a:pt x="2707005" y="0"/>
                </a:lnTo>
                <a:lnTo>
                  <a:pt x="2720340" y="0"/>
                </a:lnTo>
                <a:lnTo>
                  <a:pt x="2733675" y="0"/>
                </a:lnTo>
                <a:lnTo>
                  <a:pt x="2747010" y="0"/>
                </a:lnTo>
                <a:lnTo>
                  <a:pt x="2760345" y="0"/>
                </a:lnTo>
                <a:lnTo>
                  <a:pt x="2773680" y="0"/>
                </a:lnTo>
                <a:lnTo>
                  <a:pt x="2787015" y="0"/>
                </a:lnTo>
                <a:lnTo>
                  <a:pt x="2800350" y="0"/>
                </a:lnTo>
                <a:lnTo>
                  <a:pt x="2813685" y="0"/>
                </a:lnTo>
                <a:lnTo>
                  <a:pt x="2827020" y="0"/>
                </a:lnTo>
                <a:lnTo>
                  <a:pt x="2840355" y="0"/>
                </a:lnTo>
                <a:lnTo>
                  <a:pt x="2853690" y="0"/>
                </a:lnTo>
                <a:lnTo>
                  <a:pt x="2867025" y="0"/>
                </a:lnTo>
                <a:lnTo>
                  <a:pt x="2880360" y="0"/>
                </a:lnTo>
                <a:lnTo>
                  <a:pt x="2893695" y="0"/>
                </a:lnTo>
                <a:lnTo>
                  <a:pt x="2907030" y="0"/>
                </a:lnTo>
                <a:lnTo>
                  <a:pt x="2920365" y="0"/>
                </a:lnTo>
                <a:lnTo>
                  <a:pt x="2933700" y="0"/>
                </a:lnTo>
                <a:lnTo>
                  <a:pt x="2947035" y="0"/>
                </a:lnTo>
                <a:lnTo>
                  <a:pt x="2960370" y="0"/>
                </a:lnTo>
                <a:lnTo>
                  <a:pt x="2973705" y="0"/>
                </a:lnTo>
                <a:lnTo>
                  <a:pt x="2987040" y="0"/>
                </a:lnTo>
                <a:lnTo>
                  <a:pt x="3000375" y="0"/>
                </a:lnTo>
                <a:lnTo>
                  <a:pt x="3013710" y="0"/>
                </a:lnTo>
                <a:lnTo>
                  <a:pt x="3027045" y="0"/>
                </a:lnTo>
                <a:lnTo>
                  <a:pt x="3040380" y="0"/>
                </a:lnTo>
                <a:lnTo>
                  <a:pt x="3053715" y="0"/>
                </a:lnTo>
                <a:lnTo>
                  <a:pt x="3067050" y="0"/>
                </a:lnTo>
                <a:lnTo>
                  <a:pt x="3080385" y="0"/>
                </a:lnTo>
                <a:lnTo>
                  <a:pt x="3093720" y="0"/>
                </a:lnTo>
                <a:lnTo>
                  <a:pt x="3107055" y="0"/>
                </a:lnTo>
                <a:lnTo>
                  <a:pt x="3120390" y="0"/>
                </a:lnTo>
                <a:lnTo>
                  <a:pt x="3133725" y="0"/>
                </a:lnTo>
                <a:lnTo>
                  <a:pt x="3147060" y="0"/>
                </a:lnTo>
                <a:lnTo>
                  <a:pt x="3160395" y="0"/>
                </a:lnTo>
                <a:lnTo>
                  <a:pt x="3173730" y="0"/>
                </a:lnTo>
                <a:lnTo>
                  <a:pt x="3187065" y="0"/>
                </a:lnTo>
                <a:lnTo>
                  <a:pt x="3200400" y="0"/>
                </a:lnTo>
                <a:lnTo>
                  <a:pt x="3213735" y="0"/>
                </a:lnTo>
                <a:lnTo>
                  <a:pt x="3227070" y="0"/>
                </a:lnTo>
                <a:lnTo>
                  <a:pt x="3240405" y="0"/>
                </a:lnTo>
                <a:lnTo>
                  <a:pt x="3253740" y="0"/>
                </a:lnTo>
                <a:lnTo>
                  <a:pt x="3267075" y="0"/>
                </a:lnTo>
                <a:lnTo>
                  <a:pt x="3280410" y="0"/>
                </a:lnTo>
                <a:lnTo>
                  <a:pt x="3293745" y="0"/>
                </a:lnTo>
                <a:lnTo>
                  <a:pt x="3307080" y="0"/>
                </a:lnTo>
                <a:lnTo>
                  <a:pt x="3320415" y="0"/>
                </a:lnTo>
                <a:lnTo>
                  <a:pt x="3333750" y="0"/>
                </a:lnTo>
              </a:path>
            </a:pathLst>
          </a:custGeom>
          <a:noFill xmlns:a="http://schemas.openxmlformats.org/drawingml/2006/main"/>
          <a:ln xmlns:a="http://schemas.openxmlformats.org/drawingml/2006/main" w="12383">
            <a:solidFill>
              <a:srgbClr val="777777"/>
            </a:solidFill>
          </a:ln>
        </p:spPr>
      </p:sp>
      <p:sp>
        <p:nvSpPr>
          <p:cNvPr id="16" name="envelope-1-envelope-1">
            <a:extLst xmlns:a="http://schemas.openxmlformats.org/drawingml/2006/main">
              <a:ext uri="{FF2B5EF4-FFF2-40B4-BE49-F238E27FC236}">
                <a16:creationId xmlns:a16="http://schemas.microsoft.com/office/drawing/2014/main" id="{2B423F5D-6CAE-4693-B0D1-F623C844D342}"/>
              </a:ext>
            </a:extLst>
          </p:cNvPr>
          <p:cNvSpPr>
            <a:spLocks xmlns:a="http://schemas.openxmlformats.org/drawingml/2006/main" noGrp="1"/>
          </p:cNvSpPr>
          <p:nvPr/>
        </p:nvSpPr>
        <p:spPr>
          <a:xfrm xmlns:a="http://schemas.openxmlformats.org/drawingml/2006/main">
            <a:off x="1666875" y="3390900"/>
            <a:ext cx="3333750" cy="95"/>
          </a:xfrm>
          <a:custGeom xmlns:a="http://schemas.openxmlformats.org/drawingml/2006/main">
            <a:pathLst>
              <a:path w="3333750" h="95">
                <a:moveTo>
                  <a:pt x="0" y="0"/>
                </a:moveTo>
                <a:lnTo>
                  <a:pt x="13335" y="0"/>
                </a:lnTo>
                <a:lnTo>
                  <a:pt x="26670" y="0"/>
                </a:lnTo>
                <a:lnTo>
                  <a:pt x="40005" y="0"/>
                </a:lnTo>
                <a:lnTo>
                  <a:pt x="53340" y="0"/>
                </a:lnTo>
                <a:lnTo>
                  <a:pt x="66675" y="0"/>
                </a:lnTo>
                <a:lnTo>
                  <a:pt x="80010" y="0"/>
                </a:lnTo>
                <a:lnTo>
                  <a:pt x="93345" y="0"/>
                </a:lnTo>
                <a:lnTo>
                  <a:pt x="106680" y="0"/>
                </a:lnTo>
                <a:lnTo>
                  <a:pt x="120015" y="0"/>
                </a:lnTo>
                <a:lnTo>
                  <a:pt x="133350" y="0"/>
                </a:lnTo>
                <a:lnTo>
                  <a:pt x="146685" y="0"/>
                </a:lnTo>
                <a:lnTo>
                  <a:pt x="160020" y="0"/>
                </a:lnTo>
                <a:lnTo>
                  <a:pt x="173355" y="0"/>
                </a:lnTo>
                <a:lnTo>
                  <a:pt x="186690" y="0"/>
                </a:lnTo>
                <a:lnTo>
                  <a:pt x="200025" y="0"/>
                </a:lnTo>
                <a:lnTo>
                  <a:pt x="213360" y="0"/>
                </a:lnTo>
                <a:lnTo>
                  <a:pt x="226695" y="0"/>
                </a:lnTo>
                <a:lnTo>
                  <a:pt x="240030" y="0"/>
                </a:lnTo>
                <a:lnTo>
                  <a:pt x="253365" y="0"/>
                </a:lnTo>
                <a:lnTo>
                  <a:pt x="266700" y="0"/>
                </a:lnTo>
                <a:lnTo>
                  <a:pt x="280035" y="0"/>
                </a:lnTo>
                <a:lnTo>
                  <a:pt x="293370" y="0"/>
                </a:lnTo>
                <a:lnTo>
                  <a:pt x="306705" y="0"/>
                </a:lnTo>
                <a:lnTo>
                  <a:pt x="320040" y="0"/>
                </a:lnTo>
                <a:lnTo>
                  <a:pt x="333375" y="0"/>
                </a:lnTo>
                <a:lnTo>
                  <a:pt x="346710" y="0"/>
                </a:lnTo>
                <a:lnTo>
                  <a:pt x="360045" y="0"/>
                </a:lnTo>
                <a:lnTo>
                  <a:pt x="373380" y="0"/>
                </a:lnTo>
                <a:lnTo>
                  <a:pt x="386715" y="0"/>
                </a:lnTo>
                <a:lnTo>
                  <a:pt x="400050" y="0"/>
                </a:lnTo>
                <a:lnTo>
                  <a:pt x="413385" y="0"/>
                </a:lnTo>
                <a:lnTo>
                  <a:pt x="426720" y="0"/>
                </a:lnTo>
                <a:lnTo>
                  <a:pt x="440055" y="0"/>
                </a:lnTo>
                <a:lnTo>
                  <a:pt x="453390" y="0"/>
                </a:lnTo>
                <a:lnTo>
                  <a:pt x="466725" y="0"/>
                </a:lnTo>
                <a:lnTo>
                  <a:pt x="480060" y="0"/>
                </a:lnTo>
                <a:lnTo>
                  <a:pt x="493395" y="0"/>
                </a:lnTo>
                <a:lnTo>
                  <a:pt x="506730" y="0"/>
                </a:lnTo>
                <a:lnTo>
                  <a:pt x="520065" y="0"/>
                </a:lnTo>
                <a:lnTo>
                  <a:pt x="533400" y="0"/>
                </a:lnTo>
                <a:lnTo>
                  <a:pt x="546735" y="0"/>
                </a:lnTo>
                <a:lnTo>
                  <a:pt x="560070" y="0"/>
                </a:lnTo>
                <a:lnTo>
                  <a:pt x="573405" y="0"/>
                </a:lnTo>
                <a:lnTo>
                  <a:pt x="586740" y="0"/>
                </a:lnTo>
                <a:lnTo>
                  <a:pt x="600075" y="0"/>
                </a:lnTo>
                <a:lnTo>
                  <a:pt x="613410" y="0"/>
                </a:lnTo>
                <a:lnTo>
                  <a:pt x="626745" y="0"/>
                </a:lnTo>
                <a:lnTo>
                  <a:pt x="640080" y="0"/>
                </a:lnTo>
                <a:lnTo>
                  <a:pt x="653415" y="0"/>
                </a:lnTo>
                <a:lnTo>
                  <a:pt x="666750" y="0"/>
                </a:lnTo>
                <a:lnTo>
                  <a:pt x="680085" y="0"/>
                </a:lnTo>
                <a:lnTo>
                  <a:pt x="693420" y="0"/>
                </a:lnTo>
                <a:lnTo>
                  <a:pt x="706755" y="0"/>
                </a:lnTo>
                <a:lnTo>
                  <a:pt x="720090" y="0"/>
                </a:lnTo>
                <a:lnTo>
                  <a:pt x="733425" y="0"/>
                </a:lnTo>
                <a:lnTo>
                  <a:pt x="746760" y="0"/>
                </a:lnTo>
                <a:lnTo>
                  <a:pt x="760095" y="0"/>
                </a:lnTo>
                <a:lnTo>
                  <a:pt x="773430" y="0"/>
                </a:lnTo>
                <a:lnTo>
                  <a:pt x="786765" y="0"/>
                </a:lnTo>
                <a:lnTo>
                  <a:pt x="800100" y="0"/>
                </a:lnTo>
                <a:lnTo>
                  <a:pt x="813435" y="0"/>
                </a:lnTo>
                <a:lnTo>
                  <a:pt x="826770" y="0"/>
                </a:lnTo>
                <a:lnTo>
                  <a:pt x="840105" y="0"/>
                </a:lnTo>
                <a:lnTo>
                  <a:pt x="853440" y="0"/>
                </a:lnTo>
                <a:lnTo>
                  <a:pt x="866775" y="0"/>
                </a:lnTo>
                <a:lnTo>
                  <a:pt x="880110" y="0"/>
                </a:lnTo>
                <a:lnTo>
                  <a:pt x="893445" y="0"/>
                </a:lnTo>
                <a:lnTo>
                  <a:pt x="906780" y="0"/>
                </a:lnTo>
                <a:lnTo>
                  <a:pt x="920115" y="0"/>
                </a:lnTo>
                <a:lnTo>
                  <a:pt x="933450" y="0"/>
                </a:lnTo>
                <a:lnTo>
                  <a:pt x="946785" y="0"/>
                </a:lnTo>
                <a:lnTo>
                  <a:pt x="960120" y="0"/>
                </a:lnTo>
                <a:lnTo>
                  <a:pt x="973455" y="0"/>
                </a:lnTo>
                <a:lnTo>
                  <a:pt x="986790" y="0"/>
                </a:lnTo>
                <a:lnTo>
                  <a:pt x="1000125" y="0"/>
                </a:lnTo>
                <a:lnTo>
                  <a:pt x="1013460" y="0"/>
                </a:lnTo>
                <a:lnTo>
                  <a:pt x="1026795" y="0"/>
                </a:lnTo>
                <a:lnTo>
                  <a:pt x="1040130" y="0"/>
                </a:lnTo>
                <a:lnTo>
                  <a:pt x="1053465" y="0"/>
                </a:lnTo>
                <a:lnTo>
                  <a:pt x="1066800" y="0"/>
                </a:lnTo>
                <a:lnTo>
                  <a:pt x="1080135" y="0"/>
                </a:lnTo>
                <a:lnTo>
                  <a:pt x="1093470" y="0"/>
                </a:lnTo>
                <a:lnTo>
                  <a:pt x="1106805" y="0"/>
                </a:lnTo>
                <a:lnTo>
                  <a:pt x="1120140" y="0"/>
                </a:lnTo>
                <a:lnTo>
                  <a:pt x="1133475" y="0"/>
                </a:lnTo>
                <a:lnTo>
                  <a:pt x="1146810" y="0"/>
                </a:lnTo>
                <a:lnTo>
                  <a:pt x="1160145" y="0"/>
                </a:lnTo>
                <a:lnTo>
                  <a:pt x="1173480" y="0"/>
                </a:lnTo>
                <a:lnTo>
                  <a:pt x="1186815" y="0"/>
                </a:lnTo>
                <a:lnTo>
                  <a:pt x="1200150" y="0"/>
                </a:lnTo>
                <a:lnTo>
                  <a:pt x="1213485" y="0"/>
                </a:lnTo>
                <a:lnTo>
                  <a:pt x="1226820" y="0"/>
                </a:lnTo>
                <a:lnTo>
                  <a:pt x="1240155" y="0"/>
                </a:lnTo>
                <a:lnTo>
                  <a:pt x="1253490" y="0"/>
                </a:lnTo>
                <a:lnTo>
                  <a:pt x="1266825" y="0"/>
                </a:lnTo>
                <a:lnTo>
                  <a:pt x="1280160" y="0"/>
                </a:lnTo>
                <a:lnTo>
                  <a:pt x="1293495" y="0"/>
                </a:lnTo>
                <a:lnTo>
                  <a:pt x="1306830" y="0"/>
                </a:lnTo>
                <a:lnTo>
                  <a:pt x="1320165" y="0"/>
                </a:lnTo>
                <a:lnTo>
                  <a:pt x="1333500" y="0"/>
                </a:lnTo>
                <a:lnTo>
                  <a:pt x="1346835" y="0"/>
                </a:lnTo>
                <a:lnTo>
                  <a:pt x="1360170" y="0"/>
                </a:lnTo>
                <a:lnTo>
                  <a:pt x="1373505" y="0"/>
                </a:lnTo>
                <a:lnTo>
                  <a:pt x="1386840" y="0"/>
                </a:lnTo>
                <a:lnTo>
                  <a:pt x="1400175" y="0"/>
                </a:lnTo>
                <a:lnTo>
                  <a:pt x="1413510" y="0"/>
                </a:lnTo>
                <a:lnTo>
                  <a:pt x="1426845" y="0"/>
                </a:lnTo>
                <a:lnTo>
                  <a:pt x="1440180" y="0"/>
                </a:lnTo>
                <a:lnTo>
                  <a:pt x="1453515" y="0"/>
                </a:lnTo>
                <a:lnTo>
                  <a:pt x="1466850" y="0"/>
                </a:lnTo>
                <a:lnTo>
                  <a:pt x="1480185" y="0"/>
                </a:lnTo>
                <a:lnTo>
                  <a:pt x="1493520" y="0"/>
                </a:lnTo>
                <a:lnTo>
                  <a:pt x="1506855" y="0"/>
                </a:lnTo>
                <a:lnTo>
                  <a:pt x="1520190" y="0"/>
                </a:lnTo>
                <a:lnTo>
                  <a:pt x="1533525" y="0"/>
                </a:lnTo>
                <a:lnTo>
                  <a:pt x="1546860" y="0"/>
                </a:lnTo>
                <a:lnTo>
                  <a:pt x="1560195" y="0"/>
                </a:lnTo>
                <a:lnTo>
                  <a:pt x="1573530" y="0"/>
                </a:lnTo>
                <a:lnTo>
                  <a:pt x="1586865" y="0"/>
                </a:lnTo>
                <a:lnTo>
                  <a:pt x="1600200" y="0"/>
                </a:lnTo>
                <a:lnTo>
                  <a:pt x="1613535" y="0"/>
                </a:lnTo>
                <a:lnTo>
                  <a:pt x="1626870" y="0"/>
                </a:lnTo>
                <a:lnTo>
                  <a:pt x="1640205" y="0"/>
                </a:lnTo>
                <a:lnTo>
                  <a:pt x="1653540" y="0"/>
                </a:lnTo>
                <a:lnTo>
                  <a:pt x="1666875" y="0"/>
                </a:lnTo>
                <a:lnTo>
                  <a:pt x="1680210" y="0"/>
                </a:lnTo>
                <a:lnTo>
                  <a:pt x="1693545" y="0"/>
                </a:lnTo>
                <a:lnTo>
                  <a:pt x="1706880" y="0"/>
                </a:lnTo>
                <a:lnTo>
                  <a:pt x="1720215" y="0"/>
                </a:lnTo>
                <a:lnTo>
                  <a:pt x="1733550" y="0"/>
                </a:lnTo>
                <a:lnTo>
                  <a:pt x="1746885" y="0"/>
                </a:lnTo>
                <a:lnTo>
                  <a:pt x="1760220" y="0"/>
                </a:lnTo>
                <a:lnTo>
                  <a:pt x="1773555" y="0"/>
                </a:lnTo>
                <a:lnTo>
                  <a:pt x="1786890" y="0"/>
                </a:lnTo>
                <a:lnTo>
                  <a:pt x="1800225" y="0"/>
                </a:lnTo>
                <a:lnTo>
                  <a:pt x="1813560" y="0"/>
                </a:lnTo>
                <a:lnTo>
                  <a:pt x="1826895" y="0"/>
                </a:lnTo>
                <a:lnTo>
                  <a:pt x="1840230" y="0"/>
                </a:lnTo>
                <a:lnTo>
                  <a:pt x="1853565" y="0"/>
                </a:lnTo>
                <a:lnTo>
                  <a:pt x="1866900" y="0"/>
                </a:lnTo>
                <a:lnTo>
                  <a:pt x="1880235" y="0"/>
                </a:lnTo>
                <a:lnTo>
                  <a:pt x="1893570" y="0"/>
                </a:lnTo>
                <a:lnTo>
                  <a:pt x="1906905" y="0"/>
                </a:lnTo>
                <a:lnTo>
                  <a:pt x="1920240" y="0"/>
                </a:lnTo>
                <a:lnTo>
                  <a:pt x="1933575" y="0"/>
                </a:lnTo>
                <a:lnTo>
                  <a:pt x="1946910" y="0"/>
                </a:lnTo>
                <a:lnTo>
                  <a:pt x="1960245" y="0"/>
                </a:lnTo>
                <a:lnTo>
                  <a:pt x="1973580" y="0"/>
                </a:lnTo>
                <a:lnTo>
                  <a:pt x="1986915" y="0"/>
                </a:lnTo>
                <a:lnTo>
                  <a:pt x="2000250" y="0"/>
                </a:lnTo>
                <a:lnTo>
                  <a:pt x="2013585" y="0"/>
                </a:lnTo>
                <a:lnTo>
                  <a:pt x="2026920" y="0"/>
                </a:lnTo>
                <a:lnTo>
                  <a:pt x="2040255" y="0"/>
                </a:lnTo>
                <a:lnTo>
                  <a:pt x="2053590" y="0"/>
                </a:lnTo>
                <a:lnTo>
                  <a:pt x="2066925" y="0"/>
                </a:lnTo>
                <a:lnTo>
                  <a:pt x="2080260" y="0"/>
                </a:lnTo>
                <a:lnTo>
                  <a:pt x="2093595" y="0"/>
                </a:lnTo>
                <a:lnTo>
                  <a:pt x="2106930" y="0"/>
                </a:lnTo>
                <a:lnTo>
                  <a:pt x="2120265" y="0"/>
                </a:lnTo>
                <a:lnTo>
                  <a:pt x="2133600" y="0"/>
                </a:lnTo>
                <a:lnTo>
                  <a:pt x="2146935" y="0"/>
                </a:lnTo>
                <a:lnTo>
                  <a:pt x="2160270" y="0"/>
                </a:lnTo>
                <a:lnTo>
                  <a:pt x="2173605" y="0"/>
                </a:lnTo>
                <a:lnTo>
                  <a:pt x="2186940" y="0"/>
                </a:lnTo>
                <a:lnTo>
                  <a:pt x="2200275" y="0"/>
                </a:lnTo>
                <a:lnTo>
                  <a:pt x="2213610" y="0"/>
                </a:lnTo>
                <a:lnTo>
                  <a:pt x="2226945" y="0"/>
                </a:lnTo>
                <a:lnTo>
                  <a:pt x="2240280" y="0"/>
                </a:lnTo>
                <a:lnTo>
                  <a:pt x="2253615" y="0"/>
                </a:lnTo>
                <a:lnTo>
                  <a:pt x="2266950" y="0"/>
                </a:lnTo>
                <a:lnTo>
                  <a:pt x="2280285" y="0"/>
                </a:lnTo>
                <a:lnTo>
                  <a:pt x="2293620" y="0"/>
                </a:lnTo>
                <a:lnTo>
                  <a:pt x="2306955" y="0"/>
                </a:lnTo>
                <a:lnTo>
                  <a:pt x="2320290" y="0"/>
                </a:lnTo>
                <a:lnTo>
                  <a:pt x="2333625" y="0"/>
                </a:lnTo>
                <a:lnTo>
                  <a:pt x="2346960" y="0"/>
                </a:lnTo>
                <a:lnTo>
                  <a:pt x="2360295" y="0"/>
                </a:lnTo>
                <a:lnTo>
                  <a:pt x="2373630" y="0"/>
                </a:lnTo>
                <a:lnTo>
                  <a:pt x="2386965" y="0"/>
                </a:lnTo>
                <a:lnTo>
                  <a:pt x="2400300" y="0"/>
                </a:lnTo>
                <a:lnTo>
                  <a:pt x="2413635" y="0"/>
                </a:lnTo>
                <a:lnTo>
                  <a:pt x="2426970" y="0"/>
                </a:lnTo>
                <a:lnTo>
                  <a:pt x="2440305" y="0"/>
                </a:lnTo>
                <a:lnTo>
                  <a:pt x="2453640" y="0"/>
                </a:lnTo>
                <a:lnTo>
                  <a:pt x="2466975" y="0"/>
                </a:lnTo>
                <a:lnTo>
                  <a:pt x="2480310" y="0"/>
                </a:lnTo>
                <a:lnTo>
                  <a:pt x="2493645" y="0"/>
                </a:lnTo>
                <a:lnTo>
                  <a:pt x="2506980" y="0"/>
                </a:lnTo>
                <a:lnTo>
                  <a:pt x="2520315" y="0"/>
                </a:lnTo>
                <a:lnTo>
                  <a:pt x="2533650" y="0"/>
                </a:lnTo>
                <a:lnTo>
                  <a:pt x="2546985" y="0"/>
                </a:lnTo>
                <a:lnTo>
                  <a:pt x="2560320" y="0"/>
                </a:lnTo>
                <a:lnTo>
                  <a:pt x="2573655" y="0"/>
                </a:lnTo>
                <a:lnTo>
                  <a:pt x="2586990" y="0"/>
                </a:lnTo>
                <a:lnTo>
                  <a:pt x="2600325" y="0"/>
                </a:lnTo>
                <a:lnTo>
                  <a:pt x="2613660" y="0"/>
                </a:lnTo>
                <a:lnTo>
                  <a:pt x="2626995" y="0"/>
                </a:lnTo>
                <a:lnTo>
                  <a:pt x="2640330" y="0"/>
                </a:lnTo>
                <a:lnTo>
                  <a:pt x="2653665" y="0"/>
                </a:lnTo>
                <a:lnTo>
                  <a:pt x="2667000" y="0"/>
                </a:lnTo>
                <a:lnTo>
                  <a:pt x="2680335" y="0"/>
                </a:lnTo>
                <a:lnTo>
                  <a:pt x="2693670" y="0"/>
                </a:lnTo>
                <a:lnTo>
                  <a:pt x="2707005" y="0"/>
                </a:lnTo>
                <a:lnTo>
                  <a:pt x="2720340" y="0"/>
                </a:lnTo>
                <a:lnTo>
                  <a:pt x="2733675" y="0"/>
                </a:lnTo>
                <a:lnTo>
                  <a:pt x="2747010" y="0"/>
                </a:lnTo>
                <a:lnTo>
                  <a:pt x="2760345" y="0"/>
                </a:lnTo>
                <a:lnTo>
                  <a:pt x="2773680" y="0"/>
                </a:lnTo>
                <a:lnTo>
                  <a:pt x="2787015" y="0"/>
                </a:lnTo>
                <a:lnTo>
                  <a:pt x="2800350" y="0"/>
                </a:lnTo>
                <a:lnTo>
                  <a:pt x="2813685" y="0"/>
                </a:lnTo>
                <a:lnTo>
                  <a:pt x="2827020" y="0"/>
                </a:lnTo>
                <a:lnTo>
                  <a:pt x="2840355" y="0"/>
                </a:lnTo>
                <a:lnTo>
                  <a:pt x="2853690" y="0"/>
                </a:lnTo>
                <a:lnTo>
                  <a:pt x="2867025" y="0"/>
                </a:lnTo>
                <a:lnTo>
                  <a:pt x="2880360" y="0"/>
                </a:lnTo>
                <a:lnTo>
                  <a:pt x="2893695" y="0"/>
                </a:lnTo>
                <a:lnTo>
                  <a:pt x="2907030" y="0"/>
                </a:lnTo>
                <a:lnTo>
                  <a:pt x="2920365" y="0"/>
                </a:lnTo>
                <a:lnTo>
                  <a:pt x="2933700" y="0"/>
                </a:lnTo>
                <a:lnTo>
                  <a:pt x="2947035" y="0"/>
                </a:lnTo>
                <a:lnTo>
                  <a:pt x="2960370" y="0"/>
                </a:lnTo>
                <a:lnTo>
                  <a:pt x="2973705" y="0"/>
                </a:lnTo>
                <a:lnTo>
                  <a:pt x="2987040" y="0"/>
                </a:lnTo>
                <a:lnTo>
                  <a:pt x="3000375" y="0"/>
                </a:lnTo>
                <a:lnTo>
                  <a:pt x="3013710" y="0"/>
                </a:lnTo>
                <a:lnTo>
                  <a:pt x="3027045" y="0"/>
                </a:lnTo>
                <a:lnTo>
                  <a:pt x="3040380" y="0"/>
                </a:lnTo>
                <a:lnTo>
                  <a:pt x="3053715" y="0"/>
                </a:lnTo>
                <a:lnTo>
                  <a:pt x="3067050" y="0"/>
                </a:lnTo>
                <a:lnTo>
                  <a:pt x="3080385" y="0"/>
                </a:lnTo>
                <a:lnTo>
                  <a:pt x="3093720" y="0"/>
                </a:lnTo>
                <a:lnTo>
                  <a:pt x="3107055" y="0"/>
                </a:lnTo>
                <a:lnTo>
                  <a:pt x="3120390" y="0"/>
                </a:lnTo>
                <a:lnTo>
                  <a:pt x="3133725" y="0"/>
                </a:lnTo>
                <a:lnTo>
                  <a:pt x="3147060" y="0"/>
                </a:lnTo>
                <a:lnTo>
                  <a:pt x="3160395" y="0"/>
                </a:lnTo>
                <a:lnTo>
                  <a:pt x="3173730" y="0"/>
                </a:lnTo>
                <a:lnTo>
                  <a:pt x="3187065" y="0"/>
                </a:lnTo>
                <a:lnTo>
                  <a:pt x="3200400" y="0"/>
                </a:lnTo>
                <a:lnTo>
                  <a:pt x="3213735" y="0"/>
                </a:lnTo>
                <a:lnTo>
                  <a:pt x="3227070" y="0"/>
                </a:lnTo>
                <a:lnTo>
                  <a:pt x="3240405" y="0"/>
                </a:lnTo>
                <a:lnTo>
                  <a:pt x="3253740" y="0"/>
                </a:lnTo>
                <a:lnTo>
                  <a:pt x="3267075" y="0"/>
                </a:lnTo>
                <a:lnTo>
                  <a:pt x="3280410" y="0"/>
                </a:lnTo>
                <a:lnTo>
                  <a:pt x="3293745" y="0"/>
                </a:lnTo>
                <a:lnTo>
                  <a:pt x="3307080" y="0"/>
                </a:lnTo>
                <a:lnTo>
                  <a:pt x="3320415" y="0"/>
                </a:lnTo>
                <a:lnTo>
                  <a:pt x="3333750" y="0"/>
                </a:lnTo>
              </a:path>
            </a:pathLst>
          </a:custGeom>
          <a:noFill xmlns:a="http://schemas.openxmlformats.org/drawingml/2006/main"/>
          <a:ln xmlns:a="http://schemas.openxmlformats.org/drawingml/2006/main" w="12383">
            <a:solidFill>
              <a:srgbClr val="777777"/>
            </a:solidFill>
          </a:ln>
        </p:spPr>
      </p:sp>
      <p:sp>
        <p:nvSpPr>
          <p:cNvPr id="17" name="envelope-y-1">
            <a:extLst xmlns:a="http://schemas.openxmlformats.org/drawingml/2006/main">
              <a:ext uri="{FF2B5EF4-FFF2-40B4-BE49-F238E27FC236}">
                <a16:creationId xmlns:a16="http://schemas.microsoft.com/office/drawing/2014/main" id="{0643AFD1-DFBD-455F-AEDC-78E6B31133CA}"/>
              </a:ext>
            </a:extLst>
          </p:cNvPr>
          <p:cNvSpPr>
            <a:spLocks xmlns:a="http://schemas.openxmlformats.org/drawingml/2006/main" noGrp="1"/>
          </p:cNvSpPr>
          <p:nvPr/>
        </p:nvSpPr>
        <p:spPr>
          <a:xfrm xmlns:a="http://schemas.openxmlformats.org/drawingml/2006/main">
            <a:off x="1666875" y="3155633"/>
            <a:ext cx="95" cy="1194435"/>
          </a:xfrm>
          <a:custGeom xmlns:a="http://schemas.openxmlformats.org/drawingml/2006/main">
            <a:pathLst>
              <a:path w="95" h="1194435">
                <a:moveTo>
                  <a:pt x="0" y="0"/>
                </a:moveTo>
                <a:lnTo>
                  <a:pt x="0" y="1194435"/>
                </a:lnTo>
              </a:path>
            </a:pathLst>
          </a:custGeom>
          <a:noFill xmlns:a="http://schemas.openxmlformats.org/drawingml/2006/main"/>
          <a:ln xmlns:a="http://schemas.openxmlformats.org/drawingml/2006/main" w="9525">
            <a:solidFill>
              <a:srgbClr val="777777"/>
            </a:solidFill>
          </a:ln>
        </p:spPr>
      </p:sp>
      <p:sp>
        <p:nvSpPr>
          <p:cNvPr id="18" name="envelope-y-1-tick-0">
            <a:extLst xmlns:a="http://schemas.openxmlformats.org/drawingml/2006/main">
              <a:ext uri="{FF2B5EF4-FFF2-40B4-BE49-F238E27FC236}">
                <a16:creationId xmlns:a16="http://schemas.microsoft.com/office/drawing/2014/main" id="{54F8277B-62A2-4AA1-B418-793DA62837FF}"/>
              </a:ext>
            </a:extLst>
          </p:cNvPr>
          <p:cNvSpPr>
            <a:spLocks xmlns:a="http://schemas.openxmlformats.org/drawingml/2006/main" noGrp="1"/>
          </p:cNvSpPr>
          <p:nvPr/>
        </p:nvSpPr>
        <p:spPr>
          <a:xfrm xmlns:a="http://schemas.openxmlformats.org/drawingml/2006/main">
            <a:off x="1619250" y="41148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envelope-y-1-tick-1">
            <a:extLst xmlns:a="http://schemas.openxmlformats.org/drawingml/2006/main">
              <a:ext uri="{FF2B5EF4-FFF2-40B4-BE49-F238E27FC236}">
                <a16:creationId xmlns:a16="http://schemas.microsoft.com/office/drawing/2014/main" id="{E71014EF-1863-4368-A464-4E7CB0394659}"/>
              </a:ext>
            </a:extLst>
          </p:cNvPr>
          <p:cNvSpPr>
            <a:spLocks xmlns:a="http://schemas.openxmlformats.org/drawingml/2006/main" noGrp="1"/>
          </p:cNvSpPr>
          <p:nvPr/>
        </p:nvSpPr>
        <p:spPr>
          <a:xfrm xmlns:a="http://schemas.openxmlformats.org/drawingml/2006/main">
            <a:off x="1619250" y="375285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0" name="envelope-y-1-tick-2">
            <a:extLst xmlns:a="http://schemas.openxmlformats.org/drawingml/2006/main">
              <a:ext uri="{FF2B5EF4-FFF2-40B4-BE49-F238E27FC236}">
                <a16:creationId xmlns:a16="http://schemas.microsoft.com/office/drawing/2014/main" id="{61CC051F-5D20-4509-AA42-E067D0EDE6DE}"/>
              </a:ext>
            </a:extLst>
          </p:cNvPr>
          <p:cNvSpPr>
            <a:spLocks xmlns:a="http://schemas.openxmlformats.org/drawingml/2006/main" noGrp="1"/>
          </p:cNvSpPr>
          <p:nvPr/>
        </p:nvSpPr>
        <p:spPr>
          <a:xfrm xmlns:a="http://schemas.openxmlformats.org/drawingml/2006/main">
            <a:off x="1619250" y="33909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1" name="envelope-2-axis-shaft">
            <a:extLst xmlns:a="http://schemas.openxmlformats.org/drawingml/2006/main">
              <a:ext uri="{FF2B5EF4-FFF2-40B4-BE49-F238E27FC236}">
                <a16:creationId xmlns:a16="http://schemas.microsoft.com/office/drawing/2014/main" id="{EB804F87-4D71-421C-81C7-3061B3C90F52}"/>
              </a:ext>
            </a:extLst>
          </p:cNvPr>
          <p:cNvSpPr>
            <a:spLocks xmlns:a="http://schemas.openxmlformats.org/drawingml/2006/main" noGrp="1"/>
          </p:cNvSpPr>
          <p:nvPr/>
        </p:nvSpPr>
        <p:spPr>
          <a:xfrm xmlns:a="http://schemas.openxmlformats.org/drawingml/2006/main">
            <a:off x="7477125" y="3752850"/>
            <a:ext cx="32480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2" name="envelope-2-axis-head">
            <a:extLst xmlns:a="http://schemas.openxmlformats.org/drawingml/2006/main">
              <a:ext uri="{FF2B5EF4-FFF2-40B4-BE49-F238E27FC236}">
                <a16:creationId xmlns:a16="http://schemas.microsoft.com/office/drawing/2014/main" id="{014D0930-5794-4915-8908-C121F348EB98}"/>
              </a:ext>
            </a:extLst>
          </p:cNvPr>
          <p:cNvSpPr>
            <a:spLocks xmlns:a="http://schemas.openxmlformats.org/drawingml/2006/main" noGrp="1"/>
          </p:cNvSpPr>
          <p:nvPr/>
        </p:nvSpPr>
        <p:spPr>
          <a:xfrm xmlns:a="http://schemas.openxmlformats.org/drawingml/2006/main" rot="5400000">
            <a:off x="10706100" y="37099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3" name="envelope-2-tick-0">
            <a:extLst xmlns:a="http://schemas.openxmlformats.org/drawingml/2006/main">
              <a:ext uri="{FF2B5EF4-FFF2-40B4-BE49-F238E27FC236}">
                <a16:creationId xmlns:a16="http://schemas.microsoft.com/office/drawing/2014/main" id="{F40C7CD0-3646-40AA-9F2A-05734DA5E61A}"/>
              </a:ext>
            </a:extLst>
          </p:cNvPr>
          <p:cNvSpPr>
            <a:spLocks xmlns:a="http://schemas.openxmlformats.org/drawingml/2006/main" noGrp="1"/>
          </p:cNvSpPr>
          <p:nvPr/>
        </p:nvSpPr>
        <p:spPr>
          <a:xfrm xmlns:a="http://schemas.openxmlformats.org/drawingml/2006/main">
            <a:off x="7477125" y="3752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envelope-2-tick-1">
            <a:extLst xmlns:a="http://schemas.openxmlformats.org/drawingml/2006/main">
              <a:ext uri="{FF2B5EF4-FFF2-40B4-BE49-F238E27FC236}">
                <a16:creationId xmlns:a16="http://schemas.microsoft.com/office/drawing/2014/main" id="{55112E1F-602D-49C9-9877-3759C51761FF}"/>
              </a:ext>
            </a:extLst>
          </p:cNvPr>
          <p:cNvSpPr>
            <a:spLocks xmlns:a="http://schemas.openxmlformats.org/drawingml/2006/main" noGrp="1"/>
          </p:cNvSpPr>
          <p:nvPr/>
        </p:nvSpPr>
        <p:spPr>
          <a:xfrm xmlns:a="http://schemas.openxmlformats.org/drawingml/2006/main">
            <a:off x="10810875" y="3752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envelope-2-wave">
            <a:extLst xmlns:a="http://schemas.openxmlformats.org/drawingml/2006/main">
              <a:ext uri="{FF2B5EF4-FFF2-40B4-BE49-F238E27FC236}">
                <a16:creationId xmlns:a16="http://schemas.microsoft.com/office/drawing/2014/main" id="{EF14A7A0-52EE-47BA-95B2-1D0754B4BDEF}"/>
              </a:ext>
            </a:extLst>
          </p:cNvPr>
          <p:cNvSpPr>
            <a:spLocks xmlns:a="http://schemas.openxmlformats.org/drawingml/2006/main" noGrp="1"/>
          </p:cNvSpPr>
          <p:nvPr/>
        </p:nvSpPr>
        <p:spPr>
          <a:xfrm xmlns:a="http://schemas.openxmlformats.org/drawingml/2006/main">
            <a:off x="7477125" y="3390900"/>
            <a:ext cx="3333750" cy="723900"/>
          </a:xfrm>
          <a:custGeom xmlns:a="http://schemas.openxmlformats.org/drawingml/2006/main">
            <a:pathLst>
              <a:path w="3333750" h="723900">
                <a:moveTo>
                  <a:pt x="0" y="0"/>
                </a:moveTo>
                <a:lnTo>
                  <a:pt x="3704" y="2621"/>
                </a:lnTo>
                <a:lnTo>
                  <a:pt x="7408" y="10448"/>
                </a:lnTo>
                <a:lnTo>
                  <a:pt x="11112" y="23365"/>
                </a:lnTo>
                <a:lnTo>
                  <a:pt x="14817" y="41186"/>
                </a:lnTo>
                <a:lnTo>
                  <a:pt x="18521" y="63650"/>
                </a:lnTo>
                <a:lnTo>
                  <a:pt x="22225" y="90433"/>
                </a:lnTo>
                <a:lnTo>
                  <a:pt x="25929" y="121144"/>
                </a:lnTo>
                <a:lnTo>
                  <a:pt x="29633" y="155337"/>
                </a:lnTo>
                <a:lnTo>
                  <a:pt x="33338" y="192517"/>
                </a:lnTo>
                <a:lnTo>
                  <a:pt x="37042" y="232143"/>
                </a:lnTo>
                <a:lnTo>
                  <a:pt x="40746" y="273641"/>
                </a:lnTo>
                <a:lnTo>
                  <a:pt x="44450" y="316410"/>
                </a:lnTo>
                <a:lnTo>
                  <a:pt x="48154" y="359829"/>
                </a:lnTo>
                <a:lnTo>
                  <a:pt x="51858" y="403272"/>
                </a:lnTo>
                <a:lnTo>
                  <a:pt x="55563" y="446109"/>
                </a:lnTo>
                <a:lnTo>
                  <a:pt x="59267" y="487722"/>
                </a:lnTo>
                <a:lnTo>
                  <a:pt x="62971" y="527510"/>
                </a:lnTo>
                <a:lnTo>
                  <a:pt x="66675" y="564901"/>
                </a:lnTo>
                <a:lnTo>
                  <a:pt x="70379" y="599357"/>
                </a:lnTo>
                <a:lnTo>
                  <a:pt x="74083" y="630382"/>
                </a:lnTo>
                <a:lnTo>
                  <a:pt x="77787" y="657532"/>
                </a:lnTo>
                <a:lnTo>
                  <a:pt x="81492" y="680421"/>
                </a:lnTo>
                <a:lnTo>
                  <a:pt x="85196" y="698721"/>
                </a:lnTo>
                <a:lnTo>
                  <a:pt x="88900" y="712174"/>
                </a:lnTo>
                <a:lnTo>
                  <a:pt x="92604" y="720591"/>
                </a:lnTo>
                <a:lnTo>
                  <a:pt x="96308" y="723857"/>
                </a:lnTo>
                <a:lnTo>
                  <a:pt x="100013" y="721930"/>
                </a:lnTo>
                <a:lnTo>
                  <a:pt x="103717" y="714844"/>
                </a:lnTo>
                <a:lnTo>
                  <a:pt x="107421" y="702706"/>
                </a:lnTo>
                <a:lnTo>
                  <a:pt x="111125" y="685696"/>
                </a:lnTo>
                <a:lnTo>
                  <a:pt x="114829" y="664064"/>
                </a:lnTo>
                <a:lnTo>
                  <a:pt x="118533" y="638125"/>
                </a:lnTo>
                <a:lnTo>
                  <a:pt x="122238" y="608255"/>
                </a:lnTo>
                <a:lnTo>
                  <a:pt x="125942" y="574887"/>
                </a:lnTo>
                <a:lnTo>
                  <a:pt x="129646" y="538500"/>
                </a:lnTo>
                <a:lnTo>
                  <a:pt x="133350" y="499619"/>
                </a:lnTo>
                <a:lnTo>
                  <a:pt x="137054" y="458800"/>
                </a:lnTo>
                <a:lnTo>
                  <a:pt x="140758" y="416626"/>
                </a:lnTo>
                <a:lnTo>
                  <a:pt x="144462" y="373699"/>
                </a:lnTo>
                <a:lnTo>
                  <a:pt x="148167" y="330629"/>
                </a:lnTo>
                <a:lnTo>
                  <a:pt x="151871" y="288026"/>
                </a:lnTo>
                <a:lnTo>
                  <a:pt x="155575" y="246494"/>
                </a:lnTo>
                <a:lnTo>
                  <a:pt x="159279" y="206616"/>
                </a:lnTo>
                <a:lnTo>
                  <a:pt x="162983" y="168955"/>
                </a:lnTo>
                <a:lnTo>
                  <a:pt x="166688" y="134036"/>
                </a:lnTo>
                <a:lnTo>
                  <a:pt x="170392" y="102346"/>
                </a:lnTo>
                <a:lnTo>
                  <a:pt x="174096" y="74326"/>
                </a:lnTo>
                <a:lnTo>
                  <a:pt x="177800" y="50361"/>
                </a:lnTo>
                <a:lnTo>
                  <a:pt x="181504" y="30781"/>
                </a:lnTo>
                <a:lnTo>
                  <a:pt x="185208" y="15850"/>
                </a:lnTo>
                <a:lnTo>
                  <a:pt x="188913" y="5767"/>
                </a:lnTo>
                <a:lnTo>
                  <a:pt x="192617" y="663"/>
                </a:lnTo>
                <a:lnTo>
                  <a:pt x="196321" y="599"/>
                </a:lnTo>
                <a:lnTo>
                  <a:pt x="200025" y="5565"/>
                </a:lnTo>
                <a:lnTo>
                  <a:pt x="203729" y="15479"/>
                </a:lnTo>
                <a:lnTo>
                  <a:pt x="207433" y="30193"/>
                </a:lnTo>
                <a:lnTo>
                  <a:pt x="211137" y="49492"/>
                </a:lnTo>
                <a:lnTo>
                  <a:pt x="214842" y="73097"/>
                </a:lnTo>
                <a:lnTo>
                  <a:pt x="218546" y="100672"/>
                </a:lnTo>
                <a:lnTo>
                  <a:pt x="222250" y="131826"/>
                </a:lnTo>
                <a:lnTo>
                  <a:pt x="225954" y="166121"/>
                </a:lnTo>
                <a:lnTo>
                  <a:pt x="229658" y="203078"/>
                </a:lnTo>
                <a:lnTo>
                  <a:pt x="233363" y="242182"/>
                </a:lnTo>
                <a:lnTo>
                  <a:pt x="237067" y="282891"/>
                </a:lnTo>
                <a:lnTo>
                  <a:pt x="240771" y="324644"/>
                </a:lnTo>
                <a:lnTo>
                  <a:pt x="244475" y="366868"/>
                </a:lnTo>
                <a:lnTo>
                  <a:pt x="248179" y="408987"/>
                </a:lnTo>
                <a:lnTo>
                  <a:pt x="251883" y="450426"/>
                </a:lnTo>
                <a:lnTo>
                  <a:pt x="255588" y="490626"/>
                </a:lnTo>
                <a:lnTo>
                  <a:pt x="259292" y="529045"/>
                </a:lnTo>
                <a:lnTo>
                  <a:pt x="262996" y="565168"/>
                </a:lnTo>
                <a:lnTo>
                  <a:pt x="266700" y="598514"/>
                </a:lnTo>
                <a:lnTo>
                  <a:pt x="270404" y="628643"/>
                </a:lnTo>
                <a:lnTo>
                  <a:pt x="274108" y="655159"/>
                </a:lnTo>
                <a:lnTo>
                  <a:pt x="277812" y="677717"/>
                </a:lnTo>
                <a:lnTo>
                  <a:pt x="281517" y="696028"/>
                </a:lnTo>
                <a:lnTo>
                  <a:pt x="285221" y="709860"/>
                </a:lnTo>
                <a:lnTo>
                  <a:pt x="288925" y="719044"/>
                </a:lnTo>
                <a:lnTo>
                  <a:pt x="292629" y="723471"/>
                </a:lnTo>
                <a:lnTo>
                  <a:pt x="296333" y="723100"/>
                </a:lnTo>
                <a:lnTo>
                  <a:pt x="300038" y="717950"/>
                </a:lnTo>
                <a:lnTo>
                  <a:pt x="303742" y="708107"/>
                </a:lnTo>
                <a:lnTo>
                  <a:pt x="307446" y="693715"/>
                </a:lnTo>
                <a:lnTo>
                  <a:pt x="311150" y="674981"/>
                </a:lnTo>
                <a:lnTo>
                  <a:pt x="314854" y="652164"/>
                </a:lnTo>
                <a:lnTo>
                  <a:pt x="318558" y="625579"/>
                </a:lnTo>
                <a:lnTo>
                  <a:pt x="322263" y="595586"/>
                </a:lnTo>
                <a:lnTo>
                  <a:pt x="325967" y="562588"/>
                </a:lnTo>
                <a:lnTo>
                  <a:pt x="329671" y="527026"/>
                </a:lnTo>
                <a:lnTo>
                  <a:pt x="333375" y="489370"/>
                </a:lnTo>
                <a:lnTo>
                  <a:pt x="337079" y="450114"/>
                </a:lnTo>
                <a:lnTo>
                  <a:pt x="340783" y="409772"/>
                </a:lnTo>
                <a:lnTo>
                  <a:pt x="344487" y="368868"/>
                </a:lnTo>
                <a:lnTo>
                  <a:pt x="348192" y="327927"/>
                </a:lnTo>
                <a:lnTo>
                  <a:pt x="351896" y="287475"/>
                </a:lnTo>
                <a:lnTo>
                  <a:pt x="355600" y="248026"/>
                </a:lnTo>
                <a:lnTo>
                  <a:pt x="359304" y="210079"/>
                </a:lnTo>
                <a:lnTo>
                  <a:pt x="363008" y="174110"/>
                </a:lnTo>
                <a:lnTo>
                  <a:pt x="366713" y="140565"/>
                </a:lnTo>
                <a:lnTo>
                  <a:pt x="370417" y="109860"/>
                </a:lnTo>
                <a:lnTo>
                  <a:pt x="374121" y="82369"/>
                </a:lnTo>
                <a:lnTo>
                  <a:pt x="377825" y="58423"/>
                </a:lnTo>
                <a:lnTo>
                  <a:pt x="381529" y="38309"/>
                </a:lnTo>
                <a:lnTo>
                  <a:pt x="385233" y="22261"/>
                </a:lnTo>
                <a:lnTo>
                  <a:pt x="388938" y="10460"/>
                </a:lnTo>
                <a:lnTo>
                  <a:pt x="392642" y="3036"/>
                </a:lnTo>
                <a:lnTo>
                  <a:pt x="396346" y="61"/>
                </a:lnTo>
                <a:lnTo>
                  <a:pt x="400050" y="1552"/>
                </a:lnTo>
                <a:lnTo>
                  <a:pt x="403754" y="7471"/>
                </a:lnTo>
                <a:lnTo>
                  <a:pt x="407458" y="17725"/>
                </a:lnTo>
                <a:lnTo>
                  <a:pt x="411162" y="32168"/>
                </a:lnTo>
                <a:lnTo>
                  <a:pt x="414867" y="50607"/>
                </a:lnTo>
                <a:lnTo>
                  <a:pt x="418571" y="72797"/>
                </a:lnTo>
                <a:lnTo>
                  <a:pt x="422275" y="98452"/>
                </a:lnTo>
                <a:lnTo>
                  <a:pt x="425979" y="127246"/>
                </a:lnTo>
                <a:lnTo>
                  <a:pt x="429683" y="158817"/>
                </a:lnTo>
                <a:lnTo>
                  <a:pt x="433388" y="192773"/>
                </a:lnTo>
                <a:lnTo>
                  <a:pt x="437092" y="228696"/>
                </a:lnTo>
                <a:lnTo>
                  <a:pt x="440796" y="266148"/>
                </a:lnTo>
                <a:lnTo>
                  <a:pt x="444500" y="304675"/>
                </a:lnTo>
                <a:lnTo>
                  <a:pt x="448204" y="343817"/>
                </a:lnTo>
                <a:lnTo>
                  <a:pt x="451908" y="383107"/>
                </a:lnTo>
                <a:lnTo>
                  <a:pt x="455613" y="422082"/>
                </a:lnTo>
                <a:lnTo>
                  <a:pt x="459317" y="460287"/>
                </a:lnTo>
                <a:lnTo>
                  <a:pt x="463021" y="497279"/>
                </a:lnTo>
                <a:lnTo>
                  <a:pt x="466725" y="532632"/>
                </a:lnTo>
                <a:lnTo>
                  <a:pt x="470429" y="565946"/>
                </a:lnTo>
                <a:lnTo>
                  <a:pt x="474133" y="596844"/>
                </a:lnTo>
                <a:lnTo>
                  <a:pt x="477837" y="624984"/>
                </a:lnTo>
                <a:lnTo>
                  <a:pt x="481542" y="650057"/>
                </a:lnTo>
                <a:lnTo>
                  <a:pt x="485246" y="671792"/>
                </a:lnTo>
                <a:lnTo>
                  <a:pt x="488950" y="689959"/>
                </a:lnTo>
                <a:lnTo>
                  <a:pt x="492654" y="704371"/>
                </a:lnTo>
                <a:lnTo>
                  <a:pt x="496358" y="714884"/>
                </a:lnTo>
                <a:lnTo>
                  <a:pt x="500063" y="721403"/>
                </a:lnTo>
                <a:lnTo>
                  <a:pt x="503767" y="723876"/>
                </a:lnTo>
                <a:lnTo>
                  <a:pt x="507471" y="722297"/>
                </a:lnTo>
                <a:lnTo>
                  <a:pt x="511175" y="716707"/>
                </a:lnTo>
                <a:lnTo>
                  <a:pt x="514879" y="707190"/>
                </a:lnTo>
                <a:lnTo>
                  <a:pt x="518583" y="693875"/>
                </a:lnTo>
                <a:lnTo>
                  <a:pt x="522288" y="676931"/>
                </a:lnTo>
                <a:lnTo>
                  <a:pt x="525992" y="656563"/>
                </a:lnTo>
                <a:lnTo>
                  <a:pt x="529696" y="633015"/>
                </a:lnTo>
                <a:lnTo>
                  <a:pt x="533400" y="606563"/>
                </a:lnTo>
                <a:lnTo>
                  <a:pt x="537104" y="577511"/>
                </a:lnTo>
                <a:lnTo>
                  <a:pt x="540808" y="546188"/>
                </a:lnTo>
                <a:lnTo>
                  <a:pt x="544512" y="512946"/>
                </a:lnTo>
                <a:lnTo>
                  <a:pt x="548217" y="478152"/>
                </a:lnTo>
                <a:lnTo>
                  <a:pt x="551921" y="442189"/>
                </a:lnTo>
                <a:lnTo>
                  <a:pt x="555625" y="405446"/>
                </a:lnTo>
                <a:lnTo>
                  <a:pt x="559329" y="368318"/>
                </a:lnTo>
                <a:lnTo>
                  <a:pt x="563033" y="331199"/>
                </a:lnTo>
                <a:lnTo>
                  <a:pt x="566738" y="294479"/>
                </a:lnTo>
                <a:lnTo>
                  <a:pt x="570442" y="258541"/>
                </a:lnTo>
                <a:lnTo>
                  <a:pt x="574146" y="223754"/>
                </a:lnTo>
                <a:lnTo>
                  <a:pt x="577850" y="190473"/>
                </a:lnTo>
                <a:lnTo>
                  <a:pt x="581554" y="159032"/>
                </a:lnTo>
                <a:lnTo>
                  <a:pt x="585258" y="129743"/>
                </a:lnTo>
                <a:lnTo>
                  <a:pt x="588963" y="102894"/>
                </a:lnTo>
                <a:lnTo>
                  <a:pt x="592667" y="78742"/>
                </a:lnTo>
                <a:lnTo>
                  <a:pt x="596371" y="57515"/>
                </a:lnTo>
                <a:lnTo>
                  <a:pt x="600075" y="39410"/>
                </a:lnTo>
                <a:lnTo>
                  <a:pt x="603779" y="24589"/>
                </a:lnTo>
                <a:lnTo>
                  <a:pt x="607483" y="13178"/>
                </a:lnTo>
                <a:lnTo>
                  <a:pt x="611187" y="5269"/>
                </a:lnTo>
                <a:lnTo>
                  <a:pt x="614892" y="918"/>
                </a:lnTo>
                <a:lnTo>
                  <a:pt x="618596" y="143"/>
                </a:lnTo>
                <a:lnTo>
                  <a:pt x="622300" y="2929"/>
                </a:lnTo>
                <a:lnTo>
                  <a:pt x="626004" y="9224"/>
                </a:lnTo>
                <a:lnTo>
                  <a:pt x="629708" y="18943"/>
                </a:lnTo>
                <a:lnTo>
                  <a:pt x="633413" y="31967"/>
                </a:lnTo>
                <a:lnTo>
                  <a:pt x="637117" y="48149"/>
                </a:lnTo>
                <a:lnTo>
                  <a:pt x="640821" y="67310"/>
                </a:lnTo>
                <a:lnTo>
                  <a:pt x="644525" y="89246"/>
                </a:lnTo>
                <a:lnTo>
                  <a:pt x="648229" y="113728"/>
                </a:lnTo>
                <a:lnTo>
                  <a:pt x="651933" y="140506"/>
                </a:lnTo>
                <a:lnTo>
                  <a:pt x="655638" y="169310"/>
                </a:lnTo>
                <a:lnTo>
                  <a:pt x="659342" y="199856"/>
                </a:lnTo>
                <a:lnTo>
                  <a:pt x="663046" y="231843"/>
                </a:lnTo>
                <a:lnTo>
                  <a:pt x="666750" y="264965"/>
                </a:lnTo>
                <a:lnTo>
                  <a:pt x="670454" y="298905"/>
                </a:lnTo>
                <a:lnTo>
                  <a:pt x="674158" y="333344"/>
                </a:lnTo>
                <a:lnTo>
                  <a:pt x="677862" y="367963"/>
                </a:lnTo>
                <a:lnTo>
                  <a:pt x="681567" y="402442"/>
                </a:lnTo>
                <a:lnTo>
                  <a:pt x="685271" y="436469"/>
                </a:lnTo>
                <a:lnTo>
                  <a:pt x="688975" y="469740"/>
                </a:lnTo>
                <a:lnTo>
                  <a:pt x="692679" y="501960"/>
                </a:lnTo>
                <a:lnTo>
                  <a:pt x="696383" y="532848"/>
                </a:lnTo>
                <a:lnTo>
                  <a:pt x="700088" y="562138"/>
                </a:lnTo>
                <a:lnTo>
                  <a:pt x="703792" y="589582"/>
                </a:lnTo>
                <a:lnTo>
                  <a:pt x="707496" y="614951"/>
                </a:lnTo>
                <a:lnTo>
                  <a:pt x="711200" y="638038"/>
                </a:lnTo>
                <a:lnTo>
                  <a:pt x="714904" y="658658"/>
                </a:lnTo>
                <a:lnTo>
                  <a:pt x="718608" y="676651"/>
                </a:lnTo>
                <a:lnTo>
                  <a:pt x="722313" y="691881"/>
                </a:lnTo>
                <a:lnTo>
                  <a:pt x="726017" y="704237"/>
                </a:lnTo>
                <a:lnTo>
                  <a:pt x="729721" y="713637"/>
                </a:lnTo>
                <a:lnTo>
                  <a:pt x="733425" y="720021"/>
                </a:lnTo>
                <a:lnTo>
                  <a:pt x="737129" y="723361"/>
                </a:lnTo>
                <a:lnTo>
                  <a:pt x="740833" y="723651"/>
                </a:lnTo>
                <a:lnTo>
                  <a:pt x="744537" y="720912"/>
                </a:lnTo>
                <a:lnTo>
                  <a:pt x="748242" y="715192"/>
                </a:lnTo>
                <a:lnTo>
                  <a:pt x="751946" y="706561"/>
                </a:lnTo>
                <a:lnTo>
                  <a:pt x="755650" y="695113"/>
                </a:lnTo>
                <a:lnTo>
                  <a:pt x="759354" y="680965"/>
                </a:lnTo>
                <a:lnTo>
                  <a:pt x="763058" y="664254"/>
                </a:lnTo>
                <a:lnTo>
                  <a:pt x="766763" y="645137"/>
                </a:lnTo>
                <a:lnTo>
                  <a:pt x="770467" y="623786"/>
                </a:lnTo>
                <a:lnTo>
                  <a:pt x="774171" y="600393"/>
                </a:lnTo>
                <a:lnTo>
                  <a:pt x="777875" y="575161"/>
                </a:lnTo>
                <a:lnTo>
                  <a:pt x="781579" y="548305"/>
                </a:lnTo>
                <a:lnTo>
                  <a:pt x="785283" y="520051"/>
                </a:lnTo>
                <a:lnTo>
                  <a:pt x="788988" y="490633"/>
                </a:lnTo>
                <a:lnTo>
                  <a:pt x="792692" y="460292"/>
                </a:lnTo>
                <a:lnTo>
                  <a:pt x="796396" y="429270"/>
                </a:lnTo>
                <a:lnTo>
                  <a:pt x="800100" y="397813"/>
                </a:lnTo>
                <a:lnTo>
                  <a:pt x="803804" y="366168"/>
                </a:lnTo>
                <a:lnTo>
                  <a:pt x="807508" y="334579"/>
                </a:lnTo>
                <a:lnTo>
                  <a:pt x="811212" y="303285"/>
                </a:lnTo>
                <a:lnTo>
                  <a:pt x="814917" y="272522"/>
                </a:lnTo>
                <a:lnTo>
                  <a:pt x="818621" y="242516"/>
                </a:lnTo>
                <a:lnTo>
                  <a:pt x="822325" y="213486"/>
                </a:lnTo>
                <a:lnTo>
                  <a:pt x="826029" y="185640"/>
                </a:lnTo>
                <a:lnTo>
                  <a:pt x="829733" y="159174"/>
                </a:lnTo>
                <a:lnTo>
                  <a:pt x="833438" y="134271"/>
                </a:lnTo>
                <a:lnTo>
                  <a:pt x="837142" y="111101"/>
                </a:lnTo>
                <a:lnTo>
                  <a:pt x="840846" y="89818"/>
                </a:lnTo>
                <a:lnTo>
                  <a:pt x="844550" y="70558"/>
                </a:lnTo>
                <a:lnTo>
                  <a:pt x="848254" y="53445"/>
                </a:lnTo>
                <a:lnTo>
                  <a:pt x="851958" y="38582"/>
                </a:lnTo>
                <a:lnTo>
                  <a:pt x="855663" y="26055"/>
                </a:lnTo>
                <a:lnTo>
                  <a:pt x="859367" y="15932"/>
                </a:lnTo>
                <a:lnTo>
                  <a:pt x="863071" y="8265"/>
                </a:lnTo>
                <a:lnTo>
                  <a:pt x="866775" y="3085"/>
                </a:lnTo>
                <a:lnTo>
                  <a:pt x="870479" y="407"/>
                </a:lnTo>
                <a:lnTo>
                  <a:pt x="874183" y="228"/>
                </a:lnTo>
                <a:lnTo>
                  <a:pt x="877887" y="2527"/>
                </a:lnTo>
                <a:lnTo>
                  <a:pt x="881592" y="7266"/>
                </a:lnTo>
                <a:lnTo>
                  <a:pt x="885296" y="14392"/>
                </a:lnTo>
                <a:lnTo>
                  <a:pt x="889000" y="23836"/>
                </a:lnTo>
                <a:lnTo>
                  <a:pt x="892704" y="35514"/>
                </a:lnTo>
                <a:lnTo>
                  <a:pt x="896408" y="49328"/>
                </a:lnTo>
                <a:lnTo>
                  <a:pt x="900113" y="65168"/>
                </a:lnTo>
                <a:lnTo>
                  <a:pt x="903817" y="82911"/>
                </a:lnTo>
                <a:lnTo>
                  <a:pt x="907521" y="102424"/>
                </a:lnTo>
                <a:lnTo>
                  <a:pt x="911225" y="123564"/>
                </a:lnTo>
                <a:lnTo>
                  <a:pt x="914929" y="146180"/>
                </a:lnTo>
                <a:lnTo>
                  <a:pt x="918633" y="170112"/>
                </a:lnTo>
                <a:lnTo>
                  <a:pt x="922338" y="195196"/>
                </a:lnTo>
                <a:lnTo>
                  <a:pt x="926042" y="221262"/>
                </a:lnTo>
                <a:lnTo>
                  <a:pt x="929746" y="248135"/>
                </a:lnTo>
                <a:lnTo>
                  <a:pt x="933450" y="275641"/>
                </a:lnTo>
                <a:lnTo>
                  <a:pt x="937154" y="303601"/>
                </a:lnTo>
                <a:lnTo>
                  <a:pt x="940858" y="331837"/>
                </a:lnTo>
                <a:lnTo>
                  <a:pt x="944562" y="360173"/>
                </a:lnTo>
                <a:lnTo>
                  <a:pt x="948267" y="388433"/>
                </a:lnTo>
                <a:lnTo>
                  <a:pt x="951971" y="416447"/>
                </a:lnTo>
                <a:lnTo>
                  <a:pt x="955675" y="444047"/>
                </a:lnTo>
                <a:lnTo>
                  <a:pt x="959379" y="471069"/>
                </a:lnTo>
                <a:lnTo>
                  <a:pt x="963083" y="497359"/>
                </a:lnTo>
                <a:lnTo>
                  <a:pt x="966788" y="522765"/>
                </a:lnTo>
                <a:lnTo>
                  <a:pt x="970492" y="547146"/>
                </a:lnTo>
                <a:lnTo>
                  <a:pt x="974196" y="570367"/>
                </a:lnTo>
                <a:lnTo>
                  <a:pt x="977900" y="592304"/>
                </a:lnTo>
                <a:lnTo>
                  <a:pt x="981604" y="612841"/>
                </a:lnTo>
                <a:lnTo>
                  <a:pt x="985308" y="631873"/>
                </a:lnTo>
                <a:lnTo>
                  <a:pt x="989013" y="649303"/>
                </a:lnTo>
                <a:lnTo>
                  <a:pt x="992717" y="665049"/>
                </a:lnTo>
                <a:lnTo>
                  <a:pt x="996421" y="679035"/>
                </a:lnTo>
                <a:lnTo>
                  <a:pt x="1000125" y="691199"/>
                </a:lnTo>
                <a:lnTo>
                  <a:pt x="1003829" y="701491"/>
                </a:lnTo>
                <a:lnTo>
                  <a:pt x="1007533" y="709870"/>
                </a:lnTo>
                <a:lnTo>
                  <a:pt x="1011237" y="716308"/>
                </a:lnTo>
                <a:lnTo>
                  <a:pt x="1014942" y="720787"/>
                </a:lnTo>
                <a:lnTo>
                  <a:pt x="1018646" y="723301"/>
                </a:lnTo>
                <a:lnTo>
                  <a:pt x="1022350" y="723854"/>
                </a:lnTo>
                <a:lnTo>
                  <a:pt x="1026054" y="722463"/>
                </a:lnTo>
                <a:lnTo>
                  <a:pt x="1029758" y="719152"/>
                </a:lnTo>
                <a:lnTo>
                  <a:pt x="1033463" y="713956"/>
                </a:lnTo>
                <a:lnTo>
                  <a:pt x="1037167" y="706922"/>
                </a:lnTo>
                <a:lnTo>
                  <a:pt x="1040871" y="698102"/>
                </a:lnTo>
                <a:lnTo>
                  <a:pt x="1044575" y="687561"/>
                </a:lnTo>
                <a:lnTo>
                  <a:pt x="1048279" y="675367"/>
                </a:lnTo>
                <a:lnTo>
                  <a:pt x="1051983" y="661601"/>
                </a:lnTo>
                <a:lnTo>
                  <a:pt x="1055688" y="646346"/>
                </a:lnTo>
                <a:lnTo>
                  <a:pt x="1059392" y="629695"/>
                </a:lnTo>
                <a:lnTo>
                  <a:pt x="1063096" y="611745"/>
                </a:lnTo>
                <a:lnTo>
                  <a:pt x="1066800" y="592598"/>
                </a:lnTo>
                <a:lnTo>
                  <a:pt x="1070504" y="572362"/>
                </a:lnTo>
                <a:lnTo>
                  <a:pt x="1074208" y="551146"/>
                </a:lnTo>
                <a:lnTo>
                  <a:pt x="1077912" y="529066"/>
                </a:lnTo>
                <a:lnTo>
                  <a:pt x="1081617" y="506237"/>
                </a:lnTo>
                <a:lnTo>
                  <a:pt x="1085321" y="482777"/>
                </a:lnTo>
                <a:lnTo>
                  <a:pt x="1089025" y="458807"/>
                </a:lnTo>
                <a:lnTo>
                  <a:pt x="1092729" y="434446"/>
                </a:lnTo>
                <a:lnTo>
                  <a:pt x="1096433" y="409815"/>
                </a:lnTo>
                <a:lnTo>
                  <a:pt x="1100138" y="385034"/>
                </a:lnTo>
                <a:lnTo>
                  <a:pt x="1103842" y="360221"/>
                </a:lnTo>
                <a:lnTo>
                  <a:pt x="1107546" y="335492"/>
                </a:lnTo>
                <a:lnTo>
                  <a:pt x="1111250" y="310963"/>
                </a:lnTo>
                <a:lnTo>
                  <a:pt x="1114954" y="286746"/>
                </a:lnTo>
                <a:lnTo>
                  <a:pt x="1118658" y="262949"/>
                </a:lnTo>
                <a:lnTo>
                  <a:pt x="1122363" y="239678"/>
                </a:lnTo>
                <a:lnTo>
                  <a:pt x="1126067" y="217033"/>
                </a:lnTo>
                <a:lnTo>
                  <a:pt x="1129771" y="195112"/>
                </a:lnTo>
                <a:lnTo>
                  <a:pt x="1133475" y="174007"/>
                </a:lnTo>
                <a:lnTo>
                  <a:pt x="1137179" y="153803"/>
                </a:lnTo>
                <a:lnTo>
                  <a:pt x="1140883" y="134583"/>
                </a:lnTo>
                <a:lnTo>
                  <a:pt x="1144587" y="116423"/>
                </a:lnTo>
                <a:lnTo>
                  <a:pt x="1148292" y="99393"/>
                </a:lnTo>
                <a:lnTo>
                  <a:pt x="1151996" y="83556"/>
                </a:lnTo>
                <a:lnTo>
                  <a:pt x="1155700" y="68971"/>
                </a:lnTo>
                <a:lnTo>
                  <a:pt x="1159404" y="55688"/>
                </a:lnTo>
                <a:lnTo>
                  <a:pt x="1163108" y="43753"/>
                </a:lnTo>
                <a:lnTo>
                  <a:pt x="1166813" y="33204"/>
                </a:lnTo>
                <a:lnTo>
                  <a:pt x="1170517" y="24074"/>
                </a:lnTo>
                <a:lnTo>
                  <a:pt x="1174221" y="16388"/>
                </a:lnTo>
                <a:lnTo>
                  <a:pt x="1177925" y="10165"/>
                </a:lnTo>
                <a:lnTo>
                  <a:pt x="1181629" y="5418"/>
                </a:lnTo>
                <a:lnTo>
                  <a:pt x="1185333" y="2152"/>
                </a:lnTo>
                <a:lnTo>
                  <a:pt x="1189038" y="369"/>
                </a:lnTo>
                <a:lnTo>
                  <a:pt x="1192742" y="62"/>
                </a:lnTo>
                <a:lnTo>
                  <a:pt x="1196446" y="1220"/>
                </a:lnTo>
                <a:lnTo>
                  <a:pt x="1200150" y="3824"/>
                </a:lnTo>
                <a:lnTo>
                  <a:pt x="1203854" y="7851"/>
                </a:lnTo>
                <a:lnTo>
                  <a:pt x="1207558" y="13273"/>
                </a:lnTo>
                <a:lnTo>
                  <a:pt x="1211262" y="20056"/>
                </a:lnTo>
                <a:lnTo>
                  <a:pt x="1214967" y="28162"/>
                </a:lnTo>
                <a:lnTo>
                  <a:pt x="1218671" y="37546"/>
                </a:lnTo>
                <a:lnTo>
                  <a:pt x="1222375" y="48162"/>
                </a:lnTo>
                <a:lnTo>
                  <a:pt x="1226079" y="59957"/>
                </a:lnTo>
                <a:lnTo>
                  <a:pt x="1229783" y="72877"/>
                </a:lnTo>
                <a:lnTo>
                  <a:pt x="1233488" y="86861"/>
                </a:lnTo>
                <a:lnTo>
                  <a:pt x="1237192" y="101848"/>
                </a:lnTo>
                <a:lnTo>
                  <a:pt x="1240896" y="117773"/>
                </a:lnTo>
                <a:lnTo>
                  <a:pt x="1244600" y="134567"/>
                </a:lnTo>
                <a:lnTo>
                  <a:pt x="1248304" y="152161"/>
                </a:lnTo>
                <a:lnTo>
                  <a:pt x="1252008" y="170482"/>
                </a:lnTo>
                <a:lnTo>
                  <a:pt x="1255713" y="189458"/>
                </a:lnTo>
                <a:lnTo>
                  <a:pt x="1259417" y="209012"/>
                </a:lnTo>
                <a:lnTo>
                  <a:pt x="1263121" y="229068"/>
                </a:lnTo>
                <a:lnTo>
                  <a:pt x="1266825" y="249551"/>
                </a:lnTo>
                <a:lnTo>
                  <a:pt x="1270529" y="270381"/>
                </a:lnTo>
                <a:lnTo>
                  <a:pt x="1274233" y="291482"/>
                </a:lnTo>
                <a:lnTo>
                  <a:pt x="1277937" y="312776"/>
                </a:lnTo>
                <a:lnTo>
                  <a:pt x="1281642" y="334187"/>
                </a:lnTo>
                <a:lnTo>
                  <a:pt x="1285346" y="355637"/>
                </a:lnTo>
                <a:lnTo>
                  <a:pt x="1289050" y="377051"/>
                </a:lnTo>
                <a:lnTo>
                  <a:pt x="1292754" y="398356"/>
                </a:lnTo>
                <a:lnTo>
                  <a:pt x="1296458" y="419477"/>
                </a:lnTo>
                <a:lnTo>
                  <a:pt x="1300163" y="440343"/>
                </a:lnTo>
                <a:lnTo>
                  <a:pt x="1303867" y="460885"/>
                </a:lnTo>
                <a:lnTo>
                  <a:pt x="1307571" y="481036"/>
                </a:lnTo>
                <a:lnTo>
                  <a:pt x="1311275" y="500729"/>
                </a:lnTo>
                <a:lnTo>
                  <a:pt x="1314979" y="519903"/>
                </a:lnTo>
                <a:lnTo>
                  <a:pt x="1318683" y="538496"/>
                </a:lnTo>
                <a:lnTo>
                  <a:pt x="1322388" y="556452"/>
                </a:lnTo>
                <a:lnTo>
                  <a:pt x="1326092" y="573714"/>
                </a:lnTo>
                <a:lnTo>
                  <a:pt x="1329796" y="590233"/>
                </a:lnTo>
                <a:lnTo>
                  <a:pt x="1333500" y="605958"/>
                </a:lnTo>
                <a:lnTo>
                  <a:pt x="1337204" y="620845"/>
                </a:lnTo>
                <a:lnTo>
                  <a:pt x="1340908" y="634850"/>
                </a:lnTo>
                <a:lnTo>
                  <a:pt x="1344612" y="647937"/>
                </a:lnTo>
                <a:lnTo>
                  <a:pt x="1348317" y="660067"/>
                </a:lnTo>
                <a:lnTo>
                  <a:pt x="1352021" y="671211"/>
                </a:lnTo>
                <a:lnTo>
                  <a:pt x="1355725" y="681340"/>
                </a:lnTo>
                <a:lnTo>
                  <a:pt x="1359429" y="690428"/>
                </a:lnTo>
                <a:lnTo>
                  <a:pt x="1363133" y="698455"/>
                </a:lnTo>
                <a:lnTo>
                  <a:pt x="1366838" y="705402"/>
                </a:lnTo>
                <a:lnTo>
                  <a:pt x="1370542" y="711255"/>
                </a:lnTo>
                <a:lnTo>
                  <a:pt x="1374246" y="716005"/>
                </a:lnTo>
                <a:lnTo>
                  <a:pt x="1377950" y="719643"/>
                </a:lnTo>
                <a:lnTo>
                  <a:pt x="1381654" y="722166"/>
                </a:lnTo>
                <a:lnTo>
                  <a:pt x="1385358" y="723574"/>
                </a:lnTo>
                <a:lnTo>
                  <a:pt x="1389063" y="723870"/>
                </a:lnTo>
                <a:lnTo>
                  <a:pt x="1392767" y="723060"/>
                </a:lnTo>
                <a:lnTo>
                  <a:pt x="1396471" y="721155"/>
                </a:lnTo>
                <a:lnTo>
                  <a:pt x="1400175" y="718166"/>
                </a:lnTo>
                <a:lnTo>
                  <a:pt x="1403879" y="714110"/>
                </a:lnTo>
                <a:lnTo>
                  <a:pt x="1407583" y="709006"/>
                </a:lnTo>
                <a:lnTo>
                  <a:pt x="1411287" y="702876"/>
                </a:lnTo>
                <a:lnTo>
                  <a:pt x="1414992" y="695743"/>
                </a:lnTo>
                <a:lnTo>
                  <a:pt x="1418696" y="687636"/>
                </a:lnTo>
                <a:lnTo>
                  <a:pt x="1422400" y="678584"/>
                </a:lnTo>
                <a:lnTo>
                  <a:pt x="1426104" y="668619"/>
                </a:lnTo>
                <a:lnTo>
                  <a:pt x="1429808" y="657776"/>
                </a:lnTo>
                <a:lnTo>
                  <a:pt x="1433513" y="646091"/>
                </a:lnTo>
                <a:lnTo>
                  <a:pt x="1437217" y="633602"/>
                </a:lnTo>
                <a:lnTo>
                  <a:pt x="1440921" y="620351"/>
                </a:lnTo>
                <a:lnTo>
                  <a:pt x="1444625" y="606380"/>
                </a:lnTo>
                <a:lnTo>
                  <a:pt x="1448329" y="591732"/>
                </a:lnTo>
                <a:lnTo>
                  <a:pt x="1452033" y="576453"/>
                </a:lnTo>
                <a:lnTo>
                  <a:pt x="1455738" y="560589"/>
                </a:lnTo>
                <a:lnTo>
                  <a:pt x="1459442" y="544189"/>
                </a:lnTo>
                <a:lnTo>
                  <a:pt x="1463146" y="527302"/>
                </a:lnTo>
                <a:lnTo>
                  <a:pt x="1466850" y="509976"/>
                </a:lnTo>
                <a:lnTo>
                  <a:pt x="1470554" y="492264"/>
                </a:lnTo>
                <a:lnTo>
                  <a:pt x="1474258" y="474215"/>
                </a:lnTo>
                <a:lnTo>
                  <a:pt x="1477962" y="455883"/>
                </a:lnTo>
                <a:lnTo>
                  <a:pt x="1481667" y="437318"/>
                </a:lnTo>
                <a:lnTo>
                  <a:pt x="1485371" y="418573"/>
                </a:lnTo>
                <a:lnTo>
                  <a:pt x="1489075" y="399700"/>
                </a:lnTo>
                <a:lnTo>
                  <a:pt x="1492779" y="380752"/>
                </a:lnTo>
                <a:lnTo>
                  <a:pt x="1496483" y="361781"/>
                </a:lnTo>
                <a:lnTo>
                  <a:pt x="1500188" y="342838"/>
                </a:lnTo>
                <a:lnTo>
                  <a:pt x="1503892" y="323974"/>
                </a:lnTo>
                <a:lnTo>
                  <a:pt x="1507596" y="305240"/>
                </a:lnTo>
                <a:lnTo>
                  <a:pt x="1511300" y="286687"/>
                </a:lnTo>
                <a:lnTo>
                  <a:pt x="1515004" y="268363"/>
                </a:lnTo>
                <a:lnTo>
                  <a:pt x="1518708" y="250316"/>
                </a:lnTo>
                <a:lnTo>
                  <a:pt x="1522413" y="232594"/>
                </a:lnTo>
                <a:lnTo>
                  <a:pt x="1526117" y="215242"/>
                </a:lnTo>
                <a:lnTo>
                  <a:pt x="1529821" y="198305"/>
                </a:lnTo>
                <a:lnTo>
                  <a:pt x="1533525" y="181827"/>
                </a:lnTo>
                <a:lnTo>
                  <a:pt x="1537229" y="165849"/>
                </a:lnTo>
                <a:lnTo>
                  <a:pt x="1540933" y="150413"/>
                </a:lnTo>
                <a:lnTo>
                  <a:pt x="1544637" y="135556"/>
                </a:lnTo>
                <a:lnTo>
                  <a:pt x="1548342" y="121316"/>
                </a:lnTo>
                <a:lnTo>
                  <a:pt x="1552046" y="107729"/>
                </a:lnTo>
                <a:lnTo>
                  <a:pt x="1555750" y="94827"/>
                </a:lnTo>
                <a:lnTo>
                  <a:pt x="1559454" y="82642"/>
                </a:lnTo>
                <a:lnTo>
                  <a:pt x="1563158" y="71204"/>
                </a:lnTo>
                <a:lnTo>
                  <a:pt x="1566863" y="60541"/>
                </a:lnTo>
                <a:lnTo>
                  <a:pt x="1570567" y="50678"/>
                </a:lnTo>
                <a:lnTo>
                  <a:pt x="1574271" y="41639"/>
                </a:lnTo>
                <a:lnTo>
                  <a:pt x="1577975" y="33444"/>
                </a:lnTo>
                <a:lnTo>
                  <a:pt x="1581679" y="26114"/>
                </a:lnTo>
                <a:lnTo>
                  <a:pt x="1585383" y="19664"/>
                </a:lnTo>
                <a:lnTo>
                  <a:pt x="1589088" y="14109"/>
                </a:lnTo>
                <a:lnTo>
                  <a:pt x="1592792" y="9462"/>
                </a:lnTo>
                <a:lnTo>
                  <a:pt x="1596496" y="5733"/>
                </a:lnTo>
                <a:lnTo>
                  <a:pt x="1600200" y="2930"/>
                </a:lnTo>
                <a:lnTo>
                  <a:pt x="1603904" y="1057"/>
                </a:lnTo>
                <a:lnTo>
                  <a:pt x="1607608" y="119"/>
                </a:lnTo>
                <a:lnTo>
                  <a:pt x="1611312" y="115"/>
                </a:lnTo>
                <a:lnTo>
                  <a:pt x="1615017" y="1045"/>
                </a:lnTo>
                <a:lnTo>
                  <a:pt x="1618721" y="2905"/>
                </a:lnTo>
                <a:lnTo>
                  <a:pt x="1622425" y="5689"/>
                </a:lnTo>
                <a:lnTo>
                  <a:pt x="1626129" y="9388"/>
                </a:lnTo>
                <a:lnTo>
                  <a:pt x="1629833" y="13993"/>
                </a:lnTo>
                <a:lnTo>
                  <a:pt x="1633538" y="19490"/>
                </a:lnTo>
                <a:lnTo>
                  <a:pt x="1637242" y="25865"/>
                </a:lnTo>
                <a:lnTo>
                  <a:pt x="1640946" y="33101"/>
                </a:lnTo>
                <a:lnTo>
                  <a:pt x="1644650" y="41178"/>
                </a:lnTo>
                <a:lnTo>
                  <a:pt x="1648354" y="50077"/>
                </a:lnTo>
                <a:lnTo>
                  <a:pt x="1652058" y="59773"/>
                </a:lnTo>
                <a:lnTo>
                  <a:pt x="1655763" y="70243"/>
                </a:lnTo>
                <a:lnTo>
                  <a:pt x="1659467" y="81458"/>
                </a:lnTo>
                <a:lnTo>
                  <a:pt x="1663171" y="93392"/>
                </a:lnTo>
                <a:lnTo>
                  <a:pt x="1666875" y="106013"/>
                </a:lnTo>
                <a:lnTo>
                  <a:pt x="1670579" y="119289"/>
                </a:lnTo>
                <a:lnTo>
                  <a:pt x="1674283" y="133188"/>
                </a:lnTo>
                <a:lnTo>
                  <a:pt x="1677987" y="147673"/>
                </a:lnTo>
                <a:lnTo>
                  <a:pt x="1681692" y="162709"/>
                </a:lnTo>
                <a:lnTo>
                  <a:pt x="1685396" y="178258"/>
                </a:lnTo>
                <a:lnTo>
                  <a:pt x="1689100" y="194280"/>
                </a:lnTo>
                <a:lnTo>
                  <a:pt x="1692804" y="210735"/>
                </a:lnTo>
                <a:lnTo>
                  <a:pt x="1696508" y="227582"/>
                </a:lnTo>
                <a:lnTo>
                  <a:pt x="1700213" y="244779"/>
                </a:lnTo>
                <a:lnTo>
                  <a:pt x="1703917" y="262282"/>
                </a:lnTo>
                <a:lnTo>
                  <a:pt x="1707621" y="280047"/>
                </a:lnTo>
                <a:lnTo>
                  <a:pt x="1711325" y="298029"/>
                </a:lnTo>
                <a:lnTo>
                  <a:pt x="1715029" y="316183"/>
                </a:lnTo>
                <a:lnTo>
                  <a:pt x="1718733" y="334462"/>
                </a:lnTo>
                <a:lnTo>
                  <a:pt x="1722438" y="352821"/>
                </a:lnTo>
                <a:lnTo>
                  <a:pt x="1726142" y="371213"/>
                </a:lnTo>
                <a:lnTo>
                  <a:pt x="1729846" y="389591"/>
                </a:lnTo>
                <a:lnTo>
                  <a:pt x="1733550" y="407908"/>
                </a:lnTo>
                <a:lnTo>
                  <a:pt x="1737254" y="426116"/>
                </a:lnTo>
                <a:lnTo>
                  <a:pt x="1740958" y="444170"/>
                </a:lnTo>
                <a:lnTo>
                  <a:pt x="1744662" y="462022"/>
                </a:lnTo>
                <a:lnTo>
                  <a:pt x="1748367" y="479627"/>
                </a:lnTo>
                <a:lnTo>
                  <a:pt x="1752071" y="496938"/>
                </a:lnTo>
                <a:lnTo>
                  <a:pt x="1755775" y="513910"/>
                </a:lnTo>
                <a:lnTo>
                  <a:pt x="1759479" y="530499"/>
                </a:lnTo>
                <a:lnTo>
                  <a:pt x="1763183" y="546660"/>
                </a:lnTo>
                <a:lnTo>
                  <a:pt x="1766888" y="562351"/>
                </a:lnTo>
                <a:lnTo>
                  <a:pt x="1770592" y="577530"/>
                </a:lnTo>
                <a:lnTo>
                  <a:pt x="1774296" y="592156"/>
                </a:lnTo>
                <a:lnTo>
                  <a:pt x="1778000" y="606190"/>
                </a:lnTo>
                <a:lnTo>
                  <a:pt x="1781704" y="619592"/>
                </a:lnTo>
                <a:lnTo>
                  <a:pt x="1785408" y="632326"/>
                </a:lnTo>
                <a:lnTo>
                  <a:pt x="1789113" y="644357"/>
                </a:lnTo>
                <a:lnTo>
                  <a:pt x="1792817" y="655650"/>
                </a:lnTo>
                <a:lnTo>
                  <a:pt x="1796521" y="666174"/>
                </a:lnTo>
                <a:lnTo>
                  <a:pt x="1800225" y="675898"/>
                </a:lnTo>
                <a:lnTo>
                  <a:pt x="1803929" y="684794"/>
                </a:lnTo>
                <a:lnTo>
                  <a:pt x="1807633" y="692834"/>
                </a:lnTo>
                <a:lnTo>
                  <a:pt x="1811337" y="699995"/>
                </a:lnTo>
                <a:lnTo>
                  <a:pt x="1815042" y="706255"/>
                </a:lnTo>
                <a:lnTo>
                  <a:pt x="1818746" y="711592"/>
                </a:lnTo>
                <a:lnTo>
                  <a:pt x="1822450" y="715989"/>
                </a:lnTo>
                <a:lnTo>
                  <a:pt x="1826154" y="719430"/>
                </a:lnTo>
                <a:lnTo>
                  <a:pt x="1829858" y="721902"/>
                </a:lnTo>
                <a:lnTo>
                  <a:pt x="1833563" y="723395"/>
                </a:lnTo>
                <a:lnTo>
                  <a:pt x="1837267" y="723900"/>
                </a:lnTo>
                <a:lnTo>
                  <a:pt x="1840971" y="723411"/>
                </a:lnTo>
                <a:lnTo>
                  <a:pt x="1844675" y="721926"/>
                </a:lnTo>
                <a:lnTo>
                  <a:pt x="1848379" y="719444"/>
                </a:lnTo>
                <a:lnTo>
                  <a:pt x="1852083" y="715966"/>
                </a:lnTo>
                <a:lnTo>
                  <a:pt x="1855788" y="711499"/>
                </a:lnTo>
                <a:lnTo>
                  <a:pt x="1859492" y="706049"/>
                </a:lnTo>
                <a:lnTo>
                  <a:pt x="1863196" y="699628"/>
                </a:lnTo>
                <a:lnTo>
                  <a:pt x="1866900" y="692247"/>
                </a:lnTo>
                <a:lnTo>
                  <a:pt x="1870604" y="683923"/>
                </a:lnTo>
                <a:lnTo>
                  <a:pt x="1874308" y="674675"/>
                </a:lnTo>
                <a:lnTo>
                  <a:pt x="1878012" y="664523"/>
                </a:lnTo>
                <a:lnTo>
                  <a:pt x="1881717" y="653491"/>
                </a:lnTo>
                <a:lnTo>
                  <a:pt x="1885421" y="641607"/>
                </a:lnTo>
                <a:lnTo>
                  <a:pt x="1889125" y="628899"/>
                </a:lnTo>
                <a:lnTo>
                  <a:pt x="1892829" y="615399"/>
                </a:lnTo>
                <a:lnTo>
                  <a:pt x="1896533" y="601142"/>
                </a:lnTo>
                <a:lnTo>
                  <a:pt x="1900238" y="586164"/>
                </a:lnTo>
                <a:lnTo>
                  <a:pt x="1903942" y="570504"/>
                </a:lnTo>
                <a:lnTo>
                  <a:pt x="1907646" y="554205"/>
                </a:lnTo>
                <a:lnTo>
                  <a:pt x="1911350" y="537309"/>
                </a:lnTo>
                <a:lnTo>
                  <a:pt x="1915054" y="519862"/>
                </a:lnTo>
                <a:lnTo>
                  <a:pt x="1918758" y="501914"/>
                </a:lnTo>
                <a:lnTo>
                  <a:pt x="1922463" y="483513"/>
                </a:lnTo>
                <a:lnTo>
                  <a:pt x="1926167" y="464711"/>
                </a:lnTo>
                <a:lnTo>
                  <a:pt x="1929871" y="445563"/>
                </a:lnTo>
                <a:lnTo>
                  <a:pt x="1933575" y="426122"/>
                </a:lnTo>
                <a:lnTo>
                  <a:pt x="1937279" y="406446"/>
                </a:lnTo>
                <a:lnTo>
                  <a:pt x="1940983" y="386593"/>
                </a:lnTo>
                <a:lnTo>
                  <a:pt x="1944687" y="366621"/>
                </a:lnTo>
                <a:lnTo>
                  <a:pt x="1948392" y="346591"/>
                </a:lnTo>
                <a:lnTo>
                  <a:pt x="1952096" y="326564"/>
                </a:lnTo>
                <a:lnTo>
                  <a:pt x="1955800" y="306601"/>
                </a:lnTo>
                <a:lnTo>
                  <a:pt x="1959504" y="286764"/>
                </a:lnTo>
                <a:lnTo>
                  <a:pt x="1963208" y="267116"/>
                </a:lnTo>
                <a:lnTo>
                  <a:pt x="1966913" y="247719"/>
                </a:lnTo>
                <a:lnTo>
                  <a:pt x="1970617" y="228637"/>
                </a:lnTo>
                <a:lnTo>
                  <a:pt x="1974321" y="209930"/>
                </a:lnTo>
                <a:lnTo>
                  <a:pt x="1978025" y="191662"/>
                </a:lnTo>
                <a:lnTo>
                  <a:pt x="1981729" y="173894"/>
                </a:lnTo>
                <a:lnTo>
                  <a:pt x="1985433" y="156685"/>
                </a:lnTo>
                <a:lnTo>
                  <a:pt x="1989138" y="140095"/>
                </a:lnTo>
                <a:lnTo>
                  <a:pt x="1992842" y="124183"/>
                </a:lnTo>
                <a:lnTo>
                  <a:pt x="1996546" y="109005"/>
                </a:lnTo>
                <a:lnTo>
                  <a:pt x="2000250" y="94615"/>
                </a:lnTo>
                <a:lnTo>
                  <a:pt x="2003954" y="81068"/>
                </a:lnTo>
                <a:lnTo>
                  <a:pt x="2007658" y="68414"/>
                </a:lnTo>
                <a:lnTo>
                  <a:pt x="2011362" y="56701"/>
                </a:lnTo>
                <a:lnTo>
                  <a:pt x="2015067" y="45976"/>
                </a:lnTo>
                <a:lnTo>
                  <a:pt x="2018771" y="36283"/>
                </a:lnTo>
                <a:lnTo>
                  <a:pt x="2022475" y="27662"/>
                </a:lnTo>
                <a:lnTo>
                  <a:pt x="2026179" y="20151"/>
                </a:lnTo>
                <a:lnTo>
                  <a:pt x="2029883" y="13784"/>
                </a:lnTo>
                <a:lnTo>
                  <a:pt x="2033588" y="8591"/>
                </a:lnTo>
                <a:lnTo>
                  <a:pt x="2037292" y="4601"/>
                </a:lnTo>
                <a:lnTo>
                  <a:pt x="2040996" y="1836"/>
                </a:lnTo>
                <a:lnTo>
                  <a:pt x="2044700" y="315"/>
                </a:lnTo>
                <a:lnTo>
                  <a:pt x="2048404" y="55"/>
                </a:lnTo>
                <a:lnTo>
                  <a:pt x="2052108" y="1066"/>
                </a:lnTo>
                <a:lnTo>
                  <a:pt x="2055813" y="3356"/>
                </a:lnTo>
                <a:lnTo>
                  <a:pt x="2059517" y="6926"/>
                </a:lnTo>
                <a:lnTo>
                  <a:pt x="2063221" y="11774"/>
                </a:lnTo>
                <a:lnTo>
                  <a:pt x="2066925" y="17895"/>
                </a:lnTo>
                <a:lnTo>
                  <a:pt x="2070629" y="25275"/>
                </a:lnTo>
                <a:lnTo>
                  <a:pt x="2074333" y="33899"/>
                </a:lnTo>
                <a:lnTo>
                  <a:pt x="2078037" y="43745"/>
                </a:lnTo>
                <a:lnTo>
                  <a:pt x="2081742" y="54789"/>
                </a:lnTo>
                <a:lnTo>
                  <a:pt x="2085446" y="66999"/>
                </a:lnTo>
                <a:lnTo>
                  <a:pt x="2089150" y="80339"/>
                </a:lnTo>
                <a:lnTo>
                  <a:pt x="2092854" y="94770"/>
                </a:lnTo>
                <a:lnTo>
                  <a:pt x="2096558" y="110246"/>
                </a:lnTo>
                <a:lnTo>
                  <a:pt x="2100263" y="126718"/>
                </a:lnTo>
                <a:lnTo>
                  <a:pt x="2103967" y="144133"/>
                </a:lnTo>
                <a:lnTo>
                  <a:pt x="2107671" y="162430"/>
                </a:lnTo>
                <a:lnTo>
                  <a:pt x="2111375" y="181548"/>
                </a:lnTo>
                <a:lnTo>
                  <a:pt x="2115079" y="201420"/>
                </a:lnTo>
                <a:lnTo>
                  <a:pt x="2118783" y="221974"/>
                </a:lnTo>
                <a:lnTo>
                  <a:pt x="2122488" y="243137"/>
                </a:lnTo>
                <a:lnTo>
                  <a:pt x="2126192" y="264830"/>
                </a:lnTo>
                <a:lnTo>
                  <a:pt x="2129896" y="286971"/>
                </a:lnTo>
                <a:lnTo>
                  <a:pt x="2133600" y="309477"/>
                </a:lnTo>
                <a:lnTo>
                  <a:pt x="2137304" y="332259"/>
                </a:lnTo>
                <a:lnTo>
                  <a:pt x="2141008" y="355230"/>
                </a:lnTo>
                <a:lnTo>
                  <a:pt x="2144712" y="378296"/>
                </a:lnTo>
                <a:lnTo>
                  <a:pt x="2148417" y="401364"/>
                </a:lnTo>
                <a:lnTo>
                  <a:pt x="2152121" y="424340"/>
                </a:lnTo>
                <a:lnTo>
                  <a:pt x="2155825" y="447127"/>
                </a:lnTo>
                <a:lnTo>
                  <a:pt x="2159529" y="469629"/>
                </a:lnTo>
                <a:lnTo>
                  <a:pt x="2163233" y="491749"/>
                </a:lnTo>
                <a:lnTo>
                  <a:pt x="2166938" y="513390"/>
                </a:lnTo>
                <a:lnTo>
                  <a:pt x="2170642" y="534457"/>
                </a:lnTo>
                <a:lnTo>
                  <a:pt x="2174346" y="554853"/>
                </a:lnTo>
                <a:lnTo>
                  <a:pt x="2178050" y="574485"/>
                </a:lnTo>
                <a:lnTo>
                  <a:pt x="2181754" y="593261"/>
                </a:lnTo>
                <a:lnTo>
                  <a:pt x="2185458" y="611092"/>
                </a:lnTo>
                <a:lnTo>
                  <a:pt x="2189163" y="627891"/>
                </a:lnTo>
                <a:lnTo>
                  <a:pt x="2192867" y="643574"/>
                </a:lnTo>
                <a:lnTo>
                  <a:pt x="2196571" y="658063"/>
                </a:lnTo>
                <a:lnTo>
                  <a:pt x="2200275" y="671280"/>
                </a:lnTo>
                <a:lnTo>
                  <a:pt x="2203979" y="683155"/>
                </a:lnTo>
                <a:lnTo>
                  <a:pt x="2207683" y="693623"/>
                </a:lnTo>
                <a:lnTo>
                  <a:pt x="2211387" y="702622"/>
                </a:lnTo>
                <a:lnTo>
                  <a:pt x="2215092" y="710097"/>
                </a:lnTo>
                <a:lnTo>
                  <a:pt x="2218796" y="716001"/>
                </a:lnTo>
                <a:lnTo>
                  <a:pt x="2222500" y="720291"/>
                </a:lnTo>
                <a:lnTo>
                  <a:pt x="2226204" y="722932"/>
                </a:lnTo>
                <a:lnTo>
                  <a:pt x="2229908" y="723896"/>
                </a:lnTo>
                <a:lnTo>
                  <a:pt x="2233613" y="723163"/>
                </a:lnTo>
                <a:lnTo>
                  <a:pt x="2237317" y="720721"/>
                </a:lnTo>
                <a:lnTo>
                  <a:pt x="2241021" y="716565"/>
                </a:lnTo>
                <a:lnTo>
                  <a:pt x="2244725" y="710700"/>
                </a:lnTo>
                <a:lnTo>
                  <a:pt x="2248429" y="703137"/>
                </a:lnTo>
                <a:lnTo>
                  <a:pt x="2252133" y="693898"/>
                </a:lnTo>
                <a:lnTo>
                  <a:pt x="2255838" y="683011"/>
                </a:lnTo>
                <a:lnTo>
                  <a:pt x="2259542" y="670515"/>
                </a:lnTo>
                <a:lnTo>
                  <a:pt x="2263246" y="656458"/>
                </a:lnTo>
                <a:lnTo>
                  <a:pt x="2266950" y="640893"/>
                </a:lnTo>
                <a:lnTo>
                  <a:pt x="2270654" y="623886"/>
                </a:lnTo>
                <a:lnTo>
                  <a:pt x="2274358" y="605508"/>
                </a:lnTo>
                <a:lnTo>
                  <a:pt x="2278063" y="585840"/>
                </a:lnTo>
                <a:lnTo>
                  <a:pt x="2281767" y="564970"/>
                </a:lnTo>
                <a:lnTo>
                  <a:pt x="2285471" y="542995"/>
                </a:lnTo>
                <a:lnTo>
                  <a:pt x="2289175" y="520018"/>
                </a:lnTo>
                <a:lnTo>
                  <a:pt x="2292879" y="496149"/>
                </a:lnTo>
                <a:lnTo>
                  <a:pt x="2296583" y="471505"/>
                </a:lnTo>
                <a:lnTo>
                  <a:pt x="2300288" y="446208"/>
                </a:lnTo>
                <a:lnTo>
                  <a:pt x="2303992" y="420387"/>
                </a:lnTo>
                <a:lnTo>
                  <a:pt x="2307696" y="394175"/>
                </a:lnTo>
                <a:lnTo>
                  <a:pt x="2311400" y="367708"/>
                </a:lnTo>
                <a:lnTo>
                  <a:pt x="2315104" y="341128"/>
                </a:lnTo>
                <a:lnTo>
                  <a:pt x="2318808" y="314578"/>
                </a:lnTo>
                <a:lnTo>
                  <a:pt x="2322512" y="288204"/>
                </a:lnTo>
                <a:lnTo>
                  <a:pt x="2326217" y="262153"/>
                </a:lnTo>
                <a:lnTo>
                  <a:pt x="2329921" y="236572"/>
                </a:lnTo>
                <a:lnTo>
                  <a:pt x="2333625" y="211608"/>
                </a:lnTo>
                <a:lnTo>
                  <a:pt x="2337329" y="187408"/>
                </a:lnTo>
                <a:lnTo>
                  <a:pt x="2341033" y="164114"/>
                </a:lnTo>
                <a:lnTo>
                  <a:pt x="2344738" y="141869"/>
                </a:lnTo>
                <a:lnTo>
                  <a:pt x="2348442" y="120808"/>
                </a:lnTo>
                <a:lnTo>
                  <a:pt x="2352146" y="101064"/>
                </a:lnTo>
                <a:lnTo>
                  <a:pt x="2355850" y="82764"/>
                </a:lnTo>
                <a:lnTo>
                  <a:pt x="2359554" y="66027"/>
                </a:lnTo>
                <a:lnTo>
                  <a:pt x="2363258" y="50967"/>
                </a:lnTo>
                <a:lnTo>
                  <a:pt x="2366963" y="37687"/>
                </a:lnTo>
                <a:lnTo>
                  <a:pt x="2370667" y="26283"/>
                </a:lnTo>
                <a:lnTo>
                  <a:pt x="2374371" y="16840"/>
                </a:lnTo>
                <a:lnTo>
                  <a:pt x="2378075" y="9433"/>
                </a:lnTo>
                <a:lnTo>
                  <a:pt x="2381779" y="4126"/>
                </a:lnTo>
                <a:lnTo>
                  <a:pt x="2385483" y="970"/>
                </a:lnTo>
                <a:lnTo>
                  <a:pt x="2389187" y="4"/>
                </a:lnTo>
                <a:lnTo>
                  <a:pt x="2392892" y="1255"/>
                </a:lnTo>
                <a:lnTo>
                  <a:pt x="2396596" y="4734"/>
                </a:lnTo>
                <a:lnTo>
                  <a:pt x="2400300" y="10441"/>
                </a:lnTo>
                <a:lnTo>
                  <a:pt x="2404004" y="18360"/>
                </a:lnTo>
                <a:lnTo>
                  <a:pt x="2407708" y="28461"/>
                </a:lnTo>
                <a:lnTo>
                  <a:pt x="2411413" y="40701"/>
                </a:lnTo>
                <a:lnTo>
                  <a:pt x="2415117" y="55020"/>
                </a:lnTo>
                <a:lnTo>
                  <a:pt x="2418821" y="71345"/>
                </a:lnTo>
                <a:lnTo>
                  <a:pt x="2422525" y="89590"/>
                </a:lnTo>
                <a:lnTo>
                  <a:pt x="2426229" y="109652"/>
                </a:lnTo>
                <a:lnTo>
                  <a:pt x="2429933" y="131418"/>
                </a:lnTo>
                <a:lnTo>
                  <a:pt x="2433638" y="154759"/>
                </a:lnTo>
                <a:lnTo>
                  <a:pt x="2437342" y="179534"/>
                </a:lnTo>
                <a:lnTo>
                  <a:pt x="2441046" y="205593"/>
                </a:lnTo>
                <a:lnTo>
                  <a:pt x="2444750" y="232772"/>
                </a:lnTo>
                <a:lnTo>
                  <a:pt x="2448454" y="260899"/>
                </a:lnTo>
                <a:lnTo>
                  <a:pt x="2452158" y="289790"/>
                </a:lnTo>
                <a:lnTo>
                  <a:pt x="2455862" y="319256"/>
                </a:lnTo>
                <a:lnTo>
                  <a:pt x="2459567" y="349100"/>
                </a:lnTo>
                <a:lnTo>
                  <a:pt x="2463271" y="379120"/>
                </a:lnTo>
                <a:lnTo>
                  <a:pt x="2466975" y="409109"/>
                </a:lnTo>
                <a:lnTo>
                  <a:pt x="2470679" y="438858"/>
                </a:lnTo>
                <a:lnTo>
                  <a:pt x="2474383" y="468155"/>
                </a:lnTo>
                <a:lnTo>
                  <a:pt x="2478088" y="496791"/>
                </a:lnTo>
                <a:lnTo>
                  <a:pt x="2481792" y="524556"/>
                </a:lnTo>
                <a:lnTo>
                  <a:pt x="2485496" y="551245"/>
                </a:lnTo>
                <a:lnTo>
                  <a:pt x="2489200" y="576656"/>
                </a:lnTo>
                <a:lnTo>
                  <a:pt x="2492904" y="600596"/>
                </a:lnTo>
                <a:lnTo>
                  <a:pt x="2496608" y="622876"/>
                </a:lnTo>
                <a:lnTo>
                  <a:pt x="2500313" y="643322"/>
                </a:lnTo>
                <a:lnTo>
                  <a:pt x="2504017" y="661766"/>
                </a:lnTo>
                <a:lnTo>
                  <a:pt x="2507721" y="678055"/>
                </a:lnTo>
                <a:lnTo>
                  <a:pt x="2511425" y="692050"/>
                </a:lnTo>
                <a:lnTo>
                  <a:pt x="2515129" y="703627"/>
                </a:lnTo>
                <a:lnTo>
                  <a:pt x="2518833" y="712678"/>
                </a:lnTo>
                <a:lnTo>
                  <a:pt x="2522537" y="719114"/>
                </a:lnTo>
                <a:lnTo>
                  <a:pt x="2526242" y="722864"/>
                </a:lnTo>
                <a:lnTo>
                  <a:pt x="2529946" y="723875"/>
                </a:lnTo>
                <a:lnTo>
                  <a:pt x="2533650" y="722119"/>
                </a:lnTo>
                <a:lnTo>
                  <a:pt x="2537354" y="717584"/>
                </a:lnTo>
                <a:lnTo>
                  <a:pt x="2541058" y="710284"/>
                </a:lnTo>
                <a:lnTo>
                  <a:pt x="2544763" y="700252"/>
                </a:lnTo>
                <a:lnTo>
                  <a:pt x="2548467" y="687545"/>
                </a:lnTo>
                <a:lnTo>
                  <a:pt x="2552171" y="672240"/>
                </a:lnTo>
                <a:lnTo>
                  <a:pt x="2555875" y="654437"/>
                </a:lnTo>
                <a:lnTo>
                  <a:pt x="2559579" y="634260"/>
                </a:lnTo>
                <a:lnTo>
                  <a:pt x="2563283" y="611849"/>
                </a:lnTo>
                <a:lnTo>
                  <a:pt x="2566988" y="587368"/>
                </a:lnTo>
                <a:lnTo>
                  <a:pt x="2570692" y="560998"/>
                </a:lnTo>
                <a:lnTo>
                  <a:pt x="2574396" y="532939"/>
                </a:lnTo>
                <a:lnTo>
                  <a:pt x="2578100" y="503408"/>
                </a:lnTo>
                <a:lnTo>
                  <a:pt x="2581804" y="472636"/>
                </a:lnTo>
                <a:lnTo>
                  <a:pt x="2585508" y="440868"/>
                </a:lnTo>
                <a:lnTo>
                  <a:pt x="2589212" y="408361"/>
                </a:lnTo>
                <a:lnTo>
                  <a:pt x="2592917" y="375381"/>
                </a:lnTo>
                <a:lnTo>
                  <a:pt x="2596621" y="342203"/>
                </a:lnTo>
                <a:lnTo>
                  <a:pt x="2600325" y="309104"/>
                </a:lnTo>
                <a:lnTo>
                  <a:pt x="2604029" y="276367"/>
                </a:lnTo>
                <a:lnTo>
                  <a:pt x="2607733" y="244276"/>
                </a:lnTo>
                <a:lnTo>
                  <a:pt x="2611438" y="213110"/>
                </a:lnTo>
                <a:lnTo>
                  <a:pt x="2615142" y="183146"/>
                </a:lnTo>
                <a:lnTo>
                  <a:pt x="2618846" y="154653"/>
                </a:lnTo>
                <a:lnTo>
                  <a:pt x="2622550" y="127892"/>
                </a:lnTo>
                <a:lnTo>
                  <a:pt x="2626254" y="103109"/>
                </a:lnTo>
                <a:lnTo>
                  <a:pt x="2629958" y="80540"/>
                </a:lnTo>
                <a:lnTo>
                  <a:pt x="2633663" y="60399"/>
                </a:lnTo>
                <a:lnTo>
                  <a:pt x="2637367" y="42886"/>
                </a:lnTo>
                <a:lnTo>
                  <a:pt x="2641071" y="28176"/>
                </a:lnTo>
                <a:lnTo>
                  <a:pt x="2644775" y="16423"/>
                </a:lnTo>
                <a:lnTo>
                  <a:pt x="2648479" y="7754"/>
                </a:lnTo>
                <a:lnTo>
                  <a:pt x="2652183" y="2272"/>
                </a:lnTo>
                <a:lnTo>
                  <a:pt x="2655887" y="50"/>
                </a:lnTo>
                <a:lnTo>
                  <a:pt x="2659592" y="1132"/>
                </a:lnTo>
                <a:lnTo>
                  <a:pt x="2663296" y="5533"/>
                </a:lnTo>
                <a:lnTo>
                  <a:pt x="2667000" y="13236"/>
                </a:lnTo>
                <a:lnTo>
                  <a:pt x="2670704" y="24193"/>
                </a:lnTo>
                <a:lnTo>
                  <a:pt x="2674408" y="38325"/>
                </a:lnTo>
                <a:lnTo>
                  <a:pt x="2678113" y="55523"/>
                </a:lnTo>
                <a:lnTo>
                  <a:pt x="2681817" y="75646"/>
                </a:lnTo>
                <a:lnTo>
                  <a:pt x="2685521" y="98524"/>
                </a:lnTo>
                <a:lnTo>
                  <a:pt x="2689225" y="123958"/>
                </a:lnTo>
                <a:lnTo>
                  <a:pt x="2692929" y="151724"/>
                </a:lnTo>
                <a:lnTo>
                  <a:pt x="2696633" y="181571"/>
                </a:lnTo>
                <a:lnTo>
                  <a:pt x="2700338" y="213225"/>
                </a:lnTo>
                <a:lnTo>
                  <a:pt x="2704042" y="246391"/>
                </a:lnTo>
                <a:lnTo>
                  <a:pt x="2707746" y="280757"/>
                </a:lnTo>
                <a:lnTo>
                  <a:pt x="2711450" y="315994"/>
                </a:lnTo>
                <a:lnTo>
                  <a:pt x="2715154" y="351762"/>
                </a:lnTo>
                <a:lnTo>
                  <a:pt x="2718858" y="387711"/>
                </a:lnTo>
                <a:lnTo>
                  <a:pt x="2722562" y="423486"/>
                </a:lnTo>
                <a:lnTo>
                  <a:pt x="2726267" y="458728"/>
                </a:lnTo>
                <a:lnTo>
                  <a:pt x="2729971" y="493081"/>
                </a:lnTo>
                <a:lnTo>
                  <a:pt x="2733675" y="526194"/>
                </a:lnTo>
                <a:lnTo>
                  <a:pt x="2737379" y="557724"/>
                </a:lnTo>
                <a:lnTo>
                  <a:pt x="2741083" y="587341"/>
                </a:lnTo>
                <a:lnTo>
                  <a:pt x="2744788" y="614730"/>
                </a:lnTo>
                <a:lnTo>
                  <a:pt x="2748492" y="639597"/>
                </a:lnTo>
                <a:lnTo>
                  <a:pt x="2752196" y="661670"/>
                </a:lnTo>
                <a:lnTo>
                  <a:pt x="2755900" y="680703"/>
                </a:lnTo>
                <a:lnTo>
                  <a:pt x="2759604" y="696479"/>
                </a:lnTo>
                <a:lnTo>
                  <a:pt x="2763308" y="708813"/>
                </a:lnTo>
                <a:lnTo>
                  <a:pt x="2767013" y="717556"/>
                </a:lnTo>
                <a:lnTo>
                  <a:pt x="2770717" y="722591"/>
                </a:lnTo>
                <a:lnTo>
                  <a:pt x="2774421" y="723844"/>
                </a:lnTo>
                <a:lnTo>
                  <a:pt x="2778125" y="721277"/>
                </a:lnTo>
                <a:lnTo>
                  <a:pt x="2781829" y="714894"/>
                </a:lnTo>
                <a:lnTo>
                  <a:pt x="2785533" y="704740"/>
                </a:lnTo>
                <a:lnTo>
                  <a:pt x="2789237" y="690900"/>
                </a:lnTo>
                <a:lnTo>
                  <a:pt x="2792942" y="673501"/>
                </a:lnTo>
                <a:lnTo>
                  <a:pt x="2796646" y="652710"/>
                </a:lnTo>
                <a:lnTo>
                  <a:pt x="2800350" y="628731"/>
                </a:lnTo>
                <a:lnTo>
                  <a:pt x="2804054" y="601807"/>
                </a:lnTo>
                <a:lnTo>
                  <a:pt x="2807758" y="572214"/>
                </a:lnTo>
                <a:lnTo>
                  <a:pt x="2811463" y="540262"/>
                </a:lnTo>
                <a:lnTo>
                  <a:pt x="2815167" y="506287"/>
                </a:lnTo>
                <a:lnTo>
                  <a:pt x="2818871" y="470656"/>
                </a:lnTo>
                <a:lnTo>
                  <a:pt x="2822575" y="433752"/>
                </a:lnTo>
                <a:lnTo>
                  <a:pt x="2826279" y="395980"/>
                </a:lnTo>
                <a:lnTo>
                  <a:pt x="2829983" y="357757"/>
                </a:lnTo>
                <a:lnTo>
                  <a:pt x="2833688" y="319510"/>
                </a:lnTo>
                <a:lnTo>
                  <a:pt x="2837392" y="281669"/>
                </a:lnTo>
                <a:lnTo>
                  <a:pt x="2841096" y="244664"/>
                </a:lnTo>
                <a:lnTo>
                  <a:pt x="2844800" y="208920"/>
                </a:lnTo>
                <a:lnTo>
                  <a:pt x="2848504" y="174852"/>
                </a:lnTo>
                <a:lnTo>
                  <a:pt x="2852208" y="142856"/>
                </a:lnTo>
                <a:lnTo>
                  <a:pt x="2855912" y="113312"/>
                </a:lnTo>
                <a:lnTo>
                  <a:pt x="2859617" y="86573"/>
                </a:lnTo>
                <a:lnTo>
                  <a:pt x="2863321" y="62962"/>
                </a:lnTo>
                <a:lnTo>
                  <a:pt x="2867025" y="42771"/>
                </a:lnTo>
                <a:lnTo>
                  <a:pt x="2870729" y="26251"/>
                </a:lnTo>
                <a:lnTo>
                  <a:pt x="2874433" y="13614"/>
                </a:lnTo>
                <a:lnTo>
                  <a:pt x="2878138" y="5030"/>
                </a:lnTo>
                <a:lnTo>
                  <a:pt x="2881842" y="619"/>
                </a:lnTo>
                <a:lnTo>
                  <a:pt x="2885546" y="455"/>
                </a:lnTo>
                <a:lnTo>
                  <a:pt x="2889250" y="4560"/>
                </a:lnTo>
                <a:lnTo>
                  <a:pt x="2892954" y="12909"/>
                </a:lnTo>
                <a:lnTo>
                  <a:pt x="2896658" y="25422"/>
                </a:lnTo>
                <a:lnTo>
                  <a:pt x="2900363" y="41970"/>
                </a:lnTo>
                <a:lnTo>
                  <a:pt x="2904067" y="62375"/>
                </a:lnTo>
                <a:lnTo>
                  <a:pt x="2907771" y="86411"/>
                </a:lnTo>
                <a:lnTo>
                  <a:pt x="2911475" y="113804"/>
                </a:lnTo>
                <a:lnTo>
                  <a:pt x="2915179" y="144239"/>
                </a:lnTo>
                <a:lnTo>
                  <a:pt x="2918883" y="177361"/>
                </a:lnTo>
                <a:lnTo>
                  <a:pt x="2922587" y="212779"/>
                </a:lnTo>
                <a:lnTo>
                  <a:pt x="2926292" y="250071"/>
                </a:lnTo>
                <a:lnTo>
                  <a:pt x="2929996" y="288790"/>
                </a:lnTo>
                <a:lnTo>
                  <a:pt x="2933700" y="328464"/>
                </a:lnTo>
                <a:lnTo>
                  <a:pt x="2937404" y="368611"/>
                </a:lnTo>
                <a:lnTo>
                  <a:pt x="2941108" y="408734"/>
                </a:lnTo>
                <a:lnTo>
                  <a:pt x="2944813" y="448337"/>
                </a:lnTo>
                <a:lnTo>
                  <a:pt x="2948517" y="486926"/>
                </a:lnTo>
                <a:lnTo>
                  <a:pt x="2952221" y="524013"/>
                </a:lnTo>
                <a:lnTo>
                  <a:pt x="2955925" y="559129"/>
                </a:lnTo>
                <a:lnTo>
                  <a:pt x="2959629" y="591824"/>
                </a:lnTo>
                <a:lnTo>
                  <a:pt x="2963333" y="621678"/>
                </a:lnTo>
                <a:lnTo>
                  <a:pt x="2967038" y="648300"/>
                </a:lnTo>
                <a:lnTo>
                  <a:pt x="2970742" y="671343"/>
                </a:lnTo>
                <a:lnTo>
                  <a:pt x="2974446" y="690497"/>
                </a:lnTo>
                <a:lnTo>
                  <a:pt x="2978150" y="705504"/>
                </a:lnTo>
                <a:lnTo>
                  <a:pt x="2981854" y="716155"/>
                </a:lnTo>
                <a:lnTo>
                  <a:pt x="2985558" y="722297"/>
                </a:lnTo>
                <a:lnTo>
                  <a:pt x="2989262" y="723834"/>
                </a:lnTo>
                <a:lnTo>
                  <a:pt x="2992967" y="720727"/>
                </a:lnTo>
                <a:lnTo>
                  <a:pt x="2996671" y="712998"/>
                </a:lnTo>
                <a:lnTo>
                  <a:pt x="3000375" y="700730"/>
                </a:lnTo>
                <a:lnTo>
                  <a:pt x="3004079" y="684064"/>
                </a:lnTo>
                <a:lnTo>
                  <a:pt x="3007783" y="663201"/>
                </a:lnTo>
                <a:lnTo>
                  <a:pt x="3011488" y="638395"/>
                </a:lnTo>
                <a:lnTo>
                  <a:pt x="3015192" y="609957"/>
                </a:lnTo>
                <a:lnTo>
                  <a:pt x="3018896" y="578245"/>
                </a:lnTo>
                <a:lnTo>
                  <a:pt x="3022600" y="543663"/>
                </a:lnTo>
                <a:lnTo>
                  <a:pt x="3026304" y="506655"/>
                </a:lnTo>
                <a:lnTo>
                  <a:pt x="3030008" y="467701"/>
                </a:lnTo>
                <a:lnTo>
                  <a:pt x="3033713" y="427308"/>
                </a:lnTo>
                <a:lnTo>
                  <a:pt x="3037417" y="386005"/>
                </a:lnTo>
                <a:lnTo>
                  <a:pt x="3041121" y="344338"/>
                </a:lnTo>
                <a:lnTo>
                  <a:pt x="3044825" y="302858"/>
                </a:lnTo>
                <a:lnTo>
                  <a:pt x="3048529" y="262119"/>
                </a:lnTo>
                <a:lnTo>
                  <a:pt x="3052233" y="222668"/>
                </a:lnTo>
                <a:lnTo>
                  <a:pt x="3055937" y="185035"/>
                </a:lnTo>
                <a:lnTo>
                  <a:pt x="3059642" y="149733"/>
                </a:lnTo>
                <a:lnTo>
                  <a:pt x="3063346" y="117241"/>
                </a:lnTo>
                <a:lnTo>
                  <a:pt x="3067050" y="88006"/>
                </a:lnTo>
                <a:lnTo>
                  <a:pt x="3070754" y="62433"/>
                </a:lnTo>
                <a:lnTo>
                  <a:pt x="3074458" y="40878"/>
                </a:lnTo>
                <a:lnTo>
                  <a:pt x="3078163" y="23645"/>
                </a:lnTo>
                <a:lnTo>
                  <a:pt x="3081867" y="10980"/>
                </a:lnTo>
                <a:lnTo>
                  <a:pt x="3085571" y="3069"/>
                </a:lnTo>
                <a:lnTo>
                  <a:pt x="3089275" y="33"/>
                </a:lnTo>
                <a:lnTo>
                  <a:pt x="3092979" y="1928"/>
                </a:lnTo>
                <a:lnTo>
                  <a:pt x="3096683" y="8740"/>
                </a:lnTo>
                <a:lnTo>
                  <a:pt x="3100388" y="20390"/>
                </a:lnTo>
                <a:lnTo>
                  <a:pt x="3104092" y="36731"/>
                </a:lnTo>
                <a:lnTo>
                  <a:pt x="3107796" y="57551"/>
                </a:lnTo>
                <a:lnTo>
                  <a:pt x="3111500" y="82574"/>
                </a:lnTo>
                <a:lnTo>
                  <a:pt x="3115204" y="111467"/>
                </a:lnTo>
                <a:lnTo>
                  <a:pt x="3118908" y="143840"/>
                </a:lnTo>
                <a:lnTo>
                  <a:pt x="3122612" y="179254"/>
                </a:lnTo>
                <a:lnTo>
                  <a:pt x="3126317" y="217225"/>
                </a:lnTo>
                <a:lnTo>
                  <a:pt x="3130021" y="257233"/>
                </a:lnTo>
                <a:lnTo>
                  <a:pt x="3133725" y="298725"/>
                </a:lnTo>
                <a:lnTo>
                  <a:pt x="3137429" y="341129"/>
                </a:lnTo>
                <a:lnTo>
                  <a:pt x="3141133" y="383853"/>
                </a:lnTo>
                <a:lnTo>
                  <a:pt x="3144838" y="426304"/>
                </a:lnTo>
                <a:lnTo>
                  <a:pt x="3148542" y="467885"/>
                </a:lnTo>
                <a:lnTo>
                  <a:pt x="3152246" y="508014"/>
                </a:lnTo>
                <a:lnTo>
                  <a:pt x="3155950" y="546125"/>
                </a:lnTo>
                <a:lnTo>
                  <a:pt x="3159654" y="581678"/>
                </a:lnTo>
                <a:lnTo>
                  <a:pt x="3163358" y="614168"/>
                </a:lnTo>
                <a:lnTo>
                  <a:pt x="3167063" y="643131"/>
                </a:lnTo>
                <a:lnTo>
                  <a:pt x="3170767" y="668154"/>
                </a:lnTo>
                <a:lnTo>
                  <a:pt x="3174471" y="688874"/>
                </a:lnTo>
                <a:lnTo>
                  <a:pt x="3178175" y="704992"/>
                </a:lnTo>
                <a:lnTo>
                  <a:pt x="3181879" y="716271"/>
                </a:lnTo>
                <a:lnTo>
                  <a:pt x="3185583" y="722542"/>
                </a:lnTo>
                <a:lnTo>
                  <a:pt x="3189287" y="723709"/>
                </a:lnTo>
                <a:lnTo>
                  <a:pt x="3192992" y="719747"/>
                </a:lnTo>
                <a:lnTo>
                  <a:pt x="3196696" y="710702"/>
                </a:lnTo>
                <a:lnTo>
                  <a:pt x="3200400" y="696696"/>
                </a:lnTo>
                <a:lnTo>
                  <a:pt x="3204104" y="677921"/>
                </a:lnTo>
                <a:lnTo>
                  <a:pt x="3207808" y="654637"/>
                </a:lnTo>
                <a:lnTo>
                  <a:pt x="3211513" y="627170"/>
                </a:lnTo>
                <a:lnTo>
                  <a:pt x="3215217" y="595906"/>
                </a:lnTo>
                <a:lnTo>
                  <a:pt x="3218921" y="561287"/>
                </a:lnTo>
                <a:lnTo>
                  <a:pt x="3222625" y="523803"/>
                </a:lnTo>
                <a:lnTo>
                  <a:pt x="3226329" y="483989"/>
                </a:lnTo>
                <a:lnTo>
                  <a:pt x="3230033" y="442411"/>
                </a:lnTo>
                <a:lnTo>
                  <a:pt x="3233738" y="399663"/>
                </a:lnTo>
                <a:lnTo>
                  <a:pt x="3237442" y="356359"/>
                </a:lnTo>
                <a:lnTo>
                  <a:pt x="3241146" y="313119"/>
                </a:lnTo>
                <a:lnTo>
                  <a:pt x="3244850" y="270565"/>
                </a:lnTo>
                <a:lnTo>
                  <a:pt x="3248554" y="229310"/>
                </a:lnTo>
                <a:lnTo>
                  <a:pt x="3252258" y="189949"/>
                </a:lnTo>
                <a:lnTo>
                  <a:pt x="3255962" y="153051"/>
                </a:lnTo>
                <a:lnTo>
                  <a:pt x="3259667" y="119149"/>
                </a:lnTo>
                <a:lnTo>
                  <a:pt x="3263371" y="88736"/>
                </a:lnTo>
                <a:lnTo>
                  <a:pt x="3267075" y="62252"/>
                </a:lnTo>
                <a:lnTo>
                  <a:pt x="3270779" y="40084"/>
                </a:lnTo>
                <a:lnTo>
                  <a:pt x="3274483" y="22555"/>
                </a:lnTo>
                <a:lnTo>
                  <a:pt x="3278188" y="9920"/>
                </a:lnTo>
                <a:lnTo>
                  <a:pt x="3281892" y="2366"/>
                </a:lnTo>
                <a:lnTo>
                  <a:pt x="3285596" y="6"/>
                </a:lnTo>
                <a:lnTo>
                  <a:pt x="3289300" y="2876"/>
                </a:lnTo>
                <a:lnTo>
                  <a:pt x="3293004" y="10938"/>
                </a:lnTo>
                <a:lnTo>
                  <a:pt x="3296708" y="24077"/>
                </a:lnTo>
                <a:lnTo>
                  <a:pt x="3300413" y="42106"/>
                </a:lnTo>
                <a:lnTo>
                  <a:pt x="3304117" y="64765"/>
                </a:lnTo>
                <a:lnTo>
                  <a:pt x="3307821" y="91728"/>
                </a:lnTo>
                <a:lnTo>
                  <a:pt x="3311525" y="122605"/>
                </a:lnTo>
                <a:lnTo>
                  <a:pt x="3315229" y="156950"/>
                </a:lnTo>
                <a:lnTo>
                  <a:pt x="3318933" y="194266"/>
                </a:lnTo>
                <a:lnTo>
                  <a:pt x="3322637" y="234012"/>
                </a:lnTo>
                <a:lnTo>
                  <a:pt x="3326342" y="275614"/>
                </a:lnTo>
                <a:lnTo>
                  <a:pt x="3330046" y="318467"/>
                </a:lnTo>
                <a:lnTo>
                  <a:pt x="3333750" y="361950"/>
                </a:lnTo>
              </a:path>
            </a:pathLst>
          </a:custGeom>
          <a:noFill xmlns:a="http://schemas.openxmlformats.org/drawingml/2006/main"/>
          <a:ln xmlns:a="http://schemas.openxmlformats.org/drawingml/2006/main" w="19050">
            <a:solidFill>
              <a:srgbClr val="202020"/>
            </a:solidFill>
          </a:ln>
        </p:spPr>
      </p:sp>
      <p:sp>
        <p:nvSpPr>
          <p:cNvPr id="26" name="envelope-2-envelope--1">
            <a:extLst xmlns:a="http://schemas.openxmlformats.org/drawingml/2006/main">
              <a:ext uri="{FF2B5EF4-FFF2-40B4-BE49-F238E27FC236}">
                <a16:creationId xmlns:a16="http://schemas.microsoft.com/office/drawing/2014/main" id="{77F20B9A-DE45-47A4-AB8D-1EFF0C61C792}"/>
              </a:ext>
            </a:extLst>
          </p:cNvPr>
          <p:cNvSpPr>
            <a:spLocks xmlns:a="http://schemas.openxmlformats.org/drawingml/2006/main" noGrp="1"/>
          </p:cNvSpPr>
          <p:nvPr/>
        </p:nvSpPr>
        <p:spPr>
          <a:xfrm xmlns:a="http://schemas.openxmlformats.org/drawingml/2006/main">
            <a:off x="7477125" y="4114800"/>
            <a:ext cx="3333750" cy="95"/>
          </a:xfrm>
          <a:custGeom xmlns:a="http://schemas.openxmlformats.org/drawingml/2006/main">
            <a:pathLst>
              <a:path w="3333750" h="95">
                <a:moveTo>
                  <a:pt x="0" y="0"/>
                </a:moveTo>
                <a:lnTo>
                  <a:pt x="13335" y="0"/>
                </a:lnTo>
                <a:lnTo>
                  <a:pt x="26670" y="0"/>
                </a:lnTo>
                <a:lnTo>
                  <a:pt x="40005" y="0"/>
                </a:lnTo>
                <a:lnTo>
                  <a:pt x="53340" y="0"/>
                </a:lnTo>
                <a:lnTo>
                  <a:pt x="66675" y="0"/>
                </a:lnTo>
                <a:lnTo>
                  <a:pt x="80010" y="0"/>
                </a:lnTo>
                <a:lnTo>
                  <a:pt x="93345" y="0"/>
                </a:lnTo>
                <a:lnTo>
                  <a:pt x="106680" y="0"/>
                </a:lnTo>
                <a:lnTo>
                  <a:pt x="120015" y="0"/>
                </a:lnTo>
                <a:lnTo>
                  <a:pt x="133350" y="0"/>
                </a:lnTo>
                <a:lnTo>
                  <a:pt x="146685" y="0"/>
                </a:lnTo>
                <a:lnTo>
                  <a:pt x="160020" y="0"/>
                </a:lnTo>
                <a:lnTo>
                  <a:pt x="173355" y="0"/>
                </a:lnTo>
                <a:lnTo>
                  <a:pt x="186690" y="0"/>
                </a:lnTo>
                <a:lnTo>
                  <a:pt x="200025" y="0"/>
                </a:lnTo>
                <a:lnTo>
                  <a:pt x="213360" y="0"/>
                </a:lnTo>
                <a:lnTo>
                  <a:pt x="226695" y="0"/>
                </a:lnTo>
                <a:lnTo>
                  <a:pt x="240030" y="0"/>
                </a:lnTo>
                <a:lnTo>
                  <a:pt x="253365" y="0"/>
                </a:lnTo>
                <a:lnTo>
                  <a:pt x="266700" y="0"/>
                </a:lnTo>
                <a:lnTo>
                  <a:pt x="280035" y="0"/>
                </a:lnTo>
                <a:lnTo>
                  <a:pt x="293370" y="0"/>
                </a:lnTo>
                <a:lnTo>
                  <a:pt x="306705" y="0"/>
                </a:lnTo>
                <a:lnTo>
                  <a:pt x="320040" y="0"/>
                </a:lnTo>
                <a:lnTo>
                  <a:pt x="333375" y="0"/>
                </a:lnTo>
                <a:lnTo>
                  <a:pt x="346710" y="0"/>
                </a:lnTo>
                <a:lnTo>
                  <a:pt x="360045" y="0"/>
                </a:lnTo>
                <a:lnTo>
                  <a:pt x="373380" y="0"/>
                </a:lnTo>
                <a:lnTo>
                  <a:pt x="386715" y="0"/>
                </a:lnTo>
                <a:lnTo>
                  <a:pt x="400050" y="0"/>
                </a:lnTo>
                <a:lnTo>
                  <a:pt x="413385" y="0"/>
                </a:lnTo>
                <a:lnTo>
                  <a:pt x="426720" y="0"/>
                </a:lnTo>
                <a:lnTo>
                  <a:pt x="440055" y="0"/>
                </a:lnTo>
                <a:lnTo>
                  <a:pt x="453390" y="0"/>
                </a:lnTo>
                <a:lnTo>
                  <a:pt x="466725" y="0"/>
                </a:lnTo>
                <a:lnTo>
                  <a:pt x="480060" y="0"/>
                </a:lnTo>
                <a:lnTo>
                  <a:pt x="493395" y="0"/>
                </a:lnTo>
                <a:lnTo>
                  <a:pt x="506730" y="0"/>
                </a:lnTo>
                <a:lnTo>
                  <a:pt x="520065" y="0"/>
                </a:lnTo>
                <a:lnTo>
                  <a:pt x="533400" y="0"/>
                </a:lnTo>
                <a:lnTo>
                  <a:pt x="546735" y="0"/>
                </a:lnTo>
                <a:lnTo>
                  <a:pt x="560070" y="0"/>
                </a:lnTo>
                <a:lnTo>
                  <a:pt x="573405" y="0"/>
                </a:lnTo>
                <a:lnTo>
                  <a:pt x="586740" y="0"/>
                </a:lnTo>
                <a:lnTo>
                  <a:pt x="600075" y="0"/>
                </a:lnTo>
                <a:lnTo>
                  <a:pt x="613410" y="0"/>
                </a:lnTo>
                <a:lnTo>
                  <a:pt x="626745" y="0"/>
                </a:lnTo>
                <a:lnTo>
                  <a:pt x="640080" y="0"/>
                </a:lnTo>
                <a:lnTo>
                  <a:pt x="653415" y="0"/>
                </a:lnTo>
                <a:lnTo>
                  <a:pt x="666750" y="0"/>
                </a:lnTo>
                <a:lnTo>
                  <a:pt x="680085" y="0"/>
                </a:lnTo>
                <a:lnTo>
                  <a:pt x="693420" y="0"/>
                </a:lnTo>
                <a:lnTo>
                  <a:pt x="706755" y="0"/>
                </a:lnTo>
                <a:lnTo>
                  <a:pt x="720090" y="0"/>
                </a:lnTo>
                <a:lnTo>
                  <a:pt x="733425" y="0"/>
                </a:lnTo>
                <a:lnTo>
                  <a:pt x="746760" y="0"/>
                </a:lnTo>
                <a:lnTo>
                  <a:pt x="760095" y="0"/>
                </a:lnTo>
                <a:lnTo>
                  <a:pt x="773430" y="0"/>
                </a:lnTo>
                <a:lnTo>
                  <a:pt x="786765" y="0"/>
                </a:lnTo>
                <a:lnTo>
                  <a:pt x="800100" y="0"/>
                </a:lnTo>
                <a:lnTo>
                  <a:pt x="813435" y="0"/>
                </a:lnTo>
                <a:lnTo>
                  <a:pt x="826770" y="0"/>
                </a:lnTo>
                <a:lnTo>
                  <a:pt x="840105" y="0"/>
                </a:lnTo>
                <a:lnTo>
                  <a:pt x="853440" y="0"/>
                </a:lnTo>
                <a:lnTo>
                  <a:pt x="866775" y="0"/>
                </a:lnTo>
                <a:lnTo>
                  <a:pt x="880110" y="0"/>
                </a:lnTo>
                <a:lnTo>
                  <a:pt x="893445" y="0"/>
                </a:lnTo>
                <a:lnTo>
                  <a:pt x="906780" y="0"/>
                </a:lnTo>
                <a:lnTo>
                  <a:pt x="920115" y="0"/>
                </a:lnTo>
                <a:lnTo>
                  <a:pt x="933450" y="0"/>
                </a:lnTo>
                <a:lnTo>
                  <a:pt x="946785" y="0"/>
                </a:lnTo>
                <a:lnTo>
                  <a:pt x="960120" y="0"/>
                </a:lnTo>
                <a:lnTo>
                  <a:pt x="973455" y="0"/>
                </a:lnTo>
                <a:lnTo>
                  <a:pt x="986790" y="0"/>
                </a:lnTo>
                <a:lnTo>
                  <a:pt x="1000125" y="0"/>
                </a:lnTo>
                <a:lnTo>
                  <a:pt x="1013460" y="0"/>
                </a:lnTo>
                <a:lnTo>
                  <a:pt x="1026795" y="0"/>
                </a:lnTo>
                <a:lnTo>
                  <a:pt x="1040130" y="0"/>
                </a:lnTo>
                <a:lnTo>
                  <a:pt x="1053465" y="0"/>
                </a:lnTo>
                <a:lnTo>
                  <a:pt x="1066800" y="0"/>
                </a:lnTo>
                <a:lnTo>
                  <a:pt x="1080135" y="0"/>
                </a:lnTo>
                <a:lnTo>
                  <a:pt x="1093470" y="0"/>
                </a:lnTo>
                <a:lnTo>
                  <a:pt x="1106805" y="0"/>
                </a:lnTo>
                <a:lnTo>
                  <a:pt x="1120140" y="0"/>
                </a:lnTo>
                <a:lnTo>
                  <a:pt x="1133475" y="0"/>
                </a:lnTo>
                <a:lnTo>
                  <a:pt x="1146810" y="0"/>
                </a:lnTo>
                <a:lnTo>
                  <a:pt x="1160145" y="0"/>
                </a:lnTo>
                <a:lnTo>
                  <a:pt x="1173480" y="0"/>
                </a:lnTo>
                <a:lnTo>
                  <a:pt x="1186815" y="0"/>
                </a:lnTo>
                <a:lnTo>
                  <a:pt x="1200150" y="0"/>
                </a:lnTo>
                <a:lnTo>
                  <a:pt x="1213485" y="0"/>
                </a:lnTo>
                <a:lnTo>
                  <a:pt x="1226820" y="0"/>
                </a:lnTo>
                <a:lnTo>
                  <a:pt x="1240155" y="0"/>
                </a:lnTo>
                <a:lnTo>
                  <a:pt x="1253490" y="0"/>
                </a:lnTo>
                <a:lnTo>
                  <a:pt x="1266825" y="0"/>
                </a:lnTo>
                <a:lnTo>
                  <a:pt x="1280160" y="0"/>
                </a:lnTo>
                <a:lnTo>
                  <a:pt x="1293495" y="0"/>
                </a:lnTo>
                <a:lnTo>
                  <a:pt x="1306830" y="0"/>
                </a:lnTo>
                <a:lnTo>
                  <a:pt x="1320165" y="0"/>
                </a:lnTo>
                <a:lnTo>
                  <a:pt x="1333500" y="0"/>
                </a:lnTo>
                <a:lnTo>
                  <a:pt x="1346835" y="0"/>
                </a:lnTo>
                <a:lnTo>
                  <a:pt x="1360170" y="0"/>
                </a:lnTo>
                <a:lnTo>
                  <a:pt x="1373505" y="0"/>
                </a:lnTo>
                <a:lnTo>
                  <a:pt x="1386840" y="0"/>
                </a:lnTo>
                <a:lnTo>
                  <a:pt x="1400175" y="0"/>
                </a:lnTo>
                <a:lnTo>
                  <a:pt x="1413510" y="0"/>
                </a:lnTo>
                <a:lnTo>
                  <a:pt x="1426845" y="0"/>
                </a:lnTo>
                <a:lnTo>
                  <a:pt x="1440180" y="0"/>
                </a:lnTo>
                <a:lnTo>
                  <a:pt x="1453515" y="0"/>
                </a:lnTo>
                <a:lnTo>
                  <a:pt x="1466850" y="0"/>
                </a:lnTo>
                <a:lnTo>
                  <a:pt x="1480185" y="0"/>
                </a:lnTo>
                <a:lnTo>
                  <a:pt x="1493520" y="0"/>
                </a:lnTo>
                <a:lnTo>
                  <a:pt x="1506855" y="0"/>
                </a:lnTo>
                <a:lnTo>
                  <a:pt x="1520190" y="0"/>
                </a:lnTo>
                <a:lnTo>
                  <a:pt x="1533525" y="0"/>
                </a:lnTo>
                <a:lnTo>
                  <a:pt x="1546860" y="0"/>
                </a:lnTo>
                <a:lnTo>
                  <a:pt x="1560195" y="0"/>
                </a:lnTo>
                <a:lnTo>
                  <a:pt x="1573530" y="0"/>
                </a:lnTo>
                <a:lnTo>
                  <a:pt x="1586865" y="0"/>
                </a:lnTo>
                <a:lnTo>
                  <a:pt x="1600200" y="0"/>
                </a:lnTo>
                <a:lnTo>
                  <a:pt x="1613535" y="0"/>
                </a:lnTo>
                <a:lnTo>
                  <a:pt x="1626870" y="0"/>
                </a:lnTo>
                <a:lnTo>
                  <a:pt x="1640205" y="0"/>
                </a:lnTo>
                <a:lnTo>
                  <a:pt x="1653540" y="0"/>
                </a:lnTo>
                <a:lnTo>
                  <a:pt x="1666875" y="0"/>
                </a:lnTo>
                <a:lnTo>
                  <a:pt x="1680210" y="0"/>
                </a:lnTo>
                <a:lnTo>
                  <a:pt x="1693545" y="0"/>
                </a:lnTo>
                <a:lnTo>
                  <a:pt x="1706880" y="0"/>
                </a:lnTo>
                <a:lnTo>
                  <a:pt x="1720215" y="0"/>
                </a:lnTo>
                <a:lnTo>
                  <a:pt x="1733550" y="0"/>
                </a:lnTo>
                <a:lnTo>
                  <a:pt x="1746885" y="0"/>
                </a:lnTo>
                <a:lnTo>
                  <a:pt x="1760220" y="0"/>
                </a:lnTo>
                <a:lnTo>
                  <a:pt x="1773555" y="0"/>
                </a:lnTo>
                <a:lnTo>
                  <a:pt x="1786890" y="0"/>
                </a:lnTo>
                <a:lnTo>
                  <a:pt x="1800225" y="0"/>
                </a:lnTo>
                <a:lnTo>
                  <a:pt x="1813560" y="0"/>
                </a:lnTo>
                <a:lnTo>
                  <a:pt x="1826895" y="0"/>
                </a:lnTo>
                <a:lnTo>
                  <a:pt x="1840230" y="0"/>
                </a:lnTo>
                <a:lnTo>
                  <a:pt x="1853565" y="0"/>
                </a:lnTo>
                <a:lnTo>
                  <a:pt x="1866900" y="0"/>
                </a:lnTo>
                <a:lnTo>
                  <a:pt x="1880235" y="0"/>
                </a:lnTo>
                <a:lnTo>
                  <a:pt x="1893570" y="0"/>
                </a:lnTo>
                <a:lnTo>
                  <a:pt x="1906905" y="0"/>
                </a:lnTo>
                <a:lnTo>
                  <a:pt x="1920240" y="0"/>
                </a:lnTo>
                <a:lnTo>
                  <a:pt x="1933575" y="0"/>
                </a:lnTo>
                <a:lnTo>
                  <a:pt x="1946910" y="0"/>
                </a:lnTo>
                <a:lnTo>
                  <a:pt x="1960245" y="0"/>
                </a:lnTo>
                <a:lnTo>
                  <a:pt x="1973580" y="0"/>
                </a:lnTo>
                <a:lnTo>
                  <a:pt x="1986915" y="0"/>
                </a:lnTo>
                <a:lnTo>
                  <a:pt x="2000250" y="0"/>
                </a:lnTo>
                <a:lnTo>
                  <a:pt x="2013585" y="0"/>
                </a:lnTo>
                <a:lnTo>
                  <a:pt x="2026920" y="0"/>
                </a:lnTo>
                <a:lnTo>
                  <a:pt x="2040255" y="0"/>
                </a:lnTo>
                <a:lnTo>
                  <a:pt x="2053590" y="0"/>
                </a:lnTo>
                <a:lnTo>
                  <a:pt x="2066925" y="0"/>
                </a:lnTo>
                <a:lnTo>
                  <a:pt x="2080260" y="0"/>
                </a:lnTo>
                <a:lnTo>
                  <a:pt x="2093595" y="0"/>
                </a:lnTo>
                <a:lnTo>
                  <a:pt x="2106930" y="0"/>
                </a:lnTo>
                <a:lnTo>
                  <a:pt x="2120265" y="0"/>
                </a:lnTo>
                <a:lnTo>
                  <a:pt x="2133600" y="0"/>
                </a:lnTo>
                <a:lnTo>
                  <a:pt x="2146935" y="0"/>
                </a:lnTo>
                <a:lnTo>
                  <a:pt x="2160270" y="0"/>
                </a:lnTo>
                <a:lnTo>
                  <a:pt x="2173605" y="0"/>
                </a:lnTo>
                <a:lnTo>
                  <a:pt x="2186940" y="0"/>
                </a:lnTo>
                <a:lnTo>
                  <a:pt x="2200275" y="0"/>
                </a:lnTo>
                <a:lnTo>
                  <a:pt x="2213610" y="0"/>
                </a:lnTo>
                <a:lnTo>
                  <a:pt x="2226945" y="0"/>
                </a:lnTo>
                <a:lnTo>
                  <a:pt x="2240280" y="0"/>
                </a:lnTo>
                <a:lnTo>
                  <a:pt x="2253615" y="0"/>
                </a:lnTo>
                <a:lnTo>
                  <a:pt x="2266950" y="0"/>
                </a:lnTo>
                <a:lnTo>
                  <a:pt x="2280285" y="0"/>
                </a:lnTo>
                <a:lnTo>
                  <a:pt x="2293620" y="0"/>
                </a:lnTo>
                <a:lnTo>
                  <a:pt x="2306955" y="0"/>
                </a:lnTo>
                <a:lnTo>
                  <a:pt x="2320290" y="0"/>
                </a:lnTo>
                <a:lnTo>
                  <a:pt x="2333625" y="0"/>
                </a:lnTo>
                <a:lnTo>
                  <a:pt x="2346960" y="0"/>
                </a:lnTo>
                <a:lnTo>
                  <a:pt x="2360295" y="0"/>
                </a:lnTo>
                <a:lnTo>
                  <a:pt x="2373630" y="0"/>
                </a:lnTo>
                <a:lnTo>
                  <a:pt x="2386965" y="0"/>
                </a:lnTo>
                <a:lnTo>
                  <a:pt x="2400300" y="0"/>
                </a:lnTo>
                <a:lnTo>
                  <a:pt x="2413635" y="0"/>
                </a:lnTo>
                <a:lnTo>
                  <a:pt x="2426970" y="0"/>
                </a:lnTo>
                <a:lnTo>
                  <a:pt x="2440305" y="0"/>
                </a:lnTo>
                <a:lnTo>
                  <a:pt x="2453640" y="0"/>
                </a:lnTo>
                <a:lnTo>
                  <a:pt x="2466975" y="0"/>
                </a:lnTo>
                <a:lnTo>
                  <a:pt x="2480310" y="0"/>
                </a:lnTo>
                <a:lnTo>
                  <a:pt x="2493645" y="0"/>
                </a:lnTo>
                <a:lnTo>
                  <a:pt x="2506980" y="0"/>
                </a:lnTo>
                <a:lnTo>
                  <a:pt x="2520315" y="0"/>
                </a:lnTo>
                <a:lnTo>
                  <a:pt x="2533650" y="0"/>
                </a:lnTo>
                <a:lnTo>
                  <a:pt x="2546985" y="0"/>
                </a:lnTo>
                <a:lnTo>
                  <a:pt x="2560320" y="0"/>
                </a:lnTo>
                <a:lnTo>
                  <a:pt x="2573655" y="0"/>
                </a:lnTo>
                <a:lnTo>
                  <a:pt x="2586990" y="0"/>
                </a:lnTo>
                <a:lnTo>
                  <a:pt x="2600325" y="0"/>
                </a:lnTo>
                <a:lnTo>
                  <a:pt x="2613660" y="0"/>
                </a:lnTo>
                <a:lnTo>
                  <a:pt x="2626995" y="0"/>
                </a:lnTo>
                <a:lnTo>
                  <a:pt x="2640330" y="0"/>
                </a:lnTo>
                <a:lnTo>
                  <a:pt x="2653665" y="0"/>
                </a:lnTo>
                <a:lnTo>
                  <a:pt x="2667000" y="0"/>
                </a:lnTo>
                <a:lnTo>
                  <a:pt x="2680335" y="0"/>
                </a:lnTo>
                <a:lnTo>
                  <a:pt x="2693670" y="0"/>
                </a:lnTo>
                <a:lnTo>
                  <a:pt x="2707005" y="0"/>
                </a:lnTo>
                <a:lnTo>
                  <a:pt x="2720340" y="0"/>
                </a:lnTo>
                <a:lnTo>
                  <a:pt x="2733675" y="0"/>
                </a:lnTo>
                <a:lnTo>
                  <a:pt x="2747010" y="0"/>
                </a:lnTo>
                <a:lnTo>
                  <a:pt x="2760345" y="0"/>
                </a:lnTo>
                <a:lnTo>
                  <a:pt x="2773680" y="0"/>
                </a:lnTo>
                <a:lnTo>
                  <a:pt x="2787015" y="0"/>
                </a:lnTo>
                <a:lnTo>
                  <a:pt x="2800350" y="0"/>
                </a:lnTo>
                <a:lnTo>
                  <a:pt x="2813685" y="0"/>
                </a:lnTo>
                <a:lnTo>
                  <a:pt x="2827020" y="0"/>
                </a:lnTo>
                <a:lnTo>
                  <a:pt x="2840355" y="0"/>
                </a:lnTo>
                <a:lnTo>
                  <a:pt x="2853690" y="0"/>
                </a:lnTo>
                <a:lnTo>
                  <a:pt x="2867025" y="0"/>
                </a:lnTo>
                <a:lnTo>
                  <a:pt x="2880360" y="0"/>
                </a:lnTo>
                <a:lnTo>
                  <a:pt x="2893695" y="0"/>
                </a:lnTo>
                <a:lnTo>
                  <a:pt x="2907030" y="0"/>
                </a:lnTo>
                <a:lnTo>
                  <a:pt x="2920365" y="0"/>
                </a:lnTo>
                <a:lnTo>
                  <a:pt x="2933700" y="0"/>
                </a:lnTo>
                <a:lnTo>
                  <a:pt x="2947035" y="0"/>
                </a:lnTo>
                <a:lnTo>
                  <a:pt x="2960370" y="0"/>
                </a:lnTo>
                <a:lnTo>
                  <a:pt x="2973705" y="0"/>
                </a:lnTo>
                <a:lnTo>
                  <a:pt x="2987040" y="0"/>
                </a:lnTo>
                <a:lnTo>
                  <a:pt x="3000375" y="0"/>
                </a:lnTo>
                <a:lnTo>
                  <a:pt x="3013710" y="0"/>
                </a:lnTo>
                <a:lnTo>
                  <a:pt x="3027045" y="0"/>
                </a:lnTo>
                <a:lnTo>
                  <a:pt x="3040380" y="0"/>
                </a:lnTo>
                <a:lnTo>
                  <a:pt x="3053715" y="0"/>
                </a:lnTo>
                <a:lnTo>
                  <a:pt x="3067050" y="0"/>
                </a:lnTo>
                <a:lnTo>
                  <a:pt x="3080385" y="0"/>
                </a:lnTo>
                <a:lnTo>
                  <a:pt x="3093720" y="0"/>
                </a:lnTo>
                <a:lnTo>
                  <a:pt x="3107055" y="0"/>
                </a:lnTo>
                <a:lnTo>
                  <a:pt x="3120390" y="0"/>
                </a:lnTo>
                <a:lnTo>
                  <a:pt x="3133725" y="0"/>
                </a:lnTo>
                <a:lnTo>
                  <a:pt x="3147060" y="0"/>
                </a:lnTo>
                <a:lnTo>
                  <a:pt x="3160395" y="0"/>
                </a:lnTo>
                <a:lnTo>
                  <a:pt x="3173730" y="0"/>
                </a:lnTo>
                <a:lnTo>
                  <a:pt x="3187065" y="0"/>
                </a:lnTo>
                <a:lnTo>
                  <a:pt x="3200400" y="0"/>
                </a:lnTo>
                <a:lnTo>
                  <a:pt x="3213735" y="0"/>
                </a:lnTo>
                <a:lnTo>
                  <a:pt x="3227070" y="0"/>
                </a:lnTo>
                <a:lnTo>
                  <a:pt x="3240405" y="0"/>
                </a:lnTo>
                <a:lnTo>
                  <a:pt x="3253740" y="0"/>
                </a:lnTo>
                <a:lnTo>
                  <a:pt x="3267075" y="0"/>
                </a:lnTo>
                <a:lnTo>
                  <a:pt x="3280410" y="0"/>
                </a:lnTo>
                <a:lnTo>
                  <a:pt x="3293745" y="0"/>
                </a:lnTo>
                <a:lnTo>
                  <a:pt x="3307080" y="0"/>
                </a:lnTo>
                <a:lnTo>
                  <a:pt x="3320415" y="0"/>
                </a:lnTo>
                <a:lnTo>
                  <a:pt x="3333750" y="0"/>
                </a:lnTo>
              </a:path>
            </a:pathLst>
          </a:custGeom>
          <a:noFill xmlns:a="http://schemas.openxmlformats.org/drawingml/2006/main"/>
          <a:ln xmlns:a="http://schemas.openxmlformats.org/drawingml/2006/main" w="12383">
            <a:solidFill>
              <a:srgbClr val="777777"/>
            </a:solidFill>
          </a:ln>
        </p:spPr>
      </p:sp>
      <p:sp>
        <p:nvSpPr>
          <p:cNvPr id="27" name="envelope-2-envelope-1">
            <a:extLst xmlns:a="http://schemas.openxmlformats.org/drawingml/2006/main">
              <a:ext uri="{FF2B5EF4-FFF2-40B4-BE49-F238E27FC236}">
                <a16:creationId xmlns:a16="http://schemas.microsoft.com/office/drawing/2014/main" id="{4B7EAB33-226A-4D34-9D8A-07EFC077B020}"/>
              </a:ext>
            </a:extLst>
          </p:cNvPr>
          <p:cNvSpPr>
            <a:spLocks xmlns:a="http://schemas.openxmlformats.org/drawingml/2006/main" noGrp="1"/>
          </p:cNvSpPr>
          <p:nvPr/>
        </p:nvSpPr>
        <p:spPr>
          <a:xfrm xmlns:a="http://schemas.openxmlformats.org/drawingml/2006/main">
            <a:off x="7477125" y="3390900"/>
            <a:ext cx="3333750" cy="95"/>
          </a:xfrm>
          <a:custGeom xmlns:a="http://schemas.openxmlformats.org/drawingml/2006/main">
            <a:pathLst>
              <a:path w="3333750" h="95">
                <a:moveTo>
                  <a:pt x="0" y="0"/>
                </a:moveTo>
                <a:lnTo>
                  <a:pt x="13335" y="0"/>
                </a:lnTo>
                <a:lnTo>
                  <a:pt x="26670" y="0"/>
                </a:lnTo>
                <a:lnTo>
                  <a:pt x="40005" y="0"/>
                </a:lnTo>
                <a:lnTo>
                  <a:pt x="53340" y="0"/>
                </a:lnTo>
                <a:lnTo>
                  <a:pt x="66675" y="0"/>
                </a:lnTo>
                <a:lnTo>
                  <a:pt x="80010" y="0"/>
                </a:lnTo>
                <a:lnTo>
                  <a:pt x="93345" y="0"/>
                </a:lnTo>
                <a:lnTo>
                  <a:pt x="106680" y="0"/>
                </a:lnTo>
                <a:lnTo>
                  <a:pt x="120015" y="0"/>
                </a:lnTo>
                <a:lnTo>
                  <a:pt x="133350" y="0"/>
                </a:lnTo>
                <a:lnTo>
                  <a:pt x="146685" y="0"/>
                </a:lnTo>
                <a:lnTo>
                  <a:pt x="160020" y="0"/>
                </a:lnTo>
                <a:lnTo>
                  <a:pt x="173355" y="0"/>
                </a:lnTo>
                <a:lnTo>
                  <a:pt x="186690" y="0"/>
                </a:lnTo>
                <a:lnTo>
                  <a:pt x="200025" y="0"/>
                </a:lnTo>
                <a:lnTo>
                  <a:pt x="213360" y="0"/>
                </a:lnTo>
                <a:lnTo>
                  <a:pt x="226695" y="0"/>
                </a:lnTo>
                <a:lnTo>
                  <a:pt x="240030" y="0"/>
                </a:lnTo>
                <a:lnTo>
                  <a:pt x="253365" y="0"/>
                </a:lnTo>
                <a:lnTo>
                  <a:pt x="266700" y="0"/>
                </a:lnTo>
                <a:lnTo>
                  <a:pt x="280035" y="0"/>
                </a:lnTo>
                <a:lnTo>
                  <a:pt x="293370" y="0"/>
                </a:lnTo>
                <a:lnTo>
                  <a:pt x="306705" y="0"/>
                </a:lnTo>
                <a:lnTo>
                  <a:pt x="320040" y="0"/>
                </a:lnTo>
                <a:lnTo>
                  <a:pt x="333375" y="0"/>
                </a:lnTo>
                <a:lnTo>
                  <a:pt x="346710" y="0"/>
                </a:lnTo>
                <a:lnTo>
                  <a:pt x="360045" y="0"/>
                </a:lnTo>
                <a:lnTo>
                  <a:pt x="373380" y="0"/>
                </a:lnTo>
                <a:lnTo>
                  <a:pt x="386715" y="0"/>
                </a:lnTo>
                <a:lnTo>
                  <a:pt x="400050" y="0"/>
                </a:lnTo>
                <a:lnTo>
                  <a:pt x="413385" y="0"/>
                </a:lnTo>
                <a:lnTo>
                  <a:pt x="426720" y="0"/>
                </a:lnTo>
                <a:lnTo>
                  <a:pt x="440055" y="0"/>
                </a:lnTo>
                <a:lnTo>
                  <a:pt x="453390" y="0"/>
                </a:lnTo>
                <a:lnTo>
                  <a:pt x="466725" y="0"/>
                </a:lnTo>
                <a:lnTo>
                  <a:pt x="480060" y="0"/>
                </a:lnTo>
                <a:lnTo>
                  <a:pt x="493395" y="0"/>
                </a:lnTo>
                <a:lnTo>
                  <a:pt x="506730" y="0"/>
                </a:lnTo>
                <a:lnTo>
                  <a:pt x="520065" y="0"/>
                </a:lnTo>
                <a:lnTo>
                  <a:pt x="533400" y="0"/>
                </a:lnTo>
                <a:lnTo>
                  <a:pt x="546735" y="0"/>
                </a:lnTo>
                <a:lnTo>
                  <a:pt x="560070" y="0"/>
                </a:lnTo>
                <a:lnTo>
                  <a:pt x="573405" y="0"/>
                </a:lnTo>
                <a:lnTo>
                  <a:pt x="586740" y="0"/>
                </a:lnTo>
                <a:lnTo>
                  <a:pt x="600075" y="0"/>
                </a:lnTo>
                <a:lnTo>
                  <a:pt x="613410" y="0"/>
                </a:lnTo>
                <a:lnTo>
                  <a:pt x="626745" y="0"/>
                </a:lnTo>
                <a:lnTo>
                  <a:pt x="640080" y="0"/>
                </a:lnTo>
                <a:lnTo>
                  <a:pt x="653415" y="0"/>
                </a:lnTo>
                <a:lnTo>
                  <a:pt x="666750" y="0"/>
                </a:lnTo>
                <a:lnTo>
                  <a:pt x="680085" y="0"/>
                </a:lnTo>
                <a:lnTo>
                  <a:pt x="693420" y="0"/>
                </a:lnTo>
                <a:lnTo>
                  <a:pt x="706755" y="0"/>
                </a:lnTo>
                <a:lnTo>
                  <a:pt x="720090" y="0"/>
                </a:lnTo>
                <a:lnTo>
                  <a:pt x="733425" y="0"/>
                </a:lnTo>
                <a:lnTo>
                  <a:pt x="746760" y="0"/>
                </a:lnTo>
                <a:lnTo>
                  <a:pt x="760095" y="0"/>
                </a:lnTo>
                <a:lnTo>
                  <a:pt x="773430" y="0"/>
                </a:lnTo>
                <a:lnTo>
                  <a:pt x="786765" y="0"/>
                </a:lnTo>
                <a:lnTo>
                  <a:pt x="800100" y="0"/>
                </a:lnTo>
                <a:lnTo>
                  <a:pt x="813435" y="0"/>
                </a:lnTo>
                <a:lnTo>
                  <a:pt x="826770" y="0"/>
                </a:lnTo>
                <a:lnTo>
                  <a:pt x="840105" y="0"/>
                </a:lnTo>
                <a:lnTo>
                  <a:pt x="853440" y="0"/>
                </a:lnTo>
                <a:lnTo>
                  <a:pt x="866775" y="0"/>
                </a:lnTo>
                <a:lnTo>
                  <a:pt x="880110" y="0"/>
                </a:lnTo>
                <a:lnTo>
                  <a:pt x="893445" y="0"/>
                </a:lnTo>
                <a:lnTo>
                  <a:pt x="906780" y="0"/>
                </a:lnTo>
                <a:lnTo>
                  <a:pt x="920115" y="0"/>
                </a:lnTo>
                <a:lnTo>
                  <a:pt x="933450" y="0"/>
                </a:lnTo>
                <a:lnTo>
                  <a:pt x="946785" y="0"/>
                </a:lnTo>
                <a:lnTo>
                  <a:pt x="960120" y="0"/>
                </a:lnTo>
                <a:lnTo>
                  <a:pt x="973455" y="0"/>
                </a:lnTo>
                <a:lnTo>
                  <a:pt x="986790" y="0"/>
                </a:lnTo>
                <a:lnTo>
                  <a:pt x="1000125" y="0"/>
                </a:lnTo>
                <a:lnTo>
                  <a:pt x="1013460" y="0"/>
                </a:lnTo>
                <a:lnTo>
                  <a:pt x="1026795" y="0"/>
                </a:lnTo>
                <a:lnTo>
                  <a:pt x="1040130" y="0"/>
                </a:lnTo>
                <a:lnTo>
                  <a:pt x="1053465" y="0"/>
                </a:lnTo>
                <a:lnTo>
                  <a:pt x="1066800" y="0"/>
                </a:lnTo>
                <a:lnTo>
                  <a:pt x="1080135" y="0"/>
                </a:lnTo>
                <a:lnTo>
                  <a:pt x="1093470" y="0"/>
                </a:lnTo>
                <a:lnTo>
                  <a:pt x="1106805" y="0"/>
                </a:lnTo>
                <a:lnTo>
                  <a:pt x="1120140" y="0"/>
                </a:lnTo>
                <a:lnTo>
                  <a:pt x="1133475" y="0"/>
                </a:lnTo>
                <a:lnTo>
                  <a:pt x="1146810" y="0"/>
                </a:lnTo>
                <a:lnTo>
                  <a:pt x="1160145" y="0"/>
                </a:lnTo>
                <a:lnTo>
                  <a:pt x="1173480" y="0"/>
                </a:lnTo>
                <a:lnTo>
                  <a:pt x="1186815" y="0"/>
                </a:lnTo>
                <a:lnTo>
                  <a:pt x="1200150" y="0"/>
                </a:lnTo>
                <a:lnTo>
                  <a:pt x="1213485" y="0"/>
                </a:lnTo>
                <a:lnTo>
                  <a:pt x="1226820" y="0"/>
                </a:lnTo>
                <a:lnTo>
                  <a:pt x="1240155" y="0"/>
                </a:lnTo>
                <a:lnTo>
                  <a:pt x="1253490" y="0"/>
                </a:lnTo>
                <a:lnTo>
                  <a:pt x="1266825" y="0"/>
                </a:lnTo>
                <a:lnTo>
                  <a:pt x="1280160" y="0"/>
                </a:lnTo>
                <a:lnTo>
                  <a:pt x="1293495" y="0"/>
                </a:lnTo>
                <a:lnTo>
                  <a:pt x="1306830" y="0"/>
                </a:lnTo>
                <a:lnTo>
                  <a:pt x="1320165" y="0"/>
                </a:lnTo>
                <a:lnTo>
                  <a:pt x="1333500" y="0"/>
                </a:lnTo>
                <a:lnTo>
                  <a:pt x="1346835" y="0"/>
                </a:lnTo>
                <a:lnTo>
                  <a:pt x="1360170" y="0"/>
                </a:lnTo>
                <a:lnTo>
                  <a:pt x="1373505" y="0"/>
                </a:lnTo>
                <a:lnTo>
                  <a:pt x="1386840" y="0"/>
                </a:lnTo>
                <a:lnTo>
                  <a:pt x="1400175" y="0"/>
                </a:lnTo>
                <a:lnTo>
                  <a:pt x="1413510" y="0"/>
                </a:lnTo>
                <a:lnTo>
                  <a:pt x="1426845" y="0"/>
                </a:lnTo>
                <a:lnTo>
                  <a:pt x="1440180" y="0"/>
                </a:lnTo>
                <a:lnTo>
                  <a:pt x="1453515" y="0"/>
                </a:lnTo>
                <a:lnTo>
                  <a:pt x="1466850" y="0"/>
                </a:lnTo>
                <a:lnTo>
                  <a:pt x="1480185" y="0"/>
                </a:lnTo>
                <a:lnTo>
                  <a:pt x="1493520" y="0"/>
                </a:lnTo>
                <a:lnTo>
                  <a:pt x="1506855" y="0"/>
                </a:lnTo>
                <a:lnTo>
                  <a:pt x="1520190" y="0"/>
                </a:lnTo>
                <a:lnTo>
                  <a:pt x="1533525" y="0"/>
                </a:lnTo>
                <a:lnTo>
                  <a:pt x="1546860" y="0"/>
                </a:lnTo>
                <a:lnTo>
                  <a:pt x="1560195" y="0"/>
                </a:lnTo>
                <a:lnTo>
                  <a:pt x="1573530" y="0"/>
                </a:lnTo>
                <a:lnTo>
                  <a:pt x="1586865" y="0"/>
                </a:lnTo>
                <a:lnTo>
                  <a:pt x="1600200" y="0"/>
                </a:lnTo>
                <a:lnTo>
                  <a:pt x="1613535" y="0"/>
                </a:lnTo>
                <a:lnTo>
                  <a:pt x="1626870" y="0"/>
                </a:lnTo>
                <a:lnTo>
                  <a:pt x="1640205" y="0"/>
                </a:lnTo>
                <a:lnTo>
                  <a:pt x="1653540" y="0"/>
                </a:lnTo>
                <a:lnTo>
                  <a:pt x="1666875" y="0"/>
                </a:lnTo>
                <a:lnTo>
                  <a:pt x="1680210" y="0"/>
                </a:lnTo>
                <a:lnTo>
                  <a:pt x="1693545" y="0"/>
                </a:lnTo>
                <a:lnTo>
                  <a:pt x="1706880" y="0"/>
                </a:lnTo>
                <a:lnTo>
                  <a:pt x="1720215" y="0"/>
                </a:lnTo>
                <a:lnTo>
                  <a:pt x="1733550" y="0"/>
                </a:lnTo>
                <a:lnTo>
                  <a:pt x="1746885" y="0"/>
                </a:lnTo>
                <a:lnTo>
                  <a:pt x="1760220" y="0"/>
                </a:lnTo>
                <a:lnTo>
                  <a:pt x="1773555" y="0"/>
                </a:lnTo>
                <a:lnTo>
                  <a:pt x="1786890" y="0"/>
                </a:lnTo>
                <a:lnTo>
                  <a:pt x="1800225" y="0"/>
                </a:lnTo>
                <a:lnTo>
                  <a:pt x="1813560" y="0"/>
                </a:lnTo>
                <a:lnTo>
                  <a:pt x="1826895" y="0"/>
                </a:lnTo>
                <a:lnTo>
                  <a:pt x="1840230" y="0"/>
                </a:lnTo>
                <a:lnTo>
                  <a:pt x="1853565" y="0"/>
                </a:lnTo>
                <a:lnTo>
                  <a:pt x="1866900" y="0"/>
                </a:lnTo>
                <a:lnTo>
                  <a:pt x="1880235" y="0"/>
                </a:lnTo>
                <a:lnTo>
                  <a:pt x="1893570" y="0"/>
                </a:lnTo>
                <a:lnTo>
                  <a:pt x="1906905" y="0"/>
                </a:lnTo>
                <a:lnTo>
                  <a:pt x="1920240" y="0"/>
                </a:lnTo>
                <a:lnTo>
                  <a:pt x="1933575" y="0"/>
                </a:lnTo>
                <a:lnTo>
                  <a:pt x="1946910" y="0"/>
                </a:lnTo>
                <a:lnTo>
                  <a:pt x="1960245" y="0"/>
                </a:lnTo>
                <a:lnTo>
                  <a:pt x="1973580" y="0"/>
                </a:lnTo>
                <a:lnTo>
                  <a:pt x="1986915" y="0"/>
                </a:lnTo>
                <a:lnTo>
                  <a:pt x="2000250" y="0"/>
                </a:lnTo>
                <a:lnTo>
                  <a:pt x="2013585" y="0"/>
                </a:lnTo>
                <a:lnTo>
                  <a:pt x="2026920" y="0"/>
                </a:lnTo>
                <a:lnTo>
                  <a:pt x="2040255" y="0"/>
                </a:lnTo>
                <a:lnTo>
                  <a:pt x="2053590" y="0"/>
                </a:lnTo>
                <a:lnTo>
                  <a:pt x="2066925" y="0"/>
                </a:lnTo>
                <a:lnTo>
                  <a:pt x="2080260" y="0"/>
                </a:lnTo>
                <a:lnTo>
                  <a:pt x="2093595" y="0"/>
                </a:lnTo>
                <a:lnTo>
                  <a:pt x="2106930" y="0"/>
                </a:lnTo>
                <a:lnTo>
                  <a:pt x="2120265" y="0"/>
                </a:lnTo>
                <a:lnTo>
                  <a:pt x="2133600" y="0"/>
                </a:lnTo>
                <a:lnTo>
                  <a:pt x="2146935" y="0"/>
                </a:lnTo>
                <a:lnTo>
                  <a:pt x="2160270" y="0"/>
                </a:lnTo>
                <a:lnTo>
                  <a:pt x="2173605" y="0"/>
                </a:lnTo>
                <a:lnTo>
                  <a:pt x="2186940" y="0"/>
                </a:lnTo>
                <a:lnTo>
                  <a:pt x="2200275" y="0"/>
                </a:lnTo>
                <a:lnTo>
                  <a:pt x="2213610" y="0"/>
                </a:lnTo>
                <a:lnTo>
                  <a:pt x="2226945" y="0"/>
                </a:lnTo>
                <a:lnTo>
                  <a:pt x="2240280" y="0"/>
                </a:lnTo>
                <a:lnTo>
                  <a:pt x="2253615" y="0"/>
                </a:lnTo>
                <a:lnTo>
                  <a:pt x="2266950" y="0"/>
                </a:lnTo>
                <a:lnTo>
                  <a:pt x="2280285" y="0"/>
                </a:lnTo>
                <a:lnTo>
                  <a:pt x="2293620" y="0"/>
                </a:lnTo>
                <a:lnTo>
                  <a:pt x="2306955" y="0"/>
                </a:lnTo>
                <a:lnTo>
                  <a:pt x="2320290" y="0"/>
                </a:lnTo>
                <a:lnTo>
                  <a:pt x="2333625" y="0"/>
                </a:lnTo>
                <a:lnTo>
                  <a:pt x="2346960" y="0"/>
                </a:lnTo>
                <a:lnTo>
                  <a:pt x="2360295" y="0"/>
                </a:lnTo>
                <a:lnTo>
                  <a:pt x="2373630" y="0"/>
                </a:lnTo>
                <a:lnTo>
                  <a:pt x="2386965" y="0"/>
                </a:lnTo>
                <a:lnTo>
                  <a:pt x="2400300" y="0"/>
                </a:lnTo>
                <a:lnTo>
                  <a:pt x="2413635" y="0"/>
                </a:lnTo>
                <a:lnTo>
                  <a:pt x="2426970" y="0"/>
                </a:lnTo>
                <a:lnTo>
                  <a:pt x="2440305" y="0"/>
                </a:lnTo>
                <a:lnTo>
                  <a:pt x="2453640" y="0"/>
                </a:lnTo>
                <a:lnTo>
                  <a:pt x="2466975" y="0"/>
                </a:lnTo>
                <a:lnTo>
                  <a:pt x="2480310" y="0"/>
                </a:lnTo>
                <a:lnTo>
                  <a:pt x="2493645" y="0"/>
                </a:lnTo>
                <a:lnTo>
                  <a:pt x="2506980" y="0"/>
                </a:lnTo>
                <a:lnTo>
                  <a:pt x="2520315" y="0"/>
                </a:lnTo>
                <a:lnTo>
                  <a:pt x="2533650" y="0"/>
                </a:lnTo>
                <a:lnTo>
                  <a:pt x="2546985" y="0"/>
                </a:lnTo>
                <a:lnTo>
                  <a:pt x="2560320" y="0"/>
                </a:lnTo>
                <a:lnTo>
                  <a:pt x="2573655" y="0"/>
                </a:lnTo>
                <a:lnTo>
                  <a:pt x="2586990" y="0"/>
                </a:lnTo>
                <a:lnTo>
                  <a:pt x="2600325" y="0"/>
                </a:lnTo>
                <a:lnTo>
                  <a:pt x="2613660" y="0"/>
                </a:lnTo>
                <a:lnTo>
                  <a:pt x="2626995" y="0"/>
                </a:lnTo>
                <a:lnTo>
                  <a:pt x="2640330" y="0"/>
                </a:lnTo>
                <a:lnTo>
                  <a:pt x="2653665" y="0"/>
                </a:lnTo>
                <a:lnTo>
                  <a:pt x="2667000" y="0"/>
                </a:lnTo>
                <a:lnTo>
                  <a:pt x="2680335" y="0"/>
                </a:lnTo>
                <a:lnTo>
                  <a:pt x="2693670" y="0"/>
                </a:lnTo>
                <a:lnTo>
                  <a:pt x="2707005" y="0"/>
                </a:lnTo>
                <a:lnTo>
                  <a:pt x="2720340" y="0"/>
                </a:lnTo>
                <a:lnTo>
                  <a:pt x="2733675" y="0"/>
                </a:lnTo>
                <a:lnTo>
                  <a:pt x="2747010" y="0"/>
                </a:lnTo>
                <a:lnTo>
                  <a:pt x="2760345" y="0"/>
                </a:lnTo>
                <a:lnTo>
                  <a:pt x="2773680" y="0"/>
                </a:lnTo>
                <a:lnTo>
                  <a:pt x="2787015" y="0"/>
                </a:lnTo>
                <a:lnTo>
                  <a:pt x="2800350" y="0"/>
                </a:lnTo>
                <a:lnTo>
                  <a:pt x="2813685" y="0"/>
                </a:lnTo>
                <a:lnTo>
                  <a:pt x="2827020" y="0"/>
                </a:lnTo>
                <a:lnTo>
                  <a:pt x="2840355" y="0"/>
                </a:lnTo>
                <a:lnTo>
                  <a:pt x="2853690" y="0"/>
                </a:lnTo>
                <a:lnTo>
                  <a:pt x="2867025" y="0"/>
                </a:lnTo>
                <a:lnTo>
                  <a:pt x="2880360" y="0"/>
                </a:lnTo>
                <a:lnTo>
                  <a:pt x="2893695" y="0"/>
                </a:lnTo>
                <a:lnTo>
                  <a:pt x="2907030" y="0"/>
                </a:lnTo>
                <a:lnTo>
                  <a:pt x="2920365" y="0"/>
                </a:lnTo>
                <a:lnTo>
                  <a:pt x="2933700" y="0"/>
                </a:lnTo>
                <a:lnTo>
                  <a:pt x="2947035" y="0"/>
                </a:lnTo>
                <a:lnTo>
                  <a:pt x="2960370" y="0"/>
                </a:lnTo>
                <a:lnTo>
                  <a:pt x="2973705" y="0"/>
                </a:lnTo>
                <a:lnTo>
                  <a:pt x="2987040" y="0"/>
                </a:lnTo>
                <a:lnTo>
                  <a:pt x="3000375" y="0"/>
                </a:lnTo>
                <a:lnTo>
                  <a:pt x="3013710" y="0"/>
                </a:lnTo>
                <a:lnTo>
                  <a:pt x="3027045" y="0"/>
                </a:lnTo>
                <a:lnTo>
                  <a:pt x="3040380" y="0"/>
                </a:lnTo>
                <a:lnTo>
                  <a:pt x="3053715" y="0"/>
                </a:lnTo>
                <a:lnTo>
                  <a:pt x="3067050" y="0"/>
                </a:lnTo>
                <a:lnTo>
                  <a:pt x="3080385" y="0"/>
                </a:lnTo>
                <a:lnTo>
                  <a:pt x="3093720" y="0"/>
                </a:lnTo>
                <a:lnTo>
                  <a:pt x="3107055" y="0"/>
                </a:lnTo>
                <a:lnTo>
                  <a:pt x="3120390" y="0"/>
                </a:lnTo>
                <a:lnTo>
                  <a:pt x="3133725" y="0"/>
                </a:lnTo>
                <a:lnTo>
                  <a:pt x="3147060" y="0"/>
                </a:lnTo>
                <a:lnTo>
                  <a:pt x="3160395" y="0"/>
                </a:lnTo>
                <a:lnTo>
                  <a:pt x="3173730" y="0"/>
                </a:lnTo>
                <a:lnTo>
                  <a:pt x="3187065" y="0"/>
                </a:lnTo>
                <a:lnTo>
                  <a:pt x="3200400" y="0"/>
                </a:lnTo>
                <a:lnTo>
                  <a:pt x="3213735" y="0"/>
                </a:lnTo>
                <a:lnTo>
                  <a:pt x="3227070" y="0"/>
                </a:lnTo>
                <a:lnTo>
                  <a:pt x="3240405" y="0"/>
                </a:lnTo>
                <a:lnTo>
                  <a:pt x="3253740" y="0"/>
                </a:lnTo>
                <a:lnTo>
                  <a:pt x="3267075" y="0"/>
                </a:lnTo>
                <a:lnTo>
                  <a:pt x="3280410" y="0"/>
                </a:lnTo>
                <a:lnTo>
                  <a:pt x="3293745" y="0"/>
                </a:lnTo>
                <a:lnTo>
                  <a:pt x="3307080" y="0"/>
                </a:lnTo>
                <a:lnTo>
                  <a:pt x="3320415" y="0"/>
                </a:lnTo>
                <a:lnTo>
                  <a:pt x="3333750" y="0"/>
                </a:lnTo>
              </a:path>
            </a:pathLst>
          </a:custGeom>
          <a:noFill xmlns:a="http://schemas.openxmlformats.org/drawingml/2006/main"/>
          <a:ln xmlns:a="http://schemas.openxmlformats.org/drawingml/2006/main" w="12383">
            <a:solidFill>
              <a:srgbClr val="777777"/>
            </a:solidFill>
          </a:ln>
        </p:spPr>
      </p:sp>
      <p:sp>
        <p:nvSpPr>
          <p:cNvPr id="28" name="envelope-y-2">
            <a:extLst xmlns:a="http://schemas.openxmlformats.org/drawingml/2006/main">
              <a:ext uri="{FF2B5EF4-FFF2-40B4-BE49-F238E27FC236}">
                <a16:creationId xmlns:a16="http://schemas.microsoft.com/office/drawing/2014/main" id="{EC09D5F5-53D4-4FA7-B164-B796704EF7DB}"/>
              </a:ext>
            </a:extLst>
          </p:cNvPr>
          <p:cNvSpPr>
            <a:spLocks xmlns:a="http://schemas.openxmlformats.org/drawingml/2006/main" noGrp="1"/>
          </p:cNvSpPr>
          <p:nvPr/>
        </p:nvSpPr>
        <p:spPr>
          <a:xfrm xmlns:a="http://schemas.openxmlformats.org/drawingml/2006/main">
            <a:off x="7477125" y="3155633"/>
            <a:ext cx="95" cy="1194435"/>
          </a:xfrm>
          <a:custGeom xmlns:a="http://schemas.openxmlformats.org/drawingml/2006/main">
            <a:pathLst>
              <a:path w="95" h="1194435">
                <a:moveTo>
                  <a:pt x="0" y="0"/>
                </a:moveTo>
                <a:lnTo>
                  <a:pt x="0" y="1194435"/>
                </a:lnTo>
              </a:path>
            </a:pathLst>
          </a:custGeom>
          <a:noFill xmlns:a="http://schemas.openxmlformats.org/drawingml/2006/main"/>
          <a:ln xmlns:a="http://schemas.openxmlformats.org/drawingml/2006/main" w="9525">
            <a:solidFill>
              <a:srgbClr val="777777"/>
            </a:solidFill>
          </a:ln>
        </p:spPr>
      </p:sp>
      <p:sp>
        <p:nvSpPr>
          <p:cNvPr id="29" name="envelope-y-2-tick-0">
            <a:extLst xmlns:a="http://schemas.openxmlformats.org/drawingml/2006/main">
              <a:ext uri="{FF2B5EF4-FFF2-40B4-BE49-F238E27FC236}">
                <a16:creationId xmlns:a16="http://schemas.microsoft.com/office/drawing/2014/main" id="{ABDDE4F9-2F31-4620-B8F6-3921E3C9081B}"/>
              </a:ext>
            </a:extLst>
          </p:cNvPr>
          <p:cNvSpPr>
            <a:spLocks xmlns:a="http://schemas.openxmlformats.org/drawingml/2006/main" noGrp="1"/>
          </p:cNvSpPr>
          <p:nvPr/>
        </p:nvSpPr>
        <p:spPr>
          <a:xfrm xmlns:a="http://schemas.openxmlformats.org/drawingml/2006/main">
            <a:off x="7429500" y="41148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envelope-y-2-tick-1">
            <a:extLst xmlns:a="http://schemas.openxmlformats.org/drawingml/2006/main">
              <a:ext uri="{FF2B5EF4-FFF2-40B4-BE49-F238E27FC236}">
                <a16:creationId xmlns:a16="http://schemas.microsoft.com/office/drawing/2014/main" id="{ABB91685-A342-459F-8BA6-7431ADEE357A}"/>
              </a:ext>
            </a:extLst>
          </p:cNvPr>
          <p:cNvSpPr>
            <a:spLocks xmlns:a="http://schemas.openxmlformats.org/drawingml/2006/main" noGrp="1"/>
          </p:cNvSpPr>
          <p:nvPr/>
        </p:nvSpPr>
        <p:spPr>
          <a:xfrm xmlns:a="http://schemas.openxmlformats.org/drawingml/2006/main">
            <a:off x="7429500" y="375285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1" name="envelope-y-2-tick-2">
            <a:extLst xmlns:a="http://schemas.openxmlformats.org/drawingml/2006/main">
              <a:ext uri="{FF2B5EF4-FFF2-40B4-BE49-F238E27FC236}">
                <a16:creationId xmlns:a16="http://schemas.microsoft.com/office/drawing/2014/main" id="{6FD1CE45-D4DD-44C0-B25B-FADF104F0C1E}"/>
              </a:ext>
            </a:extLst>
          </p:cNvPr>
          <p:cNvSpPr>
            <a:spLocks xmlns:a="http://schemas.openxmlformats.org/drawingml/2006/main" noGrp="1"/>
          </p:cNvSpPr>
          <p:nvPr/>
        </p:nvSpPr>
        <p:spPr>
          <a:xfrm xmlns:a="http://schemas.openxmlformats.org/drawingml/2006/main">
            <a:off x="7429500" y="33909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graphicFrame>
        <p:nvGraphicFramePr>
          <p:cNvPr id="32" name="modulation-comparison">
            <a:extLst xmlns:a="http://schemas.openxmlformats.org/drawingml/2006/main">
              <a:ext uri="{FF2B5EF4-FFF2-40B4-BE49-F238E27FC236}">
                <a16:creationId xmlns:a16="http://schemas.microsoft.com/office/drawing/2014/main" id="{0A5143E5-422D-4D40-BA7D-65E821D6CB34}"/>
              </a:ext>
            </a:extLst>
          </p:cNvPr>
          <p:cNvGraphicFramePr/>
          <p:nvPr/>
        </p:nvGraphicFramePr>
        <p:xfrm>
          <a:off xmlns:a="http://schemas.openxmlformats.org/drawingml/2006/main" x="666750" y="4991100"/>
          <a:ext xmlns:a="http://schemas.openxmlformats.org/drawingml/2006/main" cx="10668000" cy="1457325"/>
        </p:xfrm>
        <a:graphic xmlns:a="http://schemas.openxmlformats.org/drawingml/2006/main">
          <a:graphicData uri="http://schemas.openxmlformats.org/drawingml/2006/table">
            <a:tbl>
              <a:tblPr firstRow="0" bandRow="0"/>
              <a:tblGrid>
                <a:gridCol w="1905000"/>
                <a:gridCol w="2921000"/>
                <a:gridCol w="2921000"/>
                <a:gridCol w="2921000"/>
              </a:tblGrid>
              <a:tr h="485775">
                <a:tc>
                  <a:txBody>
                    <a:bodyPr/>
                    <a:lstStyle/>
                    <a:p>
                      <a:r>
                        <a:rPr sz="1950" b="1">
                          <a:solidFill>
                            <a:srgbClr val="202020"/>
                          </a:solidFill>
                          <a:latin typeface="Times New Roman"/>
                          <a:ea typeface="Times New Roman"/>
                          <a:cs typeface="Times New Roman"/>
                        </a:rPr>
                        <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1950" b="1">
                          <a:solidFill>
                            <a:srgbClr val="202020"/>
                          </a:solidFill>
                          <a:latin typeface="Times New Roman"/>
                          <a:ea typeface="Times New Roman"/>
                          <a:cs typeface="Times New Roman"/>
                        </a:rPr>
                        <a:t>AM</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1950" b="1">
                          <a:solidFill>
                            <a:srgbClr val="202020"/>
                          </a:solidFill>
                          <a:latin typeface="Times New Roman"/>
                          <a:ea typeface="Times New Roman"/>
                          <a:cs typeface="Times New Roman"/>
                        </a:rPr>
                        <a:t>PM</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1950" b="1">
                          <a:solidFill>
                            <a:srgbClr val="202020"/>
                          </a:solidFill>
                          <a:latin typeface="Times New Roman"/>
                          <a:ea typeface="Times New Roman"/>
                          <a:cs typeface="Times New Roman"/>
                        </a:rPr>
                        <a:t>FM</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485775">
                <a:tc>
                  <a:txBody>
                    <a:bodyPr/>
                    <a:lstStyle/>
                    <a:p>
                      <a:pPr algn="ctr"/>
                      <a:r>
                        <a:rPr sz="1950" b="1">
                          <a:solidFill>
                            <a:srgbClr val="202020"/>
                          </a:solidFill>
                          <a:latin typeface="Times New Roman"/>
                          <a:ea typeface="Times New Roman"/>
                          <a:cs typeface="Times New Roman"/>
                        </a:rPr>
                        <a:t>Amplitude</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1950" b="0">
                          <a:solidFill>
                            <a:srgbClr val="202020"/>
                          </a:solidFill>
                          <a:latin typeface="Times New Roman"/>
                          <a:ea typeface="Times New Roman"/>
                          <a:cs typeface="Times New Roman"/>
                        </a:rPr>
                        <a:t>Varies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950" b="0">
                          <a:solidFill>
                            <a:srgbClr val="202020"/>
                          </a:solidFill>
                          <a:latin typeface="Times New Roman"/>
                          <a:ea typeface="Times New Roman"/>
                          <a:cs typeface="Times New Roman"/>
                        </a:rPr>
                        <a:t>Fixed</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950" b="0">
                          <a:solidFill>
                            <a:srgbClr val="202020"/>
                          </a:solidFill>
                          <a:latin typeface="Times New Roman"/>
                          <a:ea typeface="Times New Roman"/>
                          <a:cs typeface="Times New Roman"/>
                        </a:rPr>
                        <a:t>Fixed</a:t>
                      </a:r>
                    </a:p>
                  </a:txBody>
                  <a:tcPr marL="91440" marR="91440" marT="45720" marB="45720" anchor="ctr">
                    <a:lnR w="9525">
                      <a:solidFill>
                        <a:srgbClr val="B0B0B0"/>
                      </a:solidFill>
                    </a:lnR>
                    <a:lnB w="9525">
                      <a:solidFill>
                        <a:srgbClr val="B0B0B0"/>
                      </a:solidFill>
                    </a:lnB>
                    <a:solidFill>
                      <a:srgbClr val="FFFFFF"/>
                    </a:solidFill>
                  </a:tcPr>
                </a:tc>
              </a:tr>
              <a:tr h="485775">
                <a:tc>
                  <a:txBody>
                    <a:bodyPr/>
                    <a:lstStyle/>
                    <a:p>
                      <a:pPr algn="ctr"/>
                      <a:r>
                        <a:rPr sz="1950" b="1">
                          <a:solidFill>
                            <a:srgbClr val="202020"/>
                          </a:solidFill>
                          <a:latin typeface="Times New Roman"/>
                          <a:ea typeface="Times New Roman"/>
                          <a:cs typeface="Times New Roman"/>
                        </a:rPr>
                        <a:t>Phase</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1950" b="0">
                          <a:solidFill>
                            <a:srgbClr val="202020"/>
                          </a:solidFill>
                          <a:latin typeface="Times New Roman"/>
                          <a:ea typeface="Times New Roman"/>
                          <a:cs typeface="Times New Roman"/>
                        </a:rPr>
                        <a:t>Fixed carrier law</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950" b="0">
                          <a:solidFill>
                            <a:srgbClr val="202020"/>
                          </a:solidFill>
                          <a:latin typeface="Times New Roman"/>
                          <a:ea typeface="Times New Roman"/>
                          <a:cs typeface="Times New Roman"/>
                        </a:rPr>
                        <a:t>Message added</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950" b="0">
                          <a:solidFill>
                            <a:srgbClr val="202020"/>
                          </a:solidFill>
                          <a:latin typeface="Times New Roman"/>
                          <a:ea typeface="Times New Roman"/>
                          <a:cs typeface="Times New Roman"/>
                        </a:rPr>
                        <a:t>Message integrated</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pic>
        <p:nvPicPr>
          <p:cNvPr id="33"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E1488A46-E7FE-4FA1-AB3A-117D5420D2DC}"/>
              </a:ext>
            </a:extLst>
          </p:cNvPr>
          <p:cNvPicPr>
            <a:picLocks xmlns:a="http://schemas.openxmlformats.org/drawingml/2006/main" noChangeAspect="1"/>
          </p:cNvPicPr>
          <p:nvPr/>
        </p:nvPicPr>
        <p:blipFill>
          <a:blip xmlns:r="http://schemas.openxmlformats.org/officeDocument/2006/relationships" xmlns:a="http://schemas.openxmlformats.org/drawingml/2006/main" r:embed="Rbfefe4faf9a5470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3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26F4DEB-2A7C-4F0F-B1ED-9ACE6A9EAE23}"/>
              </a:ext>
            </a:extLst>
          </p:cNvPr>
          <p:cNvPicPr>
            <a:picLocks xmlns:a="http://schemas.openxmlformats.org/drawingml/2006/main" noChangeAspect="1"/>
          </p:cNvPicPr>
          <p:nvPr/>
        </p:nvPicPr>
        <p:blipFill>
          <a:blip xmlns:r="http://schemas.openxmlformats.org/officeDocument/2006/relationships" xmlns:a="http://schemas.openxmlformats.org/drawingml/2006/main" r:embed="R83e512982a2b44f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3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D7D7AEB-FB24-4D74-8D14-F025B5863B9F}"/>
              </a:ext>
            </a:extLst>
          </p:cNvPr>
          <p:cNvPicPr>
            <a:picLocks xmlns:a="http://schemas.openxmlformats.org/drawingml/2006/main" noChangeAspect="1"/>
          </p:cNvPicPr>
          <p:nvPr/>
        </p:nvPicPr>
        <p:blipFill>
          <a:blip xmlns:r="http://schemas.openxmlformats.org/officeDocument/2006/relationships" xmlns:a="http://schemas.openxmlformats.org/drawingml/2006/main" r:embed="R717d40c62a02495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36" name="comparison-message" descr="m(t)=\cos(2\pi f_mt),\quad f_m=1\ \mathrm{kHz}">
            <a:extLst xmlns:a="http://schemas.openxmlformats.org/drawingml/2006/main">
              <a:ext uri="{FF2B5EF4-FFF2-40B4-BE49-F238E27FC236}">
                <a16:creationId xmlns:a16="http://schemas.microsoft.com/office/drawing/2014/main" id="{5AD0BE8C-E937-4D98-AE09-D4F2C5B0B806}"/>
              </a:ext>
            </a:extLst>
          </p:cNvPr>
          <p:cNvPicPr>
            <a:picLocks xmlns:a="http://schemas.openxmlformats.org/drawingml/2006/main" noChangeAspect="1"/>
          </p:cNvPicPr>
          <p:nvPr/>
        </p:nvPicPr>
        <p:blipFill>
          <a:blip xmlns:r="http://schemas.openxmlformats.org/officeDocument/2006/relationships" xmlns:a="http://schemas.openxmlformats.org/drawingml/2006/main" r:embed="R749dd9fa3d8b429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5334000" y="2528888"/>
            <a:ext cx="3905250" cy="238125"/>
          </a:xfrm>
          <a:prstGeom xmlns:a="http://schemas.openxmlformats.org/drawingml/2006/main" prst="rect">
            <a:avLst/>
          </a:prstGeom>
        </p:spPr>
      </p:pic>
      <p:pic>
        <p:nvPicPr>
          <p:cNvPr id="37" name="envelope-1-domain" descr="t\ (\mathrm{ms})">
            <a:extLst xmlns:a="http://schemas.openxmlformats.org/drawingml/2006/main">
              <a:ext uri="{FF2B5EF4-FFF2-40B4-BE49-F238E27FC236}">
                <a16:creationId xmlns:a16="http://schemas.microsoft.com/office/drawing/2014/main" id="{AA8F633B-6C27-4C9A-AFDB-6462D94AD381}"/>
              </a:ext>
            </a:extLst>
          </p:cNvPr>
          <p:cNvPicPr>
            <a:picLocks xmlns:a="http://schemas.openxmlformats.org/drawingml/2006/main" noChangeAspect="1"/>
          </p:cNvPicPr>
          <p:nvPr/>
        </p:nvPicPr>
        <p:blipFill>
          <a:blip xmlns:r="http://schemas.openxmlformats.org/officeDocument/2006/relationships" xmlns:a="http://schemas.openxmlformats.org/drawingml/2006/main" r:embed="Re91a3f57c04042bd">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4469130" y="4268272"/>
            <a:ext cx="531495" cy="169307"/>
          </a:xfrm>
          <a:prstGeom xmlns:a="http://schemas.openxmlformats.org/drawingml/2006/main" prst="rect">
            <a:avLst/>
          </a:prstGeom>
        </p:spPr>
      </p:pic>
      <p:pic>
        <p:nvPicPr>
          <p:cNvPr id="38" name="envelope-1-ticklabel-0" descr="0">
            <a:extLst xmlns:a="http://schemas.openxmlformats.org/drawingml/2006/main">
              <a:ext uri="{FF2B5EF4-FFF2-40B4-BE49-F238E27FC236}">
                <a16:creationId xmlns:a16="http://schemas.microsoft.com/office/drawing/2014/main" id="{6657F6EA-6319-490B-B818-C1A3BDB0FDC6}"/>
              </a:ext>
            </a:extLst>
          </p:cNvPr>
          <p:cNvPicPr>
            <a:picLocks xmlns:a="http://schemas.openxmlformats.org/drawingml/2006/main" noChangeAspect="1"/>
          </p:cNvPicPr>
          <p:nvPr/>
        </p:nvPicPr>
        <p:blipFill>
          <a:blip xmlns:r="http://schemas.openxmlformats.org/officeDocument/2006/relationships" xmlns:a="http://schemas.openxmlformats.org/drawingml/2006/main" r:embed="R7143cc593e7b418d">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1609725" y="3927038"/>
            <a:ext cx="114300" cy="127873"/>
          </a:xfrm>
          <a:prstGeom xmlns:a="http://schemas.openxmlformats.org/drawingml/2006/main" prst="rect">
            <a:avLst/>
          </a:prstGeom>
        </p:spPr>
      </p:pic>
      <p:pic>
        <p:nvPicPr>
          <p:cNvPr id="39" name="envelope-1-ticklabel-1" descr="1">
            <a:extLst xmlns:a="http://schemas.openxmlformats.org/drawingml/2006/main">
              <a:ext uri="{FF2B5EF4-FFF2-40B4-BE49-F238E27FC236}">
                <a16:creationId xmlns:a16="http://schemas.microsoft.com/office/drawing/2014/main" id="{9CA588BC-7ED9-4C2A-B664-41C9B4D4C78C}"/>
              </a:ext>
            </a:extLst>
          </p:cNvPr>
          <p:cNvPicPr>
            <a:picLocks xmlns:a="http://schemas.openxmlformats.org/drawingml/2006/main" noChangeAspect="1"/>
          </p:cNvPicPr>
          <p:nvPr/>
        </p:nvPicPr>
        <p:blipFill>
          <a:blip xmlns:r="http://schemas.openxmlformats.org/officeDocument/2006/relationships" xmlns:a="http://schemas.openxmlformats.org/drawingml/2006/main" r:embed="R76779698f29744b9">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4943475" y="3927038"/>
            <a:ext cx="114300" cy="127873"/>
          </a:xfrm>
          <a:prstGeom xmlns:a="http://schemas.openxmlformats.org/drawingml/2006/main" prst="rect">
            <a:avLst/>
          </a:prstGeom>
        </p:spPr>
      </p:pic>
      <p:pic>
        <p:nvPicPr>
          <p:cNvPr id="40" name="envelope-1-label" descr="PM">
            <a:extLst xmlns:a="http://schemas.openxmlformats.org/drawingml/2006/main">
              <a:ext uri="{FF2B5EF4-FFF2-40B4-BE49-F238E27FC236}">
                <a16:creationId xmlns:a16="http://schemas.microsoft.com/office/drawing/2014/main" id="{75DF9839-4739-4284-9A3A-3D1F6A5A4168}"/>
              </a:ext>
            </a:extLst>
          </p:cNvPr>
          <p:cNvPicPr>
            <a:picLocks xmlns:a="http://schemas.openxmlformats.org/drawingml/2006/main" noChangeAspect="1"/>
          </p:cNvPicPr>
          <p:nvPr/>
        </p:nvPicPr>
        <p:blipFill>
          <a:blip xmlns:r="http://schemas.openxmlformats.org/officeDocument/2006/relationships" xmlns:a="http://schemas.openxmlformats.org/drawingml/2006/main" r:embed="Rc5ceda2521c14df2">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666875" y="2930497"/>
            <a:ext cx="434340" cy="158806"/>
          </a:xfrm>
          <a:prstGeom xmlns:a="http://schemas.openxmlformats.org/drawingml/2006/main" prst="rect">
            <a:avLst/>
          </a:prstGeom>
        </p:spPr>
      </p:pic>
      <p:pic>
        <p:nvPicPr>
          <p:cNvPr id="41" name="envelope-y-1-value-0" descr="-1">
            <a:extLst xmlns:a="http://schemas.openxmlformats.org/drawingml/2006/main">
              <a:ext uri="{FF2B5EF4-FFF2-40B4-BE49-F238E27FC236}">
                <a16:creationId xmlns:a16="http://schemas.microsoft.com/office/drawing/2014/main" id="{9B3FAEAE-FE5C-4B46-8E8D-817E43494D8F}"/>
              </a:ext>
            </a:extLst>
          </p:cNvPr>
          <p:cNvPicPr>
            <a:picLocks xmlns:a="http://schemas.openxmlformats.org/drawingml/2006/main" noChangeAspect="1"/>
          </p:cNvPicPr>
          <p:nvPr/>
        </p:nvPicPr>
        <p:blipFill>
          <a:blip xmlns:r="http://schemas.openxmlformats.org/officeDocument/2006/relationships" xmlns:a="http://schemas.openxmlformats.org/drawingml/2006/main" r:embed="R1378537dc57e4216">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162050" y="4038898"/>
            <a:ext cx="285750" cy="151805"/>
          </a:xfrm>
          <a:prstGeom xmlns:a="http://schemas.openxmlformats.org/drawingml/2006/main" prst="rect">
            <a:avLst/>
          </a:prstGeom>
        </p:spPr>
      </p:pic>
      <p:pic>
        <p:nvPicPr>
          <p:cNvPr id="42" name="envelope-y-1-value-1" descr="0">
            <a:extLst xmlns:a="http://schemas.openxmlformats.org/drawingml/2006/main">
              <a:ext uri="{FF2B5EF4-FFF2-40B4-BE49-F238E27FC236}">
                <a16:creationId xmlns:a16="http://schemas.microsoft.com/office/drawing/2014/main" id="{4AA4ADEB-6748-4471-ADDC-320018445F49}"/>
              </a:ext>
            </a:extLst>
          </p:cNvPr>
          <p:cNvPicPr>
            <a:picLocks xmlns:a="http://schemas.openxmlformats.org/drawingml/2006/main" noChangeAspect="1"/>
          </p:cNvPicPr>
          <p:nvPr/>
        </p:nvPicPr>
        <p:blipFill>
          <a:blip xmlns:r="http://schemas.openxmlformats.org/officeDocument/2006/relationships" xmlns:a="http://schemas.openxmlformats.org/drawingml/2006/main" r:embed="R736c10acdf3a4bed">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333500" y="3688913"/>
            <a:ext cx="114300" cy="127873"/>
          </a:xfrm>
          <a:prstGeom xmlns:a="http://schemas.openxmlformats.org/drawingml/2006/main" prst="rect">
            <a:avLst/>
          </a:prstGeom>
        </p:spPr>
      </p:pic>
      <p:pic>
        <p:nvPicPr>
          <p:cNvPr id="43" name="envelope-y-1-value-2" descr="1">
            <a:extLst xmlns:a="http://schemas.openxmlformats.org/drawingml/2006/main">
              <a:ext uri="{FF2B5EF4-FFF2-40B4-BE49-F238E27FC236}">
                <a16:creationId xmlns:a16="http://schemas.microsoft.com/office/drawing/2014/main" id="{62570463-8A51-42B6-A436-BC57A3755AC2}"/>
              </a:ext>
            </a:extLst>
          </p:cNvPr>
          <p:cNvPicPr>
            <a:picLocks xmlns:a="http://schemas.openxmlformats.org/drawingml/2006/main" noChangeAspect="1"/>
          </p:cNvPicPr>
          <p:nvPr/>
        </p:nvPicPr>
        <p:blipFill>
          <a:blip xmlns:r="http://schemas.openxmlformats.org/officeDocument/2006/relationships" xmlns:a="http://schemas.openxmlformats.org/drawingml/2006/main" r:embed="R6ab22b70d9c842be">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1333500" y="3326963"/>
            <a:ext cx="114300" cy="127873"/>
          </a:xfrm>
          <a:prstGeom xmlns:a="http://schemas.openxmlformats.org/drawingml/2006/main" prst="rect">
            <a:avLst/>
          </a:prstGeom>
        </p:spPr>
      </p:pic>
      <p:pic>
        <p:nvPicPr>
          <p:cNvPr id="44" name="envelope-2-domain" descr="t\ (\mathrm{ms})">
            <a:extLst xmlns:a="http://schemas.openxmlformats.org/drawingml/2006/main">
              <a:ext uri="{FF2B5EF4-FFF2-40B4-BE49-F238E27FC236}">
                <a16:creationId xmlns:a16="http://schemas.microsoft.com/office/drawing/2014/main" id="{19132957-1177-430D-95AB-4C6C6B950CF5}"/>
              </a:ext>
            </a:extLst>
          </p:cNvPr>
          <p:cNvPicPr>
            <a:picLocks xmlns:a="http://schemas.openxmlformats.org/drawingml/2006/main" noChangeAspect="1"/>
          </p:cNvPicPr>
          <p:nvPr/>
        </p:nvPicPr>
        <p:blipFill>
          <a:blip xmlns:r="http://schemas.openxmlformats.org/officeDocument/2006/relationships" xmlns:a="http://schemas.openxmlformats.org/drawingml/2006/main" r:embed="R350ac35d13354075">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0279380" y="4268272"/>
            <a:ext cx="531495" cy="169307"/>
          </a:xfrm>
          <a:prstGeom xmlns:a="http://schemas.openxmlformats.org/drawingml/2006/main" prst="rect">
            <a:avLst/>
          </a:prstGeom>
        </p:spPr>
      </p:pic>
      <p:pic>
        <p:nvPicPr>
          <p:cNvPr id="45" name="envelope-2-ticklabel-0" descr="0">
            <a:extLst xmlns:a="http://schemas.openxmlformats.org/drawingml/2006/main">
              <a:ext uri="{FF2B5EF4-FFF2-40B4-BE49-F238E27FC236}">
                <a16:creationId xmlns:a16="http://schemas.microsoft.com/office/drawing/2014/main" id="{74498D21-BCD3-47FE-9804-5EE62E37E9A7}"/>
              </a:ext>
            </a:extLst>
          </p:cNvPr>
          <p:cNvPicPr>
            <a:picLocks xmlns:a="http://schemas.openxmlformats.org/drawingml/2006/main" noChangeAspect="1"/>
          </p:cNvPicPr>
          <p:nvPr/>
        </p:nvPicPr>
        <p:blipFill>
          <a:blip xmlns:r="http://schemas.openxmlformats.org/officeDocument/2006/relationships" xmlns:a="http://schemas.openxmlformats.org/drawingml/2006/main" r:embed="Rf0403a376f8142df">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7419975" y="3927038"/>
            <a:ext cx="114300" cy="127873"/>
          </a:xfrm>
          <a:prstGeom xmlns:a="http://schemas.openxmlformats.org/drawingml/2006/main" prst="rect">
            <a:avLst/>
          </a:prstGeom>
        </p:spPr>
      </p:pic>
      <p:pic>
        <p:nvPicPr>
          <p:cNvPr id="46" name="envelope-2-ticklabel-1" descr="1">
            <a:extLst xmlns:a="http://schemas.openxmlformats.org/drawingml/2006/main">
              <a:ext uri="{FF2B5EF4-FFF2-40B4-BE49-F238E27FC236}">
                <a16:creationId xmlns:a16="http://schemas.microsoft.com/office/drawing/2014/main" id="{2F67CBD6-27C4-48B6-8910-9A9DD2BB2CB9}"/>
              </a:ext>
            </a:extLst>
          </p:cNvPr>
          <p:cNvPicPr>
            <a:picLocks xmlns:a="http://schemas.openxmlformats.org/drawingml/2006/main" noChangeAspect="1"/>
          </p:cNvPicPr>
          <p:nvPr/>
        </p:nvPicPr>
        <p:blipFill>
          <a:blip xmlns:r="http://schemas.openxmlformats.org/officeDocument/2006/relationships" xmlns:a="http://schemas.openxmlformats.org/drawingml/2006/main" r:embed="Ra058aa475d2d4d02">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10753725" y="3927038"/>
            <a:ext cx="114300" cy="127873"/>
          </a:xfrm>
          <a:prstGeom xmlns:a="http://schemas.openxmlformats.org/drawingml/2006/main" prst="rect">
            <a:avLst/>
          </a:prstGeom>
        </p:spPr>
      </p:pic>
      <p:pic>
        <p:nvPicPr>
          <p:cNvPr id="47" name="envelope-2-label" descr="FM">
            <a:extLst xmlns:a="http://schemas.openxmlformats.org/drawingml/2006/main">
              <a:ext uri="{FF2B5EF4-FFF2-40B4-BE49-F238E27FC236}">
                <a16:creationId xmlns:a16="http://schemas.microsoft.com/office/drawing/2014/main" id="{7AB9AB2F-B229-4C4A-B0A6-CC172C5F598A}"/>
              </a:ext>
            </a:extLst>
          </p:cNvPr>
          <p:cNvPicPr>
            <a:picLocks xmlns:a="http://schemas.openxmlformats.org/drawingml/2006/main" noChangeAspect="1"/>
          </p:cNvPicPr>
          <p:nvPr/>
        </p:nvPicPr>
        <p:blipFill>
          <a:blip xmlns:r="http://schemas.openxmlformats.org/officeDocument/2006/relationships" xmlns:a="http://schemas.openxmlformats.org/drawingml/2006/main" r:embed="Rdcaedbbea6b24d39">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7477125" y="2932105"/>
            <a:ext cx="411480" cy="155591"/>
          </a:xfrm>
          <a:prstGeom xmlns:a="http://schemas.openxmlformats.org/drawingml/2006/main" prst="rect">
            <a:avLst/>
          </a:prstGeom>
        </p:spPr>
      </p:pic>
      <p:pic>
        <p:nvPicPr>
          <p:cNvPr id="48" name="envelope-y-2-value-0" descr="-1">
            <a:extLst xmlns:a="http://schemas.openxmlformats.org/drawingml/2006/main">
              <a:ext uri="{FF2B5EF4-FFF2-40B4-BE49-F238E27FC236}">
                <a16:creationId xmlns:a16="http://schemas.microsoft.com/office/drawing/2014/main" id="{051F3CED-351F-4960-8EA1-146AA3775791}"/>
              </a:ext>
            </a:extLst>
          </p:cNvPr>
          <p:cNvPicPr>
            <a:picLocks xmlns:a="http://schemas.openxmlformats.org/drawingml/2006/main" noChangeAspect="1"/>
          </p:cNvPicPr>
          <p:nvPr/>
        </p:nvPicPr>
        <p:blipFill>
          <a:blip xmlns:r="http://schemas.openxmlformats.org/officeDocument/2006/relationships" xmlns:a="http://schemas.openxmlformats.org/drawingml/2006/main" r:embed="R40948f29f5f346d2">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6972300" y="4038898"/>
            <a:ext cx="285750" cy="151805"/>
          </a:xfrm>
          <a:prstGeom xmlns:a="http://schemas.openxmlformats.org/drawingml/2006/main" prst="rect">
            <a:avLst/>
          </a:prstGeom>
        </p:spPr>
      </p:pic>
      <p:pic>
        <p:nvPicPr>
          <p:cNvPr id="49" name="envelope-y-2-value-1" descr="0">
            <a:extLst xmlns:a="http://schemas.openxmlformats.org/drawingml/2006/main">
              <a:ext uri="{FF2B5EF4-FFF2-40B4-BE49-F238E27FC236}">
                <a16:creationId xmlns:a16="http://schemas.microsoft.com/office/drawing/2014/main" id="{957834FF-A58D-4174-BA7B-EA49686C8E42}"/>
              </a:ext>
            </a:extLst>
          </p:cNvPr>
          <p:cNvPicPr>
            <a:picLocks xmlns:a="http://schemas.openxmlformats.org/drawingml/2006/main" noChangeAspect="1"/>
          </p:cNvPicPr>
          <p:nvPr/>
        </p:nvPicPr>
        <p:blipFill>
          <a:blip xmlns:r="http://schemas.openxmlformats.org/officeDocument/2006/relationships" xmlns:a="http://schemas.openxmlformats.org/drawingml/2006/main" r:embed="R48660b36d3754392">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7143750" y="3688913"/>
            <a:ext cx="114300" cy="127873"/>
          </a:xfrm>
          <a:prstGeom xmlns:a="http://schemas.openxmlformats.org/drawingml/2006/main" prst="rect">
            <a:avLst/>
          </a:prstGeom>
        </p:spPr>
      </p:pic>
      <p:pic>
        <p:nvPicPr>
          <p:cNvPr id="50" name="envelope-y-2-value-2" descr="1">
            <a:extLst xmlns:a="http://schemas.openxmlformats.org/drawingml/2006/main">
              <a:ext uri="{FF2B5EF4-FFF2-40B4-BE49-F238E27FC236}">
                <a16:creationId xmlns:a16="http://schemas.microsoft.com/office/drawing/2014/main" id="{DC868A2A-523E-4244-BCD2-5340895E917D}"/>
              </a:ext>
            </a:extLst>
          </p:cNvPr>
          <p:cNvPicPr>
            <a:picLocks xmlns:a="http://schemas.openxmlformats.org/drawingml/2006/main" noChangeAspect="1"/>
          </p:cNvPicPr>
          <p:nvPr/>
        </p:nvPicPr>
        <p:blipFill>
          <a:blip xmlns:r="http://schemas.openxmlformats.org/officeDocument/2006/relationships" xmlns:a="http://schemas.openxmlformats.org/drawingml/2006/main" r:embed="Rad8424d3ad5942e8">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7143750" y="3326963"/>
            <a:ext cx="114300" cy="127873"/>
          </a:xfrm>
          <a:prstGeom xmlns:a="http://schemas.openxmlformats.org/drawingml/2006/main" prst="rect">
            <a:avLst/>
          </a:prstGeom>
        </p:spPr>
      </p:pic>
      <p:pic>
        <p:nvPicPr>
          <p:cNvPr id="51" name="signal-main" descr="s(t)=A_c\cos\theta_i(t)\quad\text{(PM/FM)}">
            <a:extLst xmlns:a="http://schemas.openxmlformats.org/drawingml/2006/main">
              <a:ext uri="{FF2B5EF4-FFF2-40B4-BE49-F238E27FC236}">
                <a16:creationId xmlns:a16="http://schemas.microsoft.com/office/drawing/2014/main" id="{8990E97D-B20B-47F3-9DD2-54CDFEA451F0}"/>
              </a:ext>
            </a:extLst>
          </p:cNvPr>
          <p:cNvPicPr>
            <a:picLocks xmlns:a="http://schemas.openxmlformats.org/drawingml/2006/main" noChangeAspect="1"/>
          </p:cNvPicPr>
          <p:nvPr/>
        </p:nvPicPr>
        <p:blipFill>
          <a:blip xmlns:r="http://schemas.openxmlformats.org/officeDocument/2006/relationships" xmlns:a="http://schemas.openxmlformats.org/drawingml/2006/main" r:embed="R3e2627a344864ed1">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609600" y="2520166"/>
            <a:ext cx="3883343" cy="255568"/>
          </a:xfrm>
          <a:prstGeom xmlns:a="http://schemas.openxmlformats.org/drawingml/2006/main" prst="rect">
            <a:avLst/>
          </a:prstGeom>
        </p:spPr>
      </p:pic>
      <p:pic>
        <p:nvPicPr>
          <p:cNvPr id="52" name="constant-envelope-result" descr="\text{Envelope}=A_c">
            <a:extLst xmlns:a="http://schemas.openxmlformats.org/drawingml/2006/main">
              <a:ext uri="{FF2B5EF4-FFF2-40B4-BE49-F238E27FC236}">
                <a16:creationId xmlns:a16="http://schemas.microsoft.com/office/drawing/2014/main" id="{007364F8-F290-46F8-A73B-92809996CD51}"/>
              </a:ext>
            </a:extLst>
          </p:cNvPr>
          <p:cNvPicPr>
            <a:picLocks xmlns:a="http://schemas.openxmlformats.org/drawingml/2006/main" noChangeAspect="1"/>
          </p:cNvPicPr>
          <p:nvPr/>
        </p:nvPicPr>
        <p:blipFill>
          <a:blip xmlns:r="http://schemas.openxmlformats.org/officeDocument/2006/relationships" xmlns:a="http://schemas.openxmlformats.org/drawingml/2006/main" r:embed="R9308a907b0d64fba">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4922996" y="4603819"/>
            <a:ext cx="2155508" cy="260211"/>
          </a:xfrm>
          <a:prstGeom xmlns:a="http://schemas.openxmlformats.org/drawingml/2006/main" prst="rect">
            <a:avLst/>
          </a:prstGeom>
        </p:spPr>
      </p:pic>
    </p:spTree>
    <p:extLst>
      <p:ext uri="{BB962C8B-B14F-4D97-AF65-F5344CB8AC3E}">
        <p14:creationId xmlns:p14="http://schemas.microsoft.com/office/powerpoint/2010/main" val="20206224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FA21DC8A-AFC5-4891-B40E-F3C9E87869F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6D085A90-4B25-49E3-A2D4-E61B9E19A689}"/>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753C5B1C-5431-4549-B32B-A1E45F7B82B4}"/>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55BBBEB-20F0-4E35-9694-D66FE57EBAB5}"/>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35A8FF06-4BBB-459B-8FCC-061930802C74}"/>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F86D1059-A8D1-4CCC-88FA-25AFC12FDF9C}"/>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877DD02C-E847-4019-8A43-A8C1D2BFF7A7}"/>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9E03C42D-0E1F-478C-B724-59C4CE631420}"/>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577CAD53-C5BF-46C2-8E70-99A96CA24949}"/>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3C91F192-D65C-4669-A7C1-3B4C4191C7AA}"/>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D15786F8-19BE-4E60-B69F-ADEAB12DB2B5}"/>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4F73AEDB-B17E-4D85-89A5-2291A63C83DB}"/>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C58F50CC-4B78-4125-B45F-C75281991E62}"/>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537144EF-37CA-4384-A7AC-0351A892F28B}"/>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8B12F4A5-D1A9-4C51-ADB3-19E16FE3211C}"/>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8F350966-8BC5-4990-BE42-25D9C967CD8F}"/>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2C11CBBD-D6E3-4F57-8321-38A25F180401}"/>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918DD916-0834-4938-BD5F-335420ACCF7E}"/>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28199152-0CAD-41B8-91BB-910429EE264B}"/>
              </a:ext>
            </a:extLst>
          </p:cNvPr>
          <p:cNvSpPr>
            <a:spLocks xmlns:a="http://schemas.openxmlformats.org/drawingml/2006/main" noGrp="1"/>
          </p:cNvSpPr>
          <p:nvPr/>
        </p:nvSpPr>
        <p:spPr>
          <a:xfrm xmlns:a="http://schemas.openxmlformats.org/drawingml/2006/main">
            <a:off x="609600" y="1990725"/>
            <a:ext cx="1733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Assumption:</a:t>
            </a:r>
          </a:p>
        </p:txBody>
      </p:sp>
      <p:sp>
        <p:nvSpPr>
          <p:cNvPr id="22" name="baseband-axis-shaft">
            <a:extLst xmlns:a="http://schemas.openxmlformats.org/drawingml/2006/main">
              <a:ext uri="{FF2B5EF4-FFF2-40B4-BE49-F238E27FC236}">
                <a16:creationId xmlns:a16="http://schemas.microsoft.com/office/drawing/2014/main" id="{BC8BC17D-AF48-426F-9820-FF33CD2A4367}"/>
              </a:ext>
            </a:extLst>
          </p:cNvPr>
          <p:cNvSpPr>
            <a:spLocks xmlns:a="http://schemas.openxmlformats.org/drawingml/2006/main" noGrp="1"/>
          </p:cNvSpPr>
          <p:nvPr/>
        </p:nvSpPr>
        <p:spPr>
          <a:xfrm xmlns:a="http://schemas.openxmlformats.org/drawingml/2006/main">
            <a:off x="809625" y="3714750"/>
            <a:ext cx="28670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baseband-axis-head">
            <a:extLst xmlns:a="http://schemas.openxmlformats.org/drawingml/2006/main">
              <a:ext uri="{FF2B5EF4-FFF2-40B4-BE49-F238E27FC236}">
                <a16:creationId xmlns:a16="http://schemas.microsoft.com/office/drawing/2014/main" id="{022E9793-8F15-4CAF-8136-4BF97D142947}"/>
              </a:ext>
            </a:extLst>
          </p:cNvPr>
          <p:cNvSpPr>
            <a:spLocks xmlns:a="http://schemas.openxmlformats.org/drawingml/2006/main" noGrp="1"/>
          </p:cNvSpPr>
          <p:nvPr/>
        </p:nvSpPr>
        <p:spPr>
          <a:xfrm xmlns:a="http://schemas.openxmlformats.org/drawingml/2006/main" rot="5400000">
            <a:off x="3657600" y="36718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baseband-tick-0">
            <a:extLst xmlns:a="http://schemas.openxmlformats.org/drawingml/2006/main">
              <a:ext uri="{FF2B5EF4-FFF2-40B4-BE49-F238E27FC236}">
                <a16:creationId xmlns:a16="http://schemas.microsoft.com/office/drawing/2014/main" id="{C593B81E-0E24-4192-8523-6EC622D270FC}"/>
              </a:ext>
            </a:extLst>
          </p:cNvPr>
          <p:cNvSpPr>
            <a:spLocks xmlns:a="http://schemas.openxmlformats.org/drawingml/2006/main" noGrp="1"/>
          </p:cNvSpPr>
          <p:nvPr/>
        </p:nvSpPr>
        <p:spPr>
          <a:xfrm xmlns:a="http://schemas.openxmlformats.org/drawingml/2006/main">
            <a:off x="1547813" y="3714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baseband-tick-1">
            <a:extLst xmlns:a="http://schemas.openxmlformats.org/drawingml/2006/main">
              <a:ext uri="{FF2B5EF4-FFF2-40B4-BE49-F238E27FC236}">
                <a16:creationId xmlns:a16="http://schemas.microsoft.com/office/drawing/2014/main" id="{8A932974-51A8-406D-9474-4A1243F1D469}"/>
              </a:ext>
            </a:extLst>
          </p:cNvPr>
          <p:cNvSpPr>
            <a:spLocks xmlns:a="http://schemas.openxmlformats.org/drawingml/2006/main" noGrp="1"/>
          </p:cNvSpPr>
          <p:nvPr/>
        </p:nvSpPr>
        <p:spPr>
          <a:xfrm xmlns:a="http://schemas.openxmlformats.org/drawingml/2006/main">
            <a:off x="2286000" y="3714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baseband-tick-2">
            <a:extLst xmlns:a="http://schemas.openxmlformats.org/drawingml/2006/main">
              <a:ext uri="{FF2B5EF4-FFF2-40B4-BE49-F238E27FC236}">
                <a16:creationId xmlns:a16="http://schemas.microsoft.com/office/drawing/2014/main" id="{F965B85A-E5CF-44B2-98FF-31E8B205505A}"/>
              </a:ext>
            </a:extLst>
          </p:cNvPr>
          <p:cNvSpPr>
            <a:spLocks xmlns:a="http://schemas.openxmlformats.org/drawingml/2006/main" noGrp="1"/>
          </p:cNvSpPr>
          <p:nvPr/>
        </p:nvSpPr>
        <p:spPr>
          <a:xfrm xmlns:a="http://schemas.openxmlformats.org/drawingml/2006/main">
            <a:off x="3024188" y="3714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baseband-triangle">
            <a:extLst xmlns:a="http://schemas.openxmlformats.org/drawingml/2006/main">
              <a:ext uri="{FF2B5EF4-FFF2-40B4-BE49-F238E27FC236}">
                <a16:creationId xmlns:a16="http://schemas.microsoft.com/office/drawing/2014/main" id="{725DAA20-6EBA-42FD-9DAA-885D2241FAFB}"/>
              </a:ext>
            </a:extLst>
          </p:cNvPr>
          <p:cNvSpPr>
            <a:spLocks xmlns:a="http://schemas.openxmlformats.org/drawingml/2006/main" noGrp="1"/>
          </p:cNvSpPr>
          <p:nvPr/>
        </p:nvSpPr>
        <p:spPr>
          <a:xfrm xmlns:a="http://schemas.openxmlformats.org/drawingml/2006/main">
            <a:off x="1547813" y="2962275"/>
            <a:ext cx="1476375" cy="752475"/>
          </a:xfrm>
          <a:custGeom xmlns:a="http://schemas.openxmlformats.org/drawingml/2006/main">
            <a:pathLst>
              <a:path w="1476375" h="752475">
                <a:moveTo>
                  <a:pt x="0" y="752475"/>
                </a:moveTo>
                <a:lnTo>
                  <a:pt x="738188" y="0"/>
                </a:lnTo>
                <a:lnTo>
                  <a:pt x="1476375" y="752475"/>
                </a:lnTo>
              </a:path>
            </a:pathLst>
          </a:custGeom>
          <a:noFill xmlns:a="http://schemas.openxmlformats.org/drawingml/2006/main"/>
          <a:ln xmlns:a="http://schemas.openxmlformats.org/drawingml/2006/main" w="20955">
            <a:solidFill>
              <a:srgbClr val="202020"/>
            </a:solidFill>
          </a:ln>
        </p:spPr>
      </p:sp>
      <p:sp>
        <p:nvSpPr>
          <p:cNvPr id="28" name="baseband-given">
            <a:extLst xmlns:a="http://schemas.openxmlformats.org/drawingml/2006/main">
              <a:ext uri="{FF2B5EF4-FFF2-40B4-BE49-F238E27FC236}">
                <a16:creationId xmlns:a16="http://schemas.microsoft.com/office/drawing/2014/main" id="{C4DF4841-F559-46A9-89EA-B159DD55E704}"/>
              </a:ext>
            </a:extLst>
          </p:cNvPr>
          <p:cNvSpPr>
            <a:spLocks xmlns:a="http://schemas.openxmlformats.org/drawingml/2006/main" noGrp="1"/>
          </p:cNvSpPr>
          <p:nvPr/>
        </p:nvSpPr>
        <p:spPr>
          <a:xfrm xmlns:a="http://schemas.openxmlformats.org/drawingml/2006/main">
            <a:off x="666750" y="41243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i="0">
                <a:solidFill>
                  <a:srgbClr val="202020"/>
                </a:solidFill>
                <a:latin typeface="Times New Roman"/>
                <a:ea typeface="Times New Roman"/>
                <a:cs typeface="Times New Roman"/>
              </a:defRPr>
            </a:defPPr>
          </a:lstStyle>
          <a:p xmlns:a="http://schemas.openxmlformats.org/drawingml/2006/main">
            <a:pPr algn="ctr">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Given message spectrum</a:t>
            </a:r>
          </a:p>
        </p:txBody>
      </p:sp>
      <p:sp>
        <p:nvSpPr>
          <p:cNvPr id="29" name="narrow-spectrum-axis-shaft">
            <a:extLst xmlns:a="http://schemas.openxmlformats.org/drawingml/2006/main">
              <a:ext uri="{FF2B5EF4-FFF2-40B4-BE49-F238E27FC236}">
                <a16:creationId xmlns:a16="http://schemas.microsoft.com/office/drawing/2014/main" id="{61AE0DB3-DA71-4C4F-8019-354358491247}"/>
              </a:ext>
            </a:extLst>
          </p:cNvPr>
          <p:cNvSpPr>
            <a:spLocks xmlns:a="http://schemas.openxmlformats.org/drawingml/2006/main" noGrp="1"/>
          </p:cNvSpPr>
          <p:nvPr/>
        </p:nvSpPr>
        <p:spPr>
          <a:xfrm xmlns:a="http://schemas.openxmlformats.org/drawingml/2006/main">
            <a:off x="6791325" y="3714750"/>
            <a:ext cx="436245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narrow-spectrum-axis-head">
            <a:extLst xmlns:a="http://schemas.openxmlformats.org/drawingml/2006/main">
              <a:ext uri="{FF2B5EF4-FFF2-40B4-BE49-F238E27FC236}">
                <a16:creationId xmlns:a16="http://schemas.microsoft.com/office/drawing/2014/main" id="{F4D143F8-BDEE-498F-9CF6-7CF99408891A}"/>
              </a:ext>
            </a:extLst>
          </p:cNvPr>
          <p:cNvSpPr>
            <a:spLocks xmlns:a="http://schemas.openxmlformats.org/drawingml/2006/main" noGrp="1"/>
          </p:cNvSpPr>
          <p:nvPr/>
        </p:nvSpPr>
        <p:spPr>
          <a:xfrm xmlns:a="http://schemas.openxmlformats.org/drawingml/2006/main" rot="5400000">
            <a:off x="11134725" y="36718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1" name="narrow-spectrum-tick-0">
            <a:extLst xmlns:a="http://schemas.openxmlformats.org/drawingml/2006/main">
              <a:ext uri="{FF2B5EF4-FFF2-40B4-BE49-F238E27FC236}">
                <a16:creationId xmlns:a16="http://schemas.microsoft.com/office/drawing/2014/main" id="{7D06F238-65AA-4F26-A19F-115C08B60CE2}"/>
              </a:ext>
            </a:extLst>
          </p:cNvPr>
          <p:cNvSpPr>
            <a:spLocks xmlns:a="http://schemas.openxmlformats.org/drawingml/2006/main" noGrp="1"/>
          </p:cNvSpPr>
          <p:nvPr/>
        </p:nvSpPr>
        <p:spPr>
          <a:xfrm xmlns:a="http://schemas.openxmlformats.org/drawingml/2006/main">
            <a:off x="7625358" y="3714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2" name="narrow-spectrum-tick-1">
            <a:extLst xmlns:a="http://schemas.openxmlformats.org/drawingml/2006/main">
              <a:ext uri="{FF2B5EF4-FFF2-40B4-BE49-F238E27FC236}">
                <a16:creationId xmlns:a16="http://schemas.microsoft.com/office/drawing/2014/main" id="{8A7E4AF5-2B71-4049-8336-BED515DBB565}"/>
              </a:ext>
            </a:extLst>
          </p:cNvPr>
          <p:cNvSpPr>
            <a:spLocks xmlns:a="http://schemas.openxmlformats.org/drawingml/2006/main" noGrp="1"/>
          </p:cNvSpPr>
          <p:nvPr/>
        </p:nvSpPr>
        <p:spPr>
          <a:xfrm xmlns:a="http://schemas.openxmlformats.org/drawingml/2006/main">
            <a:off x="9015413" y="3714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3" name="narrow-spectrum-tick-2">
            <a:extLst xmlns:a="http://schemas.openxmlformats.org/drawingml/2006/main">
              <a:ext uri="{FF2B5EF4-FFF2-40B4-BE49-F238E27FC236}">
                <a16:creationId xmlns:a16="http://schemas.microsoft.com/office/drawing/2014/main" id="{B7DA17AE-A485-4703-ABB7-686459FE04D7}"/>
              </a:ext>
            </a:extLst>
          </p:cNvPr>
          <p:cNvSpPr>
            <a:spLocks xmlns:a="http://schemas.openxmlformats.org/drawingml/2006/main" noGrp="1"/>
          </p:cNvSpPr>
          <p:nvPr/>
        </p:nvSpPr>
        <p:spPr>
          <a:xfrm xmlns:a="http://schemas.openxmlformats.org/drawingml/2006/main">
            <a:off x="10405467" y="3714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4" name="carrier-stem--1">
            <a:extLst xmlns:a="http://schemas.openxmlformats.org/drawingml/2006/main">
              <a:ext uri="{FF2B5EF4-FFF2-40B4-BE49-F238E27FC236}">
                <a16:creationId xmlns:a16="http://schemas.microsoft.com/office/drawing/2014/main" id="{0B26916A-2020-4F1F-B077-A9491A9F2E19}"/>
              </a:ext>
            </a:extLst>
          </p:cNvPr>
          <p:cNvSpPr>
            <a:spLocks xmlns:a="http://schemas.openxmlformats.org/drawingml/2006/main" noGrp="1"/>
          </p:cNvSpPr>
          <p:nvPr/>
        </p:nvSpPr>
        <p:spPr>
          <a:xfrm xmlns:a="http://schemas.openxmlformats.org/drawingml/2006/main">
            <a:off x="7625358" y="2762250"/>
            <a:ext cx="17145" cy="95250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5" name="carrier-stem-1">
            <a:extLst xmlns:a="http://schemas.openxmlformats.org/drawingml/2006/main">
              <a:ext uri="{FF2B5EF4-FFF2-40B4-BE49-F238E27FC236}">
                <a16:creationId xmlns:a16="http://schemas.microsoft.com/office/drawing/2014/main" id="{D4107A6D-C641-4367-92D6-463D85593FFA}"/>
              </a:ext>
            </a:extLst>
          </p:cNvPr>
          <p:cNvSpPr>
            <a:spLocks xmlns:a="http://schemas.openxmlformats.org/drawingml/2006/main" noGrp="1"/>
          </p:cNvSpPr>
          <p:nvPr/>
        </p:nvSpPr>
        <p:spPr>
          <a:xfrm xmlns:a="http://schemas.openxmlformats.org/drawingml/2006/main">
            <a:off x="10405467" y="2762250"/>
            <a:ext cx="17145" cy="95250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6" name="carrier-source">
            <a:extLst xmlns:a="http://schemas.openxmlformats.org/drawingml/2006/main">
              <a:ext uri="{FF2B5EF4-FFF2-40B4-BE49-F238E27FC236}">
                <a16:creationId xmlns:a16="http://schemas.microsoft.com/office/drawing/2014/main" id="{70BA36FB-8051-455B-BE7F-192C6892DF21}"/>
              </a:ext>
            </a:extLst>
          </p:cNvPr>
          <p:cNvSpPr>
            <a:spLocks xmlns:a="http://schemas.openxmlformats.org/drawingml/2006/main" noGrp="1"/>
          </p:cNvSpPr>
          <p:nvPr/>
        </p:nvSpPr>
        <p:spPr>
          <a:xfrm xmlns:a="http://schemas.openxmlformats.org/drawingml/2006/main">
            <a:off x="6667500" y="42576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i="0">
                <a:solidFill>
                  <a:srgbClr val="202020"/>
                </a:solidFill>
                <a:latin typeface="Times New Roman"/>
                <a:ea typeface="Times New Roman"/>
                <a:cs typeface="Times New Roman"/>
              </a:defRPr>
            </a:defPPr>
          </a:lstStyle>
          <a:p xmlns:a="http://schemas.openxmlformats.org/drawingml/2006/main">
            <a:pPr algn="ctr">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Carrier term</a:t>
            </a:r>
          </a:p>
        </p:txBody>
      </p:sp>
      <p:sp>
        <p:nvSpPr>
          <p:cNvPr id="37" name="narrow-shift-label">
            <a:extLst xmlns:a="http://schemas.openxmlformats.org/drawingml/2006/main">
              <a:ext uri="{FF2B5EF4-FFF2-40B4-BE49-F238E27FC236}">
                <a16:creationId xmlns:a16="http://schemas.microsoft.com/office/drawing/2014/main" id="{200E810F-41E1-45BD-BDA6-19AB0F491E46}"/>
              </a:ext>
            </a:extLst>
          </p:cNvPr>
          <p:cNvSpPr>
            <a:spLocks xmlns:a="http://schemas.openxmlformats.org/drawingml/2006/main" noGrp="1"/>
          </p:cNvSpPr>
          <p:nvPr/>
        </p:nvSpPr>
        <p:spPr>
          <a:xfrm xmlns:a="http://schemas.openxmlformats.org/drawingml/2006/main">
            <a:off x="3981450" y="306705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Multiply by sine</a:t>
            </a:r>
          </a:p>
        </p:txBody>
      </p:sp>
      <p:sp>
        <p:nvSpPr>
          <p:cNvPr id="38" name="narrow-shift-shaft">
            <a:extLst xmlns:a="http://schemas.openxmlformats.org/drawingml/2006/main">
              <a:ext uri="{FF2B5EF4-FFF2-40B4-BE49-F238E27FC236}">
                <a16:creationId xmlns:a16="http://schemas.microsoft.com/office/drawing/2014/main" id="{26A17642-A6FF-4CFE-BBFB-09FE76987F98}"/>
              </a:ext>
            </a:extLst>
          </p:cNvPr>
          <p:cNvSpPr>
            <a:spLocks xmlns:a="http://schemas.openxmlformats.org/drawingml/2006/main" noGrp="1"/>
          </p:cNvSpPr>
          <p:nvPr/>
        </p:nvSpPr>
        <p:spPr>
          <a:xfrm xmlns:a="http://schemas.openxmlformats.org/drawingml/2006/main">
            <a:off x="4171950" y="3524250"/>
            <a:ext cx="18954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9" name="narrow-shift-head">
            <a:extLst xmlns:a="http://schemas.openxmlformats.org/drawingml/2006/main">
              <a:ext uri="{FF2B5EF4-FFF2-40B4-BE49-F238E27FC236}">
                <a16:creationId xmlns:a16="http://schemas.microsoft.com/office/drawing/2014/main" id="{EFD87BBB-0B83-4B61-99D8-48C16EAC5BC6}"/>
              </a:ext>
            </a:extLst>
          </p:cNvPr>
          <p:cNvSpPr>
            <a:spLocks xmlns:a="http://schemas.openxmlformats.org/drawingml/2006/main" noGrp="1"/>
          </p:cNvSpPr>
          <p:nvPr/>
        </p:nvSpPr>
        <p:spPr>
          <a:xfrm xmlns:a="http://schemas.openxmlformats.org/drawingml/2006/main" rot="5400000">
            <a:off x="6048375" y="34813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0" name="shifted--1">
            <a:extLst xmlns:a="http://schemas.openxmlformats.org/drawingml/2006/main">
              <a:ext uri="{FF2B5EF4-FFF2-40B4-BE49-F238E27FC236}">
                <a16:creationId xmlns:a16="http://schemas.microsoft.com/office/drawing/2014/main" id="{D924B410-170F-4590-97BF-FCE79CE14FD6}"/>
              </a:ext>
            </a:extLst>
          </p:cNvPr>
          <p:cNvSpPr>
            <a:spLocks xmlns:a="http://schemas.openxmlformats.org/drawingml/2006/main" noGrp="1"/>
          </p:cNvSpPr>
          <p:nvPr/>
        </p:nvSpPr>
        <p:spPr>
          <a:xfrm xmlns:a="http://schemas.openxmlformats.org/drawingml/2006/main">
            <a:off x="7069336" y="3171825"/>
            <a:ext cx="1112044" cy="542925"/>
          </a:xfrm>
          <a:custGeom xmlns:a="http://schemas.openxmlformats.org/drawingml/2006/main">
            <a:pathLst>
              <a:path w="1112044" h="542925">
                <a:moveTo>
                  <a:pt x="0" y="542925"/>
                </a:moveTo>
                <a:lnTo>
                  <a:pt x="556022" y="0"/>
                </a:lnTo>
                <a:lnTo>
                  <a:pt x="1112044" y="542925"/>
                </a:lnTo>
              </a:path>
            </a:pathLst>
          </a:custGeom>
          <a:noFill xmlns:a="http://schemas.openxmlformats.org/drawingml/2006/main"/>
          <a:ln xmlns:a="http://schemas.openxmlformats.org/drawingml/2006/main" w="20003">
            <a:solidFill>
              <a:srgbClr val="202020"/>
            </a:solidFill>
          </a:ln>
        </p:spPr>
      </p:sp>
      <p:sp>
        <p:nvSpPr>
          <p:cNvPr id="41" name="shifted-1">
            <a:extLst xmlns:a="http://schemas.openxmlformats.org/drawingml/2006/main">
              <a:ext uri="{FF2B5EF4-FFF2-40B4-BE49-F238E27FC236}">
                <a16:creationId xmlns:a16="http://schemas.microsoft.com/office/drawing/2014/main" id="{0C241CB4-DA55-45E6-ABA0-A2B66A7C96AA}"/>
              </a:ext>
            </a:extLst>
          </p:cNvPr>
          <p:cNvSpPr>
            <a:spLocks xmlns:a="http://schemas.openxmlformats.org/drawingml/2006/main" noGrp="1"/>
          </p:cNvSpPr>
          <p:nvPr/>
        </p:nvSpPr>
        <p:spPr>
          <a:xfrm xmlns:a="http://schemas.openxmlformats.org/drawingml/2006/main">
            <a:off x="9849445" y="3171825"/>
            <a:ext cx="1112044" cy="542925"/>
          </a:xfrm>
          <a:custGeom xmlns:a="http://schemas.openxmlformats.org/drawingml/2006/main">
            <a:pathLst>
              <a:path w="1112044" h="542925">
                <a:moveTo>
                  <a:pt x="0" y="542925"/>
                </a:moveTo>
                <a:lnTo>
                  <a:pt x="556022" y="0"/>
                </a:lnTo>
                <a:lnTo>
                  <a:pt x="1112044" y="542925"/>
                </a:lnTo>
              </a:path>
            </a:pathLst>
          </a:custGeom>
          <a:noFill xmlns:a="http://schemas.openxmlformats.org/drawingml/2006/main"/>
          <a:ln xmlns:a="http://schemas.openxmlformats.org/drawingml/2006/main" w="20003">
            <a:solidFill>
              <a:srgbClr val="202020"/>
            </a:solidFill>
          </a:ln>
        </p:spPr>
      </p:sp>
      <p:sp>
        <p:nvSpPr>
          <p:cNvPr id="42" name="narrow-width">
            <a:extLst xmlns:a="http://schemas.openxmlformats.org/drawingml/2006/main">
              <a:ext uri="{FF2B5EF4-FFF2-40B4-BE49-F238E27FC236}">
                <a16:creationId xmlns:a16="http://schemas.microsoft.com/office/drawing/2014/main" id="{C0199525-7359-442E-BDBE-C30D08422B8C}"/>
              </a:ext>
            </a:extLst>
          </p:cNvPr>
          <p:cNvSpPr>
            <a:spLocks xmlns:a="http://schemas.openxmlformats.org/drawingml/2006/main" noGrp="1"/>
          </p:cNvSpPr>
          <p:nvPr/>
        </p:nvSpPr>
        <p:spPr>
          <a:xfrm xmlns:a="http://schemas.openxmlformats.org/drawingml/2006/main">
            <a:off x="9849445" y="4210050"/>
            <a:ext cx="1112044"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3" name="narrow-width-l">
            <a:extLst xmlns:a="http://schemas.openxmlformats.org/drawingml/2006/main">
              <a:ext uri="{FF2B5EF4-FFF2-40B4-BE49-F238E27FC236}">
                <a16:creationId xmlns:a16="http://schemas.microsoft.com/office/drawing/2014/main" id="{75566446-FC84-4920-B3E0-3791E41733CA}"/>
              </a:ext>
            </a:extLst>
          </p:cNvPr>
          <p:cNvSpPr>
            <a:spLocks xmlns:a="http://schemas.openxmlformats.org/drawingml/2006/main" noGrp="1"/>
          </p:cNvSpPr>
          <p:nvPr/>
        </p:nvSpPr>
        <p:spPr>
          <a:xfrm xmlns:a="http://schemas.openxmlformats.org/drawingml/2006/main">
            <a:off x="9849445" y="4162425"/>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4" name="narrow-width-r">
            <a:extLst xmlns:a="http://schemas.openxmlformats.org/drawingml/2006/main">
              <a:ext uri="{FF2B5EF4-FFF2-40B4-BE49-F238E27FC236}">
                <a16:creationId xmlns:a16="http://schemas.microsoft.com/office/drawing/2014/main" id="{50307F31-1371-40A0-8B1E-9C6ED3E99604}"/>
              </a:ext>
            </a:extLst>
          </p:cNvPr>
          <p:cNvSpPr>
            <a:spLocks xmlns:a="http://schemas.openxmlformats.org/drawingml/2006/main" noGrp="1"/>
          </p:cNvSpPr>
          <p:nvPr/>
        </p:nvSpPr>
        <p:spPr>
          <a:xfrm xmlns:a="http://schemas.openxmlformats.org/drawingml/2006/main">
            <a:off x="10961489" y="4162425"/>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pic>
        <p:nvPicPr>
          <p:cNvPr id="45"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CE6E890-8C92-4B38-88B5-4C12E5F6A2B7}"/>
              </a:ext>
            </a:extLst>
          </p:cNvPr>
          <p:cNvPicPr>
            <a:picLocks xmlns:a="http://schemas.openxmlformats.org/drawingml/2006/main" noChangeAspect="1"/>
          </p:cNvPicPr>
          <p:nvPr/>
        </p:nvPicPr>
        <p:blipFill>
          <a:blip xmlns:r="http://schemas.openxmlformats.org/officeDocument/2006/relationships" xmlns:a="http://schemas.openxmlformats.org/drawingml/2006/main" r:embed="R15f8688fa8a94b9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46"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7066C428-F302-4C4A-9688-DBE3E8FB0F1B}"/>
              </a:ext>
            </a:extLst>
          </p:cNvPr>
          <p:cNvPicPr>
            <a:picLocks xmlns:a="http://schemas.openxmlformats.org/drawingml/2006/main" noChangeAspect="1"/>
          </p:cNvPicPr>
          <p:nvPr/>
        </p:nvPicPr>
        <p:blipFill>
          <a:blip xmlns:r="http://schemas.openxmlformats.org/officeDocument/2006/relationships" xmlns:a="http://schemas.openxmlformats.org/drawingml/2006/main" r:embed="R9ce904b8b36a492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47"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3986AFB-E33F-4638-A74F-F067CE3F96FE}"/>
              </a:ext>
            </a:extLst>
          </p:cNvPr>
          <p:cNvPicPr>
            <a:picLocks xmlns:a="http://schemas.openxmlformats.org/drawingml/2006/main" noChangeAspect="1"/>
          </p:cNvPicPr>
          <p:nvPr/>
        </p:nvPicPr>
        <p:blipFill>
          <a:blip xmlns:r="http://schemas.openxmlformats.org/officeDocument/2006/relationships" xmlns:a="http://schemas.openxmlformats.org/drawingml/2006/main" r:embed="R5a92abeeb5fc4acc">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48" name="assumption" descr="\max_t|k_pm(t)|\ll1">
            <a:extLst xmlns:a="http://schemas.openxmlformats.org/drawingml/2006/main">
              <a:ext uri="{FF2B5EF4-FFF2-40B4-BE49-F238E27FC236}">
                <a16:creationId xmlns:a16="http://schemas.microsoft.com/office/drawing/2014/main" id="{B71B96B6-C4C7-463F-84F3-1D67A8FAD452}"/>
              </a:ext>
            </a:extLst>
          </p:cNvPr>
          <p:cNvPicPr>
            <a:picLocks xmlns:a="http://schemas.openxmlformats.org/drawingml/2006/main" noChangeAspect="1"/>
          </p:cNvPicPr>
          <p:nvPr/>
        </p:nvPicPr>
        <p:blipFill>
          <a:blip xmlns:r="http://schemas.openxmlformats.org/officeDocument/2006/relationships" xmlns:a="http://schemas.openxmlformats.org/drawingml/2006/main" r:embed="R9b36a5fb001940a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2438400" y="2049185"/>
            <a:ext cx="2513648" cy="283131"/>
          </a:xfrm>
          <a:prstGeom xmlns:a="http://schemas.openxmlformats.org/drawingml/2006/main" prst="rect">
            <a:avLst/>
          </a:prstGeom>
        </p:spPr>
      </p:pic>
      <p:pic>
        <p:nvPicPr>
          <p:cNvPr id="49" name="baseband-domain" descr="f">
            <a:extLst xmlns:a="http://schemas.openxmlformats.org/drawingml/2006/main">
              <a:ext uri="{FF2B5EF4-FFF2-40B4-BE49-F238E27FC236}">
                <a16:creationId xmlns:a16="http://schemas.microsoft.com/office/drawing/2014/main" id="{87CE3992-FEF5-465E-AC07-43B568B37B96}"/>
              </a:ext>
            </a:extLst>
          </p:cNvPr>
          <p:cNvPicPr>
            <a:picLocks xmlns:a="http://schemas.openxmlformats.org/drawingml/2006/main" noChangeAspect="1"/>
          </p:cNvPicPr>
          <p:nvPr/>
        </p:nvPicPr>
        <p:blipFill>
          <a:blip xmlns:r="http://schemas.openxmlformats.org/officeDocument/2006/relationships" xmlns:a="http://schemas.openxmlformats.org/drawingml/2006/main" r:embed="R20e37ca213594e1f">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3790950" y="3500140"/>
            <a:ext cx="95250" cy="143470"/>
          </a:xfrm>
          <a:prstGeom xmlns:a="http://schemas.openxmlformats.org/drawingml/2006/main" prst="rect">
            <a:avLst/>
          </a:prstGeom>
        </p:spPr>
      </p:pic>
      <p:pic>
        <p:nvPicPr>
          <p:cNvPr id="50" name="baseband-label" descr="M(f)=\mathcal F\{m(t)\}">
            <a:extLst xmlns:a="http://schemas.openxmlformats.org/drawingml/2006/main">
              <a:ext uri="{FF2B5EF4-FFF2-40B4-BE49-F238E27FC236}">
                <a16:creationId xmlns:a16="http://schemas.microsoft.com/office/drawing/2014/main" id="{1F6E245C-83E0-417D-B787-62D0CB193907}"/>
              </a:ext>
            </a:extLst>
          </p:cNvPr>
          <p:cNvPicPr>
            <a:picLocks xmlns:a="http://schemas.openxmlformats.org/drawingml/2006/main" noChangeAspect="1"/>
          </p:cNvPicPr>
          <p:nvPr/>
        </p:nvPicPr>
        <p:blipFill>
          <a:blip xmlns:r="http://schemas.openxmlformats.org/officeDocument/2006/relationships" xmlns:a="http://schemas.openxmlformats.org/drawingml/2006/main" r:embed="R6c25f9f40b2d48c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809625" y="2743974"/>
            <a:ext cx="2055495" cy="246102"/>
          </a:xfrm>
          <a:prstGeom xmlns:a="http://schemas.openxmlformats.org/drawingml/2006/main" prst="rect">
            <a:avLst/>
          </a:prstGeom>
        </p:spPr>
      </p:pic>
      <p:pic>
        <p:nvPicPr>
          <p:cNvPr id="51" name="baseband-ticklabel-0" descr="-W">
            <a:extLst xmlns:a="http://schemas.openxmlformats.org/drawingml/2006/main">
              <a:ext uri="{FF2B5EF4-FFF2-40B4-BE49-F238E27FC236}">
                <a16:creationId xmlns:a16="http://schemas.microsoft.com/office/drawing/2014/main" id="{2A1012D6-1EF7-4A82-8E01-2DAF46FBC725}"/>
              </a:ext>
            </a:extLst>
          </p:cNvPr>
          <p:cNvPicPr>
            <a:picLocks xmlns:a="http://schemas.openxmlformats.org/drawingml/2006/main" noChangeAspect="1"/>
          </p:cNvPicPr>
          <p:nvPr/>
        </p:nvPicPr>
        <p:blipFill>
          <a:blip xmlns:r="http://schemas.openxmlformats.org/officeDocument/2006/relationships" xmlns:a="http://schemas.openxmlformats.org/drawingml/2006/main" r:embed="Rb1acd68ff9704ac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347788" y="3874889"/>
            <a:ext cx="400050" cy="155972"/>
          </a:xfrm>
          <a:prstGeom xmlns:a="http://schemas.openxmlformats.org/drawingml/2006/main" prst="rect">
            <a:avLst/>
          </a:prstGeom>
        </p:spPr>
      </p:pic>
      <p:pic>
        <p:nvPicPr>
          <p:cNvPr id="52" name="baseband-ticklabel-1" descr="0">
            <a:extLst xmlns:a="http://schemas.openxmlformats.org/drawingml/2006/main">
              <a:ext uri="{FF2B5EF4-FFF2-40B4-BE49-F238E27FC236}">
                <a16:creationId xmlns:a16="http://schemas.microsoft.com/office/drawing/2014/main" id="{EB5D00F5-AE22-4852-A2CA-6F80ECE0F652}"/>
              </a:ext>
            </a:extLst>
          </p:cNvPr>
          <p:cNvPicPr>
            <a:picLocks xmlns:a="http://schemas.openxmlformats.org/drawingml/2006/main" noChangeAspect="1"/>
          </p:cNvPicPr>
          <p:nvPr/>
        </p:nvPicPr>
        <p:blipFill>
          <a:blip xmlns:r="http://schemas.openxmlformats.org/officeDocument/2006/relationships" xmlns:a="http://schemas.openxmlformats.org/drawingml/2006/main" r:embed="Rc5113c848e8c4d99">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228850" y="3888938"/>
            <a:ext cx="114300" cy="127873"/>
          </a:xfrm>
          <a:prstGeom xmlns:a="http://schemas.openxmlformats.org/drawingml/2006/main" prst="rect">
            <a:avLst/>
          </a:prstGeom>
        </p:spPr>
      </p:pic>
      <p:pic>
        <p:nvPicPr>
          <p:cNvPr id="53" name="baseband-ticklabel-2" descr="W">
            <a:extLst xmlns:a="http://schemas.openxmlformats.org/drawingml/2006/main">
              <a:ext uri="{FF2B5EF4-FFF2-40B4-BE49-F238E27FC236}">
                <a16:creationId xmlns:a16="http://schemas.microsoft.com/office/drawing/2014/main" id="{2625B1B6-C0CD-41AE-9F0E-32789AD9F4F7}"/>
              </a:ext>
            </a:extLst>
          </p:cNvPr>
          <p:cNvPicPr>
            <a:picLocks xmlns:a="http://schemas.openxmlformats.org/drawingml/2006/main" noChangeAspect="1"/>
          </p:cNvPicPr>
          <p:nvPr/>
        </p:nvPicPr>
        <p:blipFill>
          <a:blip xmlns:r="http://schemas.openxmlformats.org/officeDocument/2006/relationships" xmlns:a="http://schemas.openxmlformats.org/drawingml/2006/main" r:embed="Rb41b293624494c54">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909888" y="3887867"/>
            <a:ext cx="228600" cy="130016"/>
          </a:xfrm>
          <a:prstGeom xmlns:a="http://schemas.openxmlformats.org/drawingml/2006/main" prst="rect">
            <a:avLst/>
          </a:prstGeom>
        </p:spPr>
      </p:pic>
      <p:pic>
        <p:nvPicPr>
          <p:cNvPr id="54" name="narrow-spectrum-domain" descr="f">
            <a:extLst xmlns:a="http://schemas.openxmlformats.org/drawingml/2006/main">
              <a:ext uri="{FF2B5EF4-FFF2-40B4-BE49-F238E27FC236}">
                <a16:creationId xmlns:a16="http://schemas.microsoft.com/office/drawing/2014/main" id="{11A13510-DD24-44EE-B515-71C6E19B357B}"/>
              </a:ext>
            </a:extLst>
          </p:cNvPr>
          <p:cNvPicPr>
            <a:picLocks xmlns:a="http://schemas.openxmlformats.org/drawingml/2006/main" noChangeAspect="1"/>
          </p:cNvPicPr>
          <p:nvPr/>
        </p:nvPicPr>
        <p:blipFill>
          <a:blip xmlns:r="http://schemas.openxmlformats.org/officeDocument/2006/relationships" xmlns:a="http://schemas.openxmlformats.org/drawingml/2006/main" r:embed="Rf6541a8d11a84192">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1268075" y="3500140"/>
            <a:ext cx="95250" cy="143470"/>
          </a:xfrm>
          <a:prstGeom xmlns:a="http://schemas.openxmlformats.org/drawingml/2006/main" prst="rect">
            <a:avLst/>
          </a:prstGeom>
        </p:spPr>
      </p:pic>
      <p:pic>
        <p:nvPicPr>
          <p:cNvPr id="55" name="narrow-spectrum-ticklabel-0" descr="-f_c">
            <a:extLst xmlns:a="http://schemas.openxmlformats.org/drawingml/2006/main">
              <a:ext uri="{FF2B5EF4-FFF2-40B4-BE49-F238E27FC236}">
                <a16:creationId xmlns:a16="http://schemas.microsoft.com/office/drawing/2014/main" id="{9481973B-FD5F-43DE-9239-4813B9BE5CC9}"/>
              </a:ext>
            </a:extLst>
          </p:cNvPr>
          <p:cNvPicPr>
            <a:picLocks xmlns:a="http://schemas.openxmlformats.org/drawingml/2006/main" noChangeAspect="1"/>
          </p:cNvPicPr>
          <p:nvPr/>
        </p:nvPicPr>
        <p:blipFill>
          <a:blip xmlns:r="http://schemas.openxmlformats.org/officeDocument/2006/relationships" xmlns:a="http://schemas.openxmlformats.org/drawingml/2006/main" r:embed="R7c93a59bf0ac4b04">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7472958" y="3874770"/>
            <a:ext cx="304800" cy="156210"/>
          </a:xfrm>
          <a:prstGeom xmlns:a="http://schemas.openxmlformats.org/drawingml/2006/main" prst="rect">
            <a:avLst/>
          </a:prstGeom>
        </p:spPr>
      </p:pic>
      <p:pic>
        <p:nvPicPr>
          <p:cNvPr id="56" name="narrow-spectrum-ticklabel-1" descr="0">
            <a:extLst xmlns:a="http://schemas.openxmlformats.org/drawingml/2006/main">
              <a:ext uri="{FF2B5EF4-FFF2-40B4-BE49-F238E27FC236}">
                <a16:creationId xmlns:a16="http://schemas.microsoft.com/office/drawing/2014/main" id="{28BEEC1E-B718-4BD6-98F9-AB94A806FBF1}"/>
              </a:ext>
            </a:extLst>
          </p:cNvPr>
          <p:cNvPicPr>
            <a:picLocks xmlns:a="http://schemas.openxmlformats.org/drawingml/2006/main" noChangeAspect="1"/>
          </p:cNvPicPr>
          <p:nvPr/>
        </p:nvPicPr>
        <p:blipFill>
          <a:blip xmlns:r="http://schemas.openxmlformats.org/officeDocument/2006/relationships" xmlns:a="http://schemas.openxmlformats.org/drawingml/2006/main" r:embed="Ra777ffb11b744f4b">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8958263" y="3888938"/>
            <a:ext cx="114300" cy="127873"/>
          </a:xfrm>
          <a:prstGeom xmlns:a="http://schemas.openxmlformats.org/drawingml/2006/main" prst="rect">
            <a:avLst/>
          </a:prstGeom>
        </p:spPr>
      </p:pic>
      <p:pic>
        <p:nvPicPr>
          <p:cNvPr id="57" name="narrow-spectrum-ticklabel-2" descr="f_c">
            <a:extLst xmlns:a="http://schemas.openxmlformats.org/drawingml/2006/main">
              <a:ext uri="{FF2B5EF4-FFF2-40B4-BE49-F238E27FC236}">
                <a16:creationId xmlns:a16="http://schemas.microsoft.com/office/drawing/2014/main" id="{AEC78788-2F98-411A-B893-FB8962168280}"/>
              </a:ext>
            </a:extLst>
          </p:cNvPr>
          <p:cNvPicPr>
            <a:picLocks xmlns:a="http://schemas.openxmlformats.org/drawingml/2006/main" noChangeAspect="1"/>
          </p:cNvPicPr>
          <p:nvPr/>
        </p:nvPicPr>
        <p:blipFill>
          <a:blip xmlns:r="http://schemas.openxmlformats.org/officeDocument/2006/relationships" xmlns:a="http://schemas.openxmlformats.org/drawingml/2006/main" r:embed="R14f9e06aa031447e">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10329267" y="3867626"/>
            <a:ext cx="152400" cy="170498"/>
          </a:xfrm>
          <a:prstGeom xmlns:a="http://schemas.openxmlformats.org/drawingml/2006/main" prst="rect">
            <a:avLst/>
          </a:prstGeom>
        </p:spPr>
      </p:pic>
      <p:pic>
        <p:nvPicPr>
          <p:cNvPr id="58" name="narrow-spectrum-label" descr="|S(f)|\ \text{(first order)}">
            <a:extLst xmlns:a="http://schemas.openxmlformats.org/drawingml/2006/main">
              <a:ext uri="{FF2B5EF4-FFF2-40B4-BE49-F238E27FC236}">
                <a16:creationId xmlns:a16="http://schemas.microsoft.com/office/drawing/2014/main" id="{58896AFD-1A85-4016-9361-AD8D690FDB4C}"/>
              </a:ext>
            </a:extLst>
          </p:cNvPr>
          <p:cNvPicPr>
            <a:picLocks xmlns:a="http://schemas.openxmlformats.org/drawingml/2006/main" noChangeAspect="1"/>
          </p:cNvPicPr>
          <p:nvPr/>
        </p:nvPicPr>
        <p:blipFill>
          <a:blip xmlns:r="http://schemas.openxmlformats.org/officeDocument/2006/relationships" xmlns:a="http://schemas.openxmlformats.org/drawingml/2006/main" r:embed="Re07f9942b2bb4c44">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791325" y="2428875"/>
            <a:ext cx="2057400" cy="228600"/>
          </a:xfrm>
          <a:prstGeom xmlns:a="http://schemas.openxmlformats.org/drawingml/2006/main" prst="rect">
            <a:avLst/>
          </a:prstGeom>
        </p:spPr>
      </p:pic>
      <p:pic>
        <p:nvPicPr>
          <p:cNvPr id="59" name="carrier-impulse-weight--1" descr="A_c/2">
            <a:extLst xmlns:a="http://schemas.openxmlformats.org/drawingml/2006/main">
              <a:ext uri="{FF2B5EF4-FFF2-40B4-BE49-F238E27FC236}">
                <a16:creationId xmlns:a16="http://schemas.microsoft.com/office/drawing/2014/main" id="{E663D24B-1DF9-4B67-B64B-349993A17678}"/>
              </a:ext>
            </a:extLst>
          </p:cNvPr>
          <p:cNvPicPr>
            <a:picLocks xmlns:a="http://schemas.openxmlformats.org/drawingml/2006/main" noChangeAspect="1"/>
          </p:cNvPicPr>
          <p:nvPr/>
        </p:nvPicPr>
        <p:blipFill>
          <a:blip xmlns:r="http://schemas.openxmlformats.org/officeDocument/2006/relationships" xmlns:a="http://schemas.openxmlformats.org/drawingml/2006/main" r:embed="R3d7023fde9234c5e">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7001470" y="2779931"/>
            <a:ext cx="547687" cy="221813"/>
          </a:xfrm>
          <a:prstGeom xmlns:a="http://schemas.openxmlformats.org/drawingml/2006/main" prst="rect">
            <a:avLst/>
          </a:prstGeom>
        </p:spPr>
      </p:pic>
      <p:pic>
        <p:nvPicPr>
          <p:cNvPr id="60" name="carrier-impulse-weight-1" descr="A_c/2">
            <a:extLst xmlns:a="http://schemas.openxmlformats.org/drawingml/2006/main">
              <a:ext uri="{FF2B5EF4-FFF2-40B4-BE49-F238E27FC236}">
                <a16:creationId xmlns:a16="http://schemas.microsoft.com/office/drawing/2014/main" id="{B6861D49-E0E3-4026-B3DE-C6EC9386402E}"/>
              </a:ext>
            </a:extLst>
          </p:cNvPr>
          <p:cNvPicPr>
            <a:picLocks xmlns:a="http://schemas.openxmlformats.org/drawingml/2006/main" noChangeAspect="1"/>
          </p:cNvPicPr>
          <p:nvPr/>
        </p:nvPicPr>
        <p:blipFill>
          <a:blip xmlns:r="http://schemas.openxmlformats.org/officeDocument/2006/relationships" xmlns:a="http://schemas.openxmlformats.org/drawingml/2006/main" r:embed="R6f15856e62ee4d50">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9781580" y="2779931"/>
            <a:ext cx="547687" cy="221813"/>
          </a:xfrm>
          <a:prstGeom xmlns:a="http://schemas.openxmlformats.org/drawingml/2006/main" prst="rect">
            <a:avLst/>
          </a:prstGeom>
        </p:spPr>
      </p:pic>
      <p:pic>
        <p:nvPicPr>
          <p:cNvPr id="61" name="narrow-translation" descr="f\mapsto f\pm f_c">
            <a:extLst xmlns:a="http://schemas.openxmlformats.org/drawingml/2006/main">
              <a:ext uri="{FF2B5EF4-FFF2-40B4-BE49-F238E27FC236}">
                <a16:creationId xmlns:a16="http://schemas.microsoft.com/office/drawing/2014/main" id="{8B49DB09-3B0C-43C6-AB64-99445BC05E0A}"/>
              </a:ext>
            </a:extLst>
          </p:cNvPr>
          <p:cNvPicPr>
            <a:picLocks xmlns:a="http://schemas.openxmlformats.org/drawingml/2006/main" noChangeAspect="1"/>
          </p:cNvPicPr>
          <p:nvPr/>
        </p:nvPicPr>
        <p:blipFill>
          <a:blip xmlns:r="http://schemas.openxmlformats.org/officeDocument/2006/relationships" xmlns:a="http://schemas.openxmlformats.org/drawingml/2006/main" r:embed="R27a3f64ff225430a">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4541520" y="4190524"/>
            <a:ext cx="1213485" cy="210503"/>
          </a:xfrm>
          <a:prstGeom xmlns:a="http://schemas.openxmlformats.org/drawingml/2006/main" prst="rect">
            <a:avLst/>
          </a:prstGeom>
        </p:spPr>
      </p:pic>
      <p:pic>
        <p:nvPicPr>
          <p:cNvPr id="62" name="lobe-scale" descr="\frac{A_c|k_p|}{2}|M(f\mp f_c)|">
            <a:extLst xmlns:a="http://schemas.openxmlformats.org/drawingml/2006/main">
              <a:ext uri="{FF2B5EF4-FFF2-40B4-BE49-F238E27FC236}">
                <a16:creationId xmlns:a16="http://schemas.microsoft.com/office/drawing/2014/main" id="{30EF98FC-6BFE-4AC0-BB47-44FC3C7102F5}"/>
              </a:ext>
            </a:extLst>
          </p:cNvPr>
          <p:cNvPicPr>
            <a:picLocks xmlns:a="http://schemas.openxmlformats.org/drawingml/2006/main" noChangeAspect="1"/>
          </p:cNvPicPr>
          <p:nvPr/>
        </p:nvPicPr>
        <p:blipFill>
          <a:blip xmlns:r="http://schemas.openxmlformats.org/officeDocument/2006/relationships" xmlns:a="http://schemas.openxmlformats.org/drawingml/2006/main" r:embed="R392c793fe2b94de2">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4345305" y="2516505"/>
            <a:ext cx="1805940" cy="320040"/>
          </a:xfrm>
          <a:prstGeom xmlns:a="http://schemas.openxmlformats.org/drawingml/2006/main" prst="rect">
            <a:avLst/>
          </a:prstGeom>
        </p:spPr>
      </p:pic>
      <p:pic>
        <p:nvPicPr>
          <p:cNvPr id="63" name="narrow-width-label" descr="B_T\approx2W">
            <a:extLst xmlns:a="http://schemas.openxmlformats.org/drawingml/2006/main">
              <a:ext uri="{FF2B5EF4-FFF2-40B4-BE49-F238E27FC236}">
                <a16:creationId xmlns:a16="http://schemas.microsoft.com/office/drawing/2014/main" id="{0A651D10-8310-44EB-982A-ECE2BCC2C2E2}"/>
              </a:ext>
            </a:extLst>
          </p:cNvPr>
          <p:cNvPicPr>
            <a:picLocks xmlns:a="http://schemas.openxmlformats.org/drawingml/2006/main" noChangeAspect="1"/>
          </p:cNvPicPr>
          <p:nvPr/>
        </p:nvPicPr>
        <p:blipFill>
          <a:blip xmlns:r="http://schemas.openxmlformats.org/officeDocument/2006/relationships" xmlns:a="http://schemas.openxmlformats.org/drawingml/2006/main" r:embed="R5c0144d339eb4e78">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9879687" y="4342834"/>
            <a:ext cx="1051560" cy="182106"/>
          </a:xfrm>
          <a:prstGeom xmlns:a="http://schemas.openxmlformats.org/drawingml/2006/main" prst="rect">
            <a:avLst/>
          </a:prstGeom>
        </p:spPr>
      </p:pic>
      <p:pic>
        <p:nvPicPr>
          <p:cNvPr id="64" name="signal-main" descr="s(t)=A_c\cos[2\pi f_ct+k_pm(t)]">
            <a:extLst xmlns:a="http://schemas.openxmlformats.org/drawingml/2006/main">
              <a:ext uri="{FF2B5EF4-FFF2-40B4-BE49-F238E27FC236}">
                <a16:creationId xmlns:a16="http://schemas.microsoft.com/office/drawing/2014/main" id="{1B69A66F-2754-4DD1-916C-3B7D6DE8C5F6}"/>
              </a:ext>
            </a:extLst>
          </p:cNvPr>
          <p:cNvPicPr>
            <a:picLocks xmlns:a="http://schemas.openxmlformats.org/drawingml/2006/main" noChangeAspect="1"/>
          </p:cNvPicPr>
          <p:nvPr/>
        </p:nvPicPr>
        <p:blipFill>
          <a:blip xmlns:r="http://schemas.openxmlformats.org/officeDocument/2006/relationships" xmlns:a="http://schemas.openxmlformats.org/drawingml/2006/main" r:embed="Ref3ebeb34c484140">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609600" y="5058519"/>
            <a:ext cx="3677603" cy="265212"/>
          </a:xfrm>
          <a:prstGeom xmlns:a="http://schemas.openxmlformats.org/drawingml/2006/main" prst="rect">
            <a:avLst/>
          </a:prstGeom>
        </p:spPr>
      </p:pic>
      <p:pic>
        <p:nvPicPr>
          <p:cNvPr id="65" name="support-0" descr="=A_c\cos[k_pm(t)]\cos(2\pi f_ct)-A_c\sin[k_pm(t)]\sin(2\pi f_ct)">
            <a:extLst xmlns:a="http://schemas.openxmlformats.org/drawingml/2006/main">
              <a:ext uri="{FF2B5EF4-FFF2-40B4-BE49-F238E27FC236}">
                <a16:creationId xmlns:a16="http://schemas.microsoft.com/office/drawing/2014/main" id="{1A64D350-D791-44C3-A195-E43C638A7868}"/>
              </a:ext>
            </a:extLst>
          </p:cNvPr>
          <p:cNvPicPr>
            <a:picLocks xmlns:a="http://schemas.openxmlformats.org/drawingml/2006/main" noChangeAspect="1"/>
          </p:cNvPicPr>
          <p:nvPr/>
        </p:nvPicPr>
        <p:blipFill>
          <a:blip xmlns:r="http://schemas.openxmlformats.org/officeDocument/2006/relationships" xmlns:a="http://schemas.openxmlformats.org/drawingml/2006/main" r:embed="R5b2dfb4389d54db6">
            <a:extLst>
              <a:ext uri="{96DAC541-7B7A-43D3-8B79-37D633B846F1}">
                <ns20:svgBlip xmlns:ns20="http://schemas.microsoft.com/office/drawing/2016/SVG/main" r:embed="rIdMathSvg20"/>
              </a:ext>
            </a:extLst>
          </a:blip>
          <a:stretch xmlns:a="http://schemas.openxmlformats.org/drawingml/2006/main"/>
        </p:blipFill>
        <p:spPr>
          <a:xfrm xmlns:a="http://schemas.openxmlformats.org/drawingml/2006/main">
            <a:off x="1181100" y="5558879"/>
            <a:ext cx="6381750" cy="245566"/>
          </a:xfrm>
          <a:prstGeom xmlns:a="http://schemas.openxmlformats.org/drawingml/2006/main" prst="rect">
            <a:avLst/>
          </a:prstGeom>
        </p:spPr>
      </p:pic>
      <p:pic>
        <p:nvPicPr>
          <p:cNvPr id="66" name="small-phase-approx" descr="\cos[k_pm(t)]\approx1,\qquad\sin[k_pm(t)]\approx k_pm(t)">
            <a:extLst xmlns:a="http://schemas.openxmlformats.org/drawingml/2006/main">
              <a:ext uri="{FF2B5EF4-FFF2-40B4-BE49-F238E27FC236}">
                <a16:creationId xmlns:a16="http://schemas.microsoft.com/office/drawing/2014/main" id="{AA812257-C560-4E64-94A3-530473B8D11C}"/>
              </a:ext>
            </a:extLst>
          </p:cNvPr>
          <p:cNvPicPr>
            <a:picLocks xmlns:a="http://schemas.openxmlformats.org/drawingml/2006/main" noChangeAspect="1"/>
          </p:cNvPicPr>
          <p:nvPr/>
        </p:nvPicPr>
        <p:blipFill>
          <a:blip xmlns:r="http://schemas.openxmlformats.org/officeDocument/2006/relationships" xmlns:a="http://schemas.openxmlformats.org/drawingml/2006/main" r:embed="R437ffcdf8ae84669">
            <a:extLst>
              <a:ext uri="{96DAC541-7B7A-43D3-8B79-37D633B846F1}">
                <ns21:svgBlip xmlns:ns21="http://schemas.microsoft.com/office/drawing/2016/SVG/main" r:embed="rIdMathSvg21"/>
              </a:ext>
            </a:extLst>
          </a:blip>
          <a:stretch xmlns:a="http://schemas.openxmlformats.org/drawingml/2006/main"/>
        </p:blipFill>
        <p:spPr>
          <a:xfrm xmlns:a="http://schemas.openxmlformats.org/drawingml/2006/main">
            <a:off x="666750" y="4592092"/>
            <a:ext cx="5000625" cy="245566"/>
          </a:xfrm>
          <a:prstGeom xmlns:a="http://schemas.openxmlformats.org/drawingml/2006/main" prst="rect">
            <a:avLst/>
          </a:prstGeom>
        </p:spPr>
      </p:pic>
      <p:pic>
        <p:nvPicPr>
          <p:cNvPr id="67" name="support-1" descr="\approx A_c\cos(2\pi f_ct)-A_ck_pm(t)\sin(2\pi f_ct)">
            <a:extLst xmlns:a="http://schemas.openxmlformats.org/drawingml/2006/main">
              <a:ext uri="{FF2B5EF4-FFF2-40B4-BE49-F238E27FC236}">
                <a16:creationId xmlns:a16="http://schemas.microsoft.com/office/drawing/2014/main" id="{7257DEFB-AF45-4718-8820-ACA6255781AC}"/>
              </a:ext>
            </a:extLst>
          </p:cNvPr>
          <p:cNvPicPr>
            <a:picLocks xmlns:a="http://schemas.openxmlformats.org/drawingml/2006/main" noChangeAspect="1"/>
          </p:cNvPicPr>
          <p:nvPr/>
        </p:nvPicPr>
        <p:blipFill>
          <a:blip xmlns:r="http://schemas.openxmlformats.org/officeDocument/2006/relationships" xmlns:a="http://schemas.openxmlformats.org/drawingml/2006/main" r:embed="Rdc2e26120faa4266">
            <a:extLst>
              <a:ext uri="{96DAC541-7B7A-43D3-8B79-37D633B846F1}">
                <ns22:svgBlip xmlns:ns22="http://schemas.microsoft.com/office/drawing/2016/SVG/main" r:embed="rIdMathSvg22"/>
              </a:ext>
            </a:extLst>
          </a:blip>
          <a:stretch xmlns:a="http://schemas.openxmlformats.org/drawingml/2006/main"/>
        </p:blipFill>
        <p:spPr>
          <a:xfrm xmlns:a="http://schemas.openxmlformats.org/drawingml/2006/main">
            <a:off x="1181100" y="6054179"/>
            <a:ext cx="4476750" cy="245566"/>
          </a:xfrm>
          <a:prstGeom xmlns:a="http://schemas.openxmlformats.org/drawingml/2006/main" prst="rect">
            <a:avLst/>
          </a:prstGeom>
        </p:spPr>
      </p:pic>
    </p:spTree>
    <p:extLst>
      <p:ext uri="{BB962C8B-B14F-4D97-AF65-F5344CB8AC3E}">
        <p14:creationId xmlns:p14="http://schemas.microsoft.com/office/powerpoint/2010/main" val="204635500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4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fade">
                                      <p:cBhvr>
                                        <p:cTn id="17" dur="400"/>
                                        <p:tgtEl>
                                          <p:spTgt spid="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400"/>
                                        <p:tgtEl>
                                          <p:spTgt spid="34"/>
                                        </p:tgtEl>
                                      </p:cBhvr>
                                    </p:animEffect>
                                  </p:childTnLst>
                                </p:cTn>
                              </p:par>
                              <p:par>
                                <p:cTn id="23" presetID="10"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400"/>
                                        <p:tgtEl>
                                          <p:spTgt spid="59"/>
                                        </p:tgtEl>
                                      </p:cBhvr>
                                    </p:animEffect>
                                  </p:childTnLst>
                                </p:cTn>
                              </p:par>
                              <p:par>
                                <p:cTn id="26" presetID="10" presetClass="entr" presetSubtype="0" fill="hold"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400"/>
                                        <p:tgtEl>
                                          <p:spTgt spid="35"/>
                                        </p:tgtEl>
                                      </p:cBhvr>
                                    </p:animEffect>
                                  </p:childTnLst>
                                </p:cTn>
                              </p:par>
                              <p:par>
                                <p:cTn id="29" presetID="10" presetClass="entr" presetSubtype="0" fill="hold" nodeType="with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400"/>
                                        <p:tgtEl>
                                          <p:spTgt spid="60"/>
                                        </p:tgtEl>
                                      </p:cBhvr>
                                    </p:animEffect>
                                  </p:childTnLst>
                                </p:cTn>
                              </p:par>
                              <p:par>
                                <p:cTn id="32" presetID="10" presetClass="entr" presetSubtype="0"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4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400"/>
                                        <p:tgtEl>
                                          <p:spTgt spid="37"/>
                                        </p:tgtEl>
                                      </p:cBhvr>
                                    </p:animEffect>
                                  </p:childTnLst>
                                </p:cTn>
                              </p:par>
                              <p:par>
                                <p:cTn id="40" presetID="10"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400"/>
                                        <p:tgtEl>
                                          <p:spTgt spid="38"/>
                                        </p:tgtEl>
                                      </p:cBhvr>
                                    </p:animEffect>
                                  </p:childTnLst>
                                </p:cTn>
                              </p:par>
                              <p:par>
                                <p:cTn id="43" presetID="10"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400"/>
                                        <p:tgtEl>
                                          <p:spTgt spid="39"/>
                                        </p:tgtEl>
                                      </p:cBhvr>
                                    </p:animEffect>
                                  </p:childTnLst>
                                </p:cTn>
                              </p:par>
                              <p:par>
                                <p:cTn id="46" presetID="10" presetClass="entr" presetSubtype="0" fill="hold" nodeType="with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fade">
                                      <p:cBhvr>
                                        <p:cTn id="48" dur="400"/>
                                        <p:tgtEl>
                                          <p:spTgt spid="61"/>
                                        </p:tgtEl>
                                      </p:cBhvr>
                                    </p:animEffect>
                                  </p:childTnLst>
                                </p:cTn>
                              </p:par>
                              <p:par>
                                <p:cTn id="49" presetID="10" presetClass="entr" presetSubtype="0" fill="hold"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200"/>
                                        <p:tgtEl>
                                          <p:spTgt spid="40"/>
                                        </p:tgtEl>
                                      </p:cBhvr>
                                    </p:animEffect>
                                    <p:animMotion origin="layout" pathEditMode="relative" path="M -0.43793943 -0.01527778 L 0.00000000 0.00000000 E">
                                      <p:cBhvr>
                                        <p:cTn id="52" dur="700" fill="hold"/>
                                        <p:tgtEl>
                                          <p:spTgt spid="40"/>
                                        </p:tgtEl>
                                        <p:attrNameLst>
                                          <p:attrName>ppt_x</p:attrName>
                                          <p:attrName>ppt_y</p:attrName>
                                        </p:attrNameLst>
                                      </p:cBhvr>
                                    </p:animMotion>
                                    <p:animScale zoomContents="1">
                                      <p:cBhvr>
                                        <p:cTn id="53" dur="700" fill="hold"/>
                                        <p:tgtEl>
                                          <p:spTgt spid="40"/>
                                        </p:tgtEl>
                                      </p:cBhvr>
                                      <p:from x="132762" y="138596"/>
                                      <p:to x="100000" y="100000"/>
                                    </p:animScale>
                                  </p:childTnLst>
                                </p:cTn>
                              </p:par>
                              <p:par>
                                <p:cTn id="54" presetID="10" presetClass="entr" presetSubtype="0"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200"/>
                                        <p:tgtEl>
                                          <p:spTgt spid="41"/>
                                        </p:tgtEl>
                                      </p:cBhvr>
                                    </p:animEffect>
                                    <p:animMotion origin="layout" pathEditMode="relative" path="M -0.66596674 -0.01527778 L 0.00000000 0.00000000 E">
                                      <p:cBhvr>
                                        <p:cTn id="57" dur="700" fill="hold"/>
                                        <p:tgtEl>
                                          <p:spTgt spid="41"/>
                                        </p:tgtEl>
                                        <p:attrNameLst>
                                          <p:attrName>ppt_x</p:attrName>
                                          <p:attrName>ppt_y</p:attrName>
                                        </p:attrNameLst>
                                      </p:cBhvr>
                                    </p:animMotion>
                                    <p:animScale zoomContents="1">
                                      <p:cBhvr>
                                        <p:cTn id="58" dur="700" fill="hold"/>
                                        <p:tgtEl>
                                          <p:spTgt spid="41"/>
                                        </p:tgtEl>
                                      </p:cBhvr>
                                      <p:from x="132762" y="138596"/>
                                      <p:to x="100000" y="100000"/>
                                    </p:animScale>
                                  </p:childTnLst>
                                </p:cTn>
                              </p:par>
                              <p:par>
                                <p:cTn id="59" presetID="10" presetClass="entr" presetSubtype="0" fill="hold" nodeType="withEffect">
                                  <p:stCondLst>
                                    <p:cond delay="0"/>
                                  </p:stCondLst>
                                  <p:childTnLst>
                                    <p:set>
                                      <p:cBhvr>
                                        <p:cTn id="60" dur="1" fill="hold">
                                          <p:stCondLst>
                                            <p:cond delay="0"/>
                                          </p:stCondLst>
                                        </p:cTn>
                                        <p:tgtEl>
                                          <p:spTgt spid="62"/>
                                        </p:tgtEl>
                                        <p:attrNameLst>
                                          <p:attrName>style.visibility</p:attrName>
                                        </p:attrNameLst>
                                      </p:cBhvr>
                                      <p:to>
                                        <p:strVal val="visible"/>
                                      </p:to>
                                    </p:set>
                                    <p:animEffect transition="in" filter="fade">
                                      <p:cBhvr>
                                        <p:cTn id="61" dur="400"/>
                                        <p:tgtEl>
                                          <p:spTgt spid="6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77" dur="200" fill="hold">
                                          <p:stCondLst>
                                            <p:cond delay="0"/>
                                          </p:stCondLst>
                                        </p:cTn>
                                        <p:tgtEl>
                                          <p:spTgt spid="36"/>
                                        </p:tgtEl>
                                      </p:cBhvr>
                                    </p:animEffect>
                                    <p:set>
                                      <p:cBhvr>
                                        <p:cTn id="78" dur="1" fill="hold">
                                          <p:stCondLst>
                                            <p:cond delay="200"/>
                                          </p:stCondLst>
                                        </p:cTn>
                                        <p:tgtEl>
                                          <p:spTgt spid="36"/>
                                        </p:tgtEl>
                                        <p:attrNameLst>
                                          <p:attrName>style.visibility</p:attrName>
                                        </p:attrNameLst>
                                      </p:cBhvr>
                                      <p:to>
                                        <p:strVal val="hidden"/>
                                      </p:to>
                                    </p:set>
                                  </p:childTnLst>
                                </p:cTn>
                              </p:par>
                              <p:par>
                                <p:cTn id="65" presetID="10" presetClass="entr" presetSubtype="0" fill="hold" nodeType="with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fade">
                                      <p:cBhvr>
                                        <p:cTn id="67" dur="400"/>
                                        <p:tgtEl>
                                          <p:spTgt spid="42"/>
                                        </p:tgtEl>
                                      </p:cBhvr>
                                    </p:animEffect>
                                  </p:childTnLst>
                                </p:cTn>
                              </p:par>
                              <p:par>
                                <p:cTn id="68" presetID="10" presetClass="entr" presetSubtype="0" fill="hold" nodeType="withEffect">
                                  <p:stCondLst>
                                    <p:cond delay="0"/>
                                  </p:stCondLst>
                                  <p:childTnLst>
                                    <p:set>
                                      <p:cBhvr>
                                        <p:cTn id="69" dur="1" fill="hold">
                                          <p:stCondLst>
                                            <p:cond delay="0"/>
                                          </p:stCondLst>
                                        </p:cTn>
                                        <p:tgtEl>
                                          <p:spTgt spid="43"/>
                                        </p:tgtEl>
                                        <p:attrNameLst>
                                          <p:attrName>style.visibility</p:attrName>
                                        </p:attrNameLst>
                                      </p:cBhvr>
                                      <p:to>
                                        <p:strVal val="visible"/>
                                      </p:to>
                                    </p:set>
                                    <p:animEffect transition="in" filter="fade">
                                      <p:cBhvr>
                                        <p:cTn id="70" dur="400"/>
                                        <p:tgtEl>
                                          <p:spTgt spid="43"/>
                                        </p:tgtEl>
                                      </p:cBhvr>
                                    </p:animEffect>
                                  </p:childTnLst>
                                </p:cTn>
                              </p:par>
                              <p:par>
                                <p:cTn id="71" presetID="10" presetClass="entr" presetSubtype="0" fill="hold" nodeType="withEffect">
                                  <p:stCondLst>
                                    <p:cond delay="0"/>
                                  </p:stCondLst>
                                  <p:childTnLst>
                                    <p:set>
                                      <p:cBhvr>
                                        <p:cTn id="72" dur="1" fill="hold">
                                          <p:stCondLst>
                                            <p:cond delay="0"/>
                                          </p:stCondLst>
                                        </p:cTn>
                                        <p:tgtEl>
                                          <p:spTgt spid="44"/>
                                        </p:tgtEl>
                                        <p:attrNameLst>
                                          <p:attrName>style.visibility</p:attrName>
                                        </p:attrNameLst>
                                      </p:cBhvr>
                                      <p:to>
                                        <p:strVal val="visible"/>
                                      </p:to>
                                    </p:set>
                                    <p:animEffect transition="in" filter="fade">
                                      <p:cBhvr>
                                        <p:cTn id="73" dur="400"/>
                                        <p:tgtEl>
                                          <p:spTgt spid="44"/>
                                        </p:tgtEl>
                                      </p:cBhvr>
                                    </p:animEffect>
                                  </p:childTnLst>
                                </p:cTn>
                              </p:par>
                              <p:par>
                                <p:cTn id="74" presetID="10" presetClass="entr" presetSubtype="0" fill="hold"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CC8291BC-6132-458B-8544-AC94D5DD9858}"/>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F916ECD-5DC5-4D08-ADEA-81A37D6606BB}"/>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0505A244-AD93-4811-9203-57C31697DBCC}"/>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0833163-B197-4209-9BF0-2CE90D9AB75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F22A3285-967D-4DAD-B617-5544A15E4899}"/>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EBF86206-5EA1-4CEC-8680-590079B5D171}"/>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83557505-27B0-4ED6-A77F-937CD0A83F3B}"/>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8054ACFE-8BD6-4C2C-B197-40BE0521D7C5}"/>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5FAC8B4C-8C07-4D80-A947-275E17D1DA33}"/>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39F93471-3E35-4E49-BBAF-218D56810ED9}"/>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EF96B794-F740-4BBE-AEC7-8A05E34AB4A9}"/>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B1B04F89-0449-4D9A-8200-9A19648D3742}"/>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C696B75B-BA2E-4646-B4C3-8E999C4903C1}"/>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D8A041C7-D68C-447F-B444-4CB19A29DE7F}"/>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DF8DC5C5-5DA9-4388-A801-77874864B671}"/>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117EC08F-39F6-422C-879D-328121510B69}"/>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664CC1E5-5427-49A7-B04A-FC8B3A21A5F4}"/>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5D226571-4589-4F02-A14E-2AACCA37307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593E8290-F131-4E70-8BBF-37E937CC283E}"/>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Keep the higher powers of m(t)</a:t>
            </a:r>
          </a:p>
        </p:txBody>
      </p:sp>
      <p:sp>
        <p:nvSpPr>
          <p:cNvPr id="22" name="phase-factor-origin">
            <a:extLst xmlns:a="http://schemas.openxmlformats.org/drawingml/2006/main">
              <a:ext uri="{FF2B5EF4-FFF2-40B4-BE49-F238E27FC236}">
                <a16:creationId xmlns:a16="http://schemas.microsoft.com/office/drawing/2014/main" id="{6DC9BF27-6902-4E09-BCAA-59C4705B5963}"/>
              </a:ext>
            </a:extLst>
          </p:cNvPr>
          <p:cNvSpPr>
            <a:spLocks xmlns:a="http://schemas.openxmlformats.org/drawingml/2006/main" noGrp="1"/>
          </p:cNvSpPr>
          <p:nvPr/>
        </p:nvSpPr>
        <p:spPr>
          <a:xfrm xmlns:a="http://schemas.openxmlformats.org/drawingml/2006/main">
            <a:off x="3086100" y="2552700"/>
            <a:ext cx="952500" cy="295275"/>
          </a:xfrm>
          <a:prstGeom xmlns:a="http://schemas.openxmlformats.org/drawingml/2006/main" prst="rect">
            <a:avLst/>
          </a:prstGeom>
          <a:noFill xmlns:a="http://schemas.openxmlformats.org/drawingml/2006/main"/>
          <a:ln xmlns:a="http://schemas.openxmlformats.org/drawingml/2006/main" w="0">
            <a:noFill/>
          </a:ln>
        </p:spPr>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056C2DE-0E36-40D9-84BD-E220ECC1DB1A}"/>
              </a:ext>
            </a:extLst>
          </p:cNvPr>
          <p:cNvPicPr>
            <a:picLocks xmlns:a="http://schemas.openxmlformats.org/drawingml/2006/main" noChangeAspect="1"/>
          </p:cNvPicPr>
          <p:nvPr/>
        </p:nvPicPr>
        <p:blipFill>
          <a:blip xmlns:r="http://schemas.openxmlformats.org/officeDocument/2006/relationships" xmlns:a="http://schemas.openxmlformats.org/drawingml/2006/main" r:embed="R415780b6815d445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4E9775D-5DB2-4B4E-8360-2CA378F12E1E}"/>
              </a:ext>
            </a:extLst>
          </p:cNvPr>
          <p:cNvPicPr>
            <a:picLocks xmlns:a="http://schemas.openxmlformats.org/drawingml/2006/main" noChangeAspect="1"/>
          </p:cNvPicPr>
          <p:nvPr/>
        </p:nvPicPr>
        <p:blipFill>
          <a:blip xmlns:r="http://schemas.openxmlformats.org/officeDocument/2006/relationships" xmlns:a="http://schemas.openxmlformats.org/drawingml/2006/main" r:embed="R1d62c599e75e4001">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FB3C4DF-2D97-4ADF-9862-7C04F9D029E4}"/>
              </a:ext>
            </a:extLst>
          </p:cNvPr>
          <p:cNvPicPr>
            <a:picLocks xmlns:a="http://schemas.openxmlformats.org/drawingml/2006/main" noChangeAspect="1"/>
          </p:cNvPicPr>
          <p:nvPr/>
        </p:nvPicPr>
        <p:blipFill>
          <a:blip xmlns:r="http://schemas.openxmlformats.org/officeDocument/2006/relationships" xmlns:a="http://schemas.openxmlformats.org/drawingml/2006/main" r:embed="Rcc94f22a5d8c457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signal-pm" descr="s(t)=A_c\cos[2\pi f_ct+k_pm(t)]">
            <a:extLst xmlns:a="http://schemas.openxmlformats.org/drawingml/2006/main">
              <a:ext uri="{FF2B5EF4-FFF2-40B4-BE49-F238E27FC236}">
                <a16:creationId xmlns:a16="http://schemas.microsoft.com/office/drawing/2014/main" id="{5F333F30-D937-43AD-A2C3-25D7CFF802F8}"/>
              </a:ext>
            </a:extLst>
          </p:cNvPr>
          <p:cNvPicPr>
            <a:picLocks xmlns:a="http://schemas.openxmlformats.org/drawingml/2006/main" noChangeAspect="1"/>
          </p:cNvPicPr>
          <p:nvPr/>
        </p:nvPicPr>
        <p:blipFill>
          <a:blip xmlns:r="http://schemas.openxmlformats.org/officeDocument/2006/relationships" xmlns:a="http://schemas.openxmlformats.org/drawingml/2006/main" r:embed="Rd6f2b7ea4e1941c5">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590075"/>
            <a:ext cx="3677603" cy="265212"/>
          </a:xfrm>
          <a:prstGeom xmlns:a="http://schemas.openxmlformats.org/drawingml/2006/main" prst="rect">
            <a:avLst/>
          </a:prstGeom>
        </p:spPr>
      </p:pic>
      <p:pic>
        <p:nvPicPr>
          <p:cNvPr id="27" name="complex-identity" descr="\cos\theta=\operatorname{Re}\{e^{j\theta}\}">
            <a:extLst xmlns:a="http://schemas.openxmlformats.org/drawingml/2006/main">
              <a:ext uri="{FF2B5EF4-FFF2-40B4-BE49-F238E27FC236}">
                <a16:creationId xmlns:a16="http://schemas.microsoft.com/office/drawing/2014/main" id="{399C0B32-1C35-455A-B94C-734143CAFDF8}"/>
              </a:ext>
            </a:extLst>
          </p:cNvPr>
          <p:cNvPicPr>
            <a:picLocks xmlns:a="http://schemas.openxmlformats.org/drawingml/2006/main" noChangeAspect="1"/>
          </p:cNvPicPr>
          <p:nvPr/>
        </p:nvPicPr>
        <p:blipFill>
          <a:blip xmlns:r="http://schemas.openxmlformats.org/officeDocument/2006/relationships" xmlns:a="http://schemas.openxmlformats.org/drawingml/2006/main" r:embed="R75aa759ca52b417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1181100" y="3236119"/>
            <a:ext cx="1857375" cy="261938"/>
          </a:xfrm>
          <a:prstGeom xmlns:a="http://schemas.openxmlformats.org/drawingml/2006/main" prst="rect">
            <a:avLst/>
          </a:prstGeom>
        </p:spPr>
      </p:pic>
      <p:pic>
        <p:nvPicPr>
          <p:cNvPr id="28" name="signal-main" descr="s(t)=A_c\operatorname{Re}\{e^{j2\pi f_ct}e^{jk_pm(t)}\}">
            <a:extLst xmlns:a="http://schemas.openxmlformats.org/drawingml/2006/main">
              <a:ext uri="{FF2B5EF4-FFF2-40B4-BE49-F238E27FC236}">
                <a16:creationId xmlns:a16="http://schemas.microsoft.com/office/drawing/2014/main" id="{4DC4A458-A0FD-425D-BF84-52BEC19352A6}"/>
              </a:ext>
            </a:extLst>
          </p:cNvPr>
          <p:cNvPicPr>
            <a:picLocks xmlns:a="http://schemas.openxmlformats.org/drawingml/2006/main" noChangeAspect="1"/>
          </p:cNvPicPr>
          <p:nvPr/>
        </p:nvPicPr>
        <p:blipFill>
          <a:blip xmlns:r="http://schemas.openxmlformats.org/officeDocument/2006/relationships" xmlns:a="http://schemas.openxmlformats.org/drawingml/2006/main" r:embed="R9379f0c184734f12">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554914"/>
            <a:ext cx="3549015" cy="290929"/>
          </a:xfrm>
          <a:prstGeom xmlns:a="http://schemas.openxmlformats.org/drawingml/2006/main" prst="rect">
            <a:avLst/>
          </a:prstGeom>
        </p:spPr>
      </p:pic>
      <p:pic>
        <p:nvPicPr>
          <p:cNvPr id="29" name="phase-factor" descr="e^{jk_pm(t)}">
            <a:extLst xmlns:a="http://schemas.openxmlformats.org/drawingml/2006/main">
              <a:ext uri="{FF2B5EF4-FFF2-40B4-BE49-F238E27FC236}">
                <a16:creationId xmlns:a16="http://schemas.microsoft.com/office/drawing/2014/main" id="{9402BCE0-0664-4C9F-BE2E-43A473FFC49A}"/>
              </a:ext>
            </a:extLst>
          </p:cNvPr>
          <p:cNvPicPr>
            <a:picLocks xmlns:a="http://schemas.openxmlformats.org/drawingml/2006/main" noChangeAspect="1"/>
          </p:cNvPicPr>
          <p:nvPr/>
        </p:nvPicPr>
        <p:blipFill>
          <a:blip xmlns:r="http://schemas.openxmlformats.org/officeDocument/2006/relationships" xmlns:a="http://schemas.openxmlformats.org/drawingml/2006/main" r:embed="R8f4ed8cd22724382">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81100" y="3995786"/>
            <a:ext cx="857250" cy="214313"/>
          </a:xfrm>
          <a:prstGeom xmlns:a="http://schemas.openxmlformats.org/drawingml/2006/main" prst="rect">
            <a:avLst/>
          </a:prstGeom>
        </p:spPr>
      </p:pic>
      <p:pic>
        <p:nvPicPr>
          <p:cNvPr id="30" name="phase-expansion" descr="e^{jk_pm(t)}=1+jk_pm(t)+\frac{(jk_p)^2}{2!}m^2(t)+\frac{(jk_p)^3}{3!}m^3(t)+\cdots">
            <a:extLst xmlns:a="http://schemas.openxmlformats.org/drawingml/2006/main">
              <a:ext uri="{FF2B5EF4-FFF2-40B4-BE49-F238E27FC236}">
                <a16:creationId xmlns:a16="http://schemas.microsoft.com/office/drawing/2014/main" id="{E62CE26E-179E-4072-853E-70726AED7C51}"/>
              </a:ext>
            </a:extLst>
          </p:cNvPr>
          <p:cNvPicPr>
            <a:picLocks xmlns:a="http://schemas.openxmlformats.org/drawingml/2006/main" noChangeAspect="1"/>
          </p:cNvPicPr>
          <p:nvPr/>
        </p:nvPicPr>
        <p:blipFill>
          <a:blip xmlns:r="http://schemas.openxmlformats.org/officeDocument/2006/relationships" xmlns:a="http://schemas.openxmlformats.org/drawingml/2006/main" r:embed="R4d38dc53064a4209">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181100" y="3940969"/>
            <a:ext cx="6477000" cy="357188"/>
          </a:xfrm>
          <a:prstGeom xmlns:a="http://schemas.openxmlformats.org/drawingml/2006/main" prst="rect">
            <a:avLst/>
          </a:prstGeom>
        </p:spPr>
      </p:pic>
      <p:pic>
        <p:nvPicPr>
          <p:cNvPr id="31" name="power-products" descr="m^2(t)=m(t)m(t),\qquad m^3(t)=m(t)m(t)m(t)">
            <a:extLst xmlns:a="http://schemas.openxmlformats.org/drawingml/2006/main">
              <a:ext uri="{FF2B5EF4-FFF2-40B4-BE49-F238E27FC236}">
                <a16:creationId xmlns:a16="http://schemas.microsoft.com/office/drawing/2014/main" id="{F7C1B5A6-2266-40CA-8E0F-842E16A76BE0}"/>
              </a:ext>
            </a:extLst>
          </p:cNvPr>
          <p:cNvPicPr>
            <a:picLocks xmlns:a="http://schemas.openxmlformats.org/drawingml/2006/main" noChangeAspect="1"/>
          </p:cNvPicPr>
          <p:nvPr/>
        </p:nvPicPr>
        <p:blipFill>
          <a:blip xmlns:r="http://schemas.openxmlformats.org/officeDocument/2006/relationships" xmlns:a="http://schemas.openxmlformats.org/drawingml/2006/main" r:embed="R4995dfd8e10341e4">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181100" y="4821734"/>
            <a:ext cx="5453063" cy="253008"/>
          </a:xfrm>
          <a:prstGeom xmlns:a="http://schemas.openxmlformats.org/drawingml/2006/main" prst="rect">
            <a:avLst/>
          </a:prstGeom>
        </p:spPr>
      </p:pic>
      <p:pic>
        <p:nvPicPr>
          <p:cNvPr id="32" name="fixed-signal-pm" descr="s(t)=A_c\cos[2\pi f_ct+k_pm(t)]">
            <a:extLst xmlns:a="http://schemas.openxmlformats.org/drawingml/2006/main">
              <a:ext uri="{FF2B5EF4-FFF2-40B4-BE49-F238E27FC236}">
                <a16:creationId xmlns:a16="http://schemas.microsoft.com/office/drawing/2014/main" id="{6056EBE4-AB1D-43C2-A3C9-6AAFD2062A9E}"/>
              </a:ext>
            </a:extLst>
          </p:cNvPr>
          <p:cNvPicPr>
            <a:picLocks xmlns:a="http://schemas.openxmlformats.org/drawingml/2006/main" noChangeAspect="1"/>
          </p:cNvPicPr>
          <p:nvPr/>
        </p:nvPicPr>
        <p:blipFill>
          <a:blip xmlns:r="http://schemas.openxmlformats.org/officeDocument/2006/relationships" xmlns:a="http://schemas.openxmlformats.org/drawingml/2006/main" r:embed="R9e617e8fa7074ad0">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2590075"/>
            <a:ext cx="3677603" cy="265212"/>
          </a:xfrm>
          <a:prstGeom xmlns:a="http://schemas.openxmlformats.org/drawingml/2006/main" prst="rect">
            <a:avLst/>
          </a:prstGeom>
        </p:spPr>
      </p:pic>
      <p:pic>
        <p:nvPicPr>
          <p:cNvPr id="33" name="fixed-phase-factor" descr="e^{jk_pm(t)}">
            <a:extLst xmlns:a="http://schemas.openxmlformats.org/drawingml/2006/main">
              <a:ext uri="{FF2B5EF4-FFF2-40B4-BE49-F238E27FC236}">
                <a16:creationId xmlns:a16="http://schemas.microsoft.com/office/drawing/2014/main" id="{EE95AF28-5763-4B63-9754-F061ED0745C1}"/>
              </a:ext>
            </a:extLst>
          </p:cNvPr>
          <p:cNvPicPr>
            <a:picLocks xmlns:a="http://schemas.openxmlformats.org/drawingml/2006/main" noChangeAspect="1"/>
          </p:cNvPicPr>
          <p:nvPr/>
        </p:nvPicPr>
        <p:blipFill>
          <a:blip xmlns:r="http://schemas.openxmlformats.org/officeDocument/2006/relationships" xmlns:a="http://schemas.openxmlformats.org/drawingml/2006/main" r:embed="R87aa369e7af04253">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1181100" y="3995786"/>
            <a:ext cx="857250" cy="214313"/>
          </a:xfrm>
          <a:prstGeom xmlns:a="http://schemas.openxmlformats.org/drawingml/2006/main" prst="rect">
            <a:avLst/>
          </a:prstGeom>
        </p:spPr>
      </p:pic>
    </p:spTree>
    <p:extLst>
      <p:ext uri="{BB962C8B-B14F-4D97-AF65-F5344CB8AC3E}">
        <p14:creationId xmlns:p14="http://schemas.microsoft.com/office/powerpoint/2010/main" val="33475434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3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par>
                                <p:cTn id="13" presetID="10" presetClass="exit" presetSubtype="0" fill="hold" nodeType="withEffect">
                                  <p:stCondLst>
                                    <p:cond delay="0"/>
                                  </p:stCondLst>
                                  <p:childTnLst>
                                    <p:animEffect transition="out" filter="fade">
                                      <p:cBhvr>
                                        <p:cTn id="38" dur="1" fill="hold">
                                          <p:stCondLst>
                                            <p:cond delay="0"/>
                                          </p:stCondLst>
                                        </p:cTn>
                                        <p:tgtEl>
                                          <p:spTgt spid="26"/>
                                        </p:tgtEl>
                                      </p:cBhvr>
                                    </p:animEffect>
                                    <p:set>
                                      <p:cBhvr>
                                        <p:cTn id="39" dur="1" fill="hold">
                                          <p:stCondLst>
                                            <p:cond delay="0"/>
                                          </p:stCondLst>
                                        </p:cTn>
                                        <p:tgtEl>
                                          <p:spTgt spid="26"/>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40" dur="200" fill="hold">
                                          <p:stCondLst>
                                            <p:cond delay="0"/>
                                          </p:stCondLst>
                                        </p:cTn>
                                        <p:tgtEl>
                                          <p:spTgt spid="27"/>
                                        </p:tgtEl>
                                      </p:cBhvr>
                                    </p:animEffect>
                                    <p:set>
                                      <p:cBhvr>
                                        <p:cTn id="41" dur="1" fill="hold">
                                          <p:stCondLst>
                                            <p:cond delay="200"/>
                                          </p:stCondLst>
                                        </p:cTn>
                                        <p:tgtEl>
                                          <p:spTgt spid="27"/>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200"/>
                                        <p:tgtEl>
                                          <p:spTgt spid="29"/>
                                        </p:tgtEl>
                                      </p:cBhvr>
                                    </p:animEffect>
                                    <p:animMotion origin="layout" pathEditMode="relative" path="M 0.16015625 -0.20452100 L 0.00000000 0.00000000 E">
                                      <p:cBhvr>
                                        <p:cTn id="20" dur="700" fill="hold"/>
                                        <p:tgtEl>
                                          <p:spTgt spid="29"/>
                                        </p:tgtEl>
                                        <p:attrNameLst>
                                          <p:attrName>ppt_x</p:attrName>
                                          <p:attrName>ppt_y</p:attrName>
                                        </p:attrNameLst>
                                      </p:cBhvr>
                                    </p:animMotion>
                                    <p:animScale zoomContents="1">
                                      <p:cBhvr>
                                        <p:cTn id="21" dur="700" fill="hold"/>
                                        <p:tgtEl>
                                          <p:spTgt spid="29"/>
                                        </p:tgtEl>
                                      </p:cBhvr>
                                      <p:from x="100000" y="100000"/>
                                      <p:to x="100000" y="100000"/>
                                    </p:animScale>
                                  </p:childTnLst>
                                </p:cTn>
                              </p:par>
                              <p:par>
                                <p:cTn id="22" presetID="10" presetClass="entr" presetSubtype="0" fill="hold"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200"/>
                                        <p:tgtEl>
                                          <p:spTgt spid="33"/>
                                        </p:tgtEl>
                                      </p:cBhvr>
                                    </p:animEffect>
                                    <p:animMotion origin="layout" pathEditMode="relative" path="M 0.16015625 -0.20452100 L 0.00000000 0.00000000 E">
                                      <p:cBhvr>
                                        <p:cTn id="25" dur="700" fill="hold"/>
                                        <p:tgtEl>
                                          <p:spTgt spid="33"/>
                                        </p:tgtEl>
                                        <p:attrNameLst>
                                          <p:attrName>ppt_x</p:attrName>
                                          <p:attrName>ppt_y</p:attrName>
                                        </p:attrNameLst>
                                      </p:cBhvr>
                                    </p:animMotion>
                                    <p:animScale zoomContents="1">
                                      <p:cBhvr>
                                        <p:cTn id="26" dur="700" fill="hold"/>
                                        <p:tgtEl>
                                          <p:spTgt spid="33"/>
                                        </p:tgtEl>
                                      </p:cBhvr>
                                      <p:from x="100000" y="100000"/>
                                      <p:to x="100000" y="100000"/>
                                    </p:animScale>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3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xit" presetSubtype="0" fill="hold" nodeType="withEffect">
                                  <p:stCondLst>
                                    <p:cond delay="0"/>
                                  </p:stCondLst>
                                  <p:childTnLst>
                                    <p:animEffect transition="out" filter="fade">
                                      <p:cBhvr>
                                        <p:cTn id="42" dur="1" fill="hold">
                                          <p:stCondLst>
                                            <p:cond delay="0"/>
                                          </p:stCondLst>
                                        </p:cTn>
                                        <p:tgtEl>
                                          <p:spTgt spid="29"/>
                                        </p:tgtEl>
                                      </p:cBhvr>
                                    </p:animEffect>
                                    <p:set>
                                      <p:cBhvr>
                                        <p:cTn id="43" dur="1" fill="hold">
                                          <p:stCondLst>
                                            <p:cond delay="0"/>
                                          </p:stCondLst>
                                        </p:cTn>
                                        <p:tgtEl>
                                          <p:spTgt spid="2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81CA6295-A5A2-4E80-9652-945366E5D57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983C0AA-8894-44C8-813E-E7AD51A3A78D}"/>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3427328-A994-40CE-80D7-F8E3DE1A1CDD}"/>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9F483C26-7C10-4E14-8CB4-D99E0C193F4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76FF5274-7046-4478-A317-52446149112C}"/>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A3CD71F1-50A0-4290-8C38-64EC4DF9F63D}"/>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96395FB4-B764-4729-A893-6BD45BF33E2F}"/>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189C4155-37FA-4BF7-983D-0192375E897D}"/>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1C19D742-8412-4745-B0E9-D31696102040}"/>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31394B3D-8491-4116-BFC7-BEC2B0D7A70C}"/>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C601DF97-ABED-4D53-B90C-7D8BBA03A50F}"/>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17F7460B-6715-4BF9-9B2C-C31E0F6AAC75}"/>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21A4E3AB-30E5-4D76-B1F6-D841EBFF2E76}"/>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BDD05174-279C-41AE-9B80-EB288D25CE81}"/>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885E33FB-8095-4D1F-96B6-2A89E4E8F853}"/>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323EAD9-E6FB-4E32-80A6-F3373A8216F8}"/>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2FBAB3F9-4101-42FA-8802-0901C0691A81}"/>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BB48D308-D74F-4727-BEE0-CB76D344868A}"/>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F7F46AC3-3A98-4CE6-885A-50590ABF693F}"/>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Higher-order terms in s(t)</a:t>
            </a:r>
          </a:p>
        </p:txBody>
      </p:sp>
      <p:sp>
        <p:nvSpPr>
          <p:cNvPr id="22" name="real-part-operation">
            <a:extLst xmlns:a="http://schemas.openxmlformats.org/drawingml/2006/main">
              <a:ext uri="{FF2B5EF4-FFF2-40B4-BE49-F238E27FC236}">
                <a16:creationId xmlns:a16="http://schemas.microsoft.com/office/drawing/2014/main" id="{DF9C42FF-42F1-4232-A637-19083F89FC55}"/>
              </a:ext>
            </a:extLst>
          </p:cNvPr>
          <p:cNvSpPr>
            <a:spLocks xmlns:a="http://schemas.openxmlformats.org/drawingml/2006/main" noGrp="1"/>
          </p:cNvSpPr>
          <p:nvPr/>
        </p:nvSpPr>
        <p:spPr>
          <a:xfrm xmlns:a="http://schemas.openxmlformats.org/drawingml/2006/main">
            <a:off x="609600" y="29813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i="0">
                <a:solidFill>
                  <a:srgbClr val="202020"/>
                </a:solidFill>
                <a:latin typeface="Times New Roman"/>
                <a:ea typeface="Times New Roman"/>
                <a:cs typeface="Times New Roman"/>
              </a:defRPr>
            </a:defPPr>
          </a:lstStyle>
          <a:p xmlns:a="http://schemas.openxmlformats.org/drawingml/2006/main">
            <a:pPr algn="l">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Take the real part</a:t>
            </a:r>
          </a:p>
        </p:txBody>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008149D-E3F8-4B14-AAED-81F05364ED6E}"/>
              </a:ext>
            </a:extLst>
          </p:cNvPr>
          <p:cNvPicPr>
            <a:picLocks xmlns:a="http://schemas.openxmlformats.org/drawingml/2006/main" noChangeAspect="1"/>
          </p:cNvPicPr>
          <p:nvPr/>
        </p:nvPicPr>
        <p:blipFill>
          <a:blip xmlns:r="http://schemas.openxmlformats.org/officeDocument/2006/relationships" xmlns:a="http://schemas.openxmlformats.org/drawingml/2006/main" r:embed="R17407bda4efb4e71">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25A3E6D-D222-4536-8F03-F61F7407C230}"/>
              </a:ext>
            </a:extLst>
          </p:cNvPr>
          <p:cNvPicPr>
            <a:picLocks xmlns:a="http://schemas.openxmlformats.org/drawingml/2006/main" noChangeAspect="1"/>
          </p:cNvPicPr>
          <p:nvPr/>
        </p:nvPicPr>
        <p:blipFill>
          <a:blip xmlns:r="http://schemas.openxmlformats.org/officeDocument/2006/relationships" xmlns:a="http://schemas.openxmlformats.org/drawingml/2006/main" r:embed="Rdf58d10ce0144b4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062F880D-837D-4133-8F79-53FA17C05DE9}"/>
              </a:ext>
            </a:extLst>
          </p:cNvPr>
          <p:cNvPicPr>
            <a:picLocks xmlns:a="http://schemas.openxmlformats.org/drawingml/2006/main" noChangeAspect="1"/>
          </p:cNvPicPr>
          <p:nvPr/>
        </p:nvPicPr>
        <p:blipFill>
          <a:blip xmlns:r="http://schemas.openxmlformats.org/officeDocument/2006/relationships" xmlns:a="http://schemas.openxmlformats.org/drawingml/2006/main" r:embed="R9ef3a4e641f94335">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signal-factor" descr="s(t)=A_c\operatorname{Re}\{e^{j2\pi f_ct}e^{jk_pm(t)}\}">
            <a:extLst xmlns:a="http://schemas.openxmlformats.org/drawingml/2006/main">
              <a:ext uri="{FF2B5EF4-FFF2-40B4-BE49-F238E27FC236}">
                <a16:creationId xmlns:a16="http://schemas.microsoft.com/office/drawing/2014/main" id="{C9FCEF2E-B45F-451A-BAD1-8D4D20C6FC1C}"/>
              </a:ext>
            </a:extLst>
          </p:cNvPr>
          <p:cNvPicPr>
            <a:picLocks xmlns:a="http://schemas.openxmlformats.org/drawingml/2006/main" noChangeAspect="1"/>
          </p:cNvPicPr>
          <p:nvPr/>
        </p:nvPicPr>
        <p:blipFill>
          <a:blip xmlns:r="http://schemas.openxmlformats.org/officeDocument/2006/relationships" xmlns:a="http://schemas.openxmlformats.org/drawingml/2006/main" r:embed="R6c3e2e91b7d24ef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596699"/>
            <a:ext cx="3280016" cy="268878"/>
          </a:xfrm>
          <a:prstGeom xmlns:a="http://schemas.openxmlformats.org/drawingml/2006/main" prst="rect">
            <a:avLst/>
          </a:prstGeom>
        </p:spPr>
      </p:pic>
      <p:pic>
        <p:nvPicPr>
          <p:cNvPr id="27" name="retained-factor-series" descr="e^{jk_pm(t)}=1+jk_pm(t)+\frac{(jk_p)^2}{2!}m^2(t)+\frac{(jk_p)^3}{3!}m^3(t)+\cdots">
            <a:extLst xmlns:a="http://schemas.openxmlformats.org/drawingml/2006/main">
              <a:ext uri="{FF2B5EF4-FFF2-40B4-BE49-F238E27FC236}">
                <a16:creationId xmlns:a16="http://schemas.microsoft.com/office/drawing/2014/main" id="{142A7EC1-CF01-412E-8D22-E09EBFD3B23B}"/>
              </a:ext>
            </a:extLst>
          </p:cNvPr>
          <p:cNvPicPr>
            <a:picLocks xmlns:a="http://schemas.openxmlformats.org/drawingml/2006/main" noChangeAspect="1"/>
          </p:cNvPicPr>
          <p:nvPr/>
        </p:nvPicPr>
        <p:blipFill>
          <a:blip xmlns:r="http://schemas.openxmlformats.org/officeDocument/2006/relationships" xmlns:a="http://schemas.openxmlformats.org/drawingml/2006/main" r:embed="R62731af0445a4b8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1181100" y="3993356"/>
            <a:ext cx="6477000" cy="357188"/>
          </a:xfrm>
          <a:prstGeom xmlns:a="http://schemas.openxmlformats.org/drawingml/2006/main" prst="rect">
            <a:avLst/>
          </a:prstGeom>
        </p:spPr>
      </p:pic>
      <p:pic>
        <p:nvPicPr>
          <p:cNvPr id="28" name="real-part-rule" descr="e^{j2\pi f_ct}=\cos(2\pi f_ct)+j\sin(2\pi f_ct),\qquad j^2=-1,\quad j^3=-j">
            <a:extLst xmlns:a="http://schemas.openxmlformats.org/drawingml/2006/main">
              <a:ext uri="{FF2B5EF4-FFF2-40B4-BE49-F238E27FC236}">
                <a16:creationId xmlns:a16="http://schemas.microsoft.com/office/drawing/2014/main" id="{4A66738D-F803-417B-B6FC-B4026B6E86D6}"/>
              </a:ext>
            </a:extLst>
          </p:cNvPr>
          <p:cNvPicPr>
            <a:picLocks xmlns:a="http://schemas.openxmlformats.org/drawingml/2006/main" noChangeAspect="1"/>
          </p:cNvPicPr>
          <p:nvPr/>
        </p:nvPicPr>
        <p:blipFill>
          <a:blip xmlns:r="http://schemas.openxmlformats.org/officeDocument/2006/relationships" xmlns:a="http://schemas.openxmlformats.org/drawingml/2006/main" r:embed="Rcd3900cfd582491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1181100" y="4613225"/>
            <a:ext cx="6643688" cy="260449"/>
          </a:xfrm>
          <a:prstGeom xmlns:a="http://schemas.openxmlformats.org/drawingml/2006/main" prst="rect">
            <a:avLst/>
          </a:prstGeom>
        </p:spPr>
      </p:pic>
      <p:pic>
        <p:nvPicPr>
          <p:cNvPr id="29" name="signal-series-substituted" descr="s(t)=A_c\operatorname{Re}\{e^{j2\pi f_ct}[1+jk_pm(t)+\frac{(jk_p)^2}{2!}m^2(t)+\frac{(jk_p)^3}{3!}m^3(t)+\cdots]\}">
            <a:extLst xmlns:a="http://schemas.openxmlformats.org/drawingml/2006/main">
              <a:ext uri="{FF2B5EF4-FFF2-40B4-BE49-F238E27FC236}">
                <a16:creationId xmlns:a16="http://schemas.microsoft.com/office/drawing/2014/main" id="{4C4B1AA1-057D-4A62-AC42-0C78089D5EF3}"/>
              </a:ext>
            </a:extLst>
          </p:cNvPr>
          <p:cNvPicPr>
            <a:picLocks xmlns:a="http://schemas.openxmlformats.org/drawingml/2006/main" noChangeAspect="1"/>
          </p:cNvPicPr>
          <p:nvPr/>
        </p:nvPicPr>
        <p:blipFill>
          <a:blip xmlns:r="http://schemas.openxmlformats.org/officeDocument/2006/relationships" xmlns:a="http://schemas.openxmlformats.org/drawingml/2006/main" r:embed="R2c2d3230b94545a4">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2538897"/>
            <a:ext cx="7867285" cy="356523"/>
          </a:xfrm>
          <a:prstGeom xmlns:a="http://schemas.openxmlformats.org/drawingml/2006/main" prst="rect">
            <a:avLst/>
          </a:prstGeom>
        </p:spPr>
      </p:pic>
      <p:pic>
        <p:nvPicPr>
          <p:cNvPr id="30" name="signal-series-real" descr="s(t)=A_c\operatorname{Re}\{e^{j2\pi f_ct}[1+jk_pm(t)-\frac{k_p^2}{2!}m^2(t)-j\frac{k_p^3}{3!}m^3(t)+\cdots]\}">
            <a:extLst xmlns:a="http://schemas.openxmlformats.org/drawingml/2006/main">
              <a:ext uri="{FF2B5EF4-FFF2-40B4-BE49-F238E27FC236}">
                <a16:creationId xmlns:a16="http://schemas.microsoft.com/office/drawing/2014/main" id="{5953A020-0FE5-409C-BE5E-7809999C0123}"/>
              </a:ext>
            </a:extLst>
          </p:cNvPr>
          <p:cNvPicPr>
            <a:picLocks xmlns:a="http://schemas.openxmlformats.org/drawingml/2006/main" noChangeAspect="1"/>
          </p:cNvPicPr>
          <p:nvPr/>
        </p:nvPicPr>
        <p:blipFill>
          <a:blip xmlns:r="http://schemas.openxmlformats.org/officeDocument/2006/relationships" xmlns:a="http://schemas.openxmlformats.org/drawingml/2006/main" r:embed="R27a5bbea25964af7">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514600"/>
            <a:ext cx="7296848" cy="380292"/>
          </a:xfrm>
          <a:prstGeom xmlns:a="http://schemas.openxmlformats.org/drawingml/2006/main" prst="rect">
            <a:avLst/>
          </a:prstGeom>
        </p:spPr>
      </p:pic>
      <p:pic>
        <p:nvPicPr>
          <p:cNvPr id="31" name="real-even-odd" descr="{\color[HTML]{FFFFFF}s(t)}={\color[HTML]{202020}A_c\cos(2\pi f_ct)[}{\color[HTML]{202020}1}{\color[HTML]{202020}-\frac{k_p^2}{2!}m^2(t)}{\color[HTML]{202020}+\cdots]}{\color[HTML]{202020}+A_c\sin(2\pi f_ct)[}{\color[HTML]{202020}-k_pm(t)}{\color[HTML]{202020}+\frac{k_p^3}{3!}m^3(t)}{\color[HTML]{202020}+\cdots]}">
            <a:extLst xmlns:a="http://schemas.openxmlformats.org/drawingml/2006/main">
              <a:ext uri="{FF2B5EF4-FFF2-40B4-BE49-F238E27FC236}">
                <a16:creationId xmlns:a16="http://schemas.microsoft.com/office/drawing/2014/main" id="{C48F1210-3BE3-4D2F-8DB5-76B382B0B4DF}"/>
              </a:ext>
            </a:extLst>
          </p:cNvPr>
          <p:cNvPicPr>
            <a:picLocks xmlns:a="http://schemas.openxmlformats.org/drawingml/2006/main" noChangeAspect="1"/>
          </p:cNvPicPr>
          <p:nvPr/>
        </p:nvPicPr>
        <p:blipFill>
          <a:blip xmlns:r="http://schemas.openxmlformats.org/officeDocument/2006/relationships" xmlns:a="http://schemas.openxmlformats.org/drawingml/2006/main" r:embed="Reeaa12defb874c72">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3390900"/>
            <a:ext cx="9048750" cy="381000"/>
          </a:xfrm>
          <a:prstGeom xmlns:a="http://schemas.openxmlformats.org/drawingml/2006/main" prst="rect">
            <a:avLst/>
          </a:prstGeom>
        </p:spPr>
      </p:pic>
      <p:pic>
        <p:nvPicPr>
          <p:cNvPr id="32" name="signal-grouped" descr="s(t)={\color[HTML]{202020}A_c\cos(2\pi f_ct)[}{\color[HTML]{202020}1}{\color[HTML]{202020}-\frac{k_p^2}{2!}m^2(t)}{\color[HTML]{202020}+\cdots]}{\color[HTML]{202020}+A_c\sin(2\pi f_ct)[}{\color[HTML]{202020}-k_pm(t)}{\color[HTML]{202020}+\frac{k_p^3}{3!}m^3(t)}{\color[HTML]{202020}+\cdots]}">
            <a:extLst xmlns:a="http://schemas.openxmlformats.org/drawingml/2006/main">
              <a:ext uri="{FF2B5EF4-FFF2-40B4-BE49-F238E27FC236}">
                <a16:creationId xmlns:a16="http://schemas.microsoft.com/office/drawing/2014/main" id="{9EA97568-3903-4AC9-80EF-A030D67A6825}"/>
              </a:ext>
            </a:extLst>
          </p:cNvPr>
          <p:cNvPicPr>
            <a:picLocks xmlns:a="http://schemas.openxmlformats.org/drawingml/2006/main" noChangeAspect="1"/>
          </p:cNvPicPr>
          <p:nvPr/>
        </p:nvPicPr>
        <p:blipFill>
          <a:blip xmlns:r="http://schemas.openxmlformats.org/officeDocument/2006/relationships" xmlns:a="http://schemas.openxmlformats.org/drawingml/2006/main" r:embed="R853c0bcf53014b79">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2515308"/>
            <a:ext cx="9031929" cy="380292"/>
          </a:xfrm>
          <a:prstGeom xmlns:a="http://schemas.openxmlformats.org/drawingml/2006/main" prst="rect">
            <a:avLst/>
          </a:prstGeom>
        </p:spPr>
      </p:pic>
      <p:pic>
        <p:nvPicPr>
          <p:cNvPr id="33" name="signal-main" descr="s(t)={\color[HTML]{202020}A_c\cos(2\pi f_ct)[}{\color[HTML]{A6A6A6}1}{\color[HTML]{202020}-\frac{k_p^2}{2!}m^2(t)}{\color[HTML]{A6A6A6}+\cdots]}{\color[HTML]{A6A6A6}+A_c\sin(2\pi f_ct)[}{\color[HTML]{A6A6A6}-k_pm(t)}{\color[HTML]{A6A6A6}+\frac{k_p^3}{3!}m^3(t)}{\color[HTML]{A6A6A6}+\cdots]}">
            <a:extLst xmlns:a="http://schemas.openxmlformats.org/drawingml/2006/main">
              <a:ext uri="{FF2B5EF4-FFF2-40B4-BE49-F238E27FC236}">
                <a16:creationId xmlns:a16="http://schemas.microsoft.com/office/drawing/2014/main" id="{936F238C-3A09-4A02-A1E4-6A97B4A01929}"/>
              </a:ext>
            </a:extLst>
          </p:cNvPr>
          <p:cNvPicPr>
            <a:picLocks xmlns:a="http://schemas.openxmlformats.org/drawingml/2006/main" noChangeAspect="1"/>
          </p:cNvPicPr>
          <p:nvPr/>
        </p:nvPicPr>
        <p:blipFill>
          <a:blip xmlns:r="http://schemas.openxmlformats.org/officeDocument/2006/relationships" xmlns:a="http://schemas.openxmlformats.org/drawingml/2006/main" r:embed="R5de06170754349ba">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2515308"/>
            <a:ext cx="9031929" cy="380292"/>
          </a:xfrm>
          <a:prstGeom xmlns:a="http://schemas.openxmlformats.org/drawingml/2006/main" prst="rect">
            <a:avLst/>
          </a:prstGeom>
        </p:spPr>
      </p:pic>
      <p:pic>
        <p:nvPicPr>
          <p:cNvPr id="34" name="fixed-signal-factor" descr="s(t)=A_c\operatorname{Re}\{e^{j2\pi f_ct}e^{jk_pm(t)}\}">
            <a:extLst xmlns:a="http://schemas.openxmlformats.org/drawingml/2006/main">
              <a:ext uri="{FF2B5EF4-FFF2-40B4-BE49-F238E27FC236}">
                <a16:creationId xmlns:a16="http://schemas.microsoft.com/office/drawing/2014/main" id="{27EAE01A-12DA-4807-992F-911E8CEFD941}"/>
              </a:ext>
            </a:extLst>
          </p:cNvPr>
          <p:cNvPicPr>
            <a:picLocks xmlns:a="http://schemas.openxmlformats.org/drawingml/2006/main" noChangeAspect="1"/>
          </p:cNvPicPr>
          <p:nvPr/>
        </p:nvPicPr>
        <p:blipFill>
          <a:blip xmlns:r="http://schemas.openxmlformats.org/officeDocument/2006/relationships" xmlns:a="http://schemas.openxmlformats.org/drawingml/2006/main" r:embed="Ra523673144f2485d">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2596699"/>
            <a:ext cx="3280016" cy="268878"/>
          </a:xfrm>
          <a:prstGeom xmlns:a="http://schemas.openxmlformats.org/drawingml/2006/main" prst="rect">
            <a:avLst/>
          </a:prstGeom>
        </p:spPr>
      </p:pic>
      <p:pic>
        <p:nvPicPr>
          <p:cNvPr id="35" name="signal-series-substituted-stable" descr="s(t)=A_c\operatorname{Re}\{e^{j2\pi f_ct}[1+jk_pm(t)+\frac{(jk_p)^2}{2!}m^2(t)+\frac{(jk_p)^3}{3!}m^3(t)+\cdots]\}">
            <a:extLst xmlns:a="http://schemas.openxmlformats.org/drawingml/2006/main">
              <a:ext uri="{FF2B5EF4-FFF2-40B4-BE49-F238E27FC236}">
                <a16:creationId xmlns:a16="http://schemas.microsoft.com/office/drawing/2014/main" id="{EBE13D37-7061-4C00-B74F-E9AFCB0FB665}"/>
              </a:ext>
            </a:extLst>
          </p:cNvPr>
          <p:cNvPicPr>
            <a:picLocks xmlns:a="http://schemas.openxmlformats.org/drawingml/2006/main" noChangeAspect="1"/>
          </p:cNvPicPr>
          <p:nvPr/>
        </p:nvPicPr>
        <p:blipFill>
          <a:blip xmlns:r="http://schemas.openxmlformats.org/officeDocument/2006/relationships" xmlns:a="http://schemas.openxmlformats.org/drawingml/2006/main" r:embed="R120a8ab2a4984837">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09600" y="2538897"/>
            <a:ext cx="7867285" cy="356523"/>
          </a:xfrm>
          <a:prstGeom xmlns:a="http://schemas.openxmlformats.org/drawingml/2006/main" prst="rect">
            <a:avLst/>
          </a:prstGeom>
        </p:spPr>
      </p:pic>
      <p:pic>
        <p:nvPicPr>
          <p:cNvPr id="36" name="signal-series-substituted-moving0" descr="s(t)=A_c\operatorname{Re}\{e^{j2\pi f_ct}[1+jk_pm(t)+\frac{(jk_p)^2}{2!}m^2(t)+\frac{(jk_p)^3}{3!}m^3(t)+\cdots]\}">
            <a:extLst xmlns:a="http://schemas.openxmlformats.org/drawingml/2006/main">
              <a:ext uri="{FF2B5EF4-FFF2-40B4-BE49-F238E27FC236}">
                <a16:creationId xmlns:a16="http://schemas.microsoft.com/office/drawing/2014/main" id="{A7FCFB44-D054-4DC9-A012-DE99F158C8A5}"/>
              </a:ext>
            </a:extLst>
          </p:cNvPr>
          <p:cNvPicPr>
            <a:picLocks xmlns:a="http://schemas.openxmlformats.org/drawingml/2006/main" noChangeAspect="1"/>
          </p:cNvPicPr>
          <p:nvPr/>
        </p:nvPicPr>
        <p:blipFill>
          <a:blip xmlns:r="http://schemas.openxmlformats.org/officeDocument/2006/relationships" xmlns:a="http://schemas.openxmlformats.org/drawingml/2006/main" r:embed="R42e46209de8f47f7">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09600" y="2538897"/>
            <a:ext cx="7867285" cy="356523"/>
          </a:xfrm>
          <a:prstGeom xmlns:a="http://schemas.openxmlformats.org/drawingml/2006/main" prst="rect">
            <a:avLst/>
          </a:prstGeom>
        </p:spPr>
      </p:pic>
      <p:pic>
        <p:nvPicPr>
          <p:cNvPr id="37" name="signal-series-real-stable" descr="s(t)=A_c\operatorname{Re}\{e^{j2\pi f_ct}[1+jk_pm(t)-\frac{k_p^2}{2!}m^2(t)-j\frac{k_p^3}{3!}m^3(t)+\cdots]\}">
            <a:extLst xmlns:a="http://schemas.openxmlformats.org/drawingml/2006/main">
              <a:ext uri="{FF2B5EF4-FFF2-40B4-BE49-F238E27FC236}">
                <a16:creationId xmlns:a16="http://schemas.microsoft.com/office/drawing/2014/main" id="{85D18684-4589-4DAD-ACE9-1E14B84E2879}"/>
              </a:ext>
            </a:extLst>
          </p:cNvPr>
          <p:cNvPicPr>
            <a:picLocks xmlns:a="http://schemas.openxmlformats.org/drawingml/2006/main" noChangeAspect="1"/>
          </p:cNvPicPr>
          <p:nvPr/>
        </p:nvPicPr>
        <p:blipFill>
          <a:blip xmlns:r="http://schemas.openxmlformats.org/officeDocument/2006/relationships" xmlns:a="http://schemas.openxmlformats.org/drawingml/2006/main" r:embed="R62aa755e1f2240a2">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609600" y="2514600"/>
            <a:ext cx="7296848" cy="380292"/>
          </a:xfrm>
          <a:prstGeom xmlns:a="http://schemas.openxmlformats.org/drawingml/2006/main" prst="rect">
            <a:avLst/>
          </a:prstGeom>
        </p:spPr>
      </p:pic>
      <p:pic>
        <p:nvPicPr>
          <p:cNvPr id="38" name="signal-main-stable" descr="s(t)={\color[HTML]{202020}A_c\cos(2\pi f_ct)[}{\color[HTML]{A6A6A6}1}{\color[HTML]{202020}-\frac{k_p^2}{2!}m^2(t)}{\color[HTML]{A6A6A6}+\cdots]}{\color[HTML]{A6A6A6}+A_c\sin(2\pi f_ct)[}{\color[HTML]{A6A6A6}-k_pm(t)}{\color[HTML]{A6A6A6}+\frac{k_p^3}{3!}m^3(t)}{\color[HTML]{A6A6A6}+\cdots]}">
            <a:extLst xmlns:a="http://schemas.openxmlformats.org/drawingml/2006/main">
              <a:ext uri="{FF2B5EF4-FFF2-40B4-BE49-F238E27FC236}">
                <a16:creationId xmlns:a16="http://schemas.microsoft.com/office/drawing/2014/main" id="{F981635B-4687-43C6-9909-F5E56DBC4E7E}"/>
              </a:ext>
            </a:extLst>
          </p:cNvPr>
          <p:cNvPicPr>
            <a:picLocks xmlns:a="http://schemas.openxmlformats.org/drawingml/2006/main" noChangeAspect="1"/>
          </p:cNvPicPr>
          <p:nvPr/>
        </p:nvPicPr>
        <p:blipFill>
          <a:blip xmlns:r="http://schemas.openxmlformats.org/officeDocument/2006/relationships" xmlns:a="http://schemas.openxmlformats.org/drawingml/2006/main" r:embed="Rf38ef9e0348f4c54">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609600" y="2515308"/>
            <a:ext cx="9031929" cy="380292"/>
          </a:xfrm>
          <a:prstGeom xmlns:a="http://schemas.openxmlformats.org/drawingml/2006/main" prst="rect">
            <a:avLst/>
          </a:prstGeom>
        </p:spPr>
      </p:pic>
    </p:spTree>
    <p:extLst>
      <p:ext uri="{BB962C8B-B14F-4D97-AF65-F5344CB8AC3E}">
        <p14:creationId xmlns:p14="http://schemas.microsoft.com/office/powerpoint/2010/main" val="54344232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73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par>
                                <p:cTn id="13" presetID="10" presetClass="exit" presetSubtype="0" fill="hold" nodeType="withEffect">
                                  <p:stCondLst>
                                    <p:cond delay="0"/>
                                  </p:stCondLst>
                                  <p:childTnLst>
                                    <p:animEffect transition="out" filter="fade">
                                      <p:cBhvr>
                                        <p:cTn id="59" dur="1" fill="hold">
                                          <p:stCondLst>
                                            <p:cond delay="0"/>
                                          </p:stCondLst>
                                        </p:cTn>
                                        <p:tgtEl>
                                          <p:spTgt spid="26"/>
                                        </p:tgtEl>
                                      </p:cBhvr>
                                    </p:animEffect>
                                    <p:set>
                                      <p:cBhvr>
                                        <p:cTn id="60" dur="1" fill="hold">
                                          <p:stCondLst>
                                            <p:cond delay="0"/>
                                          </p:stCondLst>
                                        </p:cTn>
                                        <p:tgtEl>
                                          <p:spTgt spid="26"/>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childTnLst>
                                </p:cTn>
                              </p:par>
                              <p:par>
                                <p:cTn id="17" presetID="10"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Motion origin="layout" pathEditMode="relative" path="M -0.14480032 0.00497819 L 0.00000000 0.00000000 E">
                                      <p:cBhvr>
                                        <p:cTn id="20" dur="700" fill="hold"/>
                                        <p:tgtEl>
                                          <p:spTgt spid="36"/>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3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400"/>
                                        <p:tgtEl>
                                          <p:spTgt spid="30"/>
                                        </p:tgtEl>
                                      </p:cBhvr>
                                    </p:animEffect>
                                  </p:childTnLst>
                                </p:cTn>
                              </p:par>
                              <p:par>
                                <p:cTn id="26" presetID="10" presetClass="exit" presetSubtype="0" fill="hold" nodeType="withEffect">
                                  <p:stCondLst>
                                    <p:cond delay="0"/>
                                  </p:stCondLst>
                                  <p:childTnLst>
                                    <p:animEffect transition="out" filter="fade">
                                      <p:cBhvr>
                                        <p:cTn id="61" dur="1" fill="hold">
                                          <p:stCondLst>
                                            <p:cond delay="0"/>
                                          </p:stCondLst>
                                        </p:cTn>
                                        <p:tgtEl>
                                          <p:spTgt spid="29"/>
                                        </p:tgtEl>
                                      </p:cBhvr>
                                    </p:animEffect>
                                    <p:set>
                                      <p:cBhvr>
                                        <p:cTn id="62" dur="1" fill="hold">
                                          <p:stCondLst>
                                            <p:cond delay="0"/>
                                          </p:stCondLst>
                                        </p:cTn>
                                        <p:tgtEl>
                                          <p:spTgt spid="29"/>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71" dur="1" fill="hold">
                                          <p:stCondLst>
                                            <p:cond delay="0"/>
                                          </p:stCondLst>
                                        </p:cTn>
                                        <p:tgtEl>
                                          <p:spTgt spid="35"/>
                                        </p:tgtEl>
                                      </p:cBhvr>
                                    </p:animEffect>
                                    <p:set>
                                      <p:cBhvr>
                                        <p:cTn id="72" dur="1" fill="hold">
                                          <p:stCondLst>
                                            <p:cond delay="0"/>
                                          </p:stCondLst>
                                        </p:cTn>
                                        <p:tgtEl>
                                          <p:spTgt spid="35"/>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73" dur="1" fill="hold">
                                          <p:stCondLst>
                                            <p:cond delay="0"/>
                                          </p:stCondLst>
                                        </p:cTn>
                                        <p:tgtEl>
                                          <p:spTgt spid="36"/>
                                        </p:tgtEl>
                                      </p:cBhvr>
                                    </p:animEffect>
                                    <p:set>
                                      <p:cBhvr>
                                        <p:cTn id="74" dur="1" fill="hold">
                                          <p:stCondLst>
                                            <p:cond delay="0"/>
                                          </p:stCondLst>
                                        </p:cTn>
                                        <p:tgtEl>
                                          <p:spTgt spid="36"/>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4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Motion origin="layout" pathEditMode="relative" path="M 0.00068984 0.12772616 L 0.00000000 0.00000000 E">
                                      <p:cBhvr>
                                        <p:cTn id="45" dur="700" fill="hold"/>
                                        <p:tgtEl>
                                          <p:spTgt spid="32"/>
                                        </p:tgtEl>
                                        <p:attrNameLst>
                                          <p:attrName>ppt_x</p:attrName>
                                          <p:attrName>ppt_y</p:attrName>
                                        </p:attrNameLst>
                                      </p:cBhvr>
                                    </p:animMotion>
                                    <p:animScale zoomContents="1">
                                      <p:cBhvr>
                                        <p:cTn id="46" dur="700" fill="hold"/>
                                        <p:tgtEl>
                                          <p:spTgt spid="32"/>
                                        </p:tgtEl>
                                      </p:cBhvr>
                                      <p:from x="100000" y="100000"/>
                                      <p:to x="100000" y="100000"/>
                                    </p:animScale>
                                  </p:childTnLst>
                                </p:cTn>
                              </p:par>
                              <p:par>
                                <p:cTn id="47" presetID="10" presetClass="exit" presetSubtype="0" fill="hold" nodeType="withEffect">
                                  <p:stCondLst>
                                    <p:cond delay="0"/>
                                  </p:stCondLst>
                                  <p:childTnLst>
                                    <p:animEffect transition="out" filter="fade">
                                      <p:cBhvr>
                                        <p:cTn id="63" dur="1" fill="hold">
                                          <p:stCondLst>
                                            <p:cond delay="0"/>
                                          </p:stCondLst>
                                        </p:cTn>
                                        <p:tgtEl>
                                          <p:spTgt spid="30"/>
                                        </p:tgtEl>
                                      </p:cBhvr>
                                    </p:animEffect>
                                    <p:set>
                                      <p:cBhvr>
                                        <p:cTn id="64" dur="1" fill="hold">
                                          <p:stCondLst>
                                            <p:cond delay="0"/>
                                          </p:stCondLst>
                                        </p:cTn>
                                        <p:tgtEl>
                                          <p:spTgt spid="30"/>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65" dur="1" fill="hold">
                                          <p:stCondLst>
                                            <p:cond delay="0"/>
                                          </p:stCondLst>
                                        </p:cTn>
                                        <p:tgtEl>
                                          <p:spTgt spid="31"/>
                                        </p:tgtEl>
                                      </p:cBhvr>
                                    </p:animEffect>
                                    <p:set>
                                      <p:cBhvr>
                                        <p:cTn id="66" dur="1" fill="hold">
                                          <p:stCondLst>
                                            <p:cond delay="0"/>
                                          </p:stCondLst>
                                        </p:cTn>
                                        <p:tgtEl>
                                          <p:spTgt spid="31"/>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67" dur="200" fill="hold">
                                          <p:stCondLst>
                                            <p:cond delay="0"/>
                                          </p:stCondLst>
                                        </p:cTn>
                                        <p:tgtEl>
                                          <p:spTgt spid="22"/>
                                        </p:tgtEl>
                                      </p:cBhvr>
                                    </p:animEffect>
                                    <p:set>
                                      <p:cBhvr>
                                        <p:cTn id="68" dur="1" fill="hold">
                                          <p:stCondLst>
                                            <p:cond delay="200"/>
                                          </p:stCondLst>
                                        </p:cTn>
                                        <p:tgtEl>
                                          <p:spTgt spid="22"/>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75" dur="1" fill="hold">
                                          <p:stCondLst>
                                            <p:cond delay="0"/>
                                          </p:stCondLst>
                                        </p:cTn>
                                        <p:tgtEl>
                                          <p:spTgt spid="37"/>
                                        </p:tgtEl>
                                      </p:cBhvr>
                                    </p:animEffect>
                                    <p:set>
                                      <p:cBhvr>
                                        <p:cTn id="76" dur="1" fill="hold">
                                          <p:stCondLst>
                                            <p:cond delay="0"/>
                                          </p:stCondLst>
                                        </p:cTn>
                                        <p:tgtEl>
                                          <p:spTgt spid="3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6" presetID="10" presetClass="exit" presetSubtype="0" fill="hold" nodeType="withEffect">
                                  <p:stCondLst>
                                    <p:cond delay="0"/>
                                  </p:stCondLst>
                                  <p:childTnLst>
                                    <p:animEffect transition="out" filter="fade">
                                      <p:cBhvr>
                                        <p:cTn id="69" dur="1" fill="hold">
                                          <p:stCondLst>
                                            <p:cond delay="0"/>
                                          </p:stCondLst>
                                        </p:cTn>
                                        <p:tgtEl>
                                          <p:spTgt spid="32"/>
                                        </p:tgtEl>
                                      </p:cBhvr>
                                    </p:animEffect>
                                    <p:set>
                                      <p:cBhvr>
                                        <p:cTn id="70" dur="1" fill="hold">
                                          <p:stCondLst>
                                            <p:cond delay="0"/>
                                          </p:stCondLst>
                                        </p:cTn>
                                        <p:tgtEl>
                                          <p:spTgt spid="32"/>
                                        </p:tgtEl>
                                        <p:attrNameLst>
                                          <p:attrName>style.visibility</p:attrName>
                                        </p:attrNameLst>
                                      </p:cBhvr>
                                      <p:to>
                                        <p:strVal val="hidden"/>
                                      </p:to>
                                    </p:set>
                                  </p:childTnLst>
                                </p:cTn>
                              </p:par>
                              <p:par>
                                <p:cTn id="57" presetID="10" presetClass="entr" presetSubtype="0" fill="hold"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79E24313-7F59-4E8F-A366-C9FF7343A4C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E0823D6D-41EF-4B7D-BECD-6647FC236C2C}"/>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7154D8F9-2AD6-485F-82CD-9A69DBD1640D}"/>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A0C0856-78EC-43EC-9192-7128BFD7737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4E926606-6500-410A-8245-C8459A9DE4ED}"/>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D95EEAC3-703C-4A95-88C1-33130F7DEF2C}"/>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B3606247-41C2-4E21-9124-B2FE1E5B7E8C}"/>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F78CD466-DBA0-41A0-9177-1391759BB6C7}"/>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424160D3-A9F6-43FE-BB7A-A7F97637644C}"/>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D148AADF-544A-4C1E-B34F-1261F915FF7C}"/>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3622E860-F73D-4E05-A1BC-6E5FAED3557C}"/>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91D58143-9138-47C2-A356-F4CA457E6E99}"/>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2DF51FC0-908F-497C-A446-2564808BDDD8}"/>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1C7DF1C0-A442-4B32-89A6-F2B5956DAC23}"/>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6AA39A4B-19E6-4DF3-8A51-63253E48C0CC}"/>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B4A4876A-1C8D-4448-908B-2825D4D940F7}"/>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EE75C586-E316-440A-A473-ABA9AE8929E6}"/>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925F59AC-26B4-42E0-A7C2-A4C8366869EB}"/>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4432973A-CD50-4CD6-84CB-274E5210C594}"/>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Higher powers create farther sidebands</a:t>
            </a:r>
          </a:p>
        </p:txBody>
      </p:sp>
      <p:sp>
        <p:nvSpPr>
          <p:cNvPr id="22" name="location-heading">
            <a:extLst xmlns:a="http://schemas.openxmlformats.org/drawingml/2006/main">
              <a:ext uri="{FF2B5EF4-FFF2-40B4-BE49-F238E27FC236}">
                <a16:creationId xmlns:a16="http://schemas.microsoft.com/office/drawing/2014/main" id="{3A984CC4-5F3A-401F-A23F-1DADD3A6B9D6}"/>
              </a:ext>
            </a:extLst>
          </p:cNvPr>
          <p:cNvSpPr>
            <a:spLocks xmlns:a="http://schemas.openxmlformats.org/drawingml/2006/main" noGrp="1"/>
          </p:cNvSpPr>
          <p:nvPr/>
        </p:nvSpPr>
        <p:spPr>
          <a:xfrm xmlns:a="http://schemas.openxmlformats.org/drawingml/2006/main">
            <a:off x="6981825" y="3076575"/>
            <a:ext cx="4533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Frequencies in carrier products</a:t>
            </a:r>
          </a:p>
        </p:txBody>
      </p:sp>
      <p:sp>
        <p:nvSpPr>
          <p:cNvPr id="23" name="power-axis-2-axis-shaft">
            <a:extLst xmlns:a="http://schemas.openxmlformats.org/drawingml/2006/main">
              <a:ext uri="{FF2B5EF4-FFF2-40B4-BE49-F238E27FC236}">
                <a16:creationId xmlns:a16="http://schemas.microsoft.com/office/drawing/2014/main" id="{1AD06F97-1A58-41D6-A663-9A1EFF5E64B2}"/>
              </a:ext>
            </a:extLst>
          </p:cNvPr>
          <p:cNvSpPr>
            <a:spLocks xmlns:a="http://schemas.openxmlformats.org/drawingml/2006/main" noGrp="1"/>
          </p:cNvSpPr>
          <p:nvPr/>
        </p:nvSpPr>
        <p:spPr>
          <a:xfrm xmlns:a="http://schemas.openxmlformats.org/drawingml/2006/main">
            <a:off x="857250" y="4248150"/>
            <a:ext cx="28670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power-axis-2-axis-head">
            <a:extLst xmlns:a="http://schemas.openxmlformats.org/drawingml/2006/main">
              <a:ext uri="{FF2B5EF4-FFF2-40B4-BE49-F238E27FC236}">
                <a16:creationId xmlns:a16="http://schemas.microsoft.com/office/drawing/2014/main" id="{B0FC00B0-B7CE-4B72-B53F-E8BF8D40C153}"/>
              </a:ext>
            </a:extLst>
          </p:cNvPr>
          <p:cNvSpPr>
            <a:spLocks xmlns:a="http://schemas.openxmlformats.org/drawingml/2006/main" noGrp="1"/>
          </p:cNvSpPr>
          <p:nvPr/>
        </p:nvSpPr>
        <p:spPr>
          <a:xfrm xmlns:a="http://schemas.openxmlformats.org/drawingml/2006/main" rot="5400000">
            <a:off x="3705225" y="42052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5" name="power-axis-2-tick-0">
            <a:extLst xmlns:a="http://schemas.openxmlformats.org/drawingml/2006/main">
              <a:ext uri="{FF2B5EF4-FFF2-40B4-BE49-F238E27FC236}">
                <a16:creationId xmlns:a16="http://schemas.microsoft.com/office/drawing/2014/main" id="{099CE855-900E-47FE-AAAB-6292DD0782A2}"/>
              </a:ext>
            </a:extLst>
          </p:cNvPr>
          <p:cNvSpPr>
            <a:spLocks xmlns:a="http://schemas.openxmlformats.org/drawingml/2006/main" noGrp="1"/>
          </p:cNvSpPr>
          <p:nvPr/>
        </p:nvSpPr>
        <p:spPr>
          <a:xfrm xmlns:a="http://schemas.openxmlformats.org/drawingml/2006/main">
            <a:off x="2333625" y="42481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power-axis-2-tick-1">
            <a:extLst xmlns:a="http://schemas.openxmlformats.org/drawingml/2006/main">
              <a:ext uri="{FF2B5EF4-FFF2-40B4-BE49-F238E27FC236}">
                <a16:creationId xmlns:a16="http://schemas.microsoft.com/office/drawing/2014/main" id="{D2928C36-38C4-4AAF-8A18-B0893BAF0D0F}"/>
              </a:ext>
            </a:extLst>
          </p:cNvPr>
          <p:cNvSpPr>
            <a:spLocks xmlns:a="http://schemas.openxmlformats.org/drawingml/2006/main" noGrp="1"/>
          </p:cNvSpPr>
          <p:nvPr/>
        </p:nvSpPr>
        <p:spPr>
          <a:xfrm xmlns:a="http://schemas.openxmlformats.org/drawingml/2006/main">
            <a:off x="1535584" y="42481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power-axis-2-tick-2">
            <a:extLst xmlns:a="http://schemas.openxmlformats.org/drawingml/2006/main">
              <a:ext uri="{FF2B5EF4-FFF2-40B4-BE49-F238E27FC236}">
                <a16:creationId xmlns:a16="http://schemas.microsoft.com/office/drawing/2014/main" id="{FCDA80CE-806F-4CDE-975A-BECA6308CE28}"/>
              </a:ext>
            </a:extLst>
          </p:cNvPr>
          <p:cNvSpPr>
            <a:spLocks xmlns:a="http://schemas.openxmlformats.org/drawingml/2006/main" noGrp="1"/>
          </p:cNvSpPr>
          <p:nvPr/>
        </p:nvSpPr>
        <p:spPr>
          <a:xfrm xmlns:a="http://schemas.openxmlformats.org/drawingml/2006/main">
            <a:off x="3131666" y="42481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power-line-2--2">
            <a:extLst xmlns:a="http://schemas.openxmlformats.org/drawingml/2006/main">
              <a:ext uri="{FF2B5EF4-FFF2-40B4-BE49-F238E27FC236}">
                <a16:creationId xmlns:a16="http://schemas.microsoft.com/office/drawing/2014/main" id="{8AD677EB-86EB-408E-BE0B-2FAD8F06E89F}"/>
              </a:ext>
            </a:extLst>
          </p:cNvPr>
          <p:cNvSpPr>
            <a:spLocks xmlns:a="http://schemas.openxmlformats.org/drawingml/2006/main" noGrp="1"/>
          </p:cNvSpPr>
          <p:nvPr/>
        </p:nvSpPr>
        <p:spPr>
          <a:xfrm xmlns:a="http://schemas.openxmlformats.org/drawingml/2006/main">
            <a:off x="1535584" y="4033838"/>
            <a:ext cx="95" cy="214313"/>
          </a:xfrm>
          <a:custGeom xmlns:a="http://schemas.openxmlformats.org/drawingml/2006/main">
            <a:pathLst>
              <a:path w="95" h="214313">
                <a:moveTo>
                  <a:pt x="0" y="214313"/>
                </a:moveTo>
                <a:lnTo>
                  <a:pt x="0" y="0"/>
                </a:lnTo>
              </a:path>
            </a:pathLst>
          </a:custGeom>
          <a:noFill xmlns:a="http://schemas.openxmlformats.org/drawingml/2006/main"/>
          <a:ln xmlns:a="http://schemas.openxmlformats.org/drawingml/2006/main" w="19050">
            <a:solidFill>
              <a:srgbClr val="202020"/>
            </a:solidFill>
          </a:ln>
        </p:spPr>
      </p:sp>
      <p:sp>
        <p:nvSpPr>
          <p:cNvPr id="29" name="power-line-2-0">
            <a:extLst xmlns:a="http://schemas.openxmlformats.org/drawingml/2006/main">
              <a:ext uri="{FF2B5EF4-FFF2-40B4-BE49-F238E27FC236}">
                <a16:creationId xmlns:a16="http://schemas.microsoft.com/office/drawing/2014/main" id="{2C7741CB-0213-4C81-92D7-73B8C4873013}"/>
              </a:ext>
            </a:extLst>
          </p:cNvPr>
          <p:cNvSpPr>
            <a:spLocks xmlns:a="http://schemas.openxmlformats.org/drawingml/2006/main" noGrp="1"/>
          </p:cNvSpPr>
          <p:nvPr/>
        </p:nvSpPr>
        <p:spPr>
          <a:xfrm xmlns:a="http://schemas.openxmlformats.org/drawingml/2006/main">
            <a:off x="2333625" y="3819525"/>
            <a:ext cx="95" cy="428625"/>
          </a:xfrm>
          <a:custGeom xmlns:a="http://schemas.openxmlformats.org/drawingml/2006/main">
            <a:pathLst>
              <a:path w="95" h="428625">
                <a:moveTo>
                  <a:pt x="0" y="428625"/>
                </a:moveTo>
                <a:lnTo>
                  <a:pt x="0" y="0"/>
                </a:lnTo>
              </a:path>
            </a:pathLst>
          </a:custGeom>
          <a:noFill xmlns:a="http://schemas.openxmlformats.org/drawingml/2006/main"/>
          <a:ln xmlns:a="http://schemas.openxmlformats.org/drawingml/2006/main" w="19050">
            <a:solidFill>
              <a:srgbClr val="202020"/>
            </a:solidFill>
          </a:ln>
        </p:spPr>
      </p:sp>
      <p:sp>
        <p:nvSpPr>
          <p:cNvPr id="30" name="power-line-2-2">
            <a:extLst xmlns:a="http://schemas.openxmlformats.org/drawingml/2006/main">
              <a:ext uri="{FF2B5EF4-FFF2-40B4-BE49-F238E27FC236}">
                <a16:creationId xmlns:a16="http://schemas.microsoft.com/office/drawing/2014/main" id="{AD0B58C7-09A8-4ED9-AF51-543F865FC60F}"/>
              </a:ext>
            </a:extLst>
          </p:cNvPr>
          <p:cNvSpPr>
            <a:spLocks xmlns:a="http://schemas.openxmlformats.org/drawingml/2006/main" noGrp="1"/>
          </p:cNvSpPr>
          <p:nvPr/>
        </p:nvSpPr>
        <p:spPr>
          <a:xfrm xmlns:a="http://schemas.openxmlformats.org/drawingml/2006/main">
            <a:off x="3131666" y="4033838"/>
            <a:ext cx="95" cy="214313"/>
          </a:xfrm>
          <a:custGeom xmlns:a="http://schemas.openxmlformats.org/drawingml/2006/main">
            <a:pathLst>
              <a:path w="95" h="214313">
                <a:moveTo>
                  <a:pt x="0" y="214313"/>
                </a:moveTo>
                <a:lnTo>
                  <a:pt x="0" y="0"/>
                </a:lnTo>
              </a:path>
            </a:pathLst>
          </a:custGeom>
          <a:noFill xmlns:a="http://schemas.openxmlformats.org/drawingml/2006/main"/>
          <a:ln xmlns:a="http://schemas.openxmlformats.org/drawingml/2006/main" w="19050">
            <a:solidFill>
              <a:srgbClr val="202020"/>
            </a:solidFill>
          </a:ln>
        </p:spPr>
      </p:sp>
      <p:sp>
        <p:nvSpPr>
          <p:cNvPr id="31" name="power-translation-2-shaft">
            <a:extLst xmlns:a="http://schemas.openxmlformats.org/drawingml/2006/main">
              <a:ext uri="{FF2B5EF4-FFF2-40B4-BE49-F238E27FC236}">
                <a16:creationId xmlns:a16="http://schemas.microsoft.com/office/drawing/2014/main" id="{CEAD4EA4-7B9E-47EE-93C5-2CFBAB63179A}"/>
              </a:ext>
            </a:extLst>
          </p:cNvPr>
          <p:cNvSpPr>
            <a:spLocks xmlns:a="http://schemas.openxmlformats.org/drawingml/2006/main" noGrp="1"/>
          </p:cNvSpPr>
          <p:nvPr/>
        </p:nvSpPr>
        <p:spPr>
          <a:xfrm xmlns:a="http://schemas.openxmlformats.org/drawingml/2006/main">
            <a:off x="4295775" y="4248150"/>
            <a:ext cx="21717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2" name="power-translation-2-head">
            <a:extLst xmlns:a="http://schemas.openxmlformats.org/drawingml/2006/main">
              <a:ext uri="{FF2B5EF4-FFF2-40B4-BE49-F238E27FC236}">
                <a16:creationId xmlns:a16="http://schemas.microsoft.com/office/drawing/2014/main" id="{59E0D4EF-A1EF-48DC-AB9C-0AC53A3706FF}"/>
              </a:ext>
            </a:extLst>
          </p:cNvPr>
          <p:cNvSpPr>
            <a:spLocks xmlns:a="http://schemas.openxmlformats.org/drawingml/2006/main" noGrp="1"/>
          </p:cNvSpPr>
          <p:nvPr/>
        </p:nvSpPr>
        <p:spPr>
          <a:xfrm xmlns:a="http://schemas.openxmlformats.org/drawingml/2006/main" rot="5400000">
            <a:off x="6448425" y="42052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3" name="power-rf-2--1-axis-shaft">
            <a:extLst xmlns:a="http://schemas.openxmlformats.org/drawingml/2006/main">
              <a:ext uri="{FF2B5EF4-FFF2-40B4-BE49-F238E27FC236}">
                <a16:creationId xmlns:a16="http://schemas.microsoft.com/office/drawing/2014/main" id="{B570C1EB-4C0E-47B7-A215-2D7D920F3BE7}"/>
              </a:ext>
            </a:extLst>
          </p:cNvPr>
          <p:cNvSpPr>
            <a:spLocks xmlns:a="http://schemas.openxmlformats.org/drawingml/2006/main" noGrp="1"/>
          </p:cNvSpPr>
          <p:nvPr/>
        </p:nvSpPr>
        <p:spPr>
          <a:xfrm xmlns:a="http://schemas.openxmlformats.org/drawingml/2006/main">
            <a:off x="7058025" y="4248150"/>
            <a:ext cx="200025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4" name="power-rf-2--1-axis-head">
            <a:extLst xmlns:a="http://schemas.openxmlformats.org/drawingml/2006/main">
              <a:ext uri="{FF2B5EF4-FFF2-40B4-BE49-F238E27FC236}">
                <a16:creationId xmlns:a16="http://schemas.microsoft.com/office/drawing/2014/main" id="{B8C648B3-CB67-4D01-BFE0-08D21FA1E62C}"/>
              </a:ext>
            </a:extLst>
          </p:cNvPr>
          <p:cNvSpPr>
            <a:spLocks xmlns:a="http://schemas.openxmlformats.org/drawingml/2006/main" noGrp="1"/>
          </p:cNvSpPr>
          <p:nvPr/>
        </p:nvSpPr>
        <p:spPr>
          <a:xfrm xmlns:a="http://schemas.openxmlformats.org/drawingml/2006/main" rot="5400000">
            <a:off x="9039225" y="42052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5" name="power-rf-2--1-tick-0">
            <a:extLst xmlns:a="http://schemas.openxmlformats.org/drawingml/2006/main">
              <a:ext uri="{FF2B5EF4-FFF2-40B4-BE49-F238E27FC236}">
                <a16:creationId xmlns:a16="http://schemas.microsoft.com/office/drawing/2014/main" id="{7AC5F588-9416-4636-9035-BABEC89251B3}"/>
              </a:ext>
            </a:extLst>
          </p:cNvPr>
          <p:cNvSpPr>
            <a:spLocks xmlns:a="http://schemas.openxmlformats.org/drawingml/2006/main" noGrp="1"/>
          </p:cNvSpPr>
          <p:nvPr/>
        </p:nvSpPr>
        <p:spPr>
          <a:xfrm xmlns:a="http://schemas.openxmlformats.org/drawingml/2006/main">
            <a:off x="8101013" y="42481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6" name="power-location-2--1--2">
            <a:extLst xmlns:a="http://schemas.openxmlformats.org/drawingml/2006/main">
              <a:ext uri="{FF2B5EF4-FFF2-40B4-BE49-F238E27FC236}">
                <a16:creationId xmlns:a16="http://schemas.microsoft.com/office/drawing/2014/main" id="{50C39832-F7AF-4D02-8561-04535985232F}"/>
              </a:ext>
            </a:extLst>
          </p:cNvPr>
          <p:cNvSpPr>
            <a:spLocks xmlns:a="http://schemas.openxmlformats.org/drawingml/2006/main" noGrp="1"/>
          </p:cNvSpPr>
          <p:nvPr/>
        </p:nvSpPr>
        <p:spPr>
          <a:xfrm xmlns:a="http://schemas.openxmlformats.org/drawingml/2006/main">
            <a:off x="8636215" y="421957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37" name="power-location-2--1-0">
            <a:extLst xmlns:a="http://schemas.openxmlformats.org/drawingml/2006/main">
              <a:ext uri="{FF2B5EF4-FFF2-40B4-BE49-F238E27FC236}">
                <a16:creationId xmlns:a16="http://schemas.microsoft.com/office/drawing/2014/main" id="{46E1E6C4-4E40-4172-A725-5DFA3C29645D}"/>
              </a:ext>
            </a:extLst>
          </p:cNvPr>
          <p:cNvSpPr>
            <a:spLocks xmlns:a="http://schemas.openxmlformats.org/drawingml/2006/main" noGrp="1"/>
          </p:cNvSpPr>
          <p:nvPr/>
        </p:nvSpPr>
        <p:spPr>
          <a:xfrm xmlns:a="http://schemas.openxmlformats.org/drawingml/2006/main">
            <a:off x="8072438" y="421957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38" name="power-location-2--1-2">
            <a:extLst xmlns:a="http://schemas.openxmlformats.org/drawingml/2006/main">
              <a:ext uri="{FF2B5EF4-FFF2-40B4-BE49-F238E27FC236}">
                <a16:creationId xmlns:a16="http://schemas.microsoft.com/office/drawing/2014/main" id="{412BF486-E2D6-4592-B399-7C931FBED791}"/>
              </a:ext>
            </a:extLst>
          </p:cNvPr>
          <p:cNvSpPr>
            <a:spLocks xmlns:a="http://schemas.openxmlformats.org/drawingml/2006/main" noGrp="1"/>
          </p:cNvSpPr>
          <p:nvPr/>
        </p:nvSpPr>
        <p:spPr>
          <a:xfrm xmlns:a="http://schemas.openxmlformats.org/drawingml/2006/main">
            <a:off x="7508660" y="421957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39" name="power-rf-2-1-axis-shaft">
            <a:extLst xmlns:a="http://schemas.openxmlformats.org/drawingml/2006/main">
              <a:ext uri="{FF2B5EF4-FFF2-40B4-BE49-F238E27FC236}">
                <a16:creationId xmlns:a16="http://schemas.microsoft.com/office/drawing/2014/main" id="{A96019F4-7037-4F23-BA42-D2B9A16855FB}"/>
              </a:ext>
            </a:extLst>
          </p:cNvPr>
          <p:cNvSpPr>
            <a:spLocks xmlns:a="http://schemas.openxmlformats.org/drawingml/2006/main" noGrp="1"/>
          </p:cNvSpPr>
          <p:nvPr/>
        </p:nvSpPr>
        <p:spPr>
          <a:xfrm xmlns:a="http://schemas.openxmlformats.org/drawingml/2006/main">
            <a:off x="9382125" y="4248150"/>
            <a:ext cx="200025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0" name="power-rf-2-1-axis-head">
            <a:extLst xmlns:a="http://schemas.openxmlformats.org/drawingml/2006/main">
              <a:ext uri="{FF2B5EF4-FFF2-40B4-BE49-F238E27FC236}">
                <a16:creationId xmlns:a16="http://schemas.microsoft.com/office/drawing/2014/main" id="{127A3698-1DC7-4929-BCBA-EA65AB0B4641}"/>
              </a:ext>
            </a:extLst>
          </p:cNvPr>
          <p:cNvSpPr>
            <a:spLocks xmlns:a="http://schemas.openxmlformats.org/drawingml/2006/main" noGrp="1"/>
          </p:cNvSpPr>
          <p:nvPr/>
        </p:nvSpPr>
        <p:spPr>
          <a:xfrm xmlns:a="http://schemas.openxmlformats.org/drawingml/2006/main" rot="5400000">
            <a:off x="11363325" y="42052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41" name="power-rf-2-1-tick-0">
            <a:extLst xmlns:a="http://schemas.openxmlformats.org/drawingml/2006/main">
              <a:ext uri="{FF2B5EF4-FFF2-40B4-BE49-F238E27FC236}">
                <a16:creationId xmlns:a16="http://schemas.microsoft.com/office/drawing/2014/main" id="{468FE8F1-4B66-4BC4-B1C7-C32C17D96708}"/>
              </a:ext>
            </a:extLst>
          </p:cNvPr>
          <p:cNvSpPr>
            <a:spLocks xmlns:a="http://schemas.openxmlformats.org/drawingml/2006/main" noGrp="1"/>
          </p:cNvSpPr>
          <p:nvPr/>
        </p:nvSpPr>
        <p:spPr>
          <a:xfrm xmlns:a="http://schemas.openxmlformats.org/drawingml/2006/main">
            <a:off x="10425113" y="42481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2" name="power-location-2-1--2">
            <a:extLst xmlns:a="http://schemas.openxmlformats.org/drawingml/2006/main">
              <a:ext uri="{FF2B5EF4-FFF2-40B4-BE49-F238E27FC236}">
                <a16:creationId xmlns:a16="http://schemas.microsoft.com/office/drawing/2014/main" id="{CA51D6CB-8168-42CA-95D7-046E4E4928E3}"/>
              </a:ext>
            </a:extLst>
          </p:cNvPr>
          <p:cNvSpPr>
            <a:spLocks xmlns:a="http://schemas.openxmlformats.org/drawingml/2006/main" noGrp="1"/>
          </p:cNvSpPr>
          <p:nvPr/>
        </p:nvSpPr>
        <p:spPr>
          <a:xfrm xmlns:a="http://schemas.openxmlformats.org/drawingml/2006/main">
            <a:off x="9832760" y="421957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43" name="power-location-2-1-0">
            <a:extLst xmlns:a="http://schemas.openxmlformats.org/drawingml/2006/main">
              <a:ext uri="{FF2B5EF4-FFF2-40B4-BE49-F238E27FC236}">
                <a16:creationId xmlns:a16="http://schemas.microsoft.com/office/drawing/2014/main" id="{58EAF5C7-3DA0-4AED-A8C0-4B291716318D}"/>
              </a:ext>
            </a:extLst>
          </p:cNvPr>
          <p:cNvSpPr>
            <a:spLocks xmlns:a="http://schemas.openxmlformats.org/drawingml/2006/main" noGrp="1"/>
          </p:cNvSpPr>
          <p:nvPr/>
        </p:nvSpPr>
        <p:spPr>
          <a:xfrm xmlns:a="http://schemas.openxmlformats.org/drawingml/2006/main">
            <a:off x="10396538" y="421957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44" name="power-location-2-1-2">
            <a:extLst xmlns:a="http://schemas.openxmlformats.org/drawingml/2006/main">
              <a:ext uri="{FF2B5EF4-FFF2-40B4-BE49-F238E27FC236}">
                <a16:creationId xmlns:a16="http://schemas.microsoft.com/office/drawing/2014/main" id="{AD740A34-07A4-4159-BC8A-64B9B8B677AC}"/>
              </a:ext>
            </a:extLst>
          </p:cNvPr>
          <p:cNvSpPr>
            <a:spLocks xmlns:a="http://schemas.openxmlformats.org/drawingml/2006/main" noGrp="1"/>
          </p:cNvSpPr>
          <p:nvPr/>
        </p:nvSpPr>
        <p:spPr>
          <a:xfrm xmlns:a="http://schemas.openxmlformats.org/drawingml/2006/main">
            <a:off x="10960315" y="421957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45" name="power-axis-3-axis-shaft">
            <a:extLst xmlns:a="http://schemas.openxmlformats.org/drawingml/2006/main">
              <a:ext uri="{FF2B5EF4-FFF2-40B4-BE49-F238E27FC236}">
                <a16:creationId xmlns:a16="http://schemas.microsoft.com/office/drawing/2014/main" id="{082BC3B3-4DAF-412E-BA9B-F92C301B745C}"/>
              </a:ext>
            </a:extLst>
          </p:cNvPr>
          <p:cNvSpPr>
            <a:spLocks xmlns:a="http://schemas.openxmlformats.org/drawingml/2006/main" noGrp="1"/>
          </p:cNvSpPr>
          <p:nvPr/>
        </p:nvSpPr>
        <p:spPr>
          <a:xfrm xmlns:a="http://schemas.openxmlformats.org/drawingml/2006/main">
            <a:off x="857250" y="5676900"/>
            <a:ext cx="28670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6" name="power-axis-3-axis-head">
            <a:extLst xmlns:a="http://schemas.openxmlformats.org/drawingml/2006/main">
              <a:ext uri="{FF2B5EF4-FFF2-40B4-BE49-F238E27FC236}">
                <a16:creationId xmlns:a16="http://schemas.microsoft.com/office/drawing/2014/main" id="{D2D34F5E-AE5C-46BC-A1C8-BAE6B8CE7DAE}"/>
              </a:ext>
            </a:extLst>
          </p:cNvPr>
          <p:cNvSpPr>
            <a:spLocks xmlns:a="http://schemas.openxmlformats.org/drawingml/2006/main" noGrp="1"/>
          </p:cNvSpPr>
          <p:nvPr/>
        </p:nvSpPr>
        <p:spPr>
          <a:xfrm xmlns:a="http://schemas.openxmlformats.org/drawingml/2006/main" rot="5400000">
            <a:off x="3705225" y="56340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47" name="power-axis-3-tick-0">
            <a:extLst xmlns:a="http://schemas.openxmlformats.org/drawingml/2006/main">
              <a:ext uri="{FF2B5EF4-FFF2-40B4-BE49-F238E27FC236}">
                <a16:creationId xmlns:a16="http://schemas.microsoft.com/office/drawing/2014/main" id="{FEB03F27-3E1F-457E-80F1-FE7379D7E892}"/>
              </a:ext>
            </a:extLst>
          </p:cNvPr>
          <p:cNvSpPr>
            <a:spLocks xmlns:a="http://schemas.openxmlformats.org/drawingml/2006/main" noGrp="1"/>
          </p:cNvSpPr>
          <p:nvPr/>
        </p:nvSpPr>
        <p:spPr>
          <a:xfrm xmlns:a="http://schemas.openxmlformats.org/drawingml/2006/main">
            <a:off x="2333625" y="56769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8" name="power-axis-3-tick-1">
            <a:extLst xmlns:a="http://schemas.openxmlformats.org/drawingml/2006/main">
              <a:ext uri="{FF2B5EF4-FFF2-40B4-BE49-F238E27FC236}">
                <a16:creationId xmlns:a16="http://schemas.microsoft.com/office/drawing/2014/main" id="{AFB5EA47-0E99-467C-9749-768CF2A87407}"/>
              </a:ext>
            </a:extLst>
          </p:cNvPr>
          <p:cNvSpPr>
            <a:spLocks xmlns:a="http://schemas.openxmlformats.org/drawingml/2006/main" noGrp="1"/>
          </p:cNvSpPr>
          <p:nvPr/>
        </p:nvSpPr>
        <p:spPr>
          <a:xfrm xmlns:a="http://schemas.openxmlformats.org/drawingml/2006/main">
            <a:off x="1136564" y="56769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9" name="power-axis-3-tick-2">
            <a:extLst xmlns:a="http://schemas.openxmlformats.org/drawingml/2006/main">
              <a:ext uri="{FF2B5EF4-FFF2-40B4-BE49-F238E27FC236}">
                <a16:creationId xmlns:a16="http://schemas.microsoft.com/office/drawing/2014/main" id="{ABEF5683-350F-4602-AE5B-5C4171422615}"/>
              </a:ext>
            </a:extLst>
          </p:cNvPr>
          <p:cNvSpPr>
            <a:spLocks xmlns:a="http://schemas.openxmlformats.org/drawingml/2006/main" noGrp="1"/>
          </p:cNvSpPr>
          <p:nvPr/>
        </p:nvSpPr>
        <p:spPr>
          <a:xfrm xmlns:a="http://schemas.openxmlformats.org/drawingml/2006/main">
            <a:off x="1934605" y="56769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0" name="power-axis-3-tick-3">
            <a:extLst xmlns:a="http://schemas.openxmlformats.org/drawingml/2006/main">
              <a:ext uri="{FF2B5EF4-FFF2-40B4-BE49-F238E27FC236}">
                <a16:creationId xmlns:a16="http://schemas.microsoft.com/office/drawing/2014/main" id="{DF6B3F4C-2D13-4E50-85A2-F1213AA17969}"/>
              </a:ext>
            </a:extLst>
          </p:cNvPr>
          <p:cNvSpPr>
            <a:spLocks xmlns:a="http://schemas.openxmlformats.org/drawingml/2006/main" noGrp="1"/>
          </p:cNvSpPr>
          <p:nvPr/>
        </p:nvSpPr>
        <p:spPr>
          <a:xfrm xmlns:a="http://schemas.openxmlformats.org/drawingml/2006/main">
            <a:off x="2732645" y="56769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1" name="power-axis-3-tick-4">
            <a:extLst xmlns:a="http://schemas.openxmlformats.org/drawingml/2006/main">
              <a:ext uri="{FF2B5EF4-FFF2-40B4-BE49-F238E27FC236}">
                <a16:creationId xmlns:a16="http://schemas.microsoft.com/office/drawing/2014/main" id="{B446480D-7645-49F5-8F92-C505C0F33B55}"/>
              </a:ext>
            </a:extLst>
          </p:cNvPr>
          <p:cNvSpPr>
            <a:spLocks xmlns:a="http://schemas.openxmlformats.org/drawingml/2006/main" noGrp="1"/>
          </p:cNvSpPr>
          <p:nvPr/>
        </p:nvSpPr>
        <p:spPr>
          <a:xfrm xmlns:a="http://schemas.openxmlformats.org/drawingml/2006/main">
            <a:off x="3530686" y="56769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2" name="power-line-3--3">
            <a:extLst xmlns:a="http://schemas.openxmlformats.org/drawingml/2006/main">
              <a:ext uri="{FF2B5EF4-FFF2-40B4-BE49-F238E27FC236}">
                <a16:creationId xmlns:a16="http://schemas.microsoft.com/office/drawing/2014/main" id="{2E1E410E-7BE8-4CAD-9C70-26177F4144F3}"/>
              </a:ext>
            </a:extLst>
          </p:cNvPr>
          <p:cNvSpPr>
            <a:spLocks xmlns:a="http://schemas.openxmlformats.org/drawingml/2006/main" noGrp="1"/>
          </p:cNvSpPr>
          <p:nvPr/>
        </p:nvSpPr>
        <p:spPr>
          <a:xfrm xmlns:a="http://schemas.openxmlformats.org/drawingml/2006/main">
            <a:off x="1136564" y="5569744"/>
            <a:ext cx="95" cy="107156"/>
          </a:xfrm>
          <a:custGeom xmlns:a="http://schemas.openxmlformats.org/drawingml/2006/main">
            <a:pathLst>
              <a:path w="95" h="107156">
                <a:moveTo>
                  <a:pt x="0" y="107156"/>
                </a:moveTo>
                <a:lnTo>
                  <a:pt x="0" y="0"/>
                </a:lnTo>
              </a:path>
            </a:pathLst>
          </a:custGeom>
          <a:noFill xmlns:a="http://schemas.openxmlformats.org/drawingml/2006/main"/>
          <a:ln xmlns:a="http://schemas.openxmlformats.org/drawingml/2006/main" w="19050">
            <a:solidFill>
              <a:srgbClr val="202020"/>
            </a:solidFill>
          </a:ln>
        </p:spPr>
      </p:sp>
      <p:sp>
        <p:nvSpPr>
          <p:cNvPr id="53" name="power-line-3--1">
            <a:extLst xmlns:a="http://schemas.openxmlformats.org/drawingml/2006/main">
              <a:ext uri="{FF2B5EF4-FFF2-40B4-BE49-F238E27FC236}">
                <a16:creationId xmlns:a16="http://schemas.microsoft.com/office/drawing/2014/main" id="{34B03FDE-BF19-4352-A48D-03735446DD90}"/>
              </a:ext>
            </a:extLst>
          </p:cNvPr>
          <p:cNvSpPr>
            <a:spLocks xmlns:a="http://schemas.openxmlformats.org/drawingml/2006/main" noGrp="1"/>
          </p:cNvSpPr>
          <p:nvPr/>
        </p:nvSpPr>
        <p:spPr>
          <a:xfrm xmlns:a="http://schemas.openxmlformats.org/drawingml/2006/main">
            <a:off x="1934605" y="5355431"/>
            <a:ext cx="95" cy="321469"/>
          </a:xfrm>
          <a:custGeom xmlns:a="http://schemas.openxmlformats.org/drawingml/2006/main">
            <a:pathLst>
              <a:path w="95" h="321469">
                <a:moveTo>
                  <a:pt x="0" y="321469"/>
                </a:moveTo>
                <a:lnTo>
                  <a:pt x="0" y="0"/>
                </a:lnTo>
              </a:path>
            </a:pathLst>
          </a:custGeom>
          <a:noFill xmlns:a="http://schemas.openxmlformats.org/drawingml/2006/main"/>
          <a:ln xmlns:a="http://schemas.openxmlformats.org/drawingml/2006/main" w="19050">
            <a:solidFill>
              <a:srgbClr val="202020"/>
            </a:solidFill>
          </a:ln>
        </p:spPr>
      </p:sp>
      <p:sp>
        <p:nvSpPr>
          <p:cNvPr id="54" name="power-line-3-1">
            <a:extLst xmlns:a="http://schemas.openxmlformats.org/drawingml/2006/main">
              <a:ext uri="{FF2B5EF4-FFF2-40B4-BE49-F238E27FC236}">
                <a16:creationId xmlns:a16="http://schemas.microsoft.com/office/drawing/2014/main" id="{1C521B32-D291-4B1A-8C6D-FF3345E17401}"/>
              </a:ext>
            </a:extLst>
          </p:cNvPr>
          <p:cNvSpPr>
            <a:spLocks xmlns:a="http://schemas.openxmlformats.org/drawingml/2006/main" noGrp="1"/>
          </p:cNvSpPr>
          <p:nvPr/>
        </p:nvSpPr>
        <p:spPr>
          <a:xfrm xmlns:a="http://schemas.openxmlformats.org/drawingml/2006/main">
            <a:off x="2732645" y="5355431"/>
            <a:ext cx="95" cy="321469"/>
          </a:xfrm>
          <a:custGeom xmlns:a="http://schemas.openxmlformats.org/drawingml/2006/main">
            <a:pathLst>
              <a:path w="95" h="321469">
                <a:moveTo>
                  <a:pt x="0" y="321469"/>
                </a:moveTo>
                <a:lnTo>
                  <a:pt x="0" y="0"/>
                </a:lnTo>
              </a:path>
            </a:pathLst>
          </a:custGeom>
          <a:noFill xmlns:a="http://schemas.openxmlformats.org/drawingml/2006/main"/>
          <a:ln xmlns:a="http://schemas.openxmlformats.org/drawingml/2006/main" w="19050">
            <a:solidFill>
              <a:srgbClr val="202020"/>
            </a:solidFill>
          </a:ln>
        </p:spPr>
      </p:sp>
      <p:sp>
        <p:nvSpPr>
          <p:cNvPr id="55" name="power-line-3-3">
            <a:extLst xmlns:a="http://schemas.openxmlformats.org/drawingml/2006/main">
              <a:ext uri="{FF2B5EF4-FFF2-40B4-BE49-F238E27FC236}">
                <a16:creationId xmlns:a16="http://schemas.microsoft.com/office/drawing/2014/main" id="{51A096C4-5B08-4C4F-B7DD-AC87F4ECE1C4}"/>
              </a:ext>
            </a:extLst>
          </p:cNvPr>
          <p:cNvSpPr>
            <a:spLocks xmlns:a="http://schemas.openxmlformats.org/drawingml/2006/main" noGrp="1"/>
          </p:cNvSpPr>
          <p:nvPr/>
        </p:nvSpPr>
        <p:spPr>
          <a:xfrm xmlns:a="http://schemas.openxmlformats.org/drawingml/2006/main">
            <a:off x="3530686" y="5569744"/>
            <a:ext cx="95" cy="107156"/>
          </a:xfrm>
          <a:custGeom xmlns:a="http://schemas.openxmlformats.org/drawingml/2006/main">
            <a:pathLst>
              <a:path w="95" h="107156">
                <a:moveTo>
                  <a:pt x="0" y="107156"/>
                </a:moveTo>
                <a:lnTo>
                  <a:pt x="0" y="0"/>
                </a:lnTo>
              </a:path>
            </a:pathLst>
          </a:custGeom>
          <a:noFill xmlns:a="http://schemas.openxmlformats.org/drawingml/2006/main"/>
          <a:ln xmlns:a="http://schemas.openxmlformats.org/drawingml/2006/main" w="19050">
            <a:solidFill>
              <a:srgbClr val="202020"/>
            </a:solidFill>
          </a:ln>
        </p:spPr>
      </p:sp>
      <p:sp>
        <p:nvSpPr>
          <p:cNvPr id="56" name="power-translation-3-shaft">
            <a:extLst xmlns:a="http://schemas.openxmlformats.org/drawingml/2006/main">
              <a:ext uri="{FF2B5EF4-FFF2-40B4-BE49-F238E27FC236}">
                <a16:creationId xmlns:a16="http://schemas.microsoft.com/office/drawing/2014/main" id="{DC324963-C0A3-4842-AD3A-7979F296B467}"/>
              </a:ext>
            </a:extLst>
          </p:cNvPr>
          <p:cNvSpPr>
            <a:spLocks xmlns:a="http://schemas.openxmlformats.org/drawingml/2006/main" noGrp="1"/>
          </p:cNvSpPr>
          <p:nvPr/>
        </p:nvSpPr>
        <p:spPr>
          <a:xfrm xmlns:a="http://schemas.openxmlformats.org/drawingml/2006/main">
            <a:off x="4295775" y="5676900"/>
            <a:ext cx="21717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7" name="power-translation-3-head">
            <a:extLst xmlns:a="http://schemas.openxmlformats.org/drawingml/2006/main">
              <a:ext uri="{FF2B5EF4-FFF2-40B4-BE49-F238E27FC236}">
                <a16:creationId xmlns:a16="http://schemas.microsoft.com/office/drawing/2014/main" id="{4B40CB75-8D87-48EE-93F0-0AF3A2843C7D}"/>
              </a:ext>
            </a:extLst>
          </p:cNvPr>
          <p:cNvSpPr>
            <a:spLocks xmlns:a="http://schemas.openxmlformats.org/drawingml/2006/main" noGrp="1"/>
          </p:cNvSpPr>
          <p:nvPr/>
        </p:nvSpPr>
        <p:spPr>
          <a:xfrm xmlns:a="http://schemas.openxmlformats.org/drawingml/2006/main" rot="5400000">
            <a:off x="6448425" y="56340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8" name="power-rf-3--1-axis-shaft">
            <a:extLst xmlns:a="http://schemas.openxmlformats.org/drawingml/2006/main">
              <a:ext uri="{FF2B5EF4-FFF2-40B4-BE49-F238E27FC236}">
                <a16:creationId xmlns:a16="http://schemas.microsoft.com/office/drawing/2014/main" id="{426BE768-8CBE-47B6-88A9-C0482EEDF947}"/>
              </a:ext>
            </a:extLst>
          </p:cNvPr>
          <p:cNvSpPr>
            <a:spLocks xmlns:a="http://schemas.openxmlformats.org/drawingml/2006/main" noGrp="1"/>
          </p:cNvSpPr>
          <p:nvPr/>
        </p:nvSpPr>
        <p:spPr>
          <a:xfrm xmlns:a="http://schemas.openxmlformats.org/drawingml/2006/main">
            <a:off x="7058025" y="5676900"/>
            <a:ext cx="200025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9" name="power-rf-3--1-axis-head">
            <a:extLst xmlns:a="http://schemas.openxmlformats.org/drawingml/2006/main">
              <a:ext uri="{FF2B5EF4-FFF2-40B4-BE49-F238E27FC236}">
                <a16:creationId xmlns:a16="http://schemas.microsoft.com/office/drawing/2014/main" id="{97B67BAB-0F3C-43F3-A05B-18DD33AD655D}"/>
              </a:ext>
            </a:extLst>
          </p:cNvPr>
          <p:cNvSpPr>
            <a:spLocks xmlns:a="http://schemas.openxmlformats.org/drawingml/2006/main" noGrp="1"/>
          </p:cNvSpPr>
          <p:nvPr/>
        </p:nvSpPr>
        <p:spPr>
          <a:xfrm xmlns:a="http://schemas.openxmlformats.org/drawingml/2006/main" rot="5400000">
            <a:off x="9039225" y="56340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60" name="power-rf-3--1-tick-0">
            <a:extLst xmlns:a="http://schemas.openxmlformats.org/drawingml/2006/main">
              <a:ext uri="{FF2B5EF4-FFF2-40B4-BE49-F238E27FC236}">
                <a16:creationId xmlns:a16="http://schemas.microsoft.com/office/drawing/2014/main" id="{EC391E47-C060-4852-9713-DD3E2E22FACD}"/>
              </a:ext>
            </a:extLst>
          </p:cNvPr>
          <p:cNvSpPr>
            <a:spLocks xmlns:a="http://schemas.openxmlformats.org/drawingml/2006/main" noGrp="1"/>
          </p:cNvSpPr>
          <p:nvPr/>
        </p:nvSpPr>
        <p:spPr>
          <a:xfrm xmlns:a="http://schemas.openxmlformats.org/drawingml/2006/main">
            <a:off x="8101013" y="56769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61" name="power-location-3--1--3">
            <a:extLst xmlns:a="http://schemas.openxmlformats.org/drawingml/2006/main">
              <a:ext uri="{FF2B5EF4-FFF2-40B4-BE49-F238E27FC236}">
                <a16:creationId xmlns:a16="http://schemas.microsoft.com/office/drawing/2014/main" id="{70769DE5-6D21-4681-80B5-3671D32953D5}"/>
              </a:ext>
            </a:extLst>
          </p:cNvPr>
          <p:cNvSpPr>
            <a:spLocks xmlns:a="http://schemas.openxmlformats.org/drawingml/2006/main" noGrp="1"/>
          </p:cNvSpPr>
          <p:nvPr/>
        </p:nvSpPr>
        <p:spPr>
          <a:xfrm xmlns:a="http://schemas.openxmlformats.org/drawingml/2006/main">
            <a:off x="8918103" y="564832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62" name="power-location-3--1--1">
            <a:extLst xmlns:a="http://schemas.openxmlformats.org/drawingml/2006/main">
              <a:ext uri="{FF2B5EF4-FFF2-40B4-BE49-F238E27FC236}">
                <a16:creationId xmlns:a16="http://schemas.microsoft.com/office/drawing/2014/main" id="{65C38A14-4074-466C-8155-265EB92FDF78}"/>
              </a:ext>
            </a:extLst>
          </p:cNvPr>
          <p:cNvSpPr>
            <a:spLocks xmlns:a="http://schemas.openxmlformats.org/drawingml/2006/main" noGrp="1"/>
          </p:cNvSpPr>
          <p:nvPr/>
        </p:nvSpPr>
        <p:spPr>
          <a:xfrm xmlns:a="http://schemas.openxmlformats.org/drawingml/2006/main">
            <a:off x="8354326" y="564832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63" name="power-location-3--1-1">
            <a:extLst xmlns:a="http://schemas.openxmlformats.org/drawingml/2006/main">
              <a:ext uri="{FF2B5EF4-FFF2-40B4-BE49-F238E27FC236}">
                <a16:creationId xmlns:a16="http://schemas.microsoft.com/office/drawing/2014/main" id="{9E42EFC8-C7CD-4EA7-B030-354C75C334A0}"/>
              </a:ext>
            </a:extLst>
          </p:cNvPr>
          <p:cNvSpPr>
            <a:spLocks xmlns:a="http://schemas.openxmlformats.org/drawingml/2006/main" noGrp="1"/>
          </p:cNvSpPr>
          <p:nvPr/>
        </p:nvSpPr>
        <p:spPr>
          <a:xfrm xmlns:a="http://schemas.openxmlformats.org/drawingml/2006/main">
            <a:off x="7790549" y="564832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64" name="power-location-3--1-3">
            <a:extLst xmlns:a="http://schemas.openxmlformats.org/drawingml/2006/main">
              <a:ext uri="{FF2B5EF4-FFF2-40B4-BE49-F238E27FC236}">
                <a16:creationId xmlns:a16="http://schemas.microsoft.com/office/drawing/2014/main" id="{FE95CEC9-0740-49BF-9948-F24FDA0E62D9}"/>
              </a:ext>
            </a:extLst>
          </p:cNvPr>
          <p:cNvSpPr>
            <a:spLocks xmlns:a="http://schemas.openxmlformats.org/drawingml/2006/main" noGrp="1"/>
          </p:cNvSpPr>
          <p:nvPr/>
        </p:nvSpPr>
        <p:spPr>
          <a:xfrm xmlns:a="http://schemas.openxmlformats.org/drawingml/2006/main">
            <a:off x="7226772" y="564832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65" name="power-rf-3-1-axis-shaft">
            <a:extLst xmlns:a="http://schemas.openxmlformats.org/drawingml/2006/main">
              <a:ext uri="{FF2B5EF4-FFF2-40B4-BE49-F238E27FC236}">
                <a16:creationId xmlns:a16="http://schemas.microsoft.com/office/drawing/2014/main" id="{19F87F27-CBA1-4D08-8194-95AA1F766B38}"/>
              </a:ext>
            </a:extLst>
          </p:cNvPr>
          <p:cNvSpPr>
            <a:spLocks xmlns:a="http://schemas.openxmlformats.org/drawingml/2006/main" noGrp="1"/>
          </p:cNvSpPr>
          <p:nvPr/>
        </p:nvSpPr>
        <p:spPr>
          <a:xfrm xmlns:a="http://schemas.openxmlformats.org/drawingml/2006/main">
            <a:off x="9382125" y="5676900"/>
            <a:ext cx="200025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66" name="power-rf-3-1-axis-head">
            <a:extLst xmlns:a="http://schemas.openxmlformats.org/drawingml/2006/main">
              <a:ext uri="{FF2B5EF4-FFF2-40B4-BE49-F238E27FC236}">
                <a16:creationId xmlns:a16="http://schemas.microsoft.com/office/drawing/2014/main" id="{21B5DCBD-9F7D-4679-BC55-1AE6C0076D71}"/>
              </a:ext>
            </a:extLst>
          </p:cNvPr>
          <p:cNvSpPr>
            <a:spLocks xmlns:a="http://schemas.openxmlformats.org/drawingml/2006/main" noGrp="1"/>
          </p:cNvSpPr>
          <p:nvPr/>
        </p:nvSpPr>
        <p:spPr>
          <a:xfrm xmlns:a="http://schemas.openxmlformats.org/drawingml/2006/main" rot="5400000">
            <a:off x="11363325" y="56340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67" name="power-rf-3-1-tick-0">
            <a:extLst xmlns:a="http://schemas.openxmlformats.org/drawingml/2006/main">
              <a:ext uri="{FF2B5EF4-FFF2-40B4-BE49-F238E27FC236}">
                <a16:creationId xmlns:a16="http://schemas.microsoft.com/office/drawing/2014/main" id="{A543626F-1190-4935-A52D-67B04BF2EEB2}"/>
              </a:ext>
            </a:extLst>
          </p:cNvPr>
          <p:cNvSpPr>
            <a:spLocks xmlns:a="http://schemas.openxmlformats.org/drawingml/2006/main" noGrp="1"/>
          </p:cNvSpPr>
          <p:nvPr/>
        </p:nvSpPr>
        <p:spPr>
          <a:xfrm xmlns:a="http://schemas.openxmlformats.org/drawingml/2006/main">
            <a:off x="10425113" y="56769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68" name="power-location-3-1--3">
            <a:extLst xmlns:a="http://schemas.openxmlformats.org/drawingml/2006/main">
              <a:ext uri="{FF2B5EF4-FFF2-40B4-BE49-F238E27FC236}">
                <a16:creationId xmlns:a16="http://schemas.microsoft.com/office/drawing/2014/main" id="{11CBBB1F-E3EE-43BF-93FA-F6F0C37212B3}"/>
              </a:ext>
            </a:extLst>
          </p:cNvPr>
          <p:cNvSpPr>
            <a:spLocks xmlns:a="http://schemas.openxmlformats.org/drawingml/2006/main" noGrp="1"/>
          </p:cNvSpPr>
          <p:nvPr/>
        </p:nvSpPr>
        <p:spPr>
          <a:xfrm xmlns:a="http://schemas.openxmlformats.org/drawingml/2006/main">
            <a:off x="9550872" y="564832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69" name="power-location-3-1--1">
            <a:extLst xmlns:a="http://schemas.openxmlformats.org/drawingml/2006/main">
              <a:ext uri="{FF2B5EF4-FFF2-40B4-BE49-F238E27FC236}">
                <a16:creationId xmlns:a16="http://schemas.microsoft.com/office/drawing/2014/main" id="{D0DA054D-CB36-4EB6-937A-8A5DFA725055}"/>
              </a:ext>
            </a:extLst>
          </p:cNvPr>
          <p:cNvSpPr>
            <a:spLocks xmlns:a="http://schemas.openxmlformats.org/drawingml/2006/main" noGrp="1"/>
          </p:cNvSpPr>
          <p:nvPr/>
        </p:nvSpPr>
        <p:spPr>
          <a:xfrm xmlns:a="http://schemas.openxmlformats.org/drawingml/2006/main">
            <a:off x="10114649" y="564832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70" name="power-location-3-1-1">
            <a:extLst xmlns:a="http://schemas.openxmlformats.org/drawingml/2006/main">
              <a:ext uri="{FF2B5EF4-FFF2-40B4-BE49-F238E27FC236}">
                <a16:creationId xmlns:a16="http://schemas.microsoft.com/office/drawing/2014/main" id="{B4F82567-9C8B-4F61-890F-C28EAA872217}"/>
              </a:ext>
            </a:extLst>
          </p:cNvPr>
          <p:cNvSpPr>
            <a:spLocks xmlns:a="http://schemas.openxmlformats.org/drawingml/2006/main" noGrp="1"/>
          </p:cNvSpPr>
          <p:nvPr/>
        </p:nvSpPr>
        <p:spPr>
          <a:xfrm xmlns:a="http://schemas.openxmlformats.org/drawingml/2006/main">
            <a:off x="10678426" y="564832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71" name="power-location-3-1-3">
            <a:extLst xmlns:a="http://schemas.openxmlformats.org/drawingml/2006/main">
              <a:ext uri="{FF2B5EF4-FFF2-40B4-BE49-F238E27FC236}">
                <a16:creationId xmlns:a16="http://schemas.microsoft.com/office/drawing/2014/main" id="{21DBD9AA-C9F5-4B0D-8C7B-B6EB2D945899}"/>
              </a:ext>
            </a:extLst>
          </p:cNvPr>
          <p:cNvSpPr>
            <a:spLocks xmlns:a="http://schemas.openxmlformats.org/drawingml/2006/main" noGrp="1"/>
          </p:cNvSpPr>
          <p:nvPr/>
        </p:nvSpPr>
        <p:spPr>
          <a:xfrm xmlns:a="http://schemas.openxmlformats.org/drawingml/2006/main">
            <a:off x="11242203" y="5648325"/>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pic>
        <p:nvPicPr>
          <p:cNvPr id="72"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BCF3952-D381-43F9-AD7F-5F1DBAB44D6B}"/>
              </a:ext>
            </a:extLst>
          </p:cNvPr>
          <p:cNvPicPr>
            <a:picLocks xmlns:a="http://schemas.openxmlformats.org/drawingml/2006/main" noChangeAspect="1"/>
          </p:cNvPicPr>
          <p:nvPr/>
        </p:nvPicPr>
        <p:blipFill>
          <a:blip xmlns:r="http://schemas.openxmlformats.org/officeDocument/2006/relationships" xmlns:a="http://schemas.openxmlformats.org/drawingml/2006/main" r:embed="Ra759bcbdc8bc43e2">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7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A90953D-0410-4DE9-9366-3312ED1F91C4}"/>
              </a:ext>
            </a:extLst>
          </p:cNvPr>
          <p:cNvPicPr>
            <a:picLocks xmlns:a="http://schemas.openxmlformats.org/drawingml/2006/main" noChangeAspect="1"/>
          </p:cNvPicPr>
          <p:nvPr/>
        </p:nvPicPr>
        <p:blipFill>
          <a:blip xmlns:r="http://schemas.openxmlformats.org/officeDocument/2006/relationships" xmlns:a="http://schemas.openxmlformats.org/drawingml/2006/main" r:embed="Re87cd89d674b4ce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7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11510919-9504-4AF5-9BAC-1500DC674647}"/>
              </a:ext>
            </a:extLst>
          </p:cNvPr>
          <p:cNvPicPr>
            <a:picLocks xmlns:a="http://schemas.openxmlformats.org/drawingml/2006/main" noChangeAspect="1"/>
          </p:cNvPicPr>
          <p:nvPr/>
        </p:nvPicPr>
        <p:blipFill>
          <a:blip xmlns:r="http://schemas.openxmlformats.org/officeDocument/2006/relationships" xmlns:a="http://schemas.openxmlformats.org/drawingml/2006/main" r:embed="R62a34749938e430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75" name="tone-message" descr="m(t)=\cos(2\pi f_mt)">
            <a:extLst xmlns:a="http://schemas.openxmlformats.org/drawingml/2006/main">
              <a:ext uri="{FF2B5EF4-FFF2-40B4-BE49-F238E27FC236}">
                <a16:creationId xmlns:a16="http://schemas.microsoft.com/office/drawing/2014/main" id="{42E32E05-297E-4A00-8B70-C157A3311F75}"/>
              </a:ext>
            </a:extLst>
          </p:cNvPr>
          <p:cNvPicPr>
            <a:picLocks xmlns:a="http://schemas.openxmlformats.org/drawingml/2006/main" noChangeAspect="1"/>
          </p:cNvPicPr>
          <p:nvPr/>
        </p:nvPicPr>
        <p:blipFill>
          <a:blip xmlns:r="http://schemas.openxmlformats.org/officeDocument/2006/relationships" xmlns:a="http://schemas.openxmlformats.org/drawingml/2006/main" r:embed="R324b23dad6544a8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576513"/>
            <a:ext cx="2600325" cy="285750"/>
          </a:xfrm>
          <a:prstGeom xmlns:a="http://schemas.openxmlformats.org/drawingml/2006/main" prst="rect">
            <a:avLst/>
          </a:prstGeom>
        </p:spPr>
      </p:pic>
      <p:pic>
        <p:nvPicPr>
          <p:cNvPr id="76" name="power-2" descr="m^2(t)=\frac12+\frac12\cos(4\pi f_mt)">
            <a:extLst xmlns:a="http://schemas.openxmlformats.org/drawingml/2006/main">
              <a:ext uri="{FF2B5EF4-FFF2-40B4-BE49-F238E27FC236}">
                <a16:creationId xmlns:a16="http://schemas.microsoft.com/office/drawing/2014/main" id="{7B1E5CCE-E375-4422-9965-4A99E2342205}"/>
              </a:ext>
            </a:extLst>
          </p:cNvPr>
          <p:cNvPicPr>
            <a:picLocks xmlns:a="http://schemas.openxmlformats.org/drawingml/2006/main" noChangeAspect="1"/>
          </p:cNvPicPr>
          <p:nvPr/>
        </p:nvPicPr>
        <p:blipFill>
          <a:blip xmlns:r="http://schemas.openxmlformats.org/officeDocument/2006/relationships" xmlns:a="http://schemas.openxmlformats.org/drawingml/2006/main" r:embed="R8e2980c50a4b4939">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3559582"/>
            <a:ext cx="3214688" cy="319861"/>
          </a:xfrm>
          <a:prstGeom xmlns:a="http://schemas.openxmlformats.org/drawingml/2006/main" prst="rect">
            <a:avLst/>
          </a:prstGeom>
        </p:spPr>
      </p:pic>
      <p:pic>
        <p:nvPicPr>
          <p:cNvPr id="77" name="power-axis-2-domain" descr="f">
            <a:extLst xmlns:a="http://schemas.openxmlformats.org/drawingml/2006/main">
              <a:ext uri="{FF2B5EF4-FFF2-40B4-BE49-F238E27FC236}">
                <a16:creationId xmlns:a16="http://schemas.microsoft.com/office/drawing/2014/main" id="{967B9F7E-3757-42A1-BC09-F90457F69672}"/>
              </a:ext>
            </a:extLst>
          </p:cNvPr>
          <p:cNvPicPr>
            <a:picLocks xmlns:a="http://schemas.openxmlformats.org/drawingml/2006/main" noChangeAspect="1"/>
          </p:cNvPicPr>
          <p:nvPr/>
        </p:nvPicPr>
        <p:blipFill>
          <a:blip xmlns:r="http://schemas.openxmlformats.org/officeDocument/2006/relationships" xmlns:a="http://schemas.openxmlformats.org/drawingml/2006/main" r:embed="R6d3044382f4e43e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3838575" y="4033540"/>
            <a:ext cx="95250" cy="143470"/>
          </a:xfrm>
          <a:prstGeom xmlns:a="http://schemas.openxmlformats.org/drawingml/2006/main" prst="rect">
            <a:avLst/>
          </a:prstGeom>
        </p:spPr>
      </p:pic>
      <p:pic>
        <p:nvPicPr>
          <p:cNvPr id="78" name="power-axis-2-ticklabel-0" descr="0">
            <a:extLst xmlns:a="http://schemas.openxmlformats.org/drawingml/2006/main">
              <a:ext uri="{FF2B5EF4-FFF2-40B4-BE49-F238E27FC236}">
                <a16:creationId xmlns:a16="http://schemas.microsoft.com/office/drawing/2014/main" id="{F6C4FF7E-7B82-494E-BF39-211638E32630}"/>
              </a:ext>
            </a:extLst>
          </p:cNvPr>
          <p:cNvPicPr>
            <a:picLocks xmlns:a="http://schemas.openxmlformats.org/drawingml/2006/main" noChangeAspect="1"/>
          </p:cNvPicPr>
          <p:nvPr/>
        </p:nvPicPr>
        <p:blipFill>
          <a:blip xmlns:r="http://schemas.openxmlformats.org/officeDocument/2006/relationships" xmlns:a="http://schemas.openxmlformats.org/drawingml/2006/main" r:embed="R6745618835d04296">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2276475" y="4422338"/>
            <a:ext cx="114300" cy="127873"/>
          </a:xfrm>
          <a:prstGeom xmlns:a="http://schemas.openxmlformats.org/drawingml/2006/main" prst="rect">
            <a:avLst/>
          </a:prstGeom>
        </p:spPr>
      </p:pic>
      <p:pic>
        <p:nvPicPr>
          <p:cNvPr id="79" name="power-axis-2-ticklabel-1" descr="-2f_m">
            <a:extLst xmlns:a="http://schemas.openxmlformats.org/drawingml/2006/main">
              <a:ext uri="{FF2B5EF4-FFF2-40B4-BE49-F238E27FC236}">
                <a16:creationId xmlns:a16="http://schemas.microsoft.com/office/drawing/2014/main" id="{0D37E491-4B9E-4F13-968A-32CCFF8EE2B7}"/>
              </a:ext>
            </a:extLst>
          </p:cNvPr>
          <p:cNvPicPr>
            <a:picLocks xmlns:a="http://schemas.openxmlformats.org/drawingml/2006/main" noChangeAspect="1"/>
          </p:cNvPicPr>
          <p:nvPr/>
        </p:nvPicPr>
        <p:blipFill>
          <a:blip xmlns:r="http://schemas.openxmlformats.org/officeDocument/2006/relationships" xmlns:a="http://schemas.openxmlformats.org/drawingml/2006/main" r:embed="R82cc97b92fdf445f">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287934" y="4404717"/>
            <a:ext cx="495300" cy="163116"/>
          </a:xfrm>
          <a:prstGeom xmlns:a="http://schemas.openxmlformats.org/drawingml/2006/main" prst="rect">
            <a:avLst/>
          </a:prstGeom>
        </p:spPr>
      </p:pic>
      <p:pic>
        <p:nvPicPr>
          <p:cNvPr id="80" name="power-axis-2-ticklabel-2" descr="2f_m">
            <a:extLst xmlns:a="http://schemas.openxmlformats.org/drawingml/2006/main">
              <a:ext uri="{FF2B5EF4-FFF2-40B4-BE49-F238E27FC236}">
                <a16:creationId xmlns:a16="http://schemas.microsoft.com/office/drawing/2014/main" id="{E17A531A-6D9F-4EF5-A87D-F8BFB1F32384}"/>
              </a:ext>
            </a:extLst>
          </p:cNvPr>
          <p:cNvPicPr>
            <a:picLocks xmlns:a="http://schemas.openxmlformats.org/drawingml/2006/main" noChangeAspect="1"/>
          </p:cNvPicPr>
          <p:nvPr/>
        </p:nvPicPr>
        <p:blipFill>
          <a:blip xmlns:r="http://schemas.openxmlformats.org/officeDocument/2006/relationships" xmlns:a="http://schemas.openxmlformats.org/drawingml/2006/main" r:embed="Rfafaab932e3a4179">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2969741" y="4405313"/>
            <a:ext cx="323850" cy="161925"/>
          </a:xfrm>
          <a:prstGeom xmlns:a="http://schemas.openxmlformats.org/drawingml/2006/main" prst="rect">
            <a:avLst/>
          </a:prstGeom>
        </p:spPr>
      </p:pic>
      <p:pic>
        <p:nvPicPr>
          <p:cNvPr id="81" name="carrier-operation-2" descr="\times\cos(2\pi f_ct)">
            <a:extLst xmlns:a="http://schemas.openxmlformats.org/drawingml/2006/main">
              <a:ext uri="{FF2B5EF4-FFF2-40B4-BE49-F238E27FC236}">
                <a16:creationId xmlns:a16="http://schemas.microsoft.com/office/drawing/2014/main" id="{59E7C2C0-45B5-42B0-AD9E-6D9BA9F901B1}"/>
              </a:ext>
            </a:extLst>
          </p:cNvPr>
          <p:cNvPicPr>
            <a:picLocks xmlns:a="http://schemas.openxmlformats.org/drawingml/2006/main" noChangeAspect="1"/>
          </p:cNvPicPr>
          <p:nvPr/>
        </p:nvPicPr>
        <p:blipFill>
          <a:blip xmlns:r="http://schemas.openxmlformats.org/officeDocument/2006/relationships" xmlns:a="http://schemas.openxmlformats.org/drawingml/2006/main" r:embed="R5281c921926a4fbe">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4667250" y="3948113"/>
            <a:ext cx="1428750" cy="238125"/>
          </a:xfrm>
          <a:prstGeom xmlns:a="http://schemas.openxmlformats.org/drawingml/2006/main" prst="rect">
            <a:avLst/>
          </a:prstGeom>
        </p:spPr>
      </p:pic>
      <p:pic>
        <p:nvPicPr>
          <p:cNvPr id="82" name="power-rf-2--1-domain" descr="f">
            <a:extLst xmlns:a="http://schemas.openxmlformats.org/drawingml/2006/main">
              <a:ext uri="{FF2B5EF4-FFF2-40B4-BE49-F238E27FC236}">
                <a16:creationId xmlns:a16="http://schemas.microsoft.com/office/drawing/2014/main" id="{F1028115-98FC-4019-9F49-F69880363913}"/>
              </a:ext>
            </a:extLst>
          </p:cNvPr>
          <p:cNvPicPr>
            <a:picLocks xmlns:a="http://schemas.openxmlformats.org/drawingml/2006/main" noChangeAspect="1"/>
          </p:cNvPicPr>
          <p:nvPr/>
        </p:nvPicPr>
        <p:blipFill>
          <a:blip xmlns:r="http://schemas.openxmlformats.org/officeDocument/2006/relationships" xmlns:a="http://schemas.openxmlformats.org/drawingml/2006/main" r:embed="Rb03905f003cd4b94">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9172575" y="4033540"/>
            <a:ext cx="95250" cy="143470"/>
          </a:xfrm>
          <a:prstGeom xmlns:a="http://schemas.openxmlformats.org/drawingml/2006/main" prst="rect">
            <a:avLst/>
          </a:prstGeom>
        </p:spPr>
      </p:pic>
      <p:pic>
        <p:nvPicPr>
          <p:cNvPr id="83" name="power-rf-2--1-ticklabel-0" descr="-f_c">
            <a:extLst xmlns:a="http://schemas.openxmlformats.org/drawingml/2006/main">
              <a:ext uri="{FF2B5EF4-FFF2-40B4-BE49-F238E27FC236}">
                <a16:creationId xmlns:a16="http://schemas.microsoft.com/office/drawing/2014/main" id="{B351E12D-DE2D-48E0-9F93-A51C98F2D773}"/>
              </a:ext>
            </a:extLst>
          </p:cNvPr>
          <p:cNvPicPr>
            <a:picLocks xmlns:a="http://schemas.openxmlformats.org/drawingml/2006/main" noChangeAspect="1"/>
          </p:cNvPicPr>
          <p:nvPr/>
        </p:nvPicPr>
        <p:blipFill>
          <a:blip xmlns:r="http://schemas.openxmlformats.org/officeDocument/2006/relationships" xmlns:a="http://schemas.openxmlformats.org/drawingml/2006/main" r:embed="Re6e5c0aeb2a24842">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7948613" y="4408170"/>
            <a:ext cx="304800" cy="156210"/>
          </a:xfrm>
          <a:prstGeom xmlns:a="http://schemas.openxmlformats.org/drawingml/2006/main" prst="rect">
            <a:avLst/>
          </a:prstGeom>
        </p:spPr>
      </p:pic>
      <p:pic>
        <p:nvPicPr>
          <p:cNvPr id="84" name="power-rf-2-1-domain" descr="f">
            <a:extLst xmlns:a="http://schemas.openxmlformats.org/drawingml/2006/main">
              <a:ext uri="{FF2B5EF4-FFF2-40B4-BE49-F238E27FC236}">
                <a16:creationId xmlns:a16="http://schemas.microsoft.com/office/drawing/2014/main" id="{EB103DA4-850A-4649-8BAD-4F41DD95164C}"/>
              </a:ext>
            </a:extLst>
          </p:cNvPr>
          <p:cNvPicPr>
            <a:picLocks xmlns:a="http://schemas.openxmlformats.org/drawingml/2006/main" noChangeAspect="1"/>
          </p:cNvPicPr>
          <p:nvPr/>
        </p:nvPicPr>
        <p:blipFill>
          <a:blip xmlns:r="http://schemas.openxmlformats.org/officeDocument/2006/relationships" xmlns:a="http://schemas.openxmlformats.org/drawingml/2006/main" r:embed="R4e905d67de7e4428">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11496675" y="4033540"/>
            <a:ext cx="95250" cy="143470"/>
          </a:xfrm>
          <a:prstGeom xmlns:a="http://schemas.openxmlformats.org/drawingml/2006/main" prst="rect">
            <a:avLst/>
          </a:prstGeom>
        </p:spPr>
      </p:pic>
      <p:pic>
        <p:nvPicPr>
          <p:cNvPr id="85" name="power-rf-2-1-ticklabel-0" descr="f_c">
            <a:extLst xmlns:a="http://schemas.openxmlformats.org/drawingml/2006/main">
              <a:ext uri="{FF2B5EF4-FFF2-40B4-BE49-F238E27FC236}">
                <a16:creationId xmlns:a16="http://schemas.microsoft.com/office/drawing/2014/main" id="{2ECED446-2088-4135-8046-71ABF39639AC}"/>
              </a:ext>
            </a:extLst>
          </p:cNvPr>
          <p:cNvPicPr>
            <a:picLocks xmlns:a="http://schemas.openxmlformats.org/drawingml/2006/main" noChangeAspect="1"/>
          </p:cNvPicPr>
          <p:nvPr/>
        </p:nvPicPr>
        <p:blipFill>
          <a:blip xmlns:r="http://schemas.openxmlformats.org/officeDocument/2006/relationships" xmlns:a="http://schemas.openxmlformats.org/drawingml/2006/main" r:embed="R5bd6bcd36b0e4bea">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10348913" y="4401026"/>
            <a:ext cx="152400" cy="170498"/>
          </a:xfrm>
          <a:prstGeom xmlns:a="http://schemas.openxmlformats.org/drawingml/2006/main" prst="rect">
            <a:avLst/>
          </a:prstGeom>
        </p:spPr>
      </p:pic>
      <p:pic>
        <p:nvPicPr>
          <p:cNvPr id="86" name="power-3" descr="m^3(t)=\frac34\cos(2\pi f_mt)+\frac14\cos(6\pi f_mt)">
            <a:extLst xmlns:a="http://schemas.openxmlformats.org/drawingml/2006/main">
              <a:ext uri="{FF2B5EF4-FFF2-40B4-BE49-F238E27FC236}">
                <a16:creationId xmlns:a16="http://schemas.microsoft.com/office/drawing/2014/main" id="{7A0FCCDF-0D02-4F8F-90C6-ED46141A87A3}"/>
              </a:ext>
            </a:extLst>
          </p:cNvPr>
          <p:cNvPicPr>
            <a:picLocks xmlns:a="http://schemas.openxmlformats.org/drawingml/2006/main" noChangeAspect="1"/>
          </p:cNvPicPr>
          <p:nvPr/>
        </p:nvPicPr>
        <p:blipFill>
          <a:blip xmlns:r="http://schemas.openxmlformats.org/officeDocument/2006/relationships" xmlns:a="http://schemas.openxmlformats.org/drawingml/2006/main" r:embed="R648f6dc57469497a">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609600" y="4731157"/>
            <a:ext cx="4629150" cy="319861"/>
          </a:xfrm>
          <a:prstGeom xmlns:a="http://schemas.openxmlformats.org/drawingml/2006/main" prst="rect">
            <a:avLst/>
          </a:prstGeom>
        </p:spPr>
      </p:pic>
      <p:pic>
        <p:nvPicPr>
          <p:cNvPr id="87" name="power-axis-3-domain" descr="f">
            <a:extLst xmlns:a="http://schemas.openxmlformats.org/drawingml/2006/main">
              <a:ext uri="{FF2B5EF4-FFF2-40B4-BE49-F238E27FC236}">
                <a16:creationId xmlns:a16="http://schemas.microsoft.com/office/drawing/2014/main" id="{D147B137-B171-4380-9156-90F3155175D7}"/>
              </a:ext>
            </a:extLst>
          </p:cNvPr>
          <p:cNvPicPr>
            <a:picLocks xmlns:a="http://schemas.openxmlformats.org/drawingml/2006/main" noChangeAspect="1"/>
          </p:cNvPicPr>
          <p:nvPr/>
        </p:nvPicPr>
        <p:blipFill>
          <a:blip xmlns:r="http://schemas.openxmlformats.org/officeDocument/2006/relationships" xmlns:a="http://schemas.openxmlformats.org/drawingml/2006/main" r:embed="R84b0016cb8844787">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3838575" y="5462290"/>
            <a:ext cx="95250" cy="143470"/>
          </a:xfrm>
          <a:prstGeom xmlns:a="http://schemas.openxmlformats.org/drawingml/2006/main" prst="rect">
            <a:avLst/>
          </a:prstGeom>
        </p:spPr>
      </p:pic>
      <p:pic>
        <p:nvPicPr>
          <p:cNvPr id="88" name="power-axis-3-ticklabel-0" descr="0">
            <a:extLst xmlns:a="http://schemas.openxmlformats.org/drawingml/2006/main">
              <a:ext uri="{FF2B5EF4-FFF2-40B4-BE49-F238E27FC236}">
                <a16:creationId xmlns:a16="http://schemas.microsoft.com/office/drawing/2014/main" id="{593F8BF2-7EBE-40C7-9EE7-A777D3C5A6DF}"/>
              </a:ext>
            </a:extLst>
          </p:cNvPr>
          <p:cNvPicPr>
            <a:picLocks xmlns:a="http://schemas.openxmlformats.org/drawingml/2006/main" noChangeAspect="1"/>
          </p:cNvPicPr>
          <p:nvPr/>
        </p:nvPicPr>
        <p:blipFill>
          <a:blip xmlns:r="http://schemas.openxmlformats.org/officeDocument/2006/relationships" xmlns:a="http://schemas.openxmlformats.org/drawingml/2006/main" r:embed="Re1a78a73f7b042c9">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2276475" y="5851088"/>
            <a:ext cx="114300" cy="127873"/>
          </a:xfrm>
          <a:prstGeom xmlns:a="http://schemas.openxmlformats.org/drawingml/2006/main" prst="rect">
            <a:avLst/>
          </a:prstGeom>
        </p:spPr>
      </p:pic>
      <p:pic>
        <p:nvPicPr>
          <p:cNvPr id="89" name="power-axis-3-ticklabel-1" descr="-3f_m">
            <a:extLst xmlns:a="http://schemas.openxmlformats.org/drawingml/2006/main">
              <a:ext uri="{FF2B5EF4-FFF2-40B4-BE49-F238E27FC236}">
                <a16:creationId xmlns:a16="http://schemas.microsoft.com/office/drawing/2014/main" id="{8819E754-693C-4915-96E5-D9D6637A2668}"/>
              </a:ext>
            </a:extLst>
          </p:cNvPr>
          <p:cNvPicPr>
            <a:picLocks xmlns:a="http://schemas.openxmlformats.org/drawingml/2006/main" noChangeAspect="1"/>
          </p:cNvPicPr>
          <p:nvPr/>
        </p:nvPicPr>
        <p:blipFill>
          <a:blip xmlns:r="http://schemas.openxmlformats.org/officeDocument/2006/relationships" xmlns:a="http://schemas.openxmlformats.org/drawingml/2006/main" r:embed="Rc1fede07a4b643f6">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888914" y="5833467"/>
            <a:ext cx="495300" cy="163116"/>
          </a:xfrm>
          <a:prstGeom xmlns:a="http://schemas.openxmlformats.org/drawingml/2006/main" prst="rect">
            <a:avLst/>
          </a:prstGeom>
        </p:spPr>
      </p:pic>
      <p:pic>
        <p:nvPicPr>
          <p:cNvPr id="90" name="power-axis-3-ticklabel-2" descr="-f_m">
            <a:extLst xmlns:a="http://schemas.openxmlformats.org/drawingml/2006/main">
              <a:ext uri="{FF2B5EF4-FFF2-40B4-BE49-F238E27FC236}">
                <a16:creationId xmlns:a16="http://schemas.microsoft.com/office/drawing/2014/main" id="{BAA6D960-CC87-49D2-9E11-5F536072E31F}"/>
              </a:ext>
            </a:extLst>
          </p:cNvPr>
          <p:cNvPicPr>
            <a:picLocks xmlns:a="http://schemas.openxmlformats.org/drawingml/2006/main" noChangeAspect="1"/>
          </p:cNvPicPr>
          <p:nvPr/>
        </p:nvPicPr>
        <p:blipFill>
          <a:blip xmlns:r="http://schemas.openxmlformats.org/officeDocument/2006/relationships" xmlns:a="http://schemas.openxmlformats.org/drawingml/2006/main" r:embed="R998dcd1b26744647">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1744105" y="5834658"/>
            <a:ext cx="381000" cy="160734"/>
          </a:xfrm>
          <a:prstGeom xmlns:a="http://schemas.openxmlformats.org/drawingml/2006/main" prst="rect">
            <a:avLst/>
          </a:prstGeom>
        </p:spPr>
      </p:pic>
      <p:pic>
        <p:nvPicPr>
          <p:cNvPr id="91" name="power-axis-3-ticklabel-3" descr="f_m">
            <a:extLst xmlns:a="http://schemas.openxmlformats.org/drawingml/2006/main">
              <a:ext uri="{FF2B5EF4-FFF2-40B4-BE49-F238E27FC236}">
                <a16:creationId xmlns:a16="http://schemas.microsoft.com/office/drawing/2014/main" id="{2F09552F-6B50-448D-A90B-45D3C4520446}"/>
              </a:ext>
            </a:extLst>
          </p:cNvPr>
          <p:cNvPicPr>
            <a:picLocks xmlns:a="http://schemas.openxmlformats.org/drawingml/2006/main" noChangeAspect="1"/>
          </p:cNvPicPr>
          <p:nvPr/>
        </p:nvPicPr>
        <p:blipFill>
          <a:blip xmlns:r="http://schemas.openxmlformats.org/officeDocument/2006/relationships" xmlns:a="http://schemas.openxmlformats.org/drawingml/2006/main" r:embed="Rb0907e3116754778">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2627870" y="5834807"/>
            <a:ext cx="209550" cy="160437"/>
          </a:xfrm>
          <a:prstGeom xmlns:a="http://schemas.openxmlformats.org/drawingml/2006/main" prst="rect">
            <a:avLst/>
          </a:prstGeom>
        </p:spPr>
      </p:pic>
      <p:pic>
        <p:nvPicPr>
          <p:cNvPr id="92" name="power-axis-3-ticklabel-4" descr="3f_m">
            <a:extLst xmlns:a="http://schemas.openxmlformats.org/drawingml/2006/main">
              <a:ext uri="{FF2B5EF4-FFF2-40B4-BE49-F238E27FC236}">
                <a16:creationId xmlns:a16="http://schemas.microsoft.com/office/drawing/2014/main" id="{C4F124C5-3979-4E3E-B9D4-099FD8237A8B}"/>
              </a:ext>
            </a:extLst>
          </p:cNvPr>
          <p:cNvPicPr>
            <a:picLocks xmlns:a="http://schemas.openxmlformats.org/drawingml/2006/main" noChangeAspect="1"/>
          </p:cNvPicPr>
          <p:nvPr/>
        </p:nvPicPr>
        <p:blipFill>
          <a:blip xmlns:r="http://schemas.openxmlformats.org/officeDocument/2006/relationships" xmlns:a="http://schemas.openxmlformats.org/drawingml/2006/main" r:embed="R5d7cfd6739544393">
            <a:extLst>
              <a:ext uri="{96DAC541-7B7A-43D3-8B79-37D633B846F1}">
                <ns20:svgBlip xmlns:ns20="http://schemas.microsoft.com/office/drawing/2016/SVG/main" r:embed="rIdMathSvg20"/>
              </a:ext>
            </a:extLst>
          </a:blip>
          <a:stretch xmlns:a="http://schemas.openxmlformats.org/drawingml/2006/main"/>
        </p:blipFill>
        <p:spPr>
          <a:xfrm xmlns:a="http://schemas.openxmlformats.org/drawingml/2006/main">
            <a:off x="3368761" y="5834063"/>
            <a:ext cx="323850" cy="161925"/>
          </a:xfrm>
          <a:prstGeom xmlns:a="http://schemas.openxmlformats.org/drawingml/2006/main" prst="rect">
            <a:avLst/>
          </a:prstGeom>
        </p:spPr>
      </p:pic>
      <p:pic>
        <p:nvPicPr>
          <p:cNvPr id="93" name="carrier-operation-3" descr="\times\sin(2\pi f_ct)">
            <a:extLst xmlns:a="http://schemas.openxmlformats.org/drawingml/2006/main">
              <a:ext uri="{FF2B5EF4-FFF2-40B4-BE49-F238E27FC236}">
                <a16:creationId xmlns:a16="http://schemas.microsoft.com/office/drawing/2014/main" id="{9ED073D8-15E4-471A-A1B0-C5D294489CBD}"/>
              </a:ext>
            </a:extLst>
          </p:cNvPr>
          <p:cNvPicPr>
            <a:picLocks xmlns:a="http://schemas.openxmlformats.org/drawingml/2006/main" noChangeAspect="1"/>
          </p:cNvPicPr>
          <p:nvPr/>
        </p:nvPicPr>
        <p:blipFill>
          <a:blip xmlns:r="http://schemas.openxmlformats.org/officeDocument/2006/relationships" xmlns:a="http://schemas.openxmlformats.org/drawingml/2006/main" r:embed="Rfd8ddce605c3437f">
            <a:extLst>
              <a:ext uri="{96DAC541-7B7A-43D3-8B79-37D633B846F1}">
                <ns21:svgBlip xmlns:ns21="http://schemas.microsoft.com/office/drawing/2016/SVG/main" r:embed="rIdMathSvg21"/>
              </a:ext>
            </a:extLst>
          </a:blip>
          <a:stretch xmlns:a="http://schemas.openxmlformats.org/drawingml/2006/main"/>
        </p:blipFill>
        <p:spPr>
          <a:xfrm xmlns:a="http://schemas.openxmlformats.org/drawingml/2006/main">
            <a:off x="4679156" y="5376863"/>
            <a:ext cx="1404938" cy="238125"/>
          </a:xfrm>
          <a:prstGeom xmlns:a="http://schemas.openxmlformats.org/drawingml/2006/main" prst="rect">
            <a:avLst/>
          </a:prstGeom>
        </p:spPr>
      </p:pic>
      <p:pic>
        <p:nvPicPr>
          <p:cNvPr id="94" name="power-rf-3--1-domain" descr="f">
            <a:extLst xmlns:a="http://schemas.openxmlformats.org/drawingml/2006/main">
              <a:ext uri="{FF2B5EF4-FFF2-40B4-BE49-F238E27FC236}">
                <a16:creationId xmlns:a16="http://schemas.microsoft.com/office/drawing/2014/main" id="{F21BD472-81B2-422E-B4C4-EA5B44905045}"/>
              </a:ext>
            </a:extLst>
          </p:cNvPr>
          <p:cNvPicPr>
            <a:picLocks xmlns:a="http://schemas.openxmlformats.org/drawingml/2006/main" noChangeAspect="1"/>
          </p:cNvPicPr>
          <p:nvPr/>
        </p:nvPicPr>
        <p:blipFill>
          <a:blip xmlns:r="http://schemas.openxmlformats.org/officeDocument/2006/relationships" xmlns:a="http://schemas.openxmlformats.org/drawingml/2006/main" r:embed="Rdea796ad9b124a7b">
            <a:extLst>
              <a:ext uri="{96DAC541-7B7A-43D3-8B79-37D633B846F1}">
                <ns22:svgBlip xmlns:ns22="http://schemas.microsoft.com/office/drawing/2016/SVG/main" r:embed="rIdMathSvg22"/>
              </a:ext>
            </a:extLst>
          </a:blip>
          <a:stretch xmlns:a="http://schemas.openxmlformats.org/drawingml/2006/main"/>
        </p:blipFill>
        <p:spPr>
          <a:xfrm xmlns:a="http://schemas.openxmlformats.org/drawingml/2006/main">
            <a:off x="9172575" y="5462290"/>
            <a:ext cx="95250" cy="143470"/>
          </a:xfrm>
          <a:prstGeom xmlns:a="http://schemas.openxmlformats.org/drawingml/2006/main" prst="rect">
            <a:avLst/>
          </a:prstGeom>
        </p:spPr>
      </p:pic>
      <p:pic>
        <p:nvPicPr>
          <p:cNvPr id="95" name="power-rf-3--1-ticklabel-0" descr="-f_c">
            <a:extLst xmlns:a="http://schemas.openxmlformats.org/drawingml/2006/main">
              <a:ext uri="{FF2B5EF4-FFF2-40B4-BE49-F238E27FC236}">
                <a16:creationId xmlns:a16="http://schemas.microsoft.com/office/drawing/2014/main" id="{7CFE8CE7-C502-487D-AC46-99ED7E3FEDFA}"/>
              </a:ext>
            </a:extLst>
          </p:cNvPr>
          <p:cNvPicPr>
            <a:picLocks xmlns:a="http://schemas.openxmlformats.org/drawingml/2006/main" noChangeAspect="1"/>
          </p:cNvPicPr>
          <p:nvPr/>
        </p:nvPicPr>
        <p:blipFill>
          <a:blip xmlns:r="http://schemas.openxmlformats.org/officeDocument/2006/relationships" xmlns:a="http://schemas.openxmlformats.org/drawingml/2006/main" r:embed="R8f7a7c0d4180403a">
            <a:extLst>
              <a:ext uri="{96DAC541-7B7A-43D3-8B79-37D633B846F1}">
                <ns23:svgBlip xmlns:ns23="http://schemas.microsoft.com/office/drawing/2016/SVG/main" r:embed="rIdMathSvg23"/>
              </a:ext>
            </a:extLst>
          </a:blip>
          <a:stretch xmlns:a="http://schemas.openxmlformats.org/drawingml/2006/main"/>
        </p:blipFill>
        <p:spPr>
          <a:xfrm xmlns:a="http://schemas.openxmlformats.org/drawingml/2006/main">
            <a:off x="7948613" y="5836920"/>
            <a:ext cx="304800" cy="156210"/>
          </a:xfrm>
          <a:prstGeom xmlns:a="http://schemas.openxmlformats.org/drawingml/2006/main" prst="rect">
            <a:avLst/>
          </a:prstGeom>
        </p:spPr>
      </p:pic>
      <p:pic>
        <p:nvPicPr>
          <p:cNvPr id="96" name="power-rf-3-1-domain" descr="f">
            <a:extLst xmlns:a="http://schemas.openxmlformats.org/drawingml/2006/main">
              <a:ext uri="{FF2B5EF4-FFF2-40B4-BE49-F238E27FC236}">
                <a16:creationId xmlns:a16="http://schemas.microsoft.com/office/drawing/2014/main" id="{26D822FC-24C0-4570-860C-03E35CFA9B83}"/>
              </a:ext>
            </a:extLst>
          </p:cNvPr>
          <p:cNvPicPr>
            <a:picLocks xmlns:a="http://schemas.openxmlformats.org/drawingml/2006/main" noChangeAspect="1"/>
          </p:cNvPicPr>
          <p:nvPr/>
        </p:nvPicPr>
        <p:blipFill>
          <a:blip xmlns:r="http://schemas.openxmlformats.org/officeDocument/2006/relationships" xmlns:a="http://schemas.openxmlformats.org/drawingml/2006/main" r:embed="Rf4d0755cc4d7422e">
            <a:extLst>
              <a:ext uri="{96DAC541-7B7A-43D3-8B79-37D633B846F1}">
                <ns24:svgBlip xmlns:ns24="http://schemas.microsoft.com/office/drawing/2016/SVG/main" r:embed="rIdMathSvg24"/>
              </a:ext>
            </a:extLst>
          </a:blip>
          <a:stretch xmlns:a="http://schemas.openxmlformats.org/drawingml/2006/main"/>
        </p:blipFill>
        <p:spPr>
          <a:xfrm xmlns:a="http://schemas.openxmlformats.org/drawingml/2006/main">
            <a:off x="11496675" y="5462290"/>
            <a:ext cx="95250" cy="143470"/>
          </a:xfrm>
          <a:prstGeom xmlns:a="http://schemas.openxmlformats.org/drawingml/2006/main" prst="rect">
            <a:avLst/>
          </a:prstGeom>
        </p:spPr>
      </p:pic>
      <p:pic>
        <p:nvPicPr>
          <p:cNvPr id="97" name="power-rf-3-1-ticklabel-0" descr="f_c">
            <a:extLst xmlns:a="http://schemas.openxmlformats.org/drawingml/2006/main">
              <a:ext uri="{FF2B5EF4-FFF2-40B4-BE49-F238E27FC236}">
                <a16:creationId xmlns:a16="http://schemas.microsoft.com/office/drawing/2014/main" id="{28E34FF6-5968-42B0-A911-4E9D8D2C35F4}"/>
              </a:ext>
            </a:extLst>
          </p:cNvPr>
          <p:cNvPicPr>
            <a:picLocks xmlns:a="http://schemas.openxmlformats.org/drawingml/2006/main" noChangeAspect="1"/>
          </p:cNvPicPr>
          <p:nvPr/>
        </p:nvPicPr>
        <p:blipFill>
          <a:blip xmlns:r="http://schemas.openxmlformats.org/officeDocument/2006/relationships" xmlns:a="http://schemas.openxmlformats.org/drawingml/2006/main" r:embed="R9038fe6f5903418b">
            <a:extLst>
              <a:ext uri="{96DAC541-7B7A-43D3-8B79-37D633B846F1}">
                <ns25:svgBlip xmlns:ns25="http://schemas.microsoft.com/office/drawing/2016/SVG/main" r:embed="rIdMathSvg25"/>
              </a:ext>
            </a:extLst>
          </a:blip>
          <a:stretch xmlns:a="http://schemas.openxmlformats.org/drawingml/2006/main"/>
        </p:blipFill>
        <p:spPr>
          <a:xfrm xmlns:a="http://schemas.openxmlformats.org/drawingml/2006/main">
            <a:off x="10348913" y="5829776"/>
            <a:ext cx="152400" cy="170498"/>
          </a:xfrm>
          <a:prstGeom xmlns:a="http://schemas.openxmlformats.org/drawingml/2006/main" prst="rect">
            <a:avLst/>
          </a:prstGeom>
        </p:spPr>
      </p:pic>
      <p:pic>
        <p:nvPicPr>
          <p:cNvPr id="98" name="power-result" descr="f_c\pm2f_m,\quad f_c\pm3f_m,\quad\ldots">
            <a:extLst xmlns:a="http://schemas.openxmlformats.org/drawingml/2006/main">
              <a:ext uri="{FF2B5EF4-FFF2-40B4-BE49-F238E27FC236}">
                <a16:creationId xmlns:a16="http://schemas.microsoft.com/office/drawing/2014/main" id="{19E84210-F520-438E-BB0C-2835E714F152}"/>
              </a:ext>
            </a:extLst>
          </p:cNvPr>
          <p:cNvPicPr>
            <a:picLocks xmlns:a="http://schemas.openxmlformats.org/drawingml/2006/main" noChangeAspect="1"/>
          </p:cNvPicPr>
          <p:nvPr/>
        </p:nvPicPr>
        <p:blipFill>
          <a:blip xmlns:r="http://schemas.openxmlformats.org/officeDocument/2006/relationships" xmlns:a="http://schemas.openxmlformats.org/drawingml/2006/main" r:embed="Rd89a4f67dd614d31">
            <a:extLst>
              <a:ext uri="{96DAC541-7B7A-43D3-8B79-37D633B846F1}">
                <ns26:svgBlip xmlns:ns26="http://schemas.microsoft.com/office/drawing/2016/SVG/main" r:embed="rIdMathSvg26"/>
              </a:ext>
            </a:extLst>
          </a:blip>
          <a:stretch xmlns:a="http://schemas.openxmlformats.org/drawingml/2006/main"/>
        </p:blipFill>
        <p:spPr>
          <a:xfrm xmlns:a="http://schemas.openxmlformats.org/drawingml/2006/main">
            <a:off x="6748463" y="6335911"/>
            <a:ext cx="3571875" cy="253603"/>
          </a:xfrm>
          <a:prstGeom xmlns:a="http://schemas.openxmlformats.org/drawingml/2006/main" prst="rect">
            <a:avLst/>
          </a:prstGeom>
        </p:spPr>
      </p:pic>
    </p:spTree>
    <p:extLst>
      <p:ext uri="{BB962C8B-B14F-4D97-AF65-F5344CB8AC3E}">
        <p14:creationId xmlns:p14="http://schemas.microsoft.com/office/powerpoint/2010/main" val="86189107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4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par>
                                <p:cTn id="13" presetID="10"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400"/>
                                        <p:tgtEl>
                                          <p:spTgt spid="30"/>
                                        </p:tgtEl>
                                      </p:cBhvr>
                                    </p:animEffect>
                                  </p:childTnLst>
                                </p:cTn>
                              </p:par>
                              <p:par>
                                <p:cTn id="19" presetID="10" presetClass="entr" presetSubtype="0" fill="hold" nodeType="withEffect">
                                  <p:stCondLst>
                                    <p:cond delay="0"/>
                                  </p:stCondLst>
                                  <p:childTnLst>
                                    <p:set>
                                      <p:cBhvr>
                                        <p:cTn id="20" dur="1" fill="hold">
                                          <p:stCondLst>
                                            <p:cond delay="0"/>
                                          </p:stCondLst>
                                        </p:cTn>
                                        <p:tgtEl>
                                          <p:spTgt spid="81"/>
                                        </p:tgtEl>
                                        <p:attrNameLst>
                                          <p:attrName>style.visibility</p:attrName>
                                        </p:attrNameLst>
                                      </p:cBhvr>
                                      <p:to>
                                        <p:strVal val="visible"/>
                                      </p:to>
                                    </p:set>
                                    <p:animEffect transition="in" filter="fade">
                                      <p:cBhvr>
                                        <p:cTn id="21" dur="400"/>
                                        <p:tgtEl>
                                          <p:spTgt spid="81"/>
                                        </p:tgtEl>
                                      </p:cBhvr>
                                    </p:animEffect>
                                  </p:childTnLst>
                                </p:cTn>
                              </p:par>
                              <p:par>
                                <p:cTn id="22" presetID="10" presetClass="entr" presetSubtype="0"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400"/>
                                        <p:tgtEl>
                                          <p:spTgt spid="31"/>
                                        </p:tgtEl>
                                      </p:cBhvr>
                                    </p:animEffect>
                                  </p:childTnLst>
                                </p:cTn>
                              </p:par>
                              <p:par>
                                <p:cTn id="25" presetID="10"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par>
                                <p:cTn id="28" presetID="10" presetClass="entr" presetSubtype="0"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400"/>
                                        <p:tgtEl>
                                          <p:spTgt spid="36"/>
                                        </p:tgtEl>
                                      </p:cBhvr>
                                    </p:animEffect>
                                  </p:childTnLst>
                                </p:cTn>
                              </p:par>
                              <p:par>
                                <p:cTn id="31" presetID="10"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400"/>
                                        <p:tgtEl>
                                          <p:spTgt spid="37"/>
                                        </p:tgtEl>
                                      </p:cBhvr>
                                    </p:animEffect>
                                  </p:childTnLst>
                                </p:cTn>
                              </p:par>
                              <p:par>
                                <p:cTn id="34" presetID="10" presetClass="entr" presetSubtype="0" fill="hold"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400"/>
                                        <p:tgtEl>
                                          <p:spTgt spid="38"/>
                                        </p:tgtEl>
                                      </p:cBhvr>
                                    </p:animEffect>
                                  </p:childTnLst>
                                </p:cTn>
                              </p:par>
                              <p:par>
                                <p:cTn id="37" presetID="10" presetClass="entr" presetSubtype="0" fill="hold" nodeType="with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400"/>
                                        <p:tgtEl>
                                          <p:spTgt spid="42"/>
                                        </p:tgtEl>
                                      </p:cBhvr>
                                    </p:animEffect>
                                  </p:childTnLst>
                                </p:cTn>
                              </p:par>
                              <p:par>
                                <p:cTn id="40" presetID="10" presetClass="entr" presetSubtype="0" fill="hold"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par>
                                <p:cTn id="43" presetID="10"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400"/>
                                        <p:tgtEl>
                                          <p:spTgt spid="4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86"/>
                                        </p:tgtEl>
                                        <p:attrNameLst>
                                          <p:attrName>style.visibility</p:attrName>
                                        </p:attrNameLst>
                                      </p:cBhvr>
                                      <p:to>
                                        <p:strVal val="visible"/>
                                      </p:to>
                                    </p:set>
                                    <p:animEffect transition="in" filter="fade">
                                      <p:cBhvr>
                                        <p:cTn id="50" dur="400"/>
                                        <p:tgtEl>
                                          <p:spTgt spid="8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400"/>
                                        <p:tgtEl>
                                          <p:spTgt spid="52"/>
                                        </p:tgtEl>
                                      </p:cBhvr>
                                    </p:animEffect>
                                  </p:childTnLst>
                                </p:cTn>
                              </p:par>
                              <p:par>
                                <p:cTn id="56" presetID="10" presetClass="entr" presetSubtype="0" fill="hold"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400"/>
                                        <p:tgtEl>
                                          <p:spTgt spid="53"/>
                                        </p:tgtEl>
                                      </p:cBhvr>
                                    </p:animEffect>
                                  </p:childTnLst>
                                </p:cTn>
                              </p:par>
                              <p:par>
                                <p:cTn id="59" presetID="10" presetClass="entr" presetSubtype="0" fill="hold" nodeType="with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fade">
                                      <p:cBhvr>
                                        <p:cTn id="61" dur="400"/>
                                        <p:tgtEl>
                                          <p:spTgt spid="54"/>
                                        </p:tgtEl>
                                      </p:cBhvr>
                                    </p:animEffect>
                                  </p:childTnLst>
                                </p:cTn>
                              </p:par>
                              <p:par>
                                <p:cTn id="62" presetID="10" presetClass="entr" presetSubtype="0" fill="hold" nodeType="with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p:cTn id="64" dur="400"/>
                                        <p:tgtEl>
                                          <p:spTgt spid="55"/>
                                        </p:tgtEl>
                                      </p:cBhvr>
                                    </p:animEffect>
                                  </p:childTnLst>
                                </p:cTn>
                              </p:par>
                              <p:par>
                                <p:cTn id="65" presetID="10" presetClass="entr" presetSubtype="0" fill="hold" nodeType="with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fade">
                                      <p:cBhvr>
                                        <p:cTn id="67" dur="400"/>
                                        <p:tgtEl>
                                          <p:spTgt spid="93"/>
                                        </p:tgtEl>
                                      </p:cBhvr>
                                    </p:animEffect>
                                  </p:childTnLst>
                                </p:cTn>
                              </p:par>
                              <p:par>
                                <p:cTn id="68" presetID="10" presetClass="entr" presetSubtype="0" fill="hold" nodeType="withEffect">
                                  <p:stCondLst>
                                    <p:cond delay="0"/>
                                  </p:stCondLst>
                                  <p:childTnLst>
                                    <p:set>
                                      <p:cBhvr>
                                        <p:cTn id="69" dur="1" fill="hold">
                                          <p:stCondLst>
                                            <p:cond delay="0"/>
                                          </p:stCondLst>
                                        </p:cTn>
                                        <p:tgtEl>
                                          <p:spTgt spid="56"/>
                                        </p:tgtEl>
                                        <p:attrNameLst>
                                          <p:attrName>style.visibility</p:attrName>
                                        </p:attrNameLst>
                                      </p:cBhvr>
                                      <p:to>
                                        <p:strVal val="visible"/>
                                      </p:to>
                                    </p:set>
                                    <p:animEffect transition="in" filter="fade">
                                      <p:cBhvr>
                                        <p:cTn id="70" dur="400"/>
                                        <p:tgtEl>
                                          <p:spTgt spid="56"/>
                                        </p:tgtEl>
                                      </p:cBhvr>
                                    </p:animEffect>
                                  </p:childTnLst>
                                </p:cTn>
                              </p:par>
                              <p:par>
                                <p:cTn id="71" presetID="10" presetClass="entr" presetSubtype="0" fill="hold" nodeType="withEffect">
                                  <p:stCondLst>
                                    <p:cond delay="0"/>
                                  </p:stCondLst>
                                  <p:childTnLst>
                                    <p:set>
                                      <p:cBhvr>
                                        <p:cTn id="72" dur="1" fill="hold">
                                          <p:stCondLst>
                                            <p:cond delay="0"/>
                                          </p:stCondLst>
                                        </p:cTn>
                                        <p:tgtEl>
                                          <p:spTgt spid="57"/>
                                        </p:tgtEl>
                                        <p:attrNameLst>
                                          <p:attrName>style.visibility</p:attrName>
                                        </p:attrNameLst>
                                      </p:cBhvr>
                                      <p:to>
                                        <p:strVal val="visible"/>
                                      </p:to>
                                    </p:set>
                                    <p:animEffect transition="in" filter="fade">
                                      <p:cBhvr>
                                        <p:cTn id="73" dur="400"/>
                                        <p:tgtEl>
                                          <p:spTgt spid="57"/>
                                        </p:tgtEl>
                                      </p:cBhvr>
                                    </p:animEffect>
                                  </p:childTnLst>
                                </p:cTn>
                              </p:par>
                              <p:par>
                                <p:cTn id="74" presetID="10" presetClass="entr" presetSubtype="0" fill="hold" nodeType="withEffect">
                                  <p:stCondLst>
                                    <p:cond delay="0"/>
                                  </p:stCondLst>
                                  <p:childTnLst>
                                    <p:set>
                                      <p:cBhvr>
                                        <p:cTn id="75" dur="1" fill="hold">
                                          <p:stCondLst>
                                            <p:cond delay="0"/>
                                          </p:stCondLst>
                                        </p:cTn>
                                        <p:tgtEl>
                                          <p:spTgt spid="61"/>
                                        </p:tgtEl>
                                        <p:attrNameLst>
                                          <p:attrName>style.visibility</p:attrName>
                                        </p:attrNameLst>
                                      </p:cBhvr>
                                      <p:to>
                                        <p:strVal val="visible"/>
                                      </p:to>
                                    </p:set>
                                    <p:animEffect transition="in" filter="fade">
                                      <p:cBhvr>
                                        <p:cTn id="76" dur="400"/>
                                        <p:tgtEl>
                                          <p:spTgt spid="61"/>
                                        </p:tgtEl>
                                      </p:cBhvr>
                                    </p:animEffect>
                                  </p:childTnLst>
                                </p:cTn>
                              </p:par>
                              <p:par>
                                <p:cTn id="77" presetID="10" presetClass="entr" presetSubtype="0" fill="hold" nodeType="withEffect">
                                  <p:stCondLst>
                                    <p:cond delay="0"/>
                                  </p:stCondLst>
                                  <p:childTnLst>
                                    <p:set>
                                      <p:cBhvr>
                                        <p:cTn id="78" dur="1" fill="hold">
                                          <p:stCondLst>
                                            <p:cond delay="0"/>
                                          </p:stCondLst>
                                        </p:cTn>
                                        <p:tgtEl>
                                          <p:spTgt spid="62"/>
                                        </p:tgtEl>
                                        <p:attrNameLst>
                                          <p:attrName>style.visibility</p:attrName>
                                        </p:attrNameLst>
                                      </p:cBhvr>
                                      <p:to>
                                        <p:strVal val="visible"/>
                                      </p:to>
                                    </p:set>
                                    <p:animEffect transition="in" filter="fade">
                                      <p:cBhvr>
                                        <p:cTn id="79" dur="400"/>
                                        <p:tgtEl>
                                          <p:spTgt spid="62"/>
                                        </p:tgtEl>
                                      </p:cBhvr>
                                    </p:animEffect>
                                  </p:childTnLst>
                                </p:cTn>
                              </p:par>
                              <p:par>
                                <p:cTn id="80" presetID="10" presetClass="entr" presetSubtype="0" fill="hold" nodeType="withEffect">
                                  <p:stCondLst>
                                    <p:cond delay="0"/>
                                  </p:stCondLst>
                                  <p:childTnLst>
                                    <p:set>
                                      <p:cBhvr>
                                        <p:cTn id="81" dur="1" fill="hold">
                                          <p:stCondLst>
                                            <p:cond delay="0"/>
                                          </p:stCondLst>
                                        </p:cTn>
                                        <p:tgtEl>
                                          <p:spTgt spid="63"/>
                                        </p:tgtEl>
                                        <p:attrNameLst>
                                          <p:attrName>style.visibility</p:attrName>
                                        </p:attrNameLst>
                                      </p:cBhvr>
                                      <p:to>
                                        <p:strVal val="visible"/>
                                      </p:to>
                                    </p:set>
                                    <p:animEffect transition="in" filter="fade">
                                      <p:cBhvr>
                                        <p:cTn id="82" dur="400"/>
                                        <p:tgtEl>
                                          <p:spTgt spid="63"/>
                                        </p:tgtEl>
                                      </p:cBhvr>
                                    </p:animEffect>
                                  </p:childTnLst>
                                </p:cTn>
                              </p:par>
                              <p:par>
                                <p:cTn id="83" presetID="10" presetClass="entr" presetSubtype="0" fill="hold" nodeType="with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400"/>
                                        <p:tgtEl>
                                          <p:spTgt spid="64"/>
                                        </p:tgtEl>
                                      </p:cBhvr>
                                    </p:animEffect>
                                  </p:childTnLst>
                                </p:cTn>
                              </p:par>
                              <p:par>
                                <p:cTn id="86" presetID="10" presetClass="entr" presetSubtype="0" fill="hold" nodeType="withEffect">
                                  <p:stCondLst>
                                    <p:cond delay="0"/>
                                  </p:stCondLst>
                                  <p:childTnLst>
                                    <p:set>
                                      <p:cBhvr>
                                        <p:cTn id="87" dur="1" fill="hold">
                                          <p:stCondLst>
                                            <p:cond delay="0"/>
                                          </p:stCondLst>
                                        </p:cTn>
                                        <p:tgtEl>
                                          <p:spTgt spid="68"/>
                                        </p:tgtEl>
                                        <p:attrNameLst>
                                          <p:attrName>style.visibility</p:attrName>
                                        </p:attrNameLst>
                                      </p:cBhvr>
                                      <p:to>
                                        <p:strVal val="visible"/>
                                      </p:to>
                                    </p:set>
                                    <p:animEffect transition="in" filter="fade">
                                      <p:cBhvr>
                                        <p:cTn id="88" dur="400"/>
                                        <p:tgtEl>
                                          <p:spTgt spid="68"/>
                                        </p:tgtEl>
                                      </p:cBhvr>
                                    </p:animEffect>
                                  </p:childTnLst>
                                </p:cTn>
                              </p:par>
                              <p:par>
                                <p:cTn id="89" presetID="10" presetClass="entr" presetSubtype="0" fill="hold" nodeType="with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fade">
                                      <p:cBhvr>
                                        <p:cTn id="91" dur="400"/>
                                        <p:tgtEl>
                                          <p:spTgt spid="69"/>
                                        </p:tgtEl>
                                      </p:cBhvr>
                                    </p:animEffect>
                                  </p:childTnLst>
                                </p:cTn>
                              </p:par>
                              <p:par>
                                <p:cTn id="92" presetID="10" presetClass="entr" presetSubtype="0" fill="hold" nodeType="withEffect">
                                  <p:stCondLst>
                                    <p:cond delay="0"/>
                                  </p:stCondLst>
                                  <p:childTnLst>
                                    <p:set>
                                      <p:cBhvr>
                                        <p:cTn id="93" dur="1" fill="hold">
                                          <p:stCondLst>
                                            <p:cond delay="0"/>
                                          </p:stCondLst>
                                        </p:cTn>
                                        <p:tgtEl>
                                          <p:spTgt spid="70"/>
                                        </p:tgtEl>
                                        <p:attrNameLst>
                                          <p:attrName>style.visibility</p:attrName>
                                        </p:attrNameLst>
                                      </p:cBhvr>
                                      <p:to>
                                        <p:strVal val="visible"/>
                                      </p:to>
                                    </p:set>
                                    <p:animEffect transition="in" filter="fade">
                                      <p:cBhvr>
                                        <p:cTn id="94" dur="400"/>
                                        <p:tgtEl>
                                          <p:spTgt spid="70"/>
                                        </p:tgtEl>
                                      </p:cBhvr>
                                    </p:animEffect>
                                  </p:childTnLst>
                                </p:cTn>
                              </p:par>
                              <p:par>
                                <p:cTn id="95" presetID="10" presetClass="entr" presetSubtype="0" fill="hold" nodeType="withEffect">
                                  <p:stCondLst>
                                    <p:cond delay="0"/>
                                  </p:stCondLst>
                                  <p:childTnLst>
                                    <p:set>
                                      <p:cBhvr>
                                        <p:cTn id="96" dur="1" fill="hold">
                                          <p:stCondLst>
                                            <p:cond delay="0"/>
                                          </p:stCondLst>
                                        </p:cTn>
                                        <p:tgtEl>
                                          <p:spTgt spid="71"/>
                                        </p:tgtEl>
                                        <p:attrNameLst>
                                          <p:attrName>style.visibility</p:attrName>
                                        </p:attrNameLst>
                                      </p:cBhvr>
                                      <p:to>
                                        <p:strVal val="visible"/>
                                      </p:to>
                                    </p:set>
                                    <p:animEffect transition="in" filter="fade">
                                      <p:cBhvr>
                                        <p:cTn id="97" dur="400"/>
                                        <p:tgtEl>
                                          <p:spTgt spid="7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98"/>
                                        </p:tgtEl>
                                        <p:attrNameLst>
                                          <p:attrName>style.visibility</p:attrName>
                                        </p:attrNameLst>
                                      </p:cBhvr>
                                      <p:to>
                                        <p:strVal val="visible"/>
                                      </p:to>
                                    </p:set>
                                    <p:animEffect transition="in" filter="fade">
                                      <p:cBhvr>
                                        <p:cTn id="102" dur="4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5FA80679-F2F4-4447-B398-C1DB3CC4B37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3678DAF9-23EE-4315-9097-E27DA7951B46}"/>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33CE5A3F-C008-4314-85F4-78F657CDA2F8}"/>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96B2D70E-9136-484D-9DED-900AB7A0A2C2}"/>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C5CB7198-F411-4BA6-AC32-3A524530E89C}"/>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2694871D-0CB5-4ED0-8EED-0124CE25BC9C}"/>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8C6D071F-9BA8-42C0-82C1-BCE84909812C}"/>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5B39836B-3575-4521-9B3E-DC726CE5F2C0}"/>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3F70EFFF-08BB-4603-8DE1-144977732E1E}"/>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A5EF4822-E2F3-46C3-B7C7-47FCEE390CB3}"/>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A3E6127E-9DA3-4FCA-8FA6-8661D15672CA}"/>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F69957CD-C0F9-4C01-9263-7410DDAE571F}"/>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7484CB78-2733-44CC-B21E-531F3A977267}"/>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A5AC9CD5-9790-4BE1-9C5D-3B836A154639}"/>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1AA4B5ED-03A7-4709-BA1C-CD74F449F04F}"/>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835B6B38-B993-4B63-A825-5C0BCDE9F7AD}"/>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E1C226CA-3A64-44BD-B16C-31DE35DC7A91}"/>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4BFA1BA4-2D09-4341-B5FB-B74D1F109FF4}"/>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F7D6DFAD-9981-4D9F-859E-34097008EDE2}"/>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Add the signed signal terms</a:t>
            </a:r>
          </a:p>
        </p:txBody>
      </p:sp>
      <p:sp>
        <p:nvSpPr>
          <p:cNvPr id="22" name="sum-result-title">
            <a:extLst xmlns:a="http://schemas.openxmlformats.org/drawingml/2006/main">
              <a:ext uri="{FF2B5EF4-FFF2-40B4-BE49-F238E27FC236}">
                <a16:creationId xmlns:a16="http://schemas.microsoft.com/office/drawing/2014/main" id="{A6B91C17-EA01-4F82-9890-EB03295BA487}"/>
              </a:ext>
            </a:extLst>
          </p:cNvPr>
          <p:cNvSpPr>
            <a:spLocks xmlns:a="http://schemas.openxmlformats.org/drawingml/2006/main" noGrp="1"/>
          </p:cNvSpPr>
          <p:nvPr/>
        </p:nvSpPr>
        <p:spPr>
          <a:xfrm xmlns:a="http://schemas.openxmlformats.org/drawingml/2006/main">
            <a:off x="6467475" y="4000500"/>
            <a:ext cx="5038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Spectrum of the sum so far</a:t>
            </a:r>
          </a:p>
        </p:txBody>
      </p:sp>
      <p:sp>
        <p:nvSpPr>
          <p:cNvPr id="23" name="sum-axis--1-axis-shaft">
            <a:extLst xmlns:a="http://schemas.openxmlformats.org/drawingml/2006/main">
              <a:ext uri="{FF2B5EF4-FFF2-40B4-BE49-F238E27FC236}">
                <a16:creationId xmlns:a16="http://schemas.microsoft.com/office/drawing/2014/main" id="{3CAF1306-7A73-4DB1-A2AF-51E000038E4E}"/>
              </a:ext>
            </a:extLst>
          </p:cNvPr>
          <p:cNvSpPr>
            <a:spLocks xmlns:a="http://schemas.openxmlformats.org/drawingml/2006/main" noGrp="1"/>
          </p:cNvSpPr>
          <p:nvPr/>
        </p:nvSpPr>
        <p:spPr>
          <a:xfrm xmlns:a="http://schemas.openxmlformats.org/drawingml/2006/main">
            <a:off x="6553200" y="5619750"/>
            <a:ext cx="22574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sum-axis--1-axis-head">
            <a:extLst xmlns:a="http://schemas.openxmlformats.org/drawingml/2006/main">
              <a:ext uri="{FF2B5EF4-FFF2-40B4-BE49-F238E27FC236}">
                <a16:creationId xmlns:a16="http://schemas.microsoft.com/office/drawing/2014/main" id="{6353F756-6B56-42F8-ADAF-CB81336DADB6}"/>
              </a:ext>
            </a:extLst>
          </p:cNvPr>
          <p:cNvSpPr>
            <a:spLocks xmlns:a="http://schemas.openxmlformats.org/drawingml/2006/main" noGrp="1"/>
          </p:cNvSpPr>
          <p:nvPr/>
        </p:nvSpPr>
        <p:spPr>
          <a:xfrm xmlns:a="http://schemas.openxmlformats.org/drawingml/2006/main" rot="5400000">
            <a:off x="8791575" y="55768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5" name="sum-axis--1-tick-0">
            <a:extLst xmlns:a="http://schemas.openxmlformats.org/drawingml/2006/main">
              <a:ext uri="{FF2B5EF4-FFF2-40B4-BE49-F238E27FC236}">
                <a16:creationId xmlns:a16="http://schemas.microsoft.com/office/drawing/2014/main" id="{553A071F-6CDE-4E8E-B818-33DBB77CCD86}"/>
              </a:ext>
            </a:extLst>
          </p:cNvPr>
          <p:cNvSpPr>
            <a:spLocks xmlns:a="http://schemas.openxmlformats.org/drawingml/2006/main" noGrp="1"/>
          </p:cNvSpPr>
          <p:nvPr/>
        </p:nvSpPr>
        <p:spPr>
          <a:xfrm xmlns:a="http://schemas.openxmlformats.org/drawingml/2006/main">
            <a:off x="7724775" y="5619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sum-axis-1-axis-shaft">
            <a:extLst xmlns:a="http://schemas.openxmlformats.org/drawingml/2006/main">
              <a:ext uri="{FF2B5EF4-FFF2-40B4-BE49-F238E27FC236}">
                <a16:creationId xmlns:a16="http://schemas.microsoft.com/office/drawing/2014/main" id="{30481D06-3FE4-4005-BB9E-DB2D0BE3C358}"/>
              </a:ext>
            </a:extLst>
          </p:cNvPr>
          <p:cNvSpPr>
            <a:spLocks xmlns:a="http://schemas.openxmlformats.org/drawingml/2006/main" noGrp="1"/>
          </p:cNvSpPr>
          <p:nvPr/>
        </p:nvSpPr>
        <p:spPr>
          <a:xfrm xmlns:a="http://schemas.openxmlformats.org/drawingml/2006/main">
            <a:off x="9124950" y="5619750"/>
            <a:ext cx="22574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sum-axis-1-axis-head">
            <a:extLst xmlns:a="http://schemas.openxmlformats.org/drawingml/2006/main">
              <a:ext uri="{FF2B5EF4-FFF2-40B4-BE49-F238E27FC236}">
                <a16:creationId xmlns:a16="http://schemas.microsoft.com/office/drawing/2014/main" id="{35A36B58-5B1C-4916-9BF4-3B8F23C43E7F}"/>
              </a:ext>
            </a:extLst>
          </p:cNvPr>
          <p:cNvSpPr>
            <a:spLocks xmlns:a="http://schemas.openxmlformats.org/drawingml/2006/main" noGrp="1"/>
          </p:cNvSpPr>
          <p:nvPr/>
        </p:nvSpPr>
        <p:spPr>
          <a:xfrm xmlns:a="http://schemas.openxmlformats.org/drawingml/2006/main" rot="5400000">
            <a:off x="11363325" y="55768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8" name="sum-axis-1-tick-0">
            <a:extLst xmlns:a="http://schemas.openxmlformats.org/drawingml/2006/main">
              <a:ext uri="{FF2B5EF4-FFF2-40B4-BE49-F238E27FC236}">
                <a16:creationId xmlns:a16="http://schemas.microsoft.com/office/drawing/2014/main" id="{E0A77C1C-70FB-4F28-A376-39CD0C245B04}"/>
              </a:ext>
            </a:extLst>
          </p:cNvPr>
          <p:cNvSpPr>
            <a:spLocks xmlns:a="http://schemas.openxmlformats.org/drawingml/2006/main" noGrp="1"/>
          </p:cNvSpPr>
          <p:nvPr/>
        </p:nvSpPr>
        <p:spPr>
          <a:xfrm xmlns:a="http://schemas.openxmlformats.org/drawingml/2006/main">
            <a:off x="10296525" y="5619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sum-spectrum-0--1-0">
            <a:extLst xmlns:a="http://schemas.openxmlformats.org/drawingml/2006/main">
              <a:ext uri="{FF2B5EF4-FFF2-40B4-BE49-F238E27FC236}">
                <a16:creationId xmlns:a16="http://schemas.microsoft.com/office/drawing/2014/main" id="{C7224BE3-0E15-4ED8-A295-F9B543AA5232}"/>
              </a:ext>
            </a:extLst>
          </p:cNvPr>
          <p:cNvSpPr>
            <a:spLocks xmlns:a="http://schemas.openxmlformats.org/drawingml/2006/main" noGrp="1"/>
          </p:cNvSpPr>
          <p:nvPr/>
        </p:nvSpPr>
        <p:spPr>
          <a:xfrm xmlns:a="http://schemas.openxmlformats.org/drawingml/2006/main">
            <a:off x="7724775" y="4572000"/>
            <a:ext cx="95" cy="1047750"/>
          </a:xfrm>
          <a:custGeom xmlns:a="http://schemas.openxmlformats.org/drawingml/2006/main">
            <a:pathLst>
              <a:path w="95" h="1047750">
                <a:moveTo>
                  <a:pt x="0" y="1047750"/>
                </a:moveTo>
                <a:lnTo>
                  <a:pt x="0" y="0"/>
                </a:lnTo>
              </a:path>
            </a:pathLst>
          </a:custGeom>
          <a:noFill xmlns:a="http://schemas.openxmlformats.org/drawingml/2006/main"/>
          <a:ln xmlns:a="http://schemas.openxmlformats.org/drawingml/2006/main" w="21908">
            <a:solidFill>
              <a:srgbClr val="202020"/>
            </a:solidFill>
          </a:ln>
        </p:spPr>
      </p:sp>
      <p:sp>
        <p:nvSpPr>
          <p:cNvPr id="30" name="sum-spectrum-0-1-0">
            <a:extLst xmlns:a="http://schemas.openxmlformats.org/drawingml/2006/main">
              <a:ext uri="{FF2B5EF4-FFF2-40B4-BE49-F238E27FC236}">
                <a16:creationId xmlns:a16="http://schemas.microsoft.com/office/drawing/2014/main" id="{2CCAD657-C32B-4AC8-B464-BEE24D4744FB}"/>
              </a:ext>
            </a:extLst>
          </p:cNvPr>
          <p:cNvSpPr>
            <a:spLocks xmlns:a="http://schemas.openxmlformats.org/drawingml/2006/main" noGrp="1"/>
          </p:cNvSpPr>
          <p:nvPr/>
        </p:nvSpPr>
        <p:spPr>
          <a:xfrm xmlns:a="http://schemas.openxmlformats.org/drawingml/2006/main">
            <a:off x="10296525" y="4572000"/>
            <a:ext cx="95" cy="1047750"/>
          </a:xfrm>
          <a:custGeom xmlns:a="http://schemas.openxmlformats.org/drawingml/2006/main">
            <a:pathLst>
              <a:path w="95" h="1047750">
                <a:moveTo>
                  <a:pt x="0" y="1047750"/>
                </a:moveTo>
                <a:lnTo>
                  <a:pt x="0" y="0"/>
                </a:lnTo>
              </a:path>
            </a:pathLst>
          </a:custGeom>
          <a:noFill xmlns:a="http://schemas.openxmlformats.org/drawingml/2006/main"/>
          <a:ln xmlns:a="http://schemas.openxmlformats.org/drawingml/2006/main" w="21908">
            <a:solidFill>
              <a:srgbClr val="202020"/>
            </a:solidFill>
          </a:ln>
        </p:spPr>
      </p:sp>
      <p:sp>
        <p:nvSpPr>
          <p:cNvPr id="31" name="sum-spectrum-1--1--1">
            <a:extLst xmlns:a="http://schemas.openxmlformats.org/drawingml/2006/main">
              <a:ext uri="{FF2B5EF4-FFF2-40B4-BE49-F238E27FC236}">
                <a16:creationId xmlns:a16="http://schemas.microsoft.com/office/drawing/2014/main" id="{1CF056F3-7BC9-4EC5-B0A6-F496053079F0}"/>
              </a:ext>
            </a:extLst>
          </p:cNvPr>
          <p:cNvSpPr>
            <a:spLocks xmlns:a="http://schemas.openxmlformats.org/drawingml/2006/main" noGrp="1"/>
          </p:cNvSpPr>
          <p:nvPr/>
        </p:nvSpPr>
        <p:spPr>
          <a:xfrm xmlns:a="http://schemas.openxmlformats.org/drawingml/2006/main">
            <a:off x="8074499" y="5357813"/>
            <a:ext cx="95" cy="261938"/>
          </a:xfrm>
          <a:custGeom xmlns:a="http://schemas.openxmlformats.org/drawingml/2006/main">
            <a:pathLst>
              <a:path w="95" h="261938">
                <a:moveTo>
                  <a:pt x="0" y="261938"/>
                </a:moveTo>
                <a:lnTo>
                  <a:pt x="0" y="0"/>
                </a:lnTo>
              </a:path>
            </a:pathLst>
          </a:custGeom>
          <a:noFill xmlns:a="http://schemas.openxmlformats.org/drawingml/2006/main"/>
          <a:ln xmlns:a="http://schemas.openxmlformats.org/drawingml/2006/main" w="21908">
            <a:solidFill>
              <a:srgbClr val="202020"/>
            </a:solidFill>
          </a:ln>
        </p:spPr>
      </p:sp>
      <p:sp>
        <p:nvSpPr>
          <p:cNvPr id="32" name="sum-spectrum-1--1-0">
            <a:extLst xmlns:a="http://schemas.openxmlformats.org/drawingml/2006/main">
              <a:ext uri="{FF2B5EF4-FFF2-40B4-BE49-F238E27FC236}">
                <a16:creationId xmlns:a16="http://schemas.microsoft.com/office/drawing/2014/main" id="{D35BD5EF-B465-45F9-87A2-8063849ED806}"/>
              </a:ext>
            </a:extLst>
          </p:cNvPr>
          <p:cNvSpPr>
            <a:spLocks xmlns:a="http://schemas.openxmlformats.org/drawingml/2006/main" noGrp="1"/>
          </p:cNvSpPr>
          <p:nvPr/>
        </p:nvSpPr>
        <p:spPr>
          <a:xfrm xmlns:a="http://schemas.openxmlformats.org/drawingml/2006/main">
            <a:off x="7724775" y="4572000"/>
            <a:ext cx="95" cy="1047750"/>
          </a:xfrm>
          <a:custGeom xmlns:a="http://schemas.openxmlformats.org/drawingml/2006/main">
            <a:pathLst>
              <a:path w="95" h="1047750">
                <a:moveTo>
                  <a:pt x="0" y="1047750"/>
                </a:moveTo>
                <a:lnTo>
                  <a:pt x="0" y="0"/>
                </a:lnTo>
              </a:path>
            </a:pathLst>
          </a:custGeom>
          <a:noFill xmlns:a="http://schemas.openxmlformats.org/drawingml/2006/main"/>
          <a:ln xmlns:a="http://schemas.openxmlformats.org/drawingml/2006/main" w="21908">
            <a:solidFill>
              <a:srgbClr val="202020"/>
            </a:solidFill>
          </a:ln>
        </p:spPr>
      </p:sp>
      <p:sp>
        <p:nvSpPr>
          <p:cNvPr id="33" name="sum-spectrum-1--1-1">
            <a:extLst xmlns:a="http://schemas.openxmlformats.org/drawingml/2006/main">
              <a:ext uri="{FF2B5EF4-FFF2-40B4-BE49-F238E27FC236}">
                <a16:creationId xmlns:a16="http://schemas.microsoft.com/office/drawing/2014/main" id="{C9CE2F11-4446-4902-9ECF-70C962039FFC}"/>
              </a:ext>
            </a:extLst>
          </p:cNvPr>
          <p:cNvSpPr>
            <a:spLocks xmlns:a="http://schemas.openxmlformats.org/drawingml/2006/main" noGrp="1"/>
          </p:cNvSpPr>
          <p:nvPr/>
        </p:nvSpPr>
        <p:spPr>
          <a:xfrm xmlns:a="http://schemas.openxmlformats.org/drawingml/2006/main">
            <a:off x="7375051" y="5357813"/>
            <a:ext cx="95" cy="261938"/>
          </a:xfrm>
          <a:custGeom xmlns:a="http://schemas.openxmlformats.org/drawingml/2006/main">
            <a:pathLst>
              <a:path w="95" h="261938">
                <a:moveTo>
                  <a:pt x="0" y="261938"/>
                </a:moveTo>
                <a:lnTo>
                  <a:pt x="0" y="0"/>
                </a:lnTo>
              </a:path>
            </a:pathLst>
          </a:custGeom>
          <a:noFill xmlns:a="http://schemas.openxmlformats.org/drawingml/2006/main"/>
          <a:ln xmlns:a="http://schemas.openxmlformats.org/drawingml/2006/main" w="21908">
            <a:solidFill>
              <a:srgbClr val="202020"/>
            </a:solidFill>
          </a:ln>
        </p:spPr>
      </p:sp>
      <p:sp>
        <p:nvSpPr>
          <p:cNvPr id="34" name="sum-spectrum-1-1--1">
            <a:extLst xmlns:a="http://schemas.openxmlformats.org/drawingml/2006/main">
              <a:ext uri="{FF2B5EF4-FFF2-40B4-BE49-F238E27FC236}">
                <a16:creationId xmlns:a16="http://schemas.microsoft.com/office/drawing/2014/main" id="{D221A27D-FA26-49A6-8811-DC0FF4C55B49}"/>
              </a:ext>
            </a:extLst>
          </p:cNvPr>
          <p:cNvSpPr>
            <a:spLocks xmlns:a="http://schemas.openxmlformats.org/drawingml/2006/main" noGrp="1"/>
          </p:cNvSpPr>
          <p:nvPr/>
        </p:nvSpPr>
        <p:spPr>
          <a:xfrm xmlns:a="http://schemas.openxmlformats.org/drawingml/2006/main">
            <a:off x="9946801" y="5357813"/>
            <a:ext cx="95" cy="261938"/>
          </a:xfrm>
          <a:custGeom xmlns:a="http://schemas.openxmlformats.org/drawingml/2006/main">
            <a:pathLst>
              <a:path w="95" h="261938">
                <a:moveTo>
                  <a:pt x="0" y="261938"/>
                </a:moveTo>
                <a:lnTo>
                  <a:pt x="0" y="0"/>
                </a:lnTo>
              </a:path>
            </a:pathLst>
          </a:custGeom>
          <a:noFill xmlns:a="http://schemas.openxmlformats.org/drawingml/2006/main"/>
          <a:ln xmlns:a="http://schemas.openxmlformats.org/drawingml/2006/main" w="21908">
            <a:solidFill>
              <a:srgbClr val="202020"/>
            </a:solidFill>
          </a:ln>
        </p:spPr>
      </p:sp>
      <p:sp>
        <p:nvSpPr>
          <p:cNvPr id="35" name="sum-spectrum-1-1-0">
            <a:extLst xmlns:a="http://schemas.openxmlformats.org/drawingml/2006/main">
              <a:ext uri="{FF2B5EF4-FFF2-40B4-BE49-F238E27FC236}">
                <a16:creationId xmlns:a16="http://schemas.microsoft.com/office/drawing/2014/main" id="{56DC29D3-BB1C-4993-A144-9B8812823DB2}"/>
              </a:ext>
            </a:extLst>
          </p:cNvPr>
          <p:cNvSpPr>
            <a:spLocks xmlns:a="http://schemas.openxmlformats.org/drawingml/2006/main" noGrp="1"/>
          </p:cNvSpPr>
          <p:nvPr/>
        </p:nvSpPr>
        <p:spPr>
          <a:xfrm xmlns:a="http://schemas.openxmlformats.org/drawingml/2006/main">
            <a:off x="10296525" y="4572000"/>
            <a:ext cx="95" cy="1047750"/>
          </a:xfrm>
          <a:custGeom xmlns:a="http://schemas.openxmlformats.org/drawingml/2006/main">
            <a:pathLst>
              <a:path w="95" h="1047750">
                <a:moveTo>
                  <a:pt x="0" y="1047750"/>
                </a:moveTo>
                <a:lnTo>
                  <a:pt x="0" y="0"/>
                </a:lnTo>
              </a:path>
            </a:pathLst>
          </a:custGeom>
          <a:noFill xmlns:a="http://schemas.openxmlformats.org/drawingml/2006/main"/>
          <a:ln xmlns:a="http://schemas.openxmlformats.org/drawingml/2006/main" w="21908">
            <a:solidFill>
              <a:srgbClr val="202020"/>
            </a:solidFill>
          </a:ln>
        </p:spPr>
      </p:sp>
      <p:sp>
        <p:nvSpPr>
          <p:cNvPr id="36" name="sum-spectrum-1-1-1">
            <a:extLst xmlns:a="http://schemas.openxmlformats.org/drawingml/2006/main">
              <a:ext uri="{FF2B5EF4-FFF2-40B4-BE49-F238E27FC236}">
                <a16:creationId xmlns:a16="http://schemas.microsoft.com/office/drawing/2014/main" id="{91264B69-A63F-4D81-847B-610A44C13697}"/>
              </a:ext>
            </a:extLst>
          </p:cNvPr>
          <p:cNvSpPr>
            <a:spLocks xmlns:a="http://schemas.openxmlformats.org/drawingml/2006/main" noGrp="1"/>
          </p:cNvSpPr>
          <p:nvPr/>
        </p:nvSpPr>
        <p:spPr>
          <a:xfrm xmlns:a="http://schemas.openxmlformats.org/drawingml/2006/main">
            <a:off x="10646249" y="5357813"/>
            <a:ext cx="95" cy="261938"/>
          </a:xfrm>
          <a:custGeom xmlns:a="http://schemas.openxmlformats.org/drawingml/2006/main">
            <a:pathLst>
              <a:path w="95" h="261938">
                <a:moveTo>
                  <a:pt x="0" y="261938"/>
                </a:moveTo>
                <a:lnTo>
                  <a:pt x="0" y="0"/>
                </a:lnTo>
              </a:path>
            </a:pathLst>
          </a:custGeom>
          <a:noFill xmlns:a="http://schemas.openxmlformats.org/drawingml/2006/main"/>
          <a:ln xmlns:a="http://schemas.openxmlformats.org/drawingml/2006/main" w="21908">
            <a:solidFill>
              <a:srgbClr val="202020"/>
            </a:solidFill>
          </a:ln>
        </p:spPr>
      </p:sp>
      <p:sp>
        <p:nvSpPr>
          <p:cNvPr id="37" name="sum-width-1">
            <a:extLst xmlns:a="http://schemas.openxmlformats.org/drawingml/2006/main">
              <a:ext uri="{FF2B5EF4-FFF2-40B4-BE49-F238E27FC236}">
                <a16:creationId xmlns:a16="http://schemas.microsoft.com/office/drawing/2014/main" id="{F67DADE3-42EB-4F75-B452-4F6723B60667}"/>
              </a:ext>
            </a:extLst>
          </p:cNvPr>
          <p:cNvSpPr>
            <a:spLocks xmlns:a="http://schemas.openxmlformats.org/drawingml/2006/main" noGrp="1"/>
          </p:cNvSpPr>
          <p:nvPr/>
        </p:nvSpPr>
        <p:spPr>
          <a:xfrm xmlns:a="http://schemas.openxmlformats.org/drawingml/2006/main">
            <a:off x="9946801" y="6048375"/>
            <a:ext cx="699448"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8" name="sum-width-1-l">
            <a:extLst xmlns:a="http://schemas.openxmlformats.org/drawingml/2006/main">
              <a:ext uri="{FF2B5EF4-FFF2-40B4-BE49-F238E27FC236}">
                <a16:creationId xmlns:a16="http://schemas.microsoft.com/office/drawing/2014/main" id="{EC4198CF-50FD-49E5-B195-0E7E381E9CD2}"/>
              </a:ext>
            </a:extLst>
          </p:cNvPr>
          <p:cNvSpPr>
            <a:spLocks xmlns:a="http://schemas.openxmlformats.org/drawingml/2006/main" noGrp="1"/>
          </p:cNvSpPr>
          <p:nvPr/>
        </p:nvSpPr>
        <p:spPr>
          <a:xfrm xmlns:a="http://schemas.openxmlformats.org/drawingml/2006/main">
            <a:off x="9946801"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9" name="sum-width-1-r">
            <a:extLst xmlns:a="http://schemas.openxmlformats.org/drawingml/2006/main">
              <a:ext uri="{FF2B5EF4-FFF2-40B4-BE49-F238E27FC236}">
                <a16:creationId xmlns:a16="http://schemas.microsoft.com/office/drawing/2014/main" id="{111B960C-BD11-491E-A9CF-319EF54F8304}"/>
              </a:ext>
            </a:extLst>
          </p:cNvPr>
          <p:cNvSpPr>
            <a:spLocks xmlns:a="http://schemas.openxmlformats.org/drawingml/2006/main" noGrp="1"/>
          </p:cNvSpPr>
          <p:nvPr/>
        </p:nvSpPr>
        <p:spPr>
          <a:xfrm xmlns:a="http://schemas.openxmlformats.org/drawingml/2006/main">
            <a:off x="10646249"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0" name="sum-spectrum-2--1--2">
            <a:extLst xmlns:a="http://schemas.openxmlformats.org/drawingml/2006/main">
              <a:ext uri="{FF2B5EF4-FFF2-40B4-BE49-F238E27FC236}">
                <a16:creationId xmlns:a16="http://schemas.microsoft.com/office/drawing/2014/main" id="{04C18E4B-21F5-44A9-8DF9-A9741BE2EE36}"/>
              </a:ext>
            </a:extLst>
          </p:cNvPr>
          <p:cNvSpPr>
            <a:spLocks xmlns:a="http://schemas.openxmlformats.org/drawingml/2006/main" noGrp="1"/>
          </p:cNvSpPr>
          <p:nvPr/>
        </p:nvSpPr>
        <p:spPr>
          <a:xfrm xmlns:a="http://schemas.openxmlformats.org/drawingml/2006/main">
            <a:off x="8424223" y="5587008"/>
            <a:ext cx="95" cy="32742"/>
          </a:xfrm>
          <a:custGeom xmlns:a="http://schemas.openxmlformats.org/drawingml/2006/main">
            <a:pathLst>
              <a:path w="95" h="32742">
                <a:moveTo>
                  <a:pt x="0" y="32742"/>
                </a:moveTo>
                <a:lnTo>
                  <a:pt x="0" y="0"/>
                </a:lnTo>
              </a:path>
            </a:pathLst>
          </a:custGeom>
          <a:noFill xmlns:a="http://schemas.openxmlformats.org/drawingml/2006/main"/>
          <a:ln xmlns:a="http://schemas.openxmlformats.org/drawingml/2006/main" w="21908">
            <a:solidFill>
              <a:srgbClr val="202020"/>
            </a:solidFill>
          </a:ln>
        </p:spPr>
      </p:sp>
      <p:sp>
        <p:nvSpPr>
          <p:cNvPr id="41" name="sum-spectrum-2--1--1">
            <a:extLst xmlns:a="http://schemas.openxmlformats.org/drawingml/2006/main">
              <a:ext uri="{FF2B5EF4-FFF2-40B4-BE49-F238E27FC236}">
                <a16:creationId xmlns:a16="http://schemas.microsoft.com/office/drawing/2014/main" id="{D1D9BFAC-D4F0-4369-932D-E11886FBB165}"/>
              </a:ext>
            </a:extLst>
          </p:cNvPr>
          <p:cNvSpPr>
            <a:spLocks xmlns:a="http://schemas.openxmlformats.org/drawingml/2006/main" noGrp="1"/>
          </p:cNvSpPr>
          <p:nvPr/>
        </p:nvSpPr>
        <p:spPr>
          <a:xfrm xmlns:a="http://schemas.openxmlformats.org/drawingml/2006/main">
            <a:off x="8074499" y="5357813"/>
            <a:ext cx="95" cy="261938"/>
          </a:xfrm>
          <a:custGeom xmlns:a="http://schemas.openxmlformats.org/drawingml/2006/main">
            <a:pathLst>
              <a:path w="95" h="261938">
                <a:moveTo>
                  <a:pt x="0" y="261938"/>
                </a:moveTo>
                <a:lnTo>
                  <a:pt x="0" y="0"/>
                </a:lnTo>
              </a:path>
            </a:pathLst>
          </a:custGeom>
          <a:noFill xmlns:a="http://schemas.openxmlformats.org/drawingml/2006/main"/>
          <a:ln xmlns:a="http://schemas.openxmlformats.org/drawingml/2006/main" w="21908">
            <a:solidFill>
              <a:srgbClr val="202020"/>
            </a:solidFill>
          </a:ln>
        </p:spPr>
      </p:sp>
      <p:sp>
        <p:nvSpPr>
          <p:cNvPr id="42" name="sum-spectrum-2--1-0">
            <a:extLst xmlns:a="http://schemas.openxmlformats.org/drawingml/2006/main">
              <a:ext uri="{FF2B5EF4-FFF2-40B4-BE49-F238E27FC236}">
                <a16:creationId xmlns:a16="http://schemas.microsoft.com/office/drawing/2014/main" id="{2024852E-14DE-4AF6-8492-1C8D842A7D5D}"/>
              </a:ext>
            </a:extLst>
          </p:cNvPr>
          <p:cNvSpPr>
            <a:spLocks xmlns:a="http://schemas.openxmlformats.org/drawingml/2006/main" noGrp="1"/>
          </p:cNvSpPr>
          <p:nvPr/>
        </p:nvSpPr>
        <p:spPr>
          <a:xfrm xmlns:a="http://schemas.openxmlformats.org/drawingml/2006/main">
            <a:off x="7724775" y="4637484"/>
            <a:ext cx="95" cy="982266"/>
          </a:xfrm>
          <a:custGeom xmlns:a="http://schemas.openxmlformats.org/drawingml/2006/main">
            <a:pathLst>
              <a:path w="95" h="982266">
                <a:moveTo>
                  <a:pt x="0" y="982266"/>
                </a:moveTo>
                <a:lnTo>
                  <a:pt x="0" y="0"/>
                </a:lnTo>
              </a:path>
            </a:pathLst>
          </a:custGeom>
          <a:noFill xmlns:a="http://schemas.openxmlformats.org/drawingml/2006/main"/>
          <a:ln xmlns:a="http://schemas.openxmlformats.org/drawingml/2006/main" w="21908">
            <a:solidFill>
              <a:srgbClr val="202020"/>
            </a:solidFill>
          </a:ln>
        </p:spPr>
      </p:sp>
      <p:sp>
        <p:nvSpPr>
          <p:cNvPr id="43" name="sum-spectrum-2--1-1">
            <a:extLst xmlns:a="http://schemas.openxmlformats.org/drawingml/2006/main">
              <a:ext uri="{FF2B5EF4-FFF2-40B4-BE49-F238E27FC236}">
                <a16:creationId xmlns:a16="http://schemas.microsoft.com/office/drawing/2014/main" id="{6991AF31-4989-4FA6-A2CC-C4A8198EE6F8}"/>
              </a:ext>
            </a:extLst>
          </p:cNvPr>
          <p:cNvSpPr>
            <a:spLocks xmlns:a="http://schemas.openxmlformats.org/drawingml/2006/main" noGrp="1"/>
          </p:cNvSpPr>
          <p:nvPr/>
        </p:nvSpPr>
        <p:spPr>
          <a:xfrm xmlns:a="http://schemas.openxmlformats.org/drawingml/2006/main">
            <a:off x="7375051" y="5357813"/>
            <a:ext cx="95" cy="261938"/>
          </a:xfrm>
          <a:custGeom xmlns:a="http://schemas.openxmlformats.org/drawingml/2006/main">
            <a:pathLst>
              <a:path w="95" h="261938">
                <a:moveTo>
                  <a:pt x="0" y="261938"/>
                </a:moveTo>
                <a:lnTo>
                  <a:pt x="0" y="0"/>
                </a:lnTo>
              </a:path>
            </a:pathLst>
          </a:custGeom>
          <a:noFill xmlns:a="http://schemas.openxmlformats.org/drawingml/2006/main"/>
          <a:ln xmlns:a="http://schemas.openxmlformats.org/drawingml/2006/main" w="21908">
            <a:solidFill>
              <a:srgbClr val="202020"/>
            </a:solidFill>
          </a:ln>
        </p:spPr>
      </p:sp>
      <p:sp>
        <p:nvSpPr>
          <p:cNvPr id="44" name="sum-spectrum-2--1-2">
            <a:extLst xmlns:a="http://schemas.openxmlformats.org/drawingml/2006/main">
              <a:ext uri="{FF2B5EF4-FFF2-40B4-BE49-F238E27FC236}">
                <a16:creationId xmlns:a16="http://schemas.microsoft.com/office/drawing/2014/main" id="{BB2ABB45-80FF-40AF-B3F9-D26C486088EC}"/>
              </a:ext>
            </a:extLst>
          </p:cNvPr>
          <p:cNvSpPr>
            <a:spLocks xmlns:a="http://schemas.openxmlformats.org/drawingml/2006/main" noGrp="1"/>
          </p:cNvSpPr>
          <p:nvPr/>
        </p:nvSpPr>
        <p:spPr>
          <a:xfrm xmlns:a="http://schemas.openxmlformats.org/drawingml/2006/main">
            <a:off x="7025327" y="5587008"/>
            <a:ext cx="95" cy="32742"/>
          </a:xfrm>
          <a:custGeom xmlns:a="http://schemas.openxmlformats.org/drawingml/2006/main">
            <a:pathLst>
              <a:path w="95" h="32742">
                <a:moveTo>
                  <a:pt x="0" y="32742"/>
                </a:moveTo>
                <a:lnTo>
                  <a:pt x="0" y="0"/>
                </a:lnTo>
              </a:path>
            </a:pathLst>
          </a:custGeom>
          <a:noFill xmlns:a="http://schemas.openxmlformats.org/drawingml/2006/main"/>
          <a:ln xmlns:a="http://schemas.openxmlformats.org/drawingml/2006/main" w="21908">
            <a:solidFill>
              <a:srgbClr val="202020"/>
            </a:solidFill>
          </a:ln>
        </p:spPr>
      </p:sp>
      <p:sp>
        <p:nvSpPr>
          <p:cNvPr id="45" name="sum-spectrum-2-1--2">
            <a:extLst xmlns:a="http://schemas.openxmlformats.org/drawingml/2006/main">
              <a:ext uri="{FF2B5EF4-FFF2-40B4-BE49-F238E27FC236}">
                <a16:creationId xmlns:a16="http://schemas.microsoft.com/office/drawing/2014/main" id="{BCAD7707-28EB-496A-9229-CC603CAB97E8}"/>
              </a:ext>
            </a:extLst>
          </p:cNvPr>
          <p:cNvSpPr>
            <a:spLocks xmlns:a="http://schemas.openxmlformats.org/drawingml/2006/main" noGrp="1"/>
          </p:cNvSpPr>
          <p:nvPr/>
        </p:nvSpPr>
        <p:spPr>
          <a:xfrm xmlns:a="http://schemas.openxmlformats.org/drawingml/2006/main">
            <a:off x="9597077" y="5587008"/>
            <a:ext cx="95" cy="32742"/>
          </a:xfrm>
          <a:custGeom xmlns:a="http://schemas.openxmlformats.org/drawingml/2006/main">
            <a:pathLst>
              <a:path w="95" h="32742">
                <a:moveTo>
                  <a:pt x="0" y="32742"/>
                </a:moveTo>
                <a:lnTo>
                  <a:pt x="0" y="0"/>
                </a:lnTo>
              </a:path>
            </a:pathLst>
          </a:custGeom>
          <a:noFill xmlns:a="http://schemas.openxmlformats.org/drawingml/2006/main"/>
          <a:ln xmlns:a="http://schemas.openxmlformats.org/drawingml/2006/main" w="21908">
            <a:solidFill>
              <a:srgbClr val="202020"/>
            </a:solidFill>
          </a:ln>
        </p:spPr>
      </p:sp>
      <p:sp>
        <p:nvSpPr>
          <p:cNvPr id="46" name="sum-spectrum-2-1--1">
            <a:extLst xmlns:a="http://schemas.openxmlformats.org/drawingml/2006/main">
              <a:ext uri="{FF2B5EF4-FFF2-40B4-BE49-F238E27FC236}">
                <a16:creationId xmlns:a16="http://schemas.microsoft.com/office/drawing/2014/main" id="{6B7F64AE-B23F-49E7-AF97-205692A35A44}"/>
              </a:ext>
            </a:extLst>
          </p:cNvPr>
          <p:cNvSpPr>
            <a:spLocks xmlns:a="http://schemas.openxmlformats.org/drawingml/2006/main" noGrp="1"/>
          </p:cNvSpPr>
          <p:nvPr/>
        </p:nvSpPr>
        <p:spPr>
          <a:xfrm xmlns:a="http://schemas.openxmlformats.org/drawingml/2006/main">
            <a:off x="9946801" y="5357813"/>
            <a:ext cx="95" cy="261938"/>
          </a:xfrm>
          <a:custGeom xmlns:a="http://schemas.openxmlformats.org/drawingml/2006/main">
            <a:pathLst>
              <a:path w="95" h="261938">
                <a:moveTo>
                  <a:pt x="0" y="261938"/>
                </a:moveTo>
                <a:lnTo>
                  <a:pt x="0" y="0"/>
                </a:lnTo>
              </a:path>
            </a:pathLst>
          </a:custGeom>
          <a:noFill xmlns:a="http://schemas.openxmlformats.org/drawingml/2006/main"/>
          <a:ln xmlns:a="http://schemas.openxmlformats.org/drawingml/2006/main" w="21908">
            <a:solidFill>
              <a:srgbClr val="202020"/>
            </a:solidFill>
          </a:ln>
        </p:spPr>
      </p:sp>
      <p:sp>
        <p:nvSpPr>
          <p:cNvPr id="47" name="sum-spectrum-2-1-0">
            <a:extLst xmlns:a="http://schemas.openxmlformats.org/drawingml/2006/main">
              <a:ext uri="{FF2B5EF4-FFF2-40B4-BE49-F238E27FC236}">
                <a16:creationId xmlns:a16="http://schemas.microsoft.com/office/drawing/2014/main" id="{B0E2C6E1-51D6-4228-B61A-B264177E6028}"/>
              </a:ext>
            </a:extLst>
          </p:cNvPr>
          <p:cNvSpPr>
            <a:spLocks xmlns:a="http://schemas.openxmlformats.org/drawingml/2006/main" noGrp="1"/>
          </p:cNvSpPr>
          <p:nvPr/>
        </p:nvSpPr>
        <p:spPr>
          <a:xfrm xmlns:a="http://schemas.openxmlformats.org/drawingml/2006/main">
            <a:off x="10296525" y="4637484"/>
            <a:ext cx="95" cy="982266"/>
          </a:xfrm>
          <a:custGeom xmlns:a="http://schemas.openxmlformats.org/drawingml/2006/main">
            <a:pathLst>
              <a:path w="95" h="982266">
                <a:moveTo>
                  <a:pt x="0" y="982266"/>
                </a:moveTo>
                <a:lnTo>
                  <a:pt x="0" y="0"/>
                </a:lnTo>
              </a:path>
            </a:pathLst>
          </a:custGeom>
          <a:noFill xmlns:a="http://schemas.openxmlformats.org/drawingml/2006/main"/>
          <a:ln xmlns:a="http://schemas.openxmlformats.org/drawingml/2006/main" w="21908">
            <a:solidFill>
              <a:srgbClr val="202020"/>
            </a:solidFill>
          </a:ln>
        </p:spPr>
      </p:sp>
      <p:sp>
        <p:nvSpPr>
          <p:cNvPr id="48" name="sum-spectrum-2-1-1">
            <a:extLst xmlns:a="http://schemas.openxmlformats.org/drawingml/2006/main">
              <a:ext uri="{FF2B5EF4-FFF2-40B4-BE49-F238E27FC236}">
                <a16:creationId xmlns:a16="http://schemas.microsoft.com/office/drawing/2014/main" id="{2EDC45E1-6F11-4B13-B30C-08908EDE7BF3}"/>
              </a:ext>
            </a:extLst>
          </p:cNvPr>
          <p:cNvSpPr>
            <a:spLocks xmlns:a="http://schemas.openxmlformats.org/drawingml/2006/main" noGrp="1"/>
          </p:cNvSpPr>
          <p:nvPr/>
        </p:nvSpPr>
        <p:spPr>
          <a:xfrm xmlns:a="http://schemas.openxmlformats.org/drawingml/2006/main">
            <a:off x="10646249" y="5357813"/>
            <a:ext cx="95" cy="261938"/>
          </a:xfrm>
          <a:custGeom xmlns:a="http://schemas.openxmlformats.org/drawingml/2006/main">
            <a:pathLst>
              <a:path w="95" h="261938">
                <a:moveTo>
                  <a:pt x="0" y="261938"/>
                </a:moveTo>
                <a:lnTo>
                  <a:pt x="0" y="0"/>
                </a:lnTo>
              </a:path>
            </a:pathLst>
          </a:custGeom>
          <a:noFill xmlns:a="http://schemas.openxmlformats.org/drawingml/2006/main"/>
          <a:ln xmlns:a="http://schemas.openxmlformats.org/drawingml/2006/main" w="21908">
            <a:solidFill>
              <a:srgbClr val="202020"/>
            </a:solidFill>
          </a:ln>
        </p:spPr>
      </p:sp>
      <p:sp>
        <p:nvSpPr>
          <p:cNvPr id="49" name="sum-spectrum-2-1-2">
            <a:extLst xmlns:a="http://schemas.openxmlformats.org/drawingml/2006/main">
              <a:ext uri="{FF2B5EF4-FFF2-40B4-BE49-F238E27FC236}">
                <a16:creationId xmlns:a16="http://schemas.microsoft.com/office/drawing/2014/main" id="{36D0C8E6-FD90-4C0C-B756-8AF73D1C1087}"/>
              </a:ext>
            </a:extLst>
          </p:cNvPr>
          <p:cNvSpPr>
            <a:spLocks xmlns:a="http://schemas.openxmlformats.org/drawingml/2006/main" noGrp="1"/>
          </p:cNvSpPr>
          <p:nvPr/>
        </p:nvSpPr>
        <p:spPr>
          <a:xfrm xmlns:a="http://schemas.openxmlformats.org/drawingml/2006/main">
            <a:off x="10995973" y="5587008"/>
            <a:ext cx="95" cy="32742"/>
          </a:xfrm>
          <a:custGeom xmlns:a="http://schemas.openxmlformats.org/drawingml/2006/main">
            <a:pathLst>
              <a:path w="95" h="32742">
                <a:moveTo>
                  <a:pt x="0" y="32742"/>
                </a:moveTo>
                <a:lnTo>
                  <a:pt x="0" y="0"/>
                </a:lnTo>
              </a:path>
            </a:pathLst>
          </a:custGeom>
          <a:noFill xmlns:a="http://schemas.openxmlformats.org/drawingml/2006/main"/>
          <a:ln xmlns:a="http://schemas.openxmlformats.org/drawingml/2006/main" w="21908">
            <a:solidFill>
              <a:srgbClr val="202020"/>
            </a:solidFill>
          </a:ln>
        </p:spPr>
      </p:sp>
      <p:sp>
        <p:nvSpPr>
          <p:cNvPr id="50" name="sum-width-2">
            <a:extLst xmlns:a="http://schemas.openxmlformats.org/drawingml/2006/main">
              <a:ext uri="{FF2B5EF4-FFF2-40B4-BE49-F238E27FC236}">
                <a16:creationId xmlns:a16="http://schemas.microsoft.com/office/drawing/2014/main" id="{7384878B-17CA-4E32-AE02-398B0072F553}"/>
              </a:ext>
            </a:extLst>
          </p:cNvPr>
          <p:cNvSpPr>
            <a:spLocks xmlns:a="http://schemas.openxmlformats.org/drawingml/2006/main" noGrp="1"/>
          </p:cNvSpPr>
          <p:nvPr/>
        </p:nvSpPr>
        <p:spPr>
          <a:xfrm xmlns:a="http://schemas.openxmlformats.org/drawingml/2006/main">
            <a:off x="9597077" y="6048375"/>
            <a:ext cx="1398896"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1" name="sum-width-2-l">
            <a:extLst xmlns:a="http://schemas.openxmlformats.org/drawingml/2006/main">
              <a:ext uri="{FF2B5EF4-FFF2-40B4-BE49-F238E27FC236}">
                <a16:creationId xmlns:a16="http://schemas.microsoft.com/office/drawing/2014/main" id="{D748D443-F8F3-4FD9-951E-75213B6DB1D1}"/>
              </a:ext>
            </a:extLst>
          </p:cNvPr>
          <p:cNvSpPr>
            <a:spLocks xmlns:a="http://schemas.openxmlformats.org/drawingml/2006/main" noGrp="1"/>
          </p:cNvSpPr>
          <p:nvPr/>
        </p:nvSpPr>
        <p:spPr>
          <a:xfrm xmlns:a="http://schemas.openxmlformats.org/drawingml/2006/main">
            <a:off x="9597077"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2" name="sum-width-2-r">
            <a:extLst xmlns:a="http://schemas.openxmlformats.org/drawingml/2006/main">
              <a:ext uri="{FF2B5EF4-FFF2-40B4-BE49-F238E27FC236}">
                <a16:creationId xmlns:a16="http://schemas.microsoft.com/office/drawing/2014/main" id="{711EDDC2-8AED-438F-A4E6-BB60A1786DD1}"/>
              </a:ext>
            </a:extLst>
          </p:cNvPr>
          <p:cNvSpPr>
            <a:spLocks xmlns:a="http://schemas.openxmlformats.org/drawingml/2006/main" noGrp="1"/>
          </p:cNvSpPr>
          <p:nvPr/>
        </p:nvSpPr>
        <p:spPr>
          <a:xfrm xmlns:a="http://schemas.openxmlformats.org/drawingml/2006/main">
            <a:off x="10995973"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3" name="sum-spectrum-3--1--3">
            <a:extLst xmlns:a="http://schemas.openxmlformats.org/drawingml/2006/main">
              <a:ext uri="{FF2B5EF4-FFF2-40B4-BE49-F238E27FC236}">
                <a16:creationId xmlns:a16="http://schemas.microsoft.com/office/drawing/2014/main" id="{3C8EB9CB-68F5-4B49-ADF5-3042231E5E9C}"/>
              </a:ext>
            </a:extLst>
          </p:cNvPr>
          <p:cNvSpPr>
            <a:spLocks xmlns:a="http://schemas.openxmlformats.org/drawingml/2006/main" noGrp="1"/>
          </p:cNvSpPr>
          <p:nvPr/>
        </p:nvSpPr>
        <p:spPr>
          <a:xfrm xmlns:a="http://schemas.openxmlformats.org/drawingml/2006/main">
            <a:off x="8773947" y="5617021"/>
            <a:ext cx="95" cy="2729"/>
          </a:xfrm>
          <a:custGeom xmlns:a="http://schemas.openxmlformats.org/drawingml/2006/main">
            <a:pathLst>
              <a:path w="95" h="2729">
                <a:moveTo>
                  <a:pt x="0" y="2729"/>
                </a:moveTo>
                <a:lnTo>
                  <a:pt x="0" y="0"/>
                </a:lnTo>
              </a:path>
            </a:pathLst>
          </a:custGeom>
          <a:noFill xmlns:a="http://schemas.openxmlformats.org/drawingml/2006/main"/>
          <a:ln xmlns:a="http://schemas.openxmlformats.org/drawingml/2006/main" w="21908">
            <a:solidFill>
              <a:srgbClr val="202020"/>
            </a:solidFill>
          </a:ln>
        </p:spPr>
      </p:sp>
      <p:sp>
        <p:nvSpPr>
          <p:cNvPr id="54" name="sum-spectrum-3--1--2">
            <a:extLst xmlns:a="http://schemas.openxmlformats.org/drawingml/2006/main">
              <a:ext uri="{FF2B5EF4-FFF2-40B4-BE49-F238E27FC236}">
                <a16:creationId xmlns:a16="http://schemas.microsoft.com/office/drawing/2014/main" id="{30EF37A1-D5F6-4E2E-A1DB-A1224D5169A1}"/>
              </a:ext>
            </a:extLst>
          </p:cNvPr>
          <p:cNvSpPr>
            <a:spLocks xmlns:a="http://schemas.openxmlformats.org/drawingml/2006/main" noGrp="1"/>
          </p:cNvSpPr>
          <p:nvPr/>
        </p:nvSpPr>
        <p:spPr>
          <a:xfrm xmlns:a="http://schemas.openxmlformats.org/drawingml/2006/main">
            <a:off x="8424223" y="5587008"/>
            <a:ext cx="95" cy="32742"/>
          </a:xfrm>
          <a:custGeom xmlns:a="http://schemas.openxmlformats.org/drawingml/2006/main">
            <a:pathLst>
              <a:path w="95" h="32742">
                <a:moveTo>
                  <a:pt x="0" y="32742"/>
                </a:moveTo>
                <a:lnTo>
                  <a:pt x="0" y="0"/>
                </a:lnTo>
              </a:path>
            </a:pathLst>
          </a:custGeom>
          <a:noFill xmlns:a="http://schemas.openxmlformats.org/drawingml/2006/main"/>
          <a:ln xmlns:a="http://schemas.openxmlformats.org/drawingml/2006/main" w="21908">
            <a:solidFill>
              <a:srgbClr val="202020"/>
            </a:solidFill>
          </a:ln>
        </p:spPr>
      </p:sp>
      <p:sp>
        <p:nvSpPr>
          <p:cNvPr id="55" name="sum-spectrum-3--1--1">
            <a:extLst xmlns:a="http://schemas.openxmlformats.org/drawingml/2006/main">
              <a:ext uri="{FF2B5EF4-FFF2-40B4-BE49-F238E27FC236}">
                <a16:creationId xmlns:a16="http://schemas.microsoft.com/office/drawing/2014/main" id="{610BFEA7-9882-49D4-8B12-73A70ABDC0F4}"/>
              </a:ext>
            </a:extLst>
          </p:cNvPr>
          <p:cNvSpPr>
            <a:spLocks xmlns:a="http://schemas.openxmlformats.org/drawingml/2006/main" noGrp="1"/>
          </p:cNvSpPr>
          <p:nvPr/>
        </p:nvSpPr>
        <p:spPr>
          <a:xfrm xmlns:a="http://schemas.openxmlformats.org/drawingml/2006/main">
            <a:off x="8074499" y="5365998"/>
            <a:ext cx="95" cy="253752"/>
          </a:xfrm>
          <a:custGeom xmlns:a="http://schemas.openxmlformats.org/drawingml/2006/main">
            <a:pathLst>
              <a:path w="95" h="253752">
                <a:moveTo>
                  <a:pt x="0" y="253752"/>
                </a:moveTo>
                <a:lnTo>
                  <a:pt x="0" y="0"/>
                </a:lnTo>
              </a:path>
            </a:pathLst>
          </a:custGeom>
          <a:noFill xmlns:a="http://schemas.openxmlformats.org/drawingml/2006/main"/>
          <a:ln xmlns:a="http://schemas.openxmlformats.org/drawingml/2006/main" w="21908">
            <a:solidFill>
              <a:srgbClr val="202020"/>
            </a:solidFill>
          </a:ln>
        </p:spPr>
      </p:sp>
      <p:sp>
        <p:nvSpPr>
          <p:cNvPr id="56" name="sum-spectrum-3--1-0">
            <a:extLst xmlns:a="http://schemas.openxmlformats.org/drawingml/2006/main">
              <a:ext uri="{FF2B5EF4-FFF2-40B4-BE49-F238E27FC236}">
                <a16:creationId xmlns:a16="http://schemas.microsoft.com/office/drawing/2014/main" id="{FE8077A5-27BD-4662-92A4-78229F71199E}"/>
              </a:ext>
            </a:extLst>
          </p:cNvPr>
          <p:cNvSpPr>
            <a:spLocks xmlns:a="http://schemas.openxmlformats.org/drawingml/2006/main" noGrp="1"/>
          </p:cNvSpPr>
          <p:nvPr/>
        </p:nvSpPr>
        <p:spPr>
          <a:xfrm xmlns:a="http://schemas.openxmlformats.org/drawingml/2006/main">
            <a:off x="7724775" y="4637484"/>
            <a:ext cx="95" cy="982266"/>
          </a:xfrm>
          <a:custGeom xmlns:a="http://schemas.openxmlformats.org/drawingml/2006/main">
            <a:pathLst>
              <a:path w="95" h="982266">
                <a:moveTo>
                  <a:pt x="0" y="982266"/>
                </a:moveTo>
                <a:lnTo>
                  <a:pt x="0" y="0"/>
                </a:lnTo>
              </a:path>
            </a:pathLst>
          </a:custGeom>
          <a:noFill xmlns:a="http://schemas.openxmlformats.org/drawingml/2006/main"/>
          <a:ln xmlns:a="http://schemas.openxmlformats.org/drawingml/2006/main" w="21908">
            <a:solidFill>
              <a:srgbClr val="202020"/>
            </a:solidFill>
          </a:ln>
        </p:spPr>
      </p:sp>
      <p:sp>
        <p:nvSpPr>
          <p:cNvPr id="57" name="sum-spectrum-3--1-1">
            <a:extLst xmlns:a="http://schemas.openxmlformats.org/drawingml/2006/main">
              <a:ext uri="{FF2B5EF4-FFF2-40B4-BE49-F238E27FC236}">
                <a16:creationId xmlns:a16="http://schemas.microsoft.com/office/drawing/2014/main" id="{DD3582F4-4D4A-4B39-8307-48C868BC0858}"/>
              </a:ext>
            </a:extLst>
          </p:cNvPr>
          <p:cNvSpPr>
            <a:spLocks xmlns:a="http://schemas.openxmlformats.org/drawingml/2006/main" noGrp="1"/>
          </p:cNvSpPr>
          <p:nvPr/>
        </p:nvSpPr>
        <p:spPr>
          <a:xfrm xmlns:a="http://schemas.openxmlformats.org/drawingml/2006/main">
            <a:off x="7375051" y="5365998"/>
            <a:ext cx="95" cy="253752"/>
          </a:xfrm>
          <a:custGeom xmlns:a="http://schemas.openxmlformats.org/drawingml/2006/main">
            <a:pathLst>
              <a:path w="95" h="253752">
                <a:moveTo>
                  <a:pt x="0" y="253752"/>
                </a:moveTo>
                <a:lnTo>
                  <a:pt x="0" y="0"/>
                </a:lnTo>
              </a:path>
            </a:pathLst>
          </a:custGeom>
          <a:noFill xmlns:a="http://schemas.openxmlformats.org/drawingml/2006/main"/>
          <a:ln xmlns:a="http://schemas.openxmlformats.org/drawingml/2006/main" w="21908">
            <a:solidFill>
              <a:srgbClr val="202020"/>
            </a:solidFill>
          </a:ln>
        </p:spPr>
      </p:sp>
      <p:sp>
        <p:nvSpPr>
          <p:cNvPr id="58" name="sum-spectrum-3--1-2">
            <a:extLst xmlns:a="http://schemas.openxmlformats.org/drawingml/2006/main">
              <a:ext uri="{FF2B5EF4-FFF2-40B4-BE49-F238E27FC236}">
                <a16:creationId xmlns:a16="http://schemas.microsoft.com/office/drawing/2014/main" id="{B1BD34FB-6C86-4048-A4A2-72D731E3A999}"/>
              </a:ext>
            </a:extLst>
          </p:cNvPr>
          <p:cNvSpPr>
            <a:spLocks xmlns:a="http://schemas.openxmlformats.org/drawingml/2006/main" noGrp="1"/>
          </p:cNvSpPr>
          <p:nvPr/>
        </p:nvSpPr>
        <p:spPr>
          <a:xfrm xmlns:a="http://schemas.openxmlformats.org/drawingml/2006/main">
            <a:off x="7025327" y="5587008"/>
            <a:ext cx="95" cy="32742"/>
          </a:xfrm>
          <a:custGeom xmlns:a="http://schemas.openxmlformats.org/drawingml/2006/main">
            <a:pathLst>
              <a:path w="95" h="32742">
                <a:moveTo>
                  <a:pt x="0" y="32742"/>
                </a:moveTo>
                <a:lnTo>
                  <a:pt x="0" y="0"/>
                </a:lnTo>
              </a:path>
            </a:pathLst>
          </a:custGeom>
          <a:noFill xmlns:a="http://schemas.openxmlformats.org/drawingml/2006/main"/>
          <a:ln xmlns:a="http://schemas.openxmlformats.org/drawingml/2006/main" w="21908">
            <a:solidFill>
              <a:srgbClr val="202020"/>
            </a:solidFill>
          </a:ln>
        </p:spPr>
      </p:sp>
      <p:sp>
        <p:nvSpPr>
          <p:cNvPr id="59" name="sum-spectrum-3--1-3">
            <a:extLst xmlns:a="http://schemas.openxmlformats.org/drawingml/2006/main">
              <a:ext uri="{FF2B5EF4-FFF2-40B4-BE49-F238E27FC236}">
                <a16:creationId xmlns:a16="http://schemas.microsoft.com/office/drawing/2014/main" id="{79301A8D-83B7-441B-B49F-DF3B2D53B41A}"/>
              </a:ext>
            </a:extLst>
          </p:cNvPr>
          <p:cNvSpPr>
            <a:spLocks xmlns:a="http://schemas.openxmlformats.org/drawingml/2006/main" noGrp="1"/>
          </p:cNvSpPr>
          <p:nvPr/>
        </p:nvSpPr>
        <p:spPr>
          <a:xfrm xmlns:a="http://schemas.openxmlformats.org/drawingml/2006/main">
            <a:off x="6675603" y="5617021"/>
            <a:ext cx="95" cy="2729"/>
          </a:xfrm>
          <a:custGeom xmlns:a="http://schemas.openxmlformats.org/drawingml/2006/main">
            <a:pathLst>
              <a:path w="95" h="2729">
                <a:moveTo>
                  <a:pt x="0" y="2729"/>
                </a:moveTo>
                <a:lnTo>
                  <a:pt x="0" y="0"/>
                </a:lnTo>
              </a:path>
            </a:pathLst>
          </a:custGeom>
          <a:noFill xmlns:a="http://schemas.openxmlformats.org/drawingml/2006/main"/>
          <a:ln xmlns:a="http://schemas.openxmlformats.org/drawingml/2006/main" w="21908">
            <a:solidFill>
              <a:srgbClr val="202020"/>
            </a:solidFill>
          </a:ln>
        </p:spPr>
      </p:sp>
      <p:sp>
        <p:nvSpPr>
          <p:cNvPr id="60" name="sum-spectrum-3-1--3">
            <a:extLst xmlns:a="http://schemas.openxmlformats.org/drawingml/2006/main">
              <a:ext uri="{FF2B5EF4-FFF2-40B4-BE49-F238E27FC236}">
                <a16:creationId xmlns:a16="http://schemas.microsoft.com/office/drawing/2014/main" id="{3A77D68A-70C9-450A-806C-046BA4333906}"/>
              </a:ext>
            </a:extLst>
          </p:cNvPr>
          <p:cNvSpPr>
            <a:spLocks xmlns:a="http://schemas.openxmlformats.org/drawingml/2006/main" noGrp="1"/>
          </p:cNvSpPr>
          <p:nvPr/>
        </p:nvSpPr>
        <p:spPr>
          <a:xfrm xmlns:a="http://schemas.openxmlformats.org/drawingml/2006/main">
            <a:off x="9247353" y="5617021"/>
            <a:ext cx="95" cy="2729"/>
          </a:xfrm>
          <a:custGeom xmlns:a="http://schemas.openxmlformats.org/drawingml/2006/main">
            <a:pathLst>
              <a:path w="95" h="2729">
                <a:moveTo>
                  <a:pt x="0" y="2729"/>
                </a:moveTo>
                <a:lnTo>
                  <a:pt x="0" y="0"/>
                </a:lnTo>
              </a:path>
            </a:pathLst>
          </a:custGeom>
          <a:noFill xmlns:a="http://schemas.openxmlformats.org/drawingml/2006/main"/>
          <a:ln xmlns:a="http://schemas.openxmlformats.org/drawingml/2006/main" w="21908">
            <a:solidFill>
              <a:srgbClr val="202020"/>
            </a:solidFill>
          </a:ln>
        </p:spPr>
      </p:sp>
      <p:sp>
        <p:nvSpPr>
          <p:cNvPr id="61" name="sum-spectrum-3-1--2">
            <a:extLst xmlns:a="http://schemas.openxmlformats.org/drawingml/2006/main">
              <a:ext uri="{FF2B5EF4-FFF2-40B4-BE49-F238E27FC236}">
                <a16:creationId xmlns:a16="http://schemas.microsoft.com/office/drawing/2014/main" id="{AA25141B-A3AC-417F-9C7D-F69A309072B1}"/>
              </a:ext>
            </a:extLst>
          </p:cNvPr>
          <p:cNvSpPr>
            <a:spLocks xmlns:a="http://schemas.openxmlformats.org/drawingml/2006/main" noGrp="1"/>
          </p:cNvSpPr>
          <p:nvPr/>
        </p:nvSpPr>
        <p:spPr>
          <a:xfrm xmlns:a="http://schemas.openxmlformats.org/drawingml/2006/main">
            <a:off x="9597077" y="5587008"/>
            <a:ext cx="95" cy="32742"/>
          </a:xfrm>
          <a:custGeom xmlns:a="http://schemas.openxmlformats.org/drawingml/2006/main">
            <a:pathLst>
              <a:path w="95" h="32742">
                <a:moveTo>
                  <a:pt x="0" y="32742"/>
                </a:moveTo>
                <a:lnTo>
                  <a:pt x="0" y="0"/>
                </a:lnTo>
              </a:path>
            </a:pathLst>
          </a:custGeom>
          <a:noFill xmlns:a="http://schemas.openxmlformats.org/drawingml/2006/main"/>
          <a:ln xmlns:a="http://schemas.openxmlformats.org/drawingml/2006/main" w="21908">
            <a:solidFill>
              <a:srgbClr val="202020"/>
            </a:solidFill>
          </a:ln>
        </p:spPr>
      </p:sp>
      <p:sp>
        <p:nvSpPr>
          <p:cNvPr id="62" name="sum-spectrum-3-1--1">
            <a:extLst xmlns:a="http://schemas.openxmlformats.org/drawingml/2006/main">
              <a:ext uri="{FF2B5EF4-FFF2-40B4-BE49-F238E27FC236}">
                <a16:creationId xmlns:a16="http://schemas.microsoft.com/office/drawing/2014/main" id="{5C373FE3-724F-4FD3-ADC6-25D6ADDBB8F6}"/>
              </a:ext>
            </a:extLst>
          </p:cNvPr>
          <p:cNvSpPr>
            <a:spLocks xmlns:a="http://schemas.openxmlformats.org/drawingml/2006/main" noGrp="1"/>
          </p:cNvSpPr>
          <p:nvPr/>
        </p:nvSpPr>
        <p:spPr>
          <a:xfrm xmlns:a="http://schemas.openxmlformats.org/drawingml/2006/main">
            <a:off x="9946801" y="5365998"/>
            <a:ext cx="95" cy="253752"/>
          </a:xfrm>
          <a:custGeom xmlns:a="http://schemas.openxmlformats.org/drawingml/2006/main">
            <a:pathLst>
              <a:path w="95" h="253752">
                <a:moveTo>
                  <a:pt x="0" y="253752"/>
                </a:moveTo>
                <a:lnTo>
                  <a:pt x="0" y="0"/>
                </a:lnTo>
              </a:path>
            </a:pathLst>
          </a:custGeom>
          <a:noFill xmlns:a="http://schemas.openxmlformats.org/drawingml/2006/main"/>
          <a:ln xmlns:a="http://schemas.openxmlformats.org/drawingml/2006/main" w="21908">
            <a:solidFill>
              <a:srgbClr val="202020"/>
            </a:solidFill>
          </a:ln>
        </p:spPr>
      </p:sp>
      <p:sp>
        <p:nvSpPr>
          <p:cNvPr id="63" name="sum-spectrum-3-1-0">
            <a:extLst xmlns:a="http://schemas.openxmlformats.org/drawingml/2006/main">
              <a:ext uri="{FF2B5EF4-FFF2-40B4-BE49-F238E27FC236}">
                <a16:creationId xmlns:a16="http://schemas.microsoft.com/office/drawing/2014/main" id="{4B9603ED-C44E-4EDE-955E-18D4D47C90D1}"/>
              </a:ext>
            </a:extLst>
          </p:cNvPr>
          <p:cNvSpPr>
            <a:spLocks xmlns:a="http://schemas.openxmlformats.org/drawingml/2006/main" noGrp="1"/>
          </p:cNvSpPr>
          <p:nvPr/>
        </p:nvSpPr>
        <p:spPr>
          <a:xfrm xmlns:a="http://schemas.openxmlformats.org/drawingml/2006/main">
            <a:off x="10296525" y="4637484"/>
            <a:ext cx="95" cy="982266"/>
          </a:xfrm>
          <a:custGeom xmlns:a="http://schemas.openxmlformats.org/drawingml/2006/main">
            <a:pathLst>
              <a:path w="95" h="982266">
                <a:moveTo>
                  <a:pt x="0" y="982266"/>
                </a:moveTo>
                <a:lnTo>
                  <a:pt x="0" y="0"/>
                </a:lnTo>
              </a:path>
            </a:pathLst>
          </a:custGeom>
          <a:noFill xmlns:a="http://schemas.openxmlformats.org/drawingml/2006/main"/>
          <a:ln xmlns:a="http://schemas.openxmlformats.org/drawingml/2006/main" w="21908">
            <a:solidFill>
              <a:srgbClr val="202020"/>
            </a:solidFill>
          </a:ln>
        </p:spPr>
      </p:sp>
      <p:sp>
        <p:nvSpPr>
          <p:cNvPr id="64" name="sum-spectrum-3-1-1">
            <a:extLst xmlns:a="http://schemas.openxmlformats.org/drawingml/2006/main">
              <a:ext uri="{FF2B5EF4-FFF2-40B4-BE49-F238E27FC236}">
                <a16:creationId xmlns:a16="http://schemas.microsoft.com/office/drawing/2014/main" id="{E5809B4C-AB36-4D2C-9595-C39D2F2AD696}"/>
              </a:ext>
            </a:extLst>
          </p:cNvPr>
          <p:cNvSpPr>
            <a:spLocks xmlns:a="http://schemas.openxmlformats.org/drawingml/2006/main" noGrp="1"/>
          </p:cNvSpPr>
          <p:nvPr/>
        </p:nvSpPr>
        <p:spPr>
          <a:xfrm xmlns:a="http://schemas.openxmlformats.org/drawingml/2006/main">
            <a:off x="10646249" y="5365998"/>
            <a:ext cx="95" cy="253752"/>
          </a:xfrm>
          <a:custGeom xmlns:a="http://schemas.openxmlformats.org/drawingml/2006/main">
            <a:pathLst>
              <a:path w="95" h="253752">
                <a:moveTo>
                  <a:pt x="0" y="253752"/>
                </a:moveTo>
                <a:lnTo>
                  <a:pt x="0" y="0"/>
                </a:lnTo>
              </a:path>
            </a:pathLst>
          </a:custGeom>
          <a:noFill xmlns:a="http://schemas.openxmlformats.org/drawingml/2006/main"/>
          <a:ln xmlns:a="http://schemas.openxmlformats.org/drawingml/2006/main" w="21908">
            <a:solidFill>
              <a:srgbClr val="202020"/>
            </a:solidFill>
          </a:ln>
        </p:spPr>
      </p:sp>
      <p:sp>
        <p:nvSpPr>
          <p:cNvPr id="65" name="sum-spectrum-3-1-2">
            <a:extLst xmlns:a="http://schemas.openxmlformats.org/drawingml/2006/main">
              <a:ext uri="{FF2B5EF4-FFF2-40B4-BE49-F238E27FC236}">
                <a16:creationId xmlns:a16="http://schemas.microsoft.com/office/drawing/2014/main" id="{1C5C5021-2164-435F-87CE-333B0F0CE6D9}"/>
              </a:ext>
            </a:extLst>
          </p:cNvPr>
          <p:cNvSpPr>
            <a:spLocks xmlns:a="http://schemas.openxmlformats.org/drawingml/2006/main" noGrp="1"/>
          </p:cNvSpPr>
          <p:nvPr/>
        </p:nvSpPr>
        <p:spPr>
          <a:xfrm xmlns:a="http://schemas.openxmlformats.org/drawingml/2006/main">
            <a:off x="10995973" y="5587008"/>
            <a:ext cx="95" cy="32742"/>
          </a:xfrm>
          <a:custGeom xmlns:a="http://schemas.openxmlformats.org/drawingml/2006/main">
            <a:pathLst>
              <a:path w="95" h="32742">
                <a:moveTo>
                  <a:pt x="0" y="32742"/>
                </a:moveTo>
                <a:lnTo>
                  <a:pt x="0" y="0"/>
                </a:lnTo>
              </a:path>
            </a:pathLst>
          </a:custGeom>
          <a:noFill xmlns:a="http://schemas.openxmlformats.org/drawingml/2006/main"/>
          <a:ln xmlns:a="http://schemas.openxmlformats.org/drawingml/2006/main" w="21908">
            <a:solidFill>
              <a:srgbClr val="202020"/>
            </a:solidFill>
          </a:ln>
        </p:spPr>
      </p:sp>
      <p:sp>
        <p:nvSpPr>
          <p:cNvPr id="66" name="sum-spectrum-3-1-3">
            <a:extLst xmlns:a="http://schemas.openxmlformats.org/drawingml/2006/main">
              <a:ext uri="{FF2B5EF4-FFF2-40B4-BE49-F238E27FC236}">
                <a16:creationId xmlns:a16="http://schemas.microsoft.com/office/drawing/2014/main" id="{EE56EFDF-E420-4372-B8F9-5F3301B4ABCC}"/>
              </a:ext>
            </a:extLst>
          </p:cNvPr>
          <p:cNvSpPr>
            <a:spLocks xmlns:a="http://schemas.openxmlformats.org/drawingml/2006/main" noGrp="1"/>
          </p:cNvSpPr>
          <p:nvPr/>
        </p:nvSpPr>
        <p:spPr>
          <a:xfrm xmlns:a="http://schemas.openxmlformats.org/drawingml/2006/main">
            <a:off x="11345697" y="5617021"/>
            <a:ext cx="95" cy="2729"/>
          </a:xfrm>
          <a:custGeom xmlns:a="http://schemas.openxmlformats.org/drawingml/2006/main">
            <a:pathLst>
              <a:path w="95" h="2729">
                <a:moveTo>
                  <a:pt x="0" y="2729"/>
                </a:moveTo>
                <a:lnTo>
                  <a:pt x="0" y="0"/>
                </a:lnTo>
              </a:path>
            </a:pathLst>
          </a:custGeom>
          <a:noFill xmlns:a="http://schemas.openxmlformats.org/drawingml/2006/main"/>
          <a:ln xmlns:a="http://schemas.openxmlformats.org/drawingml/2006/main" w="21908">
            <a:solidFill>
              <a:srgbClr val="202020"/>
            </a:solidFill>
          </a:ln>
        </p:spPr>
      </p:sp>
      <p:sp>
        <p:nvSpPr>
          <p:cNvPr id="67" name="sum-width-3">
            <a:extLst xmlns:a="http://schemas.openxmlformats.org/drawingml/2006/main">
              <a:ext uri="{FF2B5EF4-FFF2-40B4-BE49-F238E27FC236}">
                <a16:creationId xmlns:a16="http://schemas.microsoft.com/office/drawing/2014/main" id="{BD4A93B3-55BA-4F6D-806F-9B9F762C23EF}"/>
              </a:ext>
            </a:extLst>
          </p:cNvPr>
          <p:cNvSpPr>
            <a:spLocks xmlns:a="http://schemas.openxmlformats.org/drawingml/2006/main" noGrp="1"/>
          </p:cNvSpPr>
          <p:nvPr/>
        </p:nvSpPr>
        <p:spPr>
          <a:xfrm xmlns:a="http://schemas.openxmlformats.org/drawingml/2006/main">
            <a:off x="9247353" y="6048375"/>
            <a:ext cx="2098343"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8" name="sum-width-3-l">
            <a:extLst xmlns:a="http://schemas.openxmlformats.org/drawingml/2006/main">
              <a:ext uri="{FF2B5EF4-FFF2-40B4-BE49-F238E27FC236}">
                <a16:creationId xmlns:a16="http://schemas.microsoft.com/office/drawing/2014/main" id="{E471FC35-B434-4246-ACD1-B71F05740DFE}"/>
              </a:ext>
            </a:extLst>
          </p:cNvPr>
          <p:cNvSpPr>
            <a:spLocks xmlns:a="http://schemas.openxmlformats.org/drawingml/2006/main" noGrp="1"/>
          </p:cNvSpPr>
          <p:nvPr/>
        </p:nvSpPr>
        <p:spPr>
          <a:xfrm xmlns:a="http://schemas.openxmlformats.org/drawingml/2006/main">
            <a:off x="9247353"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9" name="sum-width-3-r">
            <a:extLst xmlns:a="http://schemas.openxmlformats.org/drawingml/2006/main">
              <a:ext uri="{FF2B5EF4-FFF2-40B4-BE49-F238E27FC236}">
                <a16:creationId xmlns:a16="http://schemas.microsoft.com/office/drawing/2014/main" id="{D611732C-F532-4023-BBA9-B500961D2C52}"/>
              </a:ext>
            </a:extLst>
          </p:cNvPr>
          <p:cNvSpPr>
            <a:spLocks xmlns:a="http://schemas.openxmlformats.org/drawingml/2006/main" noGrp="1"/>
          </p:cNvSpPr>
          <p:nvPr/>
        </p:nvSpPr>
        <p:spPr>
          <a:xfrm xmlns:a="http://schemas.openxmlformats.org/drawingml/2006/main">
            <a:off x="11345697"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70" name="sum-truncation">
            <a:extLst xmlns:a="http://schemas.openxmlformats.org/drawingml/2006/main">
              <a:ext uri="{FF2B5EF4-FFF2-40B4-BE49-F238E27FC236}">
                <a16:creationId xmlns:a16="http://schemas.microsoft.com/office/drawing/2014/main" id="{63A91D48-CB6F-4567-B070-CF2EE497C008}"/>
              </a:ext>
            </a:extLst>
          </p:cNvPr>
          <p:cNvSpPr>
            <a:spLocks xmlns:a="http://schemas.openxmlformats.org/drawingml/2006/main" noGrp="1"/>
          </p:cNvSpPr>
          <p:nvPr/>
        </p:nvSpPr>
        <p:spPr>
          <a:xfrm xmlns:a="http://schemas.openxmlformats.org/drawingml/2006/main">
            <a:off x="6448425" y="6515100"/>
            <a:ext cx="5057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Through cubic order only</a:t>
            </a:r>
          </a:p>
        </p:txBody>
      </p:sp>
      <p:pic>
        <p:nvPicPr>
          <p:cNvPr id="7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078E525-9FEA-414E-BAB3-DDEF7EF07391}"/>
              </a:ext>
            </a:extLst>
          </p:cNvPr>
          <p:cNvPicPr>
            <a:picLocks xmlns:a="http://schemas.openxmlformats.org/drawingml/2006/main" noChangeAspect="1"/>
          </p:cNvPicPr>
          <p:nvPr/>
        </p:nvPicPr>
        <p:blipFill>
          <a:blip xmlns:r="http://schemas.openxmlformats.org/officeDocument/2006/relationships" xmlns:a="http://schemas.openxmlformats.org/drawingml/2006/main" r:embed="R49d964d6333147c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7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86C09FC-6121-4D08-B5C2-E0B3CD840A93}"/>
              </a:ext>
            </a:extLst>
          </p:cNvPr>
          <p:cNvPicPr>
            <a:picLocks xmlns:a="http://schemas.openxmlformats.org/drawingml/2006/main" noChangeAspect="1"/>
          </p:cNvPicPr>
          <p:nvPr/>
        </p:nvPicPr>
        <p:blipFill>
          <a:blip xmlns:r="http://schemas.openxmlformats.org/officeDocument/2006/relationships" xmlns:a="http://schemas.openxmlformats.org/drawingml/2006/main" r:embed="R4dd36f4615ed43c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73"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102D45D7-7CEE-43C8-A7DC-CC615F39BE42}"/>
              </a:ext>
            </a:extLst>
          </p:cNvPr>
          <p:cNvPicPr>
            <a:picLocks xmlns:a="http://schemas.openxmlformats.org/drawingml/2006/main" noChangeAspect="1"/>
          </p:cNvPicPr>
          <p:nvPr/>
        </p:nvPicPr>
        <p:blipFill>
          <a:blip xmlns:r="http://schemas.openxmlformats.org/officeDocument/2006/relationships" xmlns:a="http://schemas.openxmlformats.org/drawingml/2006/main" r:embed="Rd5855cc3126740f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74" name="signal-main" descr="\color[HTML]{777777}s(t)=A_c\cos(2\pi f_ct)[1-\frac{k_p^2m^2(t)}{2!}+\cdots]+A_c\sin(2\pi f_ct)[-k_pm(t)+\frac{k_p^3m^3(t)}{3!}+\cdots]">
            <a:extLst xmlns:a="http://schemas.openxmlformats.org/drawingml/2006/main">
              <a:ext uri="{FF2B5EF4-FFF2-40B4-BE49-F238E27FC236}">
                <a16:creationId xmlns:a16="http://schemas.microsoft.com/office/drawing/2014/main" id="{43C2830D-82FF-4551-B925-277A4FE9D861}"/>
              </a:ext>
            </a:extLst>
          </p:cNvPr>
          <p:cNvPicPr>
            <a:picLocks xmlns:a="http://schemas.openxmlformats.org/drawingml/2006/main" noChangeAspect="1"/>
          </p:cNvPicPr>
          <p:nvPr/>
        </p:nvPicPr>
        <p:blipFill>
          <a:blip xmlns:r="http://schemas.openxmlformats.org/officeDocument/2006/relationships" xmlns:a="http://schemas.openxmlformats.org/drawingml/2006/main" r:embed="R011adc8787544d0c">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550795"/>
            <a:ext cx="8938260" cy="365760"/>
          </a:xfrm>
          <a:prstGeom xmlns:a="http://schemas.openxmlformats.org/drawingml/2006/main" prst="rect">
            <a:avLst/>
          </a:prstGeom>
        </p:spPr>
      </p:pic>
      <p:pic>
        <p:nvPicPr>
          <p:cNvPr id="75" name="sum-message" descr="m(t)=\cos(2\pi f_mt),\ f_m=1\ \mathrm{kHz}">
            <a:extLst xmlns:a="http://schemas.openxmlformats.org/drawingml/2006/main">
              <a:ext uri="{FF2B5EF4-FFF2-40B4-BE49-F238E27FC236}">
                <a16:creationId xmlns:a16="http://schemas.microsoft.com/office/drawing/2014/main" id="{DC46CAC4-BD06-4C15-8533-B17793AD8D92}"/>
              </a:ext>
            </a:extLst>
          </p:cNvPr>
          <p:cNvPicPr>
            <a:picLocks xmlns:a="http://schemas.openxmlformats.org/drawingml/2006/main" noChangeAspect="1"/>
          </p:cNvPicPr>
          <p:nvPr/>
        </p:nvPicPr>
        <p:blipFill>
          <a:blip xmlns:r="http://schemas.openxmlformats.org/officeDocument/2006/relationships" xmlns:a="http://schemas.openxmlformats.org/drawingml/2006/main" r:embed="Rf54bbb03836d4b0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3115419"/>
            <a:ext cx="3714750" cy="236637"/>
          </a:xfrm>
          <a:prstGeom xmlns:a="http://schemas.openxmlformats.org/drawingml/2006/main" prst="rect">
            <a:avLst/>
          </a:prstGeom>
        </p:spPr>
      </p:pic>
      <p:pic>
        <p:nvPicPr>
          <p:cNvPr id="76" name="sum-settings" descr="A_c=1,\quad k_p=0.5,\quad f_c=12.25\ \mathrm{kHz}">
            <a:extLst xmlns:a="http://schemas.openxmlformats.org/drawingml/2006/main">
              <a:ext uri="{FF2B5EF4-FFF2-40B4-BE49-F238E27FC236}">
                <a16:creationId xmlns:a16="http://schemas.microsoft.com/office/drawing/2014/main" id="{76B1843E-20F7-43E2-9B00-6647CD21B7CA}"/>
              </a:ext>
            </a:extLst>
          </p:cNvPr>
          <p:cNvPicPr>
            <a:picLocks xmlns:a="http://schemas.openxmlformats.org/drawingml/2006/main" noChangeAspect="1"/>
          </p:cNvPicPr>
          <p:nvPr/>
        </p:nvPicPr>
        <p:blipFill>
          <a:blip xmlns:r="http://schemas.openxmlformats.org/officeDocument/2006/relationships" xmlns:a="http://schemas.openxmlformats.org/drawingml/2006/main" r:embed="R0570adab38d14e49">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336155" y="3660458"/>
            <a:ext cx="4160520" cy="222885"/>
          </a:xfrm>
          <a:prstGeom xmlns:a="http://schemas.openxmlformats.org/drawingml/2006/main" prst="rect">
            <a:avLst/>
          </a:prstGeom>
        </p:spPr>
      </p:pic>
      <p:pic>
        <p:nvPicPr>
          <p:cNvPr id="77" name="sum-axis--1-domain" descr="f">
            <a:extLst xmlns:a="http://schemas.openxmlformats.org/drawingml/2006/main">
              <a:ext uri="{FF2B5EF4-FFF2-40B4-BE49-F238E27FC236}">
                <a16:creationId xmlns:a16="http://schemas.microsoft.com/office/drawing/2014/main" id="{81F210B8-674F-4DED-82AA-DE76C0EB7A3C}"/>
              </a:ext>
            </a:extLst>
          </p:cNvPr>
          <p:cNvPicPr>
            <a:picLocks xmlns:a="http://schemas.openxmlformats.org/drawingml/2006/main" noChangeAspect="1"/>
          </p:cNvPicPr>
          <p:nvPr/>
        </p:nvPicPr>
        <p:blipFill>
          <a:blip xmlns:r="http://schemas.openxmlformats.org/officeDocument/2006/relationships" xmlns:a="http://schemas.openxmlformats.org/drawingml/2006/main" r:embed="Rde253db4565249a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924925" y="5405140"/>
            <a:ext cx="95250" cy="143470"/>
          </a:xfrm>
          <a:prstGeom xmlns:a="http://schemas.openxmlformats.org/drawingml/2006/main" prst="rect">
            <a:avLst/>
          </a:prstGeom>
        </p:spPr>
      </p:pic>
      <p:pic>
        <p:nvPicPr>
          <p:cNvPr id="78" name="sum-axis--1-ticklabel-0" descr="-f_c">
            <a:extLst xmlns:a="http://schemas.openxmlformats.org/drawingml/2006/main">
              <a:ext uri="{FF2B5EF4-FFF2-40B4-BE49-F238E27FC236}">
                <a16:creationId xmlns:a16="http://schemas.microsoft.com/office/drawing/2014/main" id="{BACC5705-F46F-4077-A796-4E927A71B8F7}"/>
              </a:ext>
            </a:extLst>
          </p:cNvPr>
          <p:cNvPicPr>
            <a:picLocks xmlns:a="http://schemas.openxmlformats.org/drawingml/2006/main" noChangeAspect="1"/>
          </p:cNvPicPr>
          <p:nvPr/>
        </p:nvPicPr>
        <p:blipFill>
          <a:blip xmlns:r="http://schemas.openxmlformats.org/officeDocument/2006/relationships" xmlns:a="http://schemas.openxmlformats.org/drawingml/2006/main" r:embed="Rcb0392ef2e424421">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7572375" y="5779770"/>
            <a:ext cx="304800" cy="156210"/>
          </a:xfrm>
          <a:prstGeom xmlns:a="http://schemas.openxmlformats.org/drawingml/2006/main" prst="rect">
            <a:avLst/>
          </a:prstGeom>
        </p:spPr>
      </p:pic>
      <p:pic>
        <p:nvPicPr>
          <p:cNvPr id="79" name="sum-axis-1-domain" descr="f">
            <a:extLst xmlns:a="http://schemas.openxmlformats.org/drawingml/2006/main">
              <a:ext uri="{FF2B5EF4-FFF2-40B4-BE49-F238E27FC236}">
                <a16:creationId xmlns:a16="http://schemas.microsoft.com/office/drawing/2014/main" id="{EFDF2094-EDDA-4889-A2F2-305EE0ABD212}"/>
              </a:ext>
            </a:extLst>
          </p:cNvPr>
          <p:cNvPicPr>
            <a:picLocks xmlns:a="http://schemas.openxmlformats.org/drawingml/2006/main" noChangeAspect="1"/>
          </p:cNvPicPr>
          <p:nvPr/>
        </p:nvPicPr>
        <p:blipFill>
          <a:blip xmlns:r="http://schemas.openxmlformats.org/officeDocument/2006/relationships" xmlns:a="http://schemas.openxmlformats.org/drawingml/2006/main" r:embed="R3e8c75eebb8b4ab0">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1496675" y="5405140"/>
            <a:ext cx="95250" cy="143470"/>
          </a:xfrm>
          <a:prstGeom xmlns:a="http://schemas.openxmlformats.org/drawingml/2006/main" prst="rect">
            <a:avLst/>
          </a:prstGeom>
        </p:spPr>
      </p:pic>
      <p:pic>
        <p:nvPicPr>
          <p:cNvPr id="80" name="sum-axis-1-ticklabel-0" descr="f_c">
            <a:extLst xmlns:a="http://schemas.openxmlformats.org/drawingml/2006/main">
              <a:ext uri="{FF2B5EF4-FFF2-40B4-BE49-F238E27FC236}">
                <a16:creationId xmlns:a16="http://schemas.microsoft.com/office/drawing/2014/main" id="{6293380B-9DD5-47CC-B3D3-C6980DF2547C}"/>
              </a:ext>
            </a:extLst>
          </p:cNvPr>
          <p:cNvPicPr>
            <a:picLocks xmlns:a="http://schemas.openxmlformats.org/drawingml/2006/main" noChangeAspect="1"/>
          </p:cNvPicPr>
          <p:nvPr/>
        </p:nvPicPr>
        <p:blipFill>
          <a:blip xmlns:r="http://schemas.openxmlformats.org/officeDocument/2006/relationships" xmlns:a="http://schemas.openxmlformats.org/drawingml/2006/main" r:embed="R9c31700e00a441b5">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0220325" y="5772626"/>
            <a:ext cx="152400" cy="170498"/>
          </a:xfrm>
          <a:prstGeom xmlns:a="http://schemas.openxmlformats.org/drawingml/2006/main" prst="rect">
            <a:avLst/>
          </a:prstGeom>
        </p:spPr>
      </p:pic>
      <p:pic>
        <p:nvPicPr>
          <p:cNvPr id="81" name="source-term-0" descr="A_c\cos(2\pi f_ct)">
            <a:extLst xmlns:a="http://schemas.openxmlformats.org/drawingml/2006/main">
              <a:ext uri="{FF2B5EF4-FFF2-40B4-BE49-F238E27FC236}">
                <a16:creationId xmlns:a16="http://schemas.microsoft.com/office/drawing/2014/main" id="{4B33423E-2ED6-4067-9045-B15C80FD3DB1}"/>
              </a:ext>
            </a:extLst>
          </p:cNvPr>
          <p:cNvPicPr>
            <a:picLocks xmlns:a="http://schemas.openxmlformats.org/drawingml/2006/main" noChangeAspect="1"/>
          </p:cNvPicPr>
          <p:nvPr/>
        </p:nvPicPr>
        <p:blipFill>
          <a:blip xmlns:r="http://schemas.openxmlformats.org/officeDocument/2006/relationships" xmlns:a="http://schemas.openxmlformats.org/drawingml/2006/main" r:embed="R22e2608a56d3461b">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66750" y="3720316"/>
            <a:ext cx="1645920" cy="255568"/>
          </a:xfrm>
          <a:prstGeom xmlns:a="http://schemas.openxmlformats.org/drawingml/2006/main" prst="rect">
            <a:avLst/>
          </a:prstGeom>
        </p:spPr>
      </p:pic>
      <p:pic>
        <p:nvPicPr>
          <p:cNvPr id="82" name="source-term-1" descr="-A_ck_pm(t)\sin(2\pi f_ct)">
            <a:extLst xmlns:a="http://schemas.openxmlformats.org/drawingml/2006/main">
              <a:ext uri="{FF2B5EF4-FFF2-40B4-BE49-F238E27FC236}">
                <a16:creationId xmlns:a16="http://schemas.microsoft.com/office/drawing/2014/main" id="{5D35F85E-47C3-41B6-9403-970E29C1BBFB}"/>
              </a:ext>
            </a:extLst>
          </p:cNvPr>
          <p:cNvPicPr>
            <a:picLocks xmlns:a="http://schemas.openxmlformats.org/drawingml/2006/main" noChangeAspect="1"/>
          </p:cNvPicPr>
          <p:nvPr/>
        </p:nvPicPr>
        <p:blipFill>
          <a:blip xmlns:r="http://schemas.openxmlformats.org/officeDocument/2006/relationships" xmlns:a="http://schemas.openxmlformats.org/drawingml/2006/main" r:embed="Re37c6c86c0304d76">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66750" y="4401294"/>
            <a:ext cx="2726055" cy="265212"/>
          </a:xfrm>
          <a:prstGeom xmlns:a="http://schemas.openxmlformats.org/drawingml/2006/main" prst="rect">
            <a:avLst/>
          </a:prstGeom>
        </p:spPr>
      </p:pic>
      <p:pic>
        <p:nvPicPr>
          <p:cNvPr id="83" name="sum-width-1-label" descr="B_{\text{through order }1}\le2f_m">
            <a:extLst xmlns:a="http://schemas.openxmlformats.org/drawingml/2006/main">
              <a:ext uri="{FF2B5EF4-FFF2-40B4-BE49-F238E27FC236}">
                <a16:creationId xmlns:a16="http://schemas.microsoft.com/office/drawing/2014/main" id="{300CD750-A3DE-468C-A715-AACE7D5B0A1F}"/>
              </a:ext>
            </a:extLst>
          </p:cNvPr>
          <p:cNvPicPr>
            <a:picLocks xmlns:a="http://schemas.openxmlformats.org/drawingml/2006/main" noChangeAspect="1"/>
          </p:cNvPicPr>
          <p:nvPr/>
        </p:nvPicPr>
        <p:blipFill>
          <a:blip xmlns:r="http://schemas.openxmlformats.org/officeDocument/2006/relationships" xmlns:a="http://schemas.openxmlformats.org/drawingml/2006/main" r:embed="R473202e4b1fa4c75">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9613426" y="6207761"/>
            <a:ext cx="1366198" cy="128902"/>
          </a:xfrm>
          <a:prstGeom xmlns:a="http://schemas.openxmlformats.org/drawingml/2006/main" prst="rect">
            <a:avLst/>
          </a:prstGeom>
        </p:spPr>
      </p:pic>
      <p:pic>
        <p:nvPicPr>
          <p:cNvPr id="84" name="source-term-2" descr="-\frac{A_ck_p^2}{2!}m^2(t)\cos(2\pi f_ct)">
            <a:extLst xmlns:a="http://schemas.openxmlformats.org/drawingml/2006/main">
              <a:ext uri="{FF2B5EF4-FFF2-40B4-BE49-F238E27FC236}">
                <a16:creationId xmlns:a16="http://schemas.microsoft.com/office/drawing/2014/main" id="{314C5BA7-755E-4F48-98FE-DFD97C821F63}"/>
              </a:ext>
            </a:extLst>
          </p:cNvPr>
          <p:cNvPicPr>
            <a:picLocks xmlns:a="http://schemas.openxmlformats.org/drawingml/2006/main" noChangeAspect="1"/>
          </p:cNvPicPr>
          <p:nvPr/>
        </p:nvPicPr>
        <p:blipFill>
          <a:blip xmlns:r="http://schemas.openxmlformats.org/officeDocument/2006/relationships" xmlns:a="http://schemas.openxmlformats.org/drawingml/2006/main" r:embed="R0f0c1e9bb919451d">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66750" y="5014764"/>
            <a:ext cx="2828925" cy="409873"/>
          </a:xfrm>
          <a:prstGeom xmlns:a="http://schemas.openxmlformats.org/drawingml/2006/main" prst="rect">
            <a:avLst/>
          </a:prstGeom>
        </p:spPr>
      </p:pic>
      <p:pic>
        <p:nvPicPr>
          <p:cNvPr id="85" name="sum-width-2-label" descr="B_{\text{through order }2}\le4f_m">
            <a:extLst xmlns:a="http://schemas.openxmlformats.org/drawingml/2006/main">
              <a:ext uri="{FF2B5EF4-FFF2-40B4-BE49-F238E27FC236}">
                <a16:creationId xmlns:a16="http://schemas.microsoft.com/office/drawing/2014/main" id="{E35E88FF-C80B-4B94-88BA-C52CC378F1D9}"/>
              </a:ext>
            </a:extLst>
          </p:cNvPr>
          <p:cNvPicPr>
            <a:picLocks xmlns:a="http://schemas.openxmlformats.org/drawingml/2006/main" noChangeAspect="1"/>
          </p:cNvPicPr>
          <p:nvPr/>
        </p:nvPicPr>
        <p:blipFill>
          <a:blip xmlns:r="http://schemas.openxmlformats.org/officeDocument/2006/relationships" xmlns:a="http://schemas.openxmlformats.org/drawingml/2006/main" r:embed="R73b5b5099a6d426e">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9263702" y="6174765"/>
            <a:ext cx="2065646" cy="194896"/>
          </a:xfrm>
          <a:prstGeom xmlns:a="http://schemas.openxmlformats.org/drawingml/2006/main" prst="rect">
            <a:avLst/>
          </a:prstGeom>
        </p:spPr>
      </p:pic>
      <p:pic>
        <p:nvPicPr>
          <p:cNvPr id="86" name="source-term-3" descr="+\frac{A_ck_p^3}{3!}m^3(t)\sin(2\pi f_ct)">
            <a:extLst xmlns:a="http://schemas.openxmlformats.org/drawingml/2006/main">
              <a:ext uri="{FF2B5EF4-FFF2-40B4-BE49-F238E27FC236}">
                <a16:creationId xmlns:a16="http://schemas.microsoft.com/office/drawing/2014/main" id="{2E1794BA-9F4A-49B6-841C-292366845D36}"/>
              </a:ext>
            </a:extLst>
          </p:cNvPr>
          <p:cNvPicPr>
            <a:picLocks xmlns:a="http://schemas.openxmlformats.org/drawingml/2006/main" noChangeAspect="1"/>
          </p:cNvPicPr>
          <p:nvPr/>
        </p:nvPicPr>
        <p:blipFill>
          <a:blip xmlns:r="http://schemas.openxmlformats.org/officeDocument/2006/relationships" xmlns:a="http://schemas.openxmlformats.org/drawingml/2006/main" r:embed="R4a1f4eca6bca4323">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666750" y="5699760"/>
            <a:ext cx="2803208" cy="411480"/>
          </a:xfrm>
          <a:prstGeom xmlns:a="http://schemas.openxmlformats.org/drawingml/2006/main" prst="rect">
            <a:avLst/>
          </a:prstGeom>
        </p:spPr>
      </p:pic>
      <p:pic>
        <p:nvPicPr>
          <p:cNvPr id="87" name="sum-width-3-label" descr="B_{\text{through order }3}\le6f_m">
            <a:extLst xmlns:a="http://schemas.openxmlformats.org/drawingml/2006/main">
              <a:ext uri="{FF2B5EF4-FFF2-40B4-BE49-F238E27FC236}">
                <a16:creationId xmlns:a16="http://schemas.microsoft.com/office/drawing/2014/main" id="{CB2396E1-D902-4582-AA67-E2583458C28F}"/>
              </a:ext>
            </a:extLst>
          </p:cNvPr>
          <p:cNvPicPr>
            <a:picLocks xmlns:a="http://schemas.openxmlformats.org/drawingml/2006/main" noChangeAspect="1"/>
          </p:cNvPicPr>
          <p:nvPr/>
        </p:nvPicPr>
        <p:blipFill>
          <a:blip xmlns:r="http://schemas.openxmlformats.org/officeDocument/2006/relationships" xmlns:a="http://schemas.openxmlformats.org/drawingml/2006/main" r:embed="R3a714c627a7445df">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9157335" y="6164729"/>
            <a:ext cx="2278380" cy="214967"/>
          </a:xfrm>
          <a:prstGeom xmlns:a="http://schemas.openxmlformats.org/drawingml/2006/main" prst="rect">
            <a:avLst/>
          </a:prstGeom>
        </p:spPr>
      </p:pic>
    </p:spTree>
    <p:extLst>
      <p:ext uri="{BB962C8B-B14F-4D97-AF65-F5344CB8AC3E}">
        <p14:creationId xmlns:p14="http://schemas.microsoft.com/office/powerpoint/2010/main" val="80169047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400"/>
                                        <p:tgtEl>
                                          <p:spTgt spid="81"/>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4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4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2"/>
                                        </p:tgtEl>
                                        <p:attrNameLst>
                                          <p:attrName>style.visibility</p:attrName>
                                        </p:attrNameLst>
                                      </p:cBhvr>
                                      <p:to>
                                        <p:strVal val="visible"/>
                                      </p:to>
                                    </p:set>
                                    <p:animEffect transition="in" filter="fade">
                                      <p:cBhvr>
                                        <p:cTn id="18" dur="400"/>
                                        <p:tgtEl>
                                          <p:spTgt spid="82"/>
                                        </p:tgtEl>
                                      </p:cBhvr>
                                    </p:animEffect>
                                  </p:childTnLst>
                                </p:cTn>
                              </p:par>
                              <p:par>
                                <p:cTn id="19" presetID="10"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400"/>
                                        <p:tgtEl>
                                          <p:spTgt spid="31"/>
                                        </p:tgtEl>
                                      </p:cBhvr>
                                    </p:animEffect>
                                  </p:childTnLst>
                                </p:cTn>
                              </p:par>
                              <p:par>
                                <p:cTn id="22" presetID="10"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400"/>
                                        <p:tgtEl>
                                          <p:spTgt spid="32"/>
                                        </p:tgtEl>
                                      </p:cBhvr>
                                    </p:animEffect>
                                  </p:childTnLst>
                                </p:cTn>
                              </p:par>
                              <p:par>
                                <p:cTn id="25" presetID="10"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par>
                                <p:cTn id="28" presetID="10" presetClass="entr" presetSubtype="0" fill="hold"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400"/>
                                        <p:tgtEl>
                                          <p:spTgt spid="34"/>
                                        </p:tgtEl>
                                      </p:cBhvr>
                                    </p:animEffect>
                                  </p:childTnLst>
                                </p:cTn>
                              </p:par>
                              <p:par>
                                <p:cTn id="31" presetID="10"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400"/>
                                        <p:tgtEl>
                                          <p:spTgt spid="35"/>
                                        </p:tgtEl>
                                      </p:cBhvr>
                                    </p:animEffect>
                                  </p:childTnLst>
                                </p:cTn>
                              </p:par>
                              <p:par>
                                <p:cTn id="34" presetID="10" presetClass="entr" presetSubtype="0" fill="hold"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400"/>
                                        <p:tgtEl>
                                          <p:spTgt spid="36"/>
                                        </p:tgtEl>
                                      </p:cBhvr>
                                    </p:animEffect>
                                  </p:childTnLst>
                                </p:cTn>
                              </p:par>
                              <p:par>
                                <p:cTn id="37" presetID="10"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400"/>
                                        <p:tgtEl>
                                          <p:spTgt spid="37"/>
                                        </p:tgtEl>
                                      </p:cBhvr>
                                    </p:animEffect>
                                  </p:childTnLst>
                                </p:cTn>
                              </p:par>
                              <p:par>
                                <p:cTn id="40" presetID="10"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400"/>
                                        <p:tgtEl>
                                          <p:spTgt spid="38"/>
                                        </p:tgtEl>
                                      </p:cBhvr>
                                    </p:animEffect>
                                  </p:childTnLst>
                                </p:cTn>
                              </p:par>
                              <p:par>
                                <p:cTn id="43" presetID="10"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400"/>
                                        <p:tgtEl>
                                          <p:spTgt spid="39"/>
                                        </p:tgtEl>
                                      </p:cBhvr>
                                    </p:animEffect>
                                  </p:childTnLst>
                                </p:cTn>
                              </p:par>
                              <p:par>
                                <p:cTn id="46" presetID="10" presetClass="entr" presetSubtype="0" fill="hold" nodeType="withEffect">
                                  <p:stCondLst>
                                    <p:cond delay="0"/>
                                  </p:stCondLst>
                                  <p:childTnLst>
                                    <p:set>
                                      <p:cBhvr>
                                        <p:cTn id="47" dur="1" fill="hold">
                                          <p:stCondLst>
                                            <p:cond delay="0"/>
                                          </p:stCondLst>
                                        </p:cTn>
                                        <p:tgtEl>
                                          <p:spTgt spid="83"/>
                                        </p:tgtEl>
                                        <p:attrNameLst>
                                          <p:attrName>style.visibility</p:attrName>
                                        </p:attrNameLst>
                                      </p:cBhvr>
                                      <p:to>
                                        <p:strVal val="visible"/>
                                      </p:to>
                                    </p:set>
                                    <p:animEffect transition="in" filter="fade">
                                      <p:cBhvr>
                                        <p:cTn id="48" dur="400"/>
                                        <p:tgtEl>
                                          <p:spTgt spid="83"/>
                                        </p:tgtEl>
                                      </p:cBhvr>
                                    </p:animEffect>
                                  </p:childTnLst>
                                </p:cTn>
                              </p:par>
                              <p:par>
                                <p:cTn id="49" presetID="10" presetClass="exit" presetSubtype="0" fill="hold" nodeType="withEffect">
                                  <p:stCondLst>
                                    <p:cond delay="0"/>
                                  </p:stCondLst>
                                  <p:childTnLst>
                                    <p:animEffect transition="out" filter="fade">
                                      <p:cBhvr>
                                        <p:cTn id="184" dur="200" fill="hold">
                                          <p:stCondLst>
                                            <p:cond delay="0"/>
                                          </p:stCondLst>
                                        </p:cTn>
                                        <p:tgtEl>
                                          <p:spTgt spid="29"/>
                                        </p:tgtEl>
                                      </p:cBhvr>
                                    </p:animEffect>
                                    <p:set>
                                      <p:cBhvr>
                                        <p:cTn id="185" dur="1" fill="hold">
                                          <p:stCondLst>
                                            <p:cond delay="200"/>
                                          </p:stCondLst>
                                        </p:cTn>
                                        <p:tgtEl>
                                          <p:spTgt spid="29"/>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186" dur="200" fill="hold">
                                          <p:stCondLst>
                                            <p:cond delay="0"/>
                                          </p:stCondLst>
                                        </p:cTn>
                                        <p:tgtEl>
                                          <p:spTgt spid="30"/>
                                        </p:tgtEl>
                                      </p:cBhvr>
                                    </p:animEffect>
                                    <p:set>
                                      <p:cBhvr>
                                        <p:cTn id="187" dur="1" fill="hold">
                                          <p:stCondLst>
                                            <p:cond delay="200"/>
                                          </p:stCondLst>
                                        </p:cTn>
                                        <p:tgtEl>
                                          <p:spTgt spid="3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4"/>
                                        </p:tgtEl>
                                        <p:attrNameLst>
                                          <p:attrName>style.visibility</p:attrName>
                                        </p:attrNameLst>
                                      </p:cBhvr>
                                      <p:to>
                                        <p:strVal val="visible"/>
                                      </p:to>
                                    </p:set>
                                    <p:animEffect transition="in" filter="fade">
                                      <p:cBhvr>
                                        <p:cTn id="55" dur="400"/>
                                        <p:tgtEl>
                                          <p:spTgt spid="84"/>
                                        </p:tgtEl>
                                      </p:cBhvr>
                                    </p:animEffect>
                                  </p:childTnLst>
                                </p:cTn>
                              </p:par>
                              <p:par>
                                <p:cTn id="56" presetID="10" presetClass="entr" presetSubtype="0" fill="hold" nodeType="with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par>
                                <p:cTn id="59" presetID="10"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par>
                                <p:cTn id="77" presetID="10" presetClass="entr" presetSubtype="0" fill="hold"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400"/>
                                        <p:tgtEl>
                                          <p:spTgt spid="48"/>
                                        </p:tgtEl>
                                      </p:cBhvr>
                                    </p:animEffect>
                                  </p:childTnLst>
                                </p:cTn>
                              </p:par>
                              <p:par>
                                <p:cTn id="83" presetID="10" presetClass="entr" presetSubtype="0" fill="hold"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400"/>
                                        <p:tgtEl>
                                          <p:spTgt spid="49"/>
                                        </p:tgtEl>
                                      </p:cBhvr>
                                    </p:animEffect>
                                  </p:childTnLst>
                                </p:cTn>
                              </p:par>
                              <p:par>
                                <p:cTn id="86" presetID="10" presetClass="entr" presetSubtype="0" fill="hold"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400"/>
                                        <p:tgtEl>
                                          <p:spTgt spid="50"/>
                                        </p:tgtEl>
                                      </p:cBhvr>
                                    </p:animEffect>
                                  </p:childTnLst>
                                </p:cTn>
                              </p:par>
                              <p:par>
                                <p:cTn id="89" presetID="10"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400"/>
                                        <p:tgtEl>
                                          <p:spTgt spid="51"/>
                                        </p:tgtEl>
                                      </p:cBhvr>
                                    </p:animEffect>
                                  </p:childTnLst>
                                </p:cTn>
                              </p:par>
                              <p:par>
                                <p:cTn id="92" presetID="10" presetClass="entr" presetSubtype="0" fill="hold"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nodeType="withEffect">
                                  <p:stCondLst>
                                    <p:cond delay="0"/>
                                  </p:stCondLst>
                                  <p:childTnLst>
                                    <p:set>
                                      <p:cBhvr>
                                        <p:cTn id="96" dur="1" fill="hold">
                                          <p:stCondLst>
                                            <p:cond delay="0"/>
                                          </p:stCondLst>
                                        </p:cTn>
                                        <p:tgtEl>
                                          <p:spTgt spid="85"/>
                                        </p:tgtEl>
                                        <p:attrNameLst>
                                          <p:attrName>style.visibility</p:attrName>
                                        </p:attrNameLst>
                                      </p:cBhvr>
                                      <p:to>
                                        <p:strVal val="visible"/>
                                      </p:to>
                                    </p:set>
                                    <p:animEffect transition="in" filter="fade">
                                      <p:cBhvr>
                                        <p:cTn id="97" dur="400"/>
                                        <p:tgtEl>
                                          <p:spTgt spid="85"/>
                                        </p:tgtEl>
                                      </p:cBhvr>
                                    </p:animEffect>
                                  </p:childTnLst>
                                </p:cTn>
                              </p:par>
                              <p:par>
                                <p:cTn id="98" presetID="10" presetClass="exit" presetSubtype="0" fill="hold" nodeType="withEffect">
                                  <p:stCondLst>
                                    <p:cond delay="0"/>
                                  </p:stCondLst>
                                  <p:childTnLst>
                                    <p:animEffect transition="out" filter="fade">
                                      <p:cBhvr>
                                        <p:cTn id="188" dur="200" fill="hold">
                                          <p:stCondLst>
                                            <p:cond delay="0"/>
                                          </p:stCondLst>
                                        </p:cTn>
                                        <p:tgtEl>
                                          <p:spTgt spid="31"/>
                                        </p:tgtEl>
                                      </p:cBhvr>
                                    </p:animEffect>
                                    <p:set>
                                      <p:cBhvr>
                                        <p:cTn id="189" dur="1" fill="hold">
                                          <p:stCondLst>
                                            <p:cond delay="200"/>
                                          </p:stCondLst>
                                        </p:cTn>
                                        <p:tgtEl>
                                          <p:spTgt spid="31"/>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90" dur="200" fill="hold">
                                          <p:stCondLst>
                                            <p:cond delay="0"/>
                                          </p:stCondLst>
                                        </p:cTn>
                                        <p:tgtEl>
                                          <p:spTgt spid="32"/>
                                        </p:tgtEl>
                                      </p:cBhvr>
                                    </p:animEffect>
                                    <p:set>
                                      <p:cBhvr>
                                        <p:cTn id="191" dur="1" fill="hold">
                                          <p:stCondLst>
                                            <p:cond delay="200"/>
                                          </p:stCondLst>
                                        </p:cTn>
                                        <p:tgtEl>
                                          <p:spTgt spid="32"/>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92" dur="200" fill="hold">
                                          <p:stCondLst>
                                            <p:cond delay="0"/>
                                          </p:stCondLst>
                                        </p:cTn>
                                        <p:tgtEl>
                                          <p:spTgt spid="33"/>
                                        </p:tgtEl>
                                      </p:cBhvr>
                                    </p:animEffect>
                                    <p:set>
                                      <p:cBhvr>
                                        <p:cTn id="193" dur="1" fill="hold">
                                          <p:stCondLst>
                                            <p:cond delay="200"/>
                                          </p:stCondLst>
                                        </p:cTn>
                                        <p:tgtEl>
                                          <p:spTgt spid="33"/>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94" dur="200" fill="hold">
                                          <p:stCondLst>
                                            <p:cond delay="0"/>
                                          </p:stCondLst>
                                        </p:cTn>
                                        <p:tgtEl>
                                          <p:spTgt spid="34"/>
                                        </p:tgtEl>
                                      </p:cBhvr>
                                    </p:animEffect>
                                    <p:set>
                                      <p:cBhvr>
                                        <p:cTn id="195" dur="1" fill="hold">
                                          <p:stCondLst>
                                            <p:cond delay="200"/>
                                          </p:stCondLst>
                                        </p:cTn>
                                        <p:tgtEl>
                                          <p:spTgt spid="34"/>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96" dur="200" fill="hold">
                                          <p:stCondLst>
                                            <p:cond delay="0"/>
                                          </p:stCondLst>
                                        </p:cTn>
                                        <p:tgtEl>
                                          <p:spTgt spid="35"/>
                                        </p:tgtEl>
                                      </p:cBhvr>
                                    </p:animEffect>
                                    <p:set>
                                      <p:cBhvr>
                                        <p:cTn id="197" dur="1" fill="hold">
                                          <p:stCondLst>
                                            <p:cond delay="200"/>
                                          </p:stCondLst>
                                        </p:cTn>
                                        <p:tgtEl>
                                          <p:spTgt spid="35"/>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98" dur="200" fill="hold">
                                          <p:stCondLst>
                                            <p:cond delay="0"/>
                                          </p:stCondLst>
                                        </p:cTn>
                                        <p:tgtEl>
                                          <p:spTgt spid="36"/>
                                        </p:tgtEl>
                                      </p:cBhvr>
                                    </p:animEffect>
                                    <p:set>
                                      <p:cBhvr>
                                        <p:cTn id="199" dur="1" fill="hold">
                                          <p:stCondLst>
                                            <p:cond delay="200"/>
                                          </p:stCondLst>
                                        </p:cTn>
                                        <p:tgtEl>
                                          <p:spTgt spid="36"/>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200" dur="200" fill="hold">
                                          <p:stCondLst>
                                            <p:cond delay="0"/>
                                          </p:stCondLst>
                                        </p:cTn>
                                        <p:tgtEl>
                                          <p:spTgt spid="37"/>
                                        </p:tgtEl>
                                      </p:cBhvr>
                                    </p:animEffect>
                                    <p:set>
                                      <p:cBhvr>
                                        <p:cTn id="201" dur="1" fill="hold">
                                          <p:stCondLst>
                                            <p:cond delay="200"/>
                                          </p:stCondLst>
                                        </p:cTn>
                                        <p:tgtEl>
                                          <p:spTgt spid="37"/>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202" dur="200" fill="hold">
                                          <p:stCondLst>
                                            <p:cond delay="0"/>
                                          </p:stCondLst>
                                        </p:cTn>
                                        <p:tgtEl>
                                          <p:spTgt spid="38"/>
                                        </p:tgtEl>
                                      </p:cBhvr>
                                    </p:animEffect>
                                    <p:set>
                                      <p:cBhvr>
                                        <p:cTn id="203" dur="1" fill="hold">
                                          <p:stCondLst>
                                            <p:cond delay="200"/>
                                          </p:stCondLst>
                                        </p:cTn>
                                        <p:tgtEl>
                                          <p:spTgt spid="38"/>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204" dur="200" fill="hold">
                                          <p:stCondLst>
                                            <p:cond delay="0"/>
                                          </p:stCondLst>
                                        </p:cTn>
                                        <p:tgtEl>
                                          <p:spTgt spid="39"/>
                                        </p:tgtEl>
                                      </p:cBhvr>
                                    </p:animEffect>
                                    <p:set>
                                      <p:cBhvr>
                                        <p:cTn id="205" dur="1" fill="hold">
                                          <p:stCondLst>
                                            <p:cond delay="200"/>
                                          </p:stCondLst>
                                        </p:cTn>
                                        <p:tgtEl>
                                          <p:spTgt spid="39"/>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206" dur="200" fill="hold">
                                          <p:stCondLst>
                                            <p:cond delay="0"/>
                                          </p:stCondLst>
                                        </p:cTn>
                                        <p:tgtEl>
                                          <p:spTgt spid="83"/>
                                        </p:tgtEl>
                                      </p:cBhvr>
                                    </p:animEffect>
                                    <p:set>
                                      <p:cBhvr>
                                        <p:cTn id="207" dur="1" fill="hold">
                                          <p:stCondLst>
                                            <p:cond delay="200"/>
                                          </p:stCondLst>
                                        </p:cTn>
                                        <p:tgtEl>
                                          <p:spTgt spid="83"/>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86"/>
                                        </p:tgtEl>
                                        <p:attrNameLst>
                                          <p:attrName>style.visibility</p:attrName>
                                        </p:attrNameLst>
                                      </p:cBhvr>
                                      <p:to>
                                        <p:strVal val="visible"/>
                                      </p:to>
                                    </p:set>
                                    <p:animEffect transition="in" filter="fade">
                                      <p:cBhvr>
                                        <p:cTn id="112" dur="400"/>
                                        <p:tgtEl>
                                          <p:spTgt spid="86"/>
                                        </p:tgtEl>
                                      </p:cBhvr>
                                    </p:animEffect>
                                  </p:childTnLst>
                                </p:cTn>
                              </p:par>
                              <p:par>
                                <p:cTn id="113" presetID="10" presetClass="entr" presetSubtype="0" fill="hold" nodeType="withEffect">
                                  <p:stCondLst>
                                    <p:cond delay="0"/>
                                  </p:stCondLst>
                                  <p:childTnLst>
                                    <p:set>
                                      <p:cBhvr>
                                        <p:cTn id="114" dur="1" fill="hold">
                                          <p:stCondLst>
                                            <p:cond delay="0"/>
                                          </p:stCondLst>
                                        </p:cTn>
                                        <p:tgtEl>
                                          <p:spTgt spid="53"/>
                                        </p:tgtEl>
                                        <p:attrNameLst>
                                          <p:attrName>style.visibility</p:attrName>
                                        </p:attrNameLst>
                                      </p:cBhvr>
                                      <p:to>
                                        <p:strVal val="visible"/>
                                      </p:to>
                                    </p:set>
                                    <p:animEffect transition="in" filter="fade">
                                      <p:cBhvr>
                                        <p:cTn id="115" dur="400"/>
                                        <p:tgtEl>
                                          <p:spTgt spid="53"/>
                                        </p:tgtEl>
                                      </p:cBhvr>
                                    </p:animEffect>
                                  </p:childTnLst>
                                </p:cTn>
                              </p:par>
                              <p:par>
                                <p:cTn id="116" presetID="10" presetClass="entr" presetSubtype="0" fill="hold" nodeType="withEffect">
                                  <p:stCondLst>
                                    <p:cond delay="0"/>
                                  </p:stCondLst>
                                  <p:childTnLst>
                                    <p:set>
                                      <p:cBhvr>
                                        <p:cTn id="117" dur="1" fill="hold">
                                          <p:stCondLst>
                                            <p:cond delay="0"/>
                                          </p:stCondLst>
                                        </p:cTn>
                                        <p:tgtEl>
                                          <p:spTgt spid="54"/>
                                        </p:tgtEl>
                                        <p:attrNameLst>
                                          <p:attrName>style.visibility</p:attrName>
                                        </p:attrNameLst>
                                      </p:cBhvr>
                                      <p:to>
                                        <p:strVal val="visible"/>
                                      </p:to>
                                    </p:set>
                                    <p:animEffect transition="in" filter="fade">
                                      <p:cBhvr>
                                        <p:cTn id="118" dur="400"/>
                                        <p:tgtEl>
                                          <p:spTgt spid="54"/>
                                        </p:tgtEl>
                                      </p:cBhvr>
                                    </p:animEffect>
                                  </p:childTnLst>
                                </p:cTn>
                              </p:par>
                              <p:par>
                                <p:cTn id="119" presetID="10" presetClass="entr" presetSubtype="0" fill="hold" nodeType="withEffect">
                                  <p:stCondLst>
                                    <p:cond delay="0"/>
                                  </p:stCondLst>
                                  <p:childTnLst>
                                    <p:set>
                                      <p:cBhvr>
                                        <p:cTn id="120" dur="1" fill="hold">
                                          <p:stCondLst>
                                            <p:cond delay="0"/>
                                          </p:stCondLst>
                                        </p:cTn>
                                        <p:tgtEl>
                                          <p:spTgt spid="55"/>
                                        </p:tgtEl>
                                        <p:attrNameLst>
                                          <p:attrName>style.visibility</p:attrName>
                                        </p:attrNameLst>
                                      </p:cBhvr>
                                      <p:to>
                                        <p:strVal val="visible"/>
                                      </p:to>
                                    </p:set>
                                    <p:animEffect transition="in" filter="fade">
                                      <p:cBhvr>
                                        <p:cTn id="121" dur="400"/>
                                        <p:tgtEl>
                                          <p:spTgt spid="55"/>
                                        </p:tgtEl>
                                      </p:cBhvr>
                                    </p:animEffect>
                                  </p:childTnLst>
                                </p:cTn>
                              </p:par>
                              <p:par>
                                <p:cTn id="122" presetID="10" presetClass="entr" presetSubtype="0" fill="hold" nodeType="withEffect">
                                  <p:stCondLst>
                                    <p:cond delay="0"/>
                                  </p:stCondLst>
                                  <p:childTnLst>
                                    <p:set>
                                      <p:cBhvr>
                                        <p:cTn id="123" dur="1" fill="hold">
                                          <p:stCondLst>
                                            <p:cond delay="0"/>
                                          </p:stCondLst>
                                        </p:cTn>
                                        <p:tgtEl>
                                          <p:spTgt spid="56"/>
                                        </p:tgtEl>
                                        <p:attrNameLst>
                                          <p:attrName>style.visibility</p:attrName>
                                        </p:attrNameLst>
                                      </p:cBhvr>
                                      <p:to>
                                        <p:strVal val="visible"/>
                                      </p:to>
                                    </p:set>
                                    <p:animEffect transition="in" filter="fade">
                                      <p:cBhvr>
                                        <p:cTn id="124" dur="400"/>
                                        <p:tgtEl>
                                          <p:spTgt spid="56"/>
                                        </p:tgtEl>
                                      </p:cBhvr>
                                    </p:animEffect>
                                  </p:childTnLst>
                                </p:cTn>
                              </p:par>
                              <p:par>
                                <p:cTn id="125" presetID="10" presetClass="entr" presetSubtype="0" fill="hold" nodeType="withEffect">
                                  <p:stCondLst>
                                    <p:cond delay="0"/>
                                  </p:stCondLst>
                                  <p:childTnLst>
                                    <p:set>
                                      <p:cBhvr>
                                        <p:cTn id="126" dur="1" fill="hold">
                                          <p:stCondLst>
                                            <p:cond delay="0"/>
                                          </p:stCondLst>
                                        </p:cTn>
                                        <p:tgtEl>
                                          <p:spTgt spid="57"/>
                                        </p:tgtEl>
                                        <p:attrNameLst>
                                          <p:attrName>style.visibility</p:attrName>
                                        </p:attrNameLst>
                                      </p:cBhvr>
                                      <p:to>
                                        <p:strVal val="visible"/>
                                      </p:to>
                                    </p:set>
                                    <p:animEffect transition="in" filter="fade">
                                      <p:cBhvr>
                                        <p:cTn id="127" dur="400"/>
                                        <p:tgtEl>
                                          <p:spTgt spid="57"/>
                                        </p:tgtEl>
                                      </p:cBhvr>
                                    </p:animEffect>
                                  </p:childTnLst>
                                </p:cTn>
                              </p:par>
                              <p:par>
                                <p:cTn id="128" presetID="10" presetClass="entr" presetSubtype="0" fill="hold" nodeType="withEffect">
                                  <p:stCondLst>
                                    <p:cond delay="0"/>
                                  </p:stCondLst>
                                  <p:childTnLst>
                                    <p:set>
                                      <p:cBhvr>
                                        <p:cTn id="129" dur="1" fill="hold">
                                          <p:stCondLst>
                                            <p:cond delay="0"/>
                                          </p:stCondLst>
                                        </p:cTn>
                                        <p:tgtEl>
                                          <p:spTgt spid="58"/>
                                        </p:tgtEl>
                                        <p:attrNameLst>
                                          <p:attrName>style.visibility</p:attrName>
                                        </p:attrNameLst>
                                      </p:cBhvr>
                                      <p:to>
                                        <p:strVal val="visible"/>
                                      </p:to>
                                    </p:set>
                                    <p:animEffect transition="in" filter="fade">
                                      <p:cBhvr>
                                        <p:cTn id="130" dur="400"/>
                                        <p:tgtEl>
                                          <p:spTgt spid="58"/>
                                        </p:tgtEl>
                                      </p:cBhvr>
                                    </p:animEffect>
                                  </p:childTnLst>
                                </p:cTn>
                              </p:par>
                              <p:par>
                                <p:cTn id="131" presetID="10" presetClass="entr" presetSubtype="0" fill="hold" nodeType="withEffect">
                                  <p:stCondLst>
                                    <p:cond delay="0"/>
                                  </p:stCondLst>
                                  <p:childTnLst>
                                    <p:set>
                                      <p:cBhvr>
                                        <p:cTn id="132" dur="1" fill="hold">
                                          <p:stCondLst>
                                            <p:cond delay="0"/>
                                          </p:stCondLst>
                                        </p:cTn>
                                        <p:tgtEl>
                                          <p:spTgt spid="59"/>
                                        </p:tgtEl>
                                        <p:attrNameLst>
                                          <p:attrName>style.visibility</p:attrName>
                                        </p:attrNameLst>
                                      </p:cBhvr>
                                      <p:to>
                                        <p:strVal val="visible"/>
                                      </p:to>
                                    </p:set>
                                    <p:animEffect transition="in" filter="fade">
                                      <p:cBhvr>
                                        <p:cTn id="133" dur="400"/>
                                        <p:tgtEl>
                                          <p:spTgt spid="59"/>
                                        </p:tgtEl>
                                      </p:cBhvr>
                                    </p:animEffect>
                                  </p:childTnLst>
                                </p:cTn>
                              </p:par>
                              <p:par>
                                <p:cTn id="134" presetID="10" presetClass="entr" presetSubtype="0" fill="hold" nodeType="withEffect">
                                  <p:stCondLst>
                                    <p:cond delay="0"/>
                                  </p:stCondLst>
                                  <p:childTnLst>
                                    <p:set>
                                      <p:cBhvr>
                                        <p:cTn id="135" dur="1" fill="hold">
                                          <p:stCondLst>
                                            <p:cond delay="0"/>
                                          </p:stCondLst>
                                        </p:cTn>
                                        <p:tgtEl>
                                          <p:spTgt spid="60"/>
                                        </p:tgtEl>
                                        <p:attrNameLst>
                                          <p:attrName>style.visibility</p:attrName>
                                        </p:attrNameLst>
                                      </p:cBhvr>
                                      <p:to>
                                        <p:strVal val="visible"/>
                                      </p:to>
                                    </p:set>
                                    <p:animEffect transition="in" filter="fade">
                                      <p:cBhvr>
                                        <p:cTn id="136" dur="400"/>
                                        <p:tgtEl>
                                          <p:spTgt spid="60"/>
                                        </p:tgtEl>
                                      </p:cBhvr>
                                    </p:animEffect>
                                  </p:childTnLst>
                                </p:cTn>
                              </p:par>
                              <p:par>
                                <p:cTn id="137" presetID="10" presetClass="entr" presetSubtype="0" fill="hold" nodeType="withEffect">
                                  <p:stCondLst>
                                    <p:cond delay="0"/>
                                  </p:stCondLst>
                                  <p:childTnLst>
                                    <p:set>
                                      <p:cBhvr>
                                        <p:cTn id="138" dur="1" fill="hold">
                                          <p:stCondLst>
                                            <p:cond delay="0"/>
                                          </p:stCondLst>
                                        </p:cTn>
                                        <p:tgtEl>
                                          <p:spTgt spid="61"/>
                                        </p:tgtEl>
                                        <p:attrNameLst>
                                          <p:attrName>style.visibility</p:attrName>
                                        </p:attrNameLst>
                                      </p:cBhvr>
                                      <p:to>
                                        <p:strVal val="visible"/>
                                      </p:to>
                                    </p:set>
                                    <p:animEffect transition="in" filter="fade">
                                      <p:cBhvr>
                                        <p:cTn id="139" dur="400"/>
                                        <p:tgtEl>
                                          <p:spTgt spid="61"/>
                                        </p:tgtEl>
                                      </p:cBhvr>
                                    </p:animEffect>
                                  </p:childTnLst>
                                </p:cTn>
                              </p:par>
                              <p:par>
                                <p:cTn id="140" presetID="10" presetClass="entr" presetSubtype="0" fill="hold" nodeType="withEffect">
                                  <p:stCondLst>
                                    <p:cond delay="0"/>
                                  </p:stCondLst>
                                  <p:childTnLst>
                                    <p:set>
                                      <p:cBhvr>
                                        <p:cTn id="141" dur="1" fill="hold">
                                          <p:stCondLst>
                                            <p:cond delay="0"/>
                                          </p:stCondLst>
                                        </p:cTn>
                                        <p:tgtEl>
                                          <p:spTgt spid="62"/>
                                        </p:tgtEl>
                                        <p:attrNameLst>
                                          <p:attrName>style.visibility</p:attrName>
                                        </p:attrNameLst>
                                      </p:cBhvr>
                                      <p:to>
                                        <p:strVal val="visible"/>
                                      </p:to>
                                    </p:set>
                                    <p:animEffect transition="in" filter="fade">
                                      <p:cBhvr>
                                        <p:cTn id="142" dur="400"/>
                                        <p:tgtEl>
                                          <p:spTgt spid="62"/>
                                        </p:tgtEl>
                                      </p:cBhvr>
                                    </p:animEffect>
                                  </p:childTnLst>
                                </p:cTn>
                              </p:par>
                              <p:par>
                                <p:cTn id="143" presetID="10" presetClass="entr" presetSubtype="0" fill="hold" nodeType="withEffect">
                                  <p:stCondLst>
                                    <p:cond delay="0"/>
                                  </p:stCondLst>
                                  <p:childTnLst>
                                    <p:set>
                                      <p:cBhvr>
                                        <p:cTn id="144" dur="1" fill="hold">
                                          <p:stCondLst>
                                            <p:cond delay="0"/>
                                          </p:stCondLst>
                                        </p:cTn>
                                        <p:tgtEl>
                                          <p:spTgt spid="63"/>
                                        </p:tgtEl>
                                        <p:attrNameLst>
                                          <p:attrName>style.visibility</p:attrName>
                                        </p:attrNameLst>
                                      </p:cBhvr>
                                      <p:to>
                                        <p:strVal val="visible"/>
                                      </p:to>
                                    </p:set>
                                    <p:animEffect transition="in" filter="fade">
                                      <p:cBhvr>
                                        <p:cTn id="145" dur="400"/>
                                        <p:tgtEl>
                                          <p:spTgt spid="63"/>
                                        </p:tgtEl>
                                      </p:cBhvr>
                                    </p:animEffect>
                                  </p:childTnLst>
                                </p:cTn>
                              </p:par>
                              <p:par>
                                <p:cTn id="146" presetID="10" presetClass="entr" presetSubtype="0" fill="hold" nodeType="withEffect">
                                  <p:stCondLst>
                                    <p:cond delay="0"/>
                                  </p:stCondLst>
                                  <p:childTnLst>
                                    <p:set>
                                      <p:cBhvr>
                                        <p:cTn id="147" dur="1" fill="hold">
                                          <p:stCondLst>
                                            <p:cond delay="0"/>
                                          </p:stCondLst>
                                        </p:cTn>
                                        <p:tgtEl>
                                          <p:spTgt spid="64"/>
                                        </p:tgtEl>
                                        <p:attrNameLst>
                                          <p:attrName>style.visibility</p:attrName>
                                        </p:attrNameLst>
                                      </p:cBhvr>
                                      <p:to>
                                        <p:strVal val="visible"/>
                                      </p:to>
                                    </p:set>
                                    <p:animEffect transition="in" filter="fade">
                                      <p:cBhvr>
                                        <p:cTn id="148" dur="400"/>
                                        <p:tgtEl>
                                          <p:spTgt spid="64"/>
                                        </p:tgtEl>
                                      </p:cBhvr>
                                    </p:animEffect>
                                  </p:childTnLst>
                                </p:cTn>
                              </p:par>
                              <p:par>
                                <p:cTn id="149" presetID="10" presetClass="entr" presetSubtype="0" fill="hold" nodeType="withEffect">
                                  <p:stCondLst>
                                    <p:cond delay="0"/>
                                  </p:stCondLst>
                                  <p:childTnLst>
                                    <p:set>
                                      <p:cBhvr>
                                        <p:cTn id="150" dur="1" fill="hold">
                                          <p:stCondLst>
                                            <p:cond delay="0"/>
                                          </p:stCondLst>
                                        </p:cTn>
                                        <p:tgtEl>
                                          <p:spTgt spid="65"/>
                                        </p:tgtEl>
                                        <p:attrNameLst>
                                          <p:attrName>style.visibility</p:attrName>
                                        </p:attrNameLst>
                                      </p:cBhvr>
                                      <p:to>
                                        <p:strVal val="visible"/>
                                      </p:to>
                                    </p:set>
                                    <p:animEffect transition="in" filter="fade">
                                      <p:cBhvr>
                                        <p:cTn id="151" dur="400"/>
                                        <p:tgtEl>
                                          <p:spTgt spid="65"/>
                                        </p:tgtEl>
                                      </p:cBhvr>
                                    </p:animEffect>
                                  </p:childTnLst>
                                </p:cTn>
                              </p:par>
                              <p:par>
                                <p:cTn id="152" presetID="10" presetClass="entr" presetSubtype="0" fill="hold" nodeType="withEffect">
                                  <p:stCondLst>
                                    <p:cond delay="0"/>
                                  </p:stCondLst>
                                  <p:childTnLst>
                                    <p:set>
                                      <p:cBhvr>
                                        <p:cTn id="153" dur="1" fill="hold">
                                          <p:stCondLst>
                                            <p:cond delay="0"/>
                                          </p:stCondLst>
                                        </p:cTn>
                                        <p:tgtEl>
                                          <p:spTgt spid="66"/>
                                        </p:tgtEl>
                                        <p:attrNameLst>
                                          <p:attrName>style.visibility</p:attrName>
                                        </p:attrNameLst>
                                      </p:cBhvr>
                                      <p:to>
                                        <p:strVal val="visible"/>
                                      </p:to>
                                    </p:set>
                                    <p:animEffect transition="in" filter="fade">
                                      <p:cBhvr>
                                        <p:cTn id="154" dur="400"/>
                                        <p:tgtEl>
                                          <p:spTgt spid="66"/>
                                        </p:tgtEl>
                                      </p:cBhvr>
                                    </p:animEffect>
                                  </p:childTnLst>
                                </p:cTn>
                              </p:par>
                              <p:par>
                                <p:cTn id="155" presetID="10" presetClass="entr" presetSubtype="0" fill="hold" nodeType="withEffect">
                                  <p:stCondLst>
                                    <p:cond delay="0"/>
                                  </p:stCondLst>
                                  <p:childTnLst>
                                    <p:set>
                                      <p:cBhvr>
                                        <p:cTn id="156" dur="1" fill="hold">
                                          <p:stCondLst>
                                            <p:cond delay="0"/>
                                          </p:stCondLst>
                                        </p:cTn>
                                        <p:tgtEl>
                                          <p:spTgt spid="67"/>
                                        </p:tgtEl>
                                        <p:attrNameLst>
                                          <p:attrName>style.visibility</p:attrName>
                                        </p:attrNameLst>
                                      </p:cBhvr>
                                      <p:to>
                                        <p:strVal val="visible"/>
                                      </p:to>
                                    </p:set>
                                    <p:animEffect transition="in" filter="fade">
                                      <p:cBhvr>
                                        <p:cTn id="157" dur="400"/>
                                        <p:tgtEl>
                                          <p:spTgt spid="67"/>
                                        </p:tgtEl>
                                      </p:cBhvr>
                                    </p:animEffect>
                                  </p:childTnLst>
                                </p:cTn>
                              </p:par>
                              <p:par>
                                <p:cTn id="158" presetID="10" presetClass="entr" presetSubtype="0" fill="hold" nodeType="withEffect">
                                  <p:stCondLst>
                                    <p:cond delay="0"/>
                                  </p:stCondLst>
                                  <p:childTnLst>
                                    <p:set>
                                      <p:cBhvr>
                                        <p:cTn id="159" dur="1" fill="hold">
                                          <p:stCondLst>
                                            <p:cond delay="0"/>
                                          </p:stCondLst>
                                        </p:cTn>
                                        <p:tgtEl>
                                          <p:spTgt spid="68"/>
                                        </p:tgtEl>
                                        <p:attrNameLst>
                                          <p:attrName>style.visibility</p:attrName>
                                        </p:attrNameLst>
                                      </p:cBhvr>
                                      <p:to>
                                        <p:strVal val="visible"/>
                                      </p:to>
                                    </p:set>
                                    <p:animEffect transition="in" filter="fade">
                                      <p:cBhvr>
                                        <p:cTn id="160" dur="400"/>
                                        <p:tgtEl>
                                          <p:spTgt spid="68"/>
                                        </p:tgtEl>
                                      </p:cBhvr>
                                    </p:animEffect>
                                  </p:childTnLst>
                                </p:cTn>
                              </p:par>
                              <p:par>
                                <p:cTn id="161" presetID="10" presetClass="entr" presetSubtype="0" fill="hold" nodeType="withEffect">
                                  <p:stCondLst>
                                    <p:cond delay="0"/>
                                  </p:stCondLst>
                                  <p:childTnLst>
                                    <p:set>
                                      <p:cBhvr>
                                        <p:cTn id="162" dur="1" fill="hold">
                                          <p:stCondLst>
                                            <p:cond delay="0"/>
                                          </p:stCondLst>
                                        </p:cTn>
                                        <p:tgtEl>
                                          <p:spTgt spid="69"/>
                                        </p:tgtEl>
                                        <p:attrNameLst>
                                          <p:attrName>style.visibility</p:attrName>
                                        </p:attrNameLst>
                                      </p:cBhvr>
                                      <p:to>
                                        <p:strVal val="visible"/>
                                      </p:to>
                                    </p:set>
                                    <p:animEffect transition="in" filter="fade">
                                      <p:cBhvr>
                                        <p:cTn id="163" dur="400"/>
                                        <p:tgtEl>
                                          <p:spTgt spid="69"/>
                                        </p:tgtEl>
                                      </p:cBhvr>
                                    </p:animEffect>
                                  </p:childTnLst>
                                </p:cTn>
                              </p:par>
                              <p:par>
                                <p:cTn id="164" presetID="10" presetClass="entr" presetSubtype="0" fill="hold" nodeType="withEffect">
                                  <p:stCondLst>
                                    <p:cond delay="0"/>
                                  </p:stCondLst>
                                  <p:childTnLst>
                                    <p:set>
                                      <p:cBhvr>
                                        <p:cTn id="165" dur="1" fill="hold">
                                          <p:stCondLst>
                                            <p:cond delay="0"/>
                                          </p:stCondLst>
                                        </p:cTn>
                                        <p:tgtEl>
                                          <p:spTgt spid="87"/>
                                        </p:tgtEl>
                                        <p:attrNameLst>
                                          <p:attrName>style.visibility</p:attrName>
                                        </p:attrNameLst>
                                      </p:cBhvr>
                                      <p:to>
                                        <p:strVal val="visible"/>
                                      </p:to>
                                    </p:set>
                                    <p:animEffect transition="in" filter="fade">
                                      <p:cBhvr>
                                        <p:cTn id="166" dur="400"/>
                                        <p:tgtEl>
                                          <p:spTgt spid="87"/>
                                        </p:tgtEl>
                                      </p:cBhvr>
                                    </p:animEffect>
                                  </p:childTnLst>
                                </p:cTn>
                              </p:par>
                              <p:par>
                                <p:cTn id="167" presetID="10" presetClass="exit" presetSubtype="0" fill="hold" nodeType="withEffect">
                                  <p:stCondLst>
                                    <p:cond delay="0"/>
                                  </p:stCondLst>
                                  <p:childTnLst>
                                    <p:animEffect transition="out" filter="fade">
                                      <p:cBhvr>
                                        <p:cTn id="208" dur="200" fill="hold">
                                          <p:stCondLst>
                                            <p:cond delay="0"/>
                                          </p:stCondLst>
                                        </p:cTn>
                                        <p:tgtEl>
                                          <p:spTgt spid="40"/>
                                        </p:tgtEl>
                                      </p:cBhvr>
                                    </p:animEffect>
                                    <p:set>
                                      <p:cBhvr>
                                        <p:cTn id="209" dur="1" fill="hold">
                                          <p:stCondLst>
                                            <p:cond delay="200"/>
                                          </p:stCondLst>
                                        </p:cTn>
                                        <p:tgtEl>
                                          <p:spTgt spid="40"/>
                                        </p:tgtEl>
                                        <p:attrNameLst>
                                          <p:attrName>style.visibility</p:attrName>
                                        </p:attrNameLst>
                                      </p:cBhvr>
                                      <p:to>
                                        <p:strVal val="hidden"/>
                                      </p:to>
                                    </p:set>
                                  </p:childTnLst>
                                </p:cTn>
                              </p:par>
                              <p:par>
                                <p:cTn id="168" presetID="10" presetClass="exit" presetSubtype="0" fill="hold" nodeType="withEffect">
                                  <p:stCondLst>
                                    <p:cond delay="0"/>
                                  </p:stCondLst>
                                  <p:childTnLst>
                                    <p:animEffect transition="out" filter="fade">
                                      <p:cBhvr>
                                        <p:cTn id="210" dur="200" fill="hold">
                                          <p:stCondLst>
                                            <p:cond delay="0"/>
                                          </p:stCondLst>
                                        </p:cTn>
                                        <p:tgtEl>
                                          <p:spTgt spid="41"/>
                                        </p:tgtEl>
                                      </p:cBhvr>
                                    </p:animEffect>
                                    <p:set>
                                      <p:cBhvr>
                                        <p:cTn id="211" dur="1" fill="hold">
                                          <p:stCondLst>
                                            <p:cond delay="200"/>
                                          </p:stCondLst>
                                        </p:cTn>
                                        <p:tgtEl>
                                          <p:spTgt spid="41"/>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212" dur="200" fill="hold">
                                          <p:stCondLst>
                                            <p:cond delay="0"/>
                                          </p:stCondLst>
                                        </p:cTn>
                                        <p:tgtEl>
                                          <p:spTgt spid="42"/>
                                        </p:tgtEl>
                                      </p:cBhvr>
                                    </p:animEffect>
                                    <p:set>
                                      <p:cBhvr>
                                        <p:cTn id="213" dur="1" fill="hold">
                                          <p:stCondLst>
                                            <p:cond delay="200"/>
                                          </p:stCondLst>
                                        </p:cTn>
                                        <p:tgtEl>
                                          <p:spTgt spid="42"/>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214" dur="200" fill="hold">
                                          <p:stCondLst>
                                            <p:cond delay="0"/>
                                          </p:stCondLst>
                                        </p:cTn>
                                        <p:tgtEl>
                                          <p:spTgt spid="43"/>
                                        </p:tgtEl>
                                      </p:cBhvr>
                                    </p:animEffect>
                                    <p:set>
                                      <p:cBhvr>
                                        <p:cTn id="215" dur="1" fill="hold">
                                          <p:stCondLst>
                                            <p:cond delay="200"/>
                                          </p:stCondLst>
                                        </p:cTn>
                                        <p:tgtEl>
                                          <p:spTgt spid="43"/>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216" dur="200" fill="hold">
                                          <p:stCondLst>
                                            <p:cond delay="0"/>
                                          </p:stCondLst>
                                        </p:cTn>
                                        <p:tgtEl>
                                          <p:spTgt spid="44"/>
                                        </p:tgtEl>
                                      </p:cBhvr>
                                    </p:animEffect>
                                    <p:set>
                                      <p:cBhvr>
                                        <p:cTn id="217" dur="1" fill="hold">
                                          <p:stCondLst>
                                            <p:cond delay="200"/>
                                          </p:stCondLst>
                                        </p:cTn>
                                        <p:tgtEl>
                                          <p:spTgt spid="44"/>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218" dur="200" fill="hold">
                                          <p:stCondLst>
                                            <p:cond delay="0"/>
                                          </p:stCondLst>
                                        </p:cTn>
                                        <p:tgtEl>
                                          <p:spTgt spid="45"/>
                                        </p:tgtEl>
                                      </p:cBhvr>
                                    </p:animEffect>
                                    <p:set>
                                      <p:cBhvr>
                                        <p:cTn id="219" dur="1" fill="hold">
                                          <p:stCondLst>
                                            <p:cond delay="200"/>
                                          </p:stCondLst>
                                        </p:cTn>
                                        <p:tgtEl>
                                          <p:spTgt spid="45"/>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220" dur="200" fill="hold">
                                          <p:stCondLst>
                                            <p:cond delay="0"/>
                                          </p:stCondLst>
                                        </p:cTn>
                                        <p:tgtEl>
                                          <p:spTgt spid="46"/>
                                        </p:tgtEl>
                                      </p:cBhvr>
                                    </p:animEffect>
                                    <p:set>
                                      <p:cBhvr>
                                        <p:cTn id="221" dur="1" fill="hold">
                                          <p:stCondLst>
                                            <p:cond delay="200"/>
                                          </p:stCondLst>
                                        </p:cTn>
                                        <p:tgtEl>
                                          <p:spTgt spid="46"/>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222" dur="200" fill="hold">
                                          <p:stCondLst>
                                            <p:cond delay="0"/>
                                          </p:stCondLst>
                                        </p:cTn>
                                        <p:tgtEl>
                                          <p:spTgt spid="47"/>
                                        </p:tgtEl>
                                      </p:cBhvr>
                                    </p:animEffect>
                                    <p:set>
                                      <p:cBhvr>
                                        <p:cTn id="223" dur="1" fill="hold">
                                          <p:stCondLst>
                                            <p:cond delay="200"/>
                                          </p:stCondLst>
                                        </p:cTn>
                                        <p:tgtEl>
                                          <p:spTgt spid="47"/>
                                        </p:tgtEl>
                                        <p:attrNameLst>
                                          <p:attrName>style.visibility</p:attrName>
                                        </p:attrNameLst>
                                      </p:cBhvr>
                                      <p:to>
                                        <p:strVal val="hidden"/>
                                      </p:to>
                                    </p:set>
                                  </p:childTnLst>
                                </p:cTn>
                              </p:par>
                              <p:par>
                                <p:cTn id="175" presetID="10" presetClass="exit" presetSubtype="0" fill="hold" nodeType="withEffect">
                                  <p:stCondLst>
                                    <p:cond delay="0"/>
                                  </p:stCondLst>
                                  <p:childTnLst>
                                    <p:animEffect transition="out" filter="fade">
                                      <p:cBhvr>
                                        <p:cTn id="224" dur="200" fill="hold">
                                          <p:stCondLst>
                                            <p:cond delay="0"/>
                                          </p:stCondLst>
                                        </p:cTn>
                                        <p:tgtEl>
                                          <p:spTgt spid="48"/>
                                        </p:tgtEl>
                                      </p:cBhvr>
                                    </p:animEffect>
                                    <p:set>
                                      <p:cBhvr>
                                        <p:cTn id="225" dur="1" fill="hold">
                                          <p:stCondLst>
                                            <p:cond delay="200"/>
                                          </p:stCondLst>
                                        </p:cTn>
                                        <p:tgtEl>
                                          <p:spTgt spid="48"/>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226" dur="200" fill="hold">
                                          <p:stCondLst>
                                            <p:cond delay="0"/>
                                          </p:stCondLst>
                                        </p:cTn>
                                        <p:tgtEl>
                                          <p:spTgt spid="49"/>
                                        </p:tgtEl>
                                      </p:cBhvr>
                                    </p:animEffect>
                                    <p:set>
                                      <p:cBhvr>
                                        <p:cTn id="227" dur="1" fill="hold">
                                          <p:stCondLst>
                                            <p:cond delay="200"/>
                                          </p:stCondLst>
                                        </p:cTn>
                                        <p:tgtEl>
                                          <p:spTgt spid="49"/>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228" dur="200" fill="hold">
                                          <p:stCondLst>
                                            <p:cond delay="0"/>
                                          </p:stCondLst>
                                        </p:cTn>
                                        <p:tgtEl>
                                          <p:spTgt spid="50"/>
                                        </p:tgtEl>
                                      </p:cBhvr>
                                    </p:animEffect>
                                    <p:set>
                                      <p:cBhvr>
                                        <p:cTn id="229" dur="1" fill="hold">
                                          <p:stCondLst>
                                            <p:cond delay="200"/>
                                          </p:stCondLst>
                                        </p:cTn>
                                        <p:tgtEl>
                                          <p:spTgt spid="50"/>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230" dur="200" fill="hold">
                                          <p:stCondLst>
                                            <p:cond delay="0"/>
                                          </p:stCondLst>
                                        </p:cTn>
                                        <p:tgtEl>
                                          <p:spTgt spid="51"/>
                                        </p:tgtEl>
                                      </p:cBhvr>
                                    </p:animEffect>
                                    <p:set>
                                      <p:cBhvr>
                                        <p:cTn id="231" dur="1" fill="hold">
                                          <p:stCondLst>
                                            <p:cond delay="200"/>
                                          </p:stCondLst>
                                        </p:cTn>
                                        <p:tgtEl>
                                          <p:spTgt spid="51"/>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232" dur="200" fill="hold">
                                          <p:stCondLst>
                                            <p:cond delay="0"/>
                                          </p:stCondLst>
                                        </p:cTn>
                                        <p:tgtEl>
                                          <p:spTgt spid="52"/>
                                        </p:tgtEl>
                                      </p:cBhvr>
                                    </p:animEffect>
                                    <p:set>
                                      <p:cBhvr>
                                        <p:cTn id="233" dur="1" fill="hold">
                                          <p:stCondLst>
                                            <p:cond delay="200"/>
                                          </p:stCondLst>
                                        </p:cTn>
                                        <p:tgtEl>
                                          <p:spTgt spid="52"/>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234" dur="200" fill="hold">
                                          <p:stCondLst>
                                            <p:cond delay="0"/>
                                          </p:stCondLst>
                                        </p:cTn>
                                        <p:tgtEl>
                                          <p:spTgt spid="85"/>
                                        </p:tgtEl>
                                      </p:cBhvr>
                                    </p:animEffect>
                                    <p:set>
                                      <p:cBhvr>
                                        <p:cTn id="235" dur="1" fill="hold">
                                          <p:stCondLst>
                                            <p:cond delay="200"/>
                                          </p:stCondLst>
                                        </p:cTn>
                                        <p:tgtEl>
                                          <p:spTgt spid="85"/>
                                        </p:tgtEl>
                                        <p:attrNameLst>
                                          <p:attrName>style.visibility</p:attrName>
                                        </p:attrNameLst>
                                      </p:cBhvr>
                                      <p:to>
                                        <p:strVal val="hidden"/>
                                      </p:to>
                                    </p:set>
                                  </p:childTnLst>
                                </p:cTn>
                              </p:par>
                              <p:par>
                                <p:cTn id="181" presetID="10" presetClass="entr" presetSubtype="0" fill="hold" nodeType="withEffect">
                                  <p:stCondLst>
                                    <p:cond delay="0"/>
                                  </p:stCondLst>
                                  <p:childTnLst>
                                    <p:set>
                                      <p:cBhvr>
                                        <p:cTn id="182" dur="1" fill="hold">
                                          <p:stCondLst>
                                            <p:cond delay="0"/>
                                          </p:stCondLst>
                                        </p:cTn>
                                        <p:tgtEl>
                                          <p:spTgt spid="70"/>
                                        </p:tgtEl>
                                        <p:attrNameLst>
                                          <p:attrName>style.visibility</p:attrName>
                                        </p:attrNameLst>
                                      </p:cBhvr>
                                      <p:to>
                                        <p:strVal val="visible"/>
                                      </p:to>
                                    </p:set>
                                    <p:animEffect transition="in" filter="fade">
                                      <p:cBhvr>
                                        <p:cTn id="183"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A5075CDE-338E-4E7A-9A64-8A990F8F0996}"/>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D2F015B6-DAE0-4F31-A2A7-52147BD2FDF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D038D6E1-C10F-476F-88FF-9673FDC109DC}"/>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D559C5F1-BD06-4763-9A5B-E5B35B3D6A7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735CF1D8-FCB5-468B-81E9-B9EEF121FD08}"/>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D99C8739-8B3E-4715-9FBF-C26D88D8C881}"/>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F9969E5B-D9F4-4731-88F4-D8EBE479C2EA}"/>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88F32948-47F5-4EA8-BFCC-4F9CE055BD17}"/>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66B60F66-F233-4FFD-B6A8-7B4652B644EB}"/>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4049D0C3-0E55-40A2-AFE2-F1C33E1AD413}"/>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C3ACEB07-5FFB-4D97-BE49-C18F3DC5A695}"/>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C75475CA-9D80-4680-948F-8B8E77212588}"/>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595A368B-DC35-4850-83A5-EEBD3A905C2C}"/>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3EAA6B49-D041-428C-9F60-BF62A6B60CB6}"/>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B9B521AC-7BB2-4B9A-A8F6-D365B42FC7E3}"/>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E2E3AD76-FB1D-4982-BF35-5F7E267746B1}"/>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FD7BD25B-72E7-46D1-B70F-14D06C7AF9EA}"/>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3FEE65CB-1215-4910-8A52-F83CFB2346E9}"/>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6C8FDFDA-8982-4D7A-8C39-AE26710F04E6}"/>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Increase kp</a:t>
            </a:r>
          </a:p>
        </p:txBody>
      </p:sp>
      <p:pic>
        <p:nvPicPr>
          <p:cNvPr id="22" name="pm-wide" descr="Increase kp on fixed axes: exact PM stays bounded by one. Its two-sided spectrum spreads; shaded spans enclose the outermost lines with abs(Jn)&gt;=0.01. This is a significant-component span, not finite strict support or a new bandwidth formula.">
            <a:extLst xmlns:a="http://schemas.openxmlformats.org/drawingml/2006/main">
              <a:ext uri="{FF2B5EF4-FFF2-40B4-BE49-F238E27FC236}">
                <a16:creationId xmlns:a16="http://schemas.microsoft.com/office/drawing/2014/main" id="{134DD083-6D0D-46C5-8173-BF45F61324E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2" name="pm-wide--t4-click-frame-001"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3" name="pm-wide--t4-click-frame-002"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4" name="pm-wide--t4-click-frame-003"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5" name="pm-wide--t4-click-frame-004"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6" name="pm-wide--t4-click-frame-005"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7" name="pm-wide--t4-click-frame-006"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8" name="pm-wide--t4-click-frame-007"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9" name="pm-wide--t4-click-frame-008"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0" name="pm-wide--t4-click-frame-009"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1" name="pm-wide--t4-click-frame-010"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2" name="pm-wide--t4-click-frame-011"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3" name="pm-wide--t4-click-frame-012"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4" name="pm-wide--t4-click-frame-013"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5" name="pm-wide--t4-click-frame-014"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6" name="pm-wide--t4-click-frame-015"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7" name="pm-wide--t4-click-frame-016"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8" name="pm-wide--t4-click-frame-017"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9" name="pm-wide--t4-click-frame-018"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0" name="pm-wide--t4-click-frame-019"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1" name="pm-wide--t4-click-frame-020"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2" name="pm-wide--t4-click-frame-021"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3" name="pm-wide--t4-click-frame-022"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4" name="pm-wide--t4-click-frame-023"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5" name="pm-wide--t4-click-frame-024"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6" name="pm-wide--t4-click-frame-025"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7" name="pm-wide--t4-click-frame-026"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8" name="pm-wide--t4-click-frame-027"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9" name="pm-wide--t4-click-frame-028"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0" name="pm-wide--t4-click-frame-029"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1" name="pm-wide--t4-click-frame-030"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2" name="pm-wide--t4-click-frame-031"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3" name="pm-wide--t4-click-frame-032"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4" name="pm-wide--t4-click-frame-033"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5" name="pm-wide--t4-click-frame-034"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6" name="pm-wide--t4-click-frame-035"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7" name="pm-wide--t4-click-frame-036"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8" name="pm-wide--t4-click-frame-037"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9" name="pm-wide--t4-click-frame-038"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0" name="pm-wide--t4-click-frame-039"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1" name="pm-wide--t4-click-frame-040"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2" name="pm-wide--t4-click-frame-041"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3" name="pm-wide--t4-click-frame-042"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4" name="pm-wide--t4-click-frame-043"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5" name="pm-wide--t4-click-frame-044"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6" name="pm-wide--t4-click-frame-045"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7" name="pm-wide--t4-click-frame-046"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8" name="pm-wide--t4-click-frame-047"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9" name="pm-wide--t4-click-frame-048"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80" name="pm-wide--t4-click-frame-049"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81" name="pm-wide--t4-click-frame-050" descr="Increase kp on fixed axes: exact PM stays bounded by one. Its two-sided spectrum spreads; shaded spans enclose the outermost lines with abs(Jn)&gt;=0.01. This is a significant-component span, not finite strict support or a new bandwidth formula."/>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7680434-94E5-4AD1-8BCB-4857A01EF6DA}"/>
              </a:ext>
            </a:extLst>
          </p:cNvPr>
          <p:cNvPicPr>
            <a:picLocks xmlns:a="http://schemas.openxmlformats.org/drawingml/2006/main" noChangeAspect="1"/>
          </p:cNvPicPr>
          <p:nvPr/>
        </p:nvPicPr>
        <p:blipFill>
          <a:blip xmlns:r="http://schemas.openxmlformats.org/officeDocument/2006/relationships" xmlns:a="http://schemas.openxmlformats.org/drawingml/2006/main" r:embed="Rde2370a678e6458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5F24312D-A4B5-4FAA-8CEC-4BF50FCA2FA4}"/>
              </a:ext>
            </a:extLst>
          </p:cNvPr>
          <p:cNvPicPr>
            <a:picLocks xmlns:a="http://schemas.openxmlformats.org/drawingml/2006/main" noChangeAspect="1"/>
          </p:cNvPicPr>
          <p:nvPr/>
        </p:nvPicPr>
        <p:blipFill>
          <a:blip xmlns:r="http://schemas.openxmlformats.org/officeDocument/2006/relationships" xmlns:a="http://schemas.openxmlformats.org/drawingml/2006/main" r:embed="R568eea00ef3e413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7E934DCE-5416-4EDD-B24F-ECFACBE9A402}"/>
              </a:ext>
            </a:extLst>
          </p:cNvPr>
          <p:cNvPicPr>
            <a:picLocks xmlns:a="http://schemas.openxmlformats.org/drawingml/2006/main" noChangeAspect="1"/>
          </p:cNvPicPr>
          <p:nvPr/>
        </p:nvPicPr>
        <p:blipFill>
          <a:blip xmlns:r="http://schemas.openxmlformats.org/officeDocument/2006/relationships" xmlns:a="http://schemas.openxmlformats.org/drawingml/2006/main" r:embed="Rce00f5422815458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kp-sweep" descr="k_p:\quad0\ \longrightarrow\ 0.2\ \longrightarrow\ 1\ \longrightarrow\ 3">
            <a:extLst xmlns:a="http://schemas.openxmlformats.org/drawingml/2006/main">
              <a:ext uri="{FF2B5EF4-FFF2-40B4-BE49-F238E27FC236}">
                <a16:creationId xmlns:a16="http://schemas.microsoft.com/office/drawing/2014/main" id="{A3C4CF8C-387C-42E5-8D8E-76888E72836F}"/>
              </a:ext>
            </a:extLst>
          </p:cNvPr>
          <p:cNvPicPr>
            <a:picLocks xmlns:a="http://schemas.openxmlformats.org/drawingml/2006/main" noChangeAspect="1"/>
          </p:cNvPicPr>
          <p:nvPr/>
        </p:nvPicPr>
        <p:blipFill>
          <a:blip xmlns:r="http://schemas.openxmlformats.org/officeDocument/2006/relationships" xmlns:a="http://schemas.openxmlformats.org/drawingml/2006/main" r:embed="R1f87d1153d5d4422">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3143250" y="2012454"/>
            <a:ext cx="4629150" cy="280392"/>
          </a:xfrm>
          <a:prstGeom xmlns:a="http://schemas.openxmlformats.org/drawingml/2006/main" prst="rect">
            <a:avLst/>
          </a:prstGeom>
        </p:spPr>
      </p:pic>
      <p:pic>
        <p:nvPicPr>
          <p:cNvPr id="27" name="message-main" descr="m(t)=\cos(2\pi f_mt)">
            <a:extLst xmlns:a="http://schemas.openxmlformats.org/drawingml/2006/main">
              <a:ext uri="{FF2B5EF4-FFF2-40B4-BE49-F238E27FC236}">
                <a16:creationId xmlns:a16="http://schemas.microsoft.com/office/drawing/2014/main" id="{5C568ACD-7C4F-46A5-9FC4-B312BE718CC8}"/>
              </a:ext>
            </a:extLst>
          </p:cNvPr>
          <p:cNvPicPr>
            <a:picLocks xmlns:a="http://schemas.openxmlformats.org/drawingml/2006/main" noChangeAspect="1"/>
          </p:cNvPicPr>
          <p:nvPr/>
        </p:nvPicPr>
        <p:blipFill>
          <a:blip xmlns:r="http://schemas.openxmlformats.org/officeDocument/2006/relationships" xmlns:a="http://schemas.openxmlformats.org/drawingml/2006/main" r:embed="R250c8dfa028f4fb5">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4691063"/>
            <a:ext cx="2340293" cy="257175"/>
          </a:xfrm>
          <a:prstGeom xmlns:a="http://schemas.openxmlformats.org/drawingml/2006/main" prst="rect">
            <a:avLst/>
          </a:prstGeom>
        </p:spPr>
      </p:pic>
      <p:pic>
        <p:nvPicPr>
          <p:cNvPr id="28" name="signal-main" descr="s(t)=A_c\cos[2\pi f_ct+k_pm(t)]">
            <a:extLst xmlns:a="http://schemas.openxmlformats.org/drawingml/2006/main">
              <a:ext uri="{FF2B5EF4-FFF2-40B4-BE49-F238E27FC236}">
                <a16:creationId xmlns:a16="http://schemas.microsoft.com/office/drawing/2014/main" id="{2E448C47-5544-47D3-BB8B-A15064338DD8}"/>
              </a:ext>
            </a:extLst>
          </p:cNvPr>
          <p:cNvPicPr>
            <a:picLocks xmlns:a="http://schemas.openxmlformats.org/drawingml/2006/main" noChangeAspect="1"/>
          </p:cNvPicPr>
          <p:nvPr/>
        </p:nvPicPr>
        <p:blipFill>
          <a:blip xmlns:r="http://schemas.openxmlformats.org/officeDocument/2006/relationships" xmlns:a="http://schemas.openxmlformats.org/drawingml/2006/main" r:embed="R2eeff16bdbab441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153769"/>
            <a:ext cx="3677603" cy="265212"/>
          </a:xfrm>
          <a:prstGeom xmlns:a="http://schemas.openxmlformats.org/drawingml/2006/main" prst="rect">
            <a:avLst/>
          </a:prstGeom>
        </p:spPr>
      </p:pic>
      <p:pic>
        <p:nvPicPr>
          <p:cNvPr id="29" name="pm-wide-result" descr="k_p\uparrow\quad\Longrightarrow\quad\text{more significant lines; wider band}">
            <a:extLst xmlns:a="http://schemas.openxmlformats.org/drawingml/2006/main">
              <a:ext uri="{FF2B5EF4-FFF2-40B4-BE49-F238E27FC236}">
                <a16:creationId xmlns:a16="http://schemas.microsoft.com/office/drawing/2014/main" id="{FA2E7C8F-7EF7-4469-828C-2949A1A84215}"/>
              </a:ext>
            </a:extLst>
          </p:cNvPr>
          <p:cNvPicPr>
            <a:picLocks xmlns:a="http://schemas.openxmlformats.org/drawingml/2006/main" noChangeAspect="1"/>
          </p:cNvPicPr>
          <p:nvPr/>
        </p:nvPicPr>
        <p:blipFill>
          <a:blip xmlns:r="http://schemas.openxmlformats.org/officeDocument/2006/relationships" xmlns:a="http://schemas.openxmlformats.org/drawingml/2006/main" r:embed="R1662d5453a7f4e1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81100" y="5651659"/>
            <a:ext cx="6240780" cy="260032"/>
          </a:xfrm>
          <a:prstGeom xmlns:a="http://schemas.openxmlformats.org/drawingml/2006/main" prst="rect">
            <a:avLst/>
          </a:prstGeom>
        </p:spPr>
      </p:pic>
      <p:pic>
        <p:nvPicPr>
          <p:cNvPr id="30" name="threshold" descr="\text{Shading: cosine amplitude}\ge0.01A_c">
            <a:extLst xmlns:a="http://schemas.openxmlformats.org/drawingml/2006/main">
              <a:ext uri="{FF2B5EF4-FFF2-40B4-BE49-F238E27FC236}">
                <a16:creationId xmlns:a16="http://schemas.microsoft.com/office/drawing/2014/main" id="{0527A81A-1BA1-4204-BEB1-B654B1ECB4C0}"/>
              </a:ext>
            </a:extLst>
          </p:cNvPr>
          <p:cNvPicPr>
            <a:picLocks xmlns:a="http://schemas.openxmlformats.org/drawingml/2006/main" noChangeAspect="1"/>
          </p:cNvPicPr>
          <p:nvPr/>
        </p:nvPicPr>
        <p:blipFill>
          <a:blip xmlns:r="http://schemas.openxmlformats.org/officeDocument/2006/relationships" xmlns:a="http://schemas.openxmlformats.org/drawingml/2006/main" r:embed="Re010b3e1bd964cb2">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181100" y="6161544"/>
            <a:ext cx="4482465" cy="221337"/>
          </a:xfrm>
          <a:prstGeom xmlns:a="http://schemas.openxmlformats.org/drawingml/2006/main" prst="rect">
            <a:avLst/>
          </a:prstGeom>
        </p:spPr>
      </p:pic>
    </p:spTree>
    <p:extLst>
      <p:ext uri="{BB962C8B-B14F-4D97-AF65-F5344CB8AC3E}">
        <p14:creationId xmlns:p14="http://schemas.microsoft.com/office/powerpoint/2010/main" val="1312986038"/>
      </p:ext>
    </p:extLst>
  </p:cSld>
  <p:timing>
    <p:tnLst>
      <p:par>
        <p:cTn id="1" dur="indefinite" restart="never" nodeType="tmRoot">
          <p:childTnLst>
            <p:seq concurrent="1" nextAc="seek">
              <p:cTn id="2" dur="indefinite" nodeType="mainSeq">
                <p:childTnLst>
                  <p:par>
                    <p:cTn id="11" fill="hold" restart="never" repeatCount="1000">
                      <p:stCondLst>
                        <p:cond delay="indefinite"/>
                      </p:stCondLst>
                      <p:childTnLst>
                        <p:par>
                          <p:cTn id="12" fill="hold" dur="11120">
                            <p:stCondLst>
                              <p:cond delay="0"/>
                            </p:stCondLst>
                            <p:childTnLst>
                              <p:par>
                                <p:cTn id="13" presetID="1" presetClass="entr" presetSubtype="0" fill="hold" nodeType="clickEffect" restart="never">
                                  <p:stCondLst>
                                    <p:cond delay="90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nodeType="withEffect" restart="never">
                                  <p:stCondLst>
                                    <p:cond delay="106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restart="never">
                                  <p:stCondLst>
                                    <p:cond delay="122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restart="never">
                                  <p:stCondLst>
                                    <p:cond delay="138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restart="never">
                                  <p:stCondLst>
                                    <p:cond delay="154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restart="never">
                                  <p:stCondLst>
                                    <p:cond delay="170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nodeType="withEffect" restart="never">
                                  <p:stCondLst>
                                    <p:cond delay="186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restart="never">
                                  <p:stCondLst>
                                    <p:cond delay="202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restart="never">
                                  <p:stCondLst>
                                    <p:cond delay="218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nodeType="withEffect" restart="never">
                                  <p:stCondLst>
                                    <p:cond delay="234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nodeType="withEffect" restart="never">
                                  <p:stCondLst>
                                    <p:cond delay="250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nodeType="withEffect" restart="never">
                                  <p:stCondLst>
                                    <p:cond delay="266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restart="never">
                                  <p:stCondLst>
                                    <p:cond delay="326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restart="never">
                                  <p:stCondLst>
                                    <p:cond delay="342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nodeType="withEffect" restart="never">
                                  <p:stCondLst>
                                    <p:cond delay="358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nodeType="withEffect" restart="never">
                                  <p:stCondLst>
                                    <p:cond delay="374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nodeType="withEffect" restart="never">
                                  <p:stCondLst>
                                    <p:cond delay="390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nodeType="withEffect" restart="never">
                                  <p:stCondLst>
                                    <p:cond delay="406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ntr" presetSubtype="0" fill="hold" nodeType="withEffect" restart="never">
                                  <p:stCondLst>
                                    <p:cond delay="422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nodeType="withEffect" restart="never">
                                  <p:stCondLst>
                                    <p:cond delay="4380"/>
                                  </p:stCondLst>
                                  <p:childTnLst>
                                    <p:set>
                                      <p:cBhvr>
                                        <p:cTn id="52" dur="1" fill="hold">
                                          <p:stCondLst>
                                            <p:cond delay="0"/>
                                          </p:stCondLst>
                                        </p:cTn>
                                        <p:tgtEl>
                                          <p:spTgt spid="51"/>
                                        </p:tgtEl>
                                        <p:attrNameLst>
                                          <p:attrName>style.visibility</p:attrName>
                                        </p:attrNameLst>
                                      </p:cBhvr>
                                      <p:to>
                                        <p:strVal val="visible"/>
                                      </p:to>
                                    </p:set>
                                  </p:childTnLst>
                                </p:cTn>
                              </p:par>
                              <p:par>
                                <p:cTn id="53" presetID="1" presetClass="entr" presetSubtype="0" fill="hold" nodeType="withEffect" restart="never">
                                  <p:stCondLst>
                                    <p:cond delay="454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nodeType="withEffect" restart="never">
                                  <p:stCondLst>
                                    <p:cond delay="470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nodeType="withEffect" restart="never">
                                  <p:stCondLst>
                                    <p:cond delay="486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nodeType="withEffect" restart="never">
                                  <p:stCondLst>
                                    <p:cond delay="502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nodeType="withEffect" restart="never">
                                  <p:stCondLst>
                                    <p:cond delay="5180"/>
                                  </p:stCondLst>
                                  <p:childTnLst>
                                    <p:set>
                                      <p:cBhvr>
                                        <p:cTn id="62" dur="1" fill="hold">
                                          <p:stCondLst>
                                            <p:cond delay="0"/>
                                          </p:stCondLst>
                                        </p:cTn>
                                        <p:tgtEl>
                                          <p:spTgt spid="56"/>
                                        </p:tgtEl>
                                        <p:attrNameLst>
                                          <p:attrName>style.visibility</p:attrName>
                                        </p:attrNameLst>
                                      </p:cBhvr>
                                      <p:to>
                                        <p:strVal val="visible"/>
                                      </p:to>
                                    </p:set>
                                  </p:childTnLst>
                                </p:cTn>
                              </p:par>
                              <p:par>
                                <p:cTn id="63" presetID="1" presetClass="entr" presetSubtype="0" fill="hold" nodeType="withEffect" restart="never">
                                  <p:stCondLst>
                                    <p:cond delay="534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nodeType="withEffect" restart="never">
                                  <p:stCondLst>
                                    <p:cond delay="5500"/>
                                  </p:stCondLst>
                                  <p:childTnLst>
                                    <p:set>
                                      <p:cBhvr>
                                        <p:cTn id="66" dur="1" fill="hold">
                                          <p:stCondLst>
                                            <p:cond delay="0"/>
                                          </p:stCondLst>
                                        </p:cTn>
                                        <p:tgtEl>
                                          <p:spTgt spid="58"/>
                                        </p:tgtEl>
                                        <p:attrNameLst>
                                          <p:attrName>style.visibility</p:attrName>
                                        </p:attrNameLst>
                                      </p:cBhvr>
                                      <p:to>
                                        <p:strVal val="visible"/>
                                      </p:to>
                                    </p:set>
                                  </p:childTnLst>
                                </p:cTn>
                              </p:par>
                              <p:par>
                                <p:cTn id="67" presetID="1" presetClass="entr" presetSubtype="0" fill="hold" nodeType="withEffect" restart="never">
                                  <p:stCondLst>
                                    <p:cond delay="5660"/>
                                  </p:stCondLst>
                                  <p:childTnLst>
                                    <p:set>
                                      <p:cBhvr>
                                        <p:cTn id="68" dur="1" fill="hold">
                                          <p:stCondLst>
                                            <p:cond delay="0"/>
                                          </p:stCondLst>
                                        </p:cTn>
                                        <p:tgtEl>
                                          <p:spTgt spid="59"/>
                                        </p:tgtEl>
                                        <p:attrNameLst>
                                          <p:attrName>style.visibility</p:attrName>
                                        </p:attrNameLst>
                                      </p:cBhvr>
                                      <p:to>
                                        <p:strVal val="visible"/>
                                      </p:to>
                                    </p:set>
                                  </p:childTnLst>
                                </p:cTn>
                              </p:par>
                              <p:par>
                                <p:cTn id="69" presetID="1" presetClass="entr" presetSubtype="0" fill="hold" nodeType="withEffect" restart="never">
                                  <p:stCondLst>
                                    <p:cond delay="5820"/>
                                  </p:stCondLst>
                                  <p:childTnLst>
                                    <p:set>
                                      <p:cBhvr>
                                        <p:cTn id="70" dur="1" fill="hold">
                                          <p:stCondLst>
                                            <p:cond delay="0"/>
                                          </p:stCondLst>
                                        </p:cTn>
                                        <p:tgtEl>
                                          <p:spTgt spid="60"/>
                                        </p:tgtEl>
                                        <p:attrNameLst>
                                          <p:attrName>style.visibility</p:attrName>
                                        </p:attrNameLst>
                                      </p:cBhvr>
                                      <p:to>
                                        <p:strVal val="visible"/>
                                      </p:to>
                                    </p:set>
                                  </p:childTnLst>
                                </p:cTn>
                              </p:par>
                              <p:par>
                                <p:cTn id="71" presetID="1" presetClass="entr" presetSubtype="0" fill="hold" nodeType="withEffect" restart="never">
                                  <p:stCondLst>
                                    <p:cond delay="5980"/>
                                  </p:stCondLst>
                                  <p:childTnLst>
                                    <p:set>
                                      <p:cBhvr>
                                        <p:cTn id="72" dur="1" fill="hold">
                                          <p:stCondLst>
                                            <p:cond delay="0"/>
                                          </p:stCondLst>
                                        </p:cTn>
                                        <p:tgtEl>
                                          <p:spTgt spid="61"/>
                                        </p:tgtEl>
                                        <p:attrNameLst>
                                          <p:attrName>style.visibility</p:attrName>
                                        </p:attrNameLst>
                                      </p:cBhvr>
                                      <p:to>
                                        <p:strVal val="visible"/>
                                      </p:to>
                                    </p:set>
                                  </p:childTnLst>
                                </p:cTn>
                              </p:par>
                              <p:par>
                                <p:cTn id="73" presetID="1" presetClass="entr" presetSubtype="0" fill="hold" nodeType="withEffect" restart="never">
                                  <p:stCondLst>
                                    <p:cond delay="6140"/>
                                  </p:stCondLst>
                                  <p:childTnLst>
                                    <p:set>
                                      <p:cBhvr>
                                        <p:cTn id="74" dur="1" fill="hold">
                                          <p:stCondLst>
                                            <p:cond delay="0"/>
                                          </p:stCondLst>
                                        </p:cTn>
                                        <p:tgtEl>
                                          <p:spTgt spid="62"/>
                                        </p:tgtEl>
                                        <p:attrNameLst>
                                          <p:attrName>style.visibility</p:attrName>
                                        </p:attrNameLst>
                                      </p:cBhvr>
                                      <p:to>
                                        <p:strVal val="visible"/>
                                      </p:to>
                                    </p:set>
                                  </p:childTnLst>
                                </p:cTn>
                              </p:par>
                              <p:par>
                                <p:cTn id="75" presetID="1" presetClass="entr" presetSubtype="0" fill="hold" nodeType="withEffect" restart="never">
                                  <p:stCondLst>
                                    <p:cond delay="6740"/>
                                  </p:stCondLst>
                                  <p:childTnLst>
                                    <p:set>
                                      <p:cBhvr>
                                        <p:cTn id="76" dur="1" fill="hold">
                                          <p:stCondLst>
                                            <p:cond delay="0"/>
                                          </p:stCondLst>
                                        </p:cTn>
                                        <p:tgtEl>
                                          <p:spTgt spid="63"/>
                                        </p:tgtEl>
                                        <p:attrNameLst>
                                          <p:attrName>style.visibility</p:attrName>
                                        </p:attrNameLst>
                                      </p:cBhvr>
                                      <p:to>
                                        <p:strVal val="visible"/>
                                      </p:to>
                                    </p:set>
                                  </p:childTnLst>
                                </p:cTn>
                              </p:par>
                              <p:par>
                                <p:cTn id="77" presetID="1" presetClass="entr" presetSubtype="0" fill="hold" nodeType="withEffect" restart="never">
                                  <p:stCondLst>
                                    <p:cond delay="6900"/>
                                  </p:stCondLst>
                                  <p:childTnLst>
                                    <p:set>
                                      <p:cBhvr>
                                        <p:cTn id="78" dur="1" fill="hold">
                                          <p:stCondLst>
                                            <p:cond delay="0"/>
                                          </p:stCondLst>
                                        </p:cTn>
                                        <p:tgtEl>
                                          <p:spTgt spid="64"/>
                                        </p:tgtEl>
                                        <p:attrNameLst>
                                          <p:attrName>style.visibility</p:attrName>
                                        </p:attrNameLst>
                                      </p:cBhvr>
                                      <p:to>
                                        <p:strVal val="visible"/>
                                      </p:to>
                                    </p:set>
                                  </p:childTnLst>
                                </p:cTn>
                              </p:par>
                              <p:par>
                                <p:cTn id="79" presetID="1" presetClass="entr" presetSubtype="0" fill="hold" nodeType="withEffect" restart="never">
                                  <p:stCondLst>
                                    <p:cond delay="7060"/>
                                  </p:stCondLst>
                                  <p:childTnLst>
                                    <p:set>
                                      <p:cBhvr>
                                        <p:cTn id="80" dur="1" fill="hold">
                                          <p:stCondLst>
                                            <p:cond delay="0"/>
                                          </p:stCondLst>
                                        </p:cTn>
                                        <p:tgtEl>
                                          <p:spTgt spid="65"/>
                                        </p:tgtEl>
                                        <p:attrNameLst>
                                          <p:attrName>style.visibility</p:attrName>
                                        </p:attrNameLst>
                                      </p:cBhvr>
                                      <p:to>
                                        <p:strVal val="visible"/>
                                      </p:to>
                                    </p:set>
                                  </p:childTnLst>
                                </p:cTn>
                              </p:par>
                              <p:par>
                                <p:cTn id="81" presetID="1" presetClass="entr" presetSubtype="0" fill="hold" nodeType="withEffect" restart="never">
                                  <p:stCondLst>
                                    <p:cond delay="7220"/>
                                  </p:stCondLst>
                                  <p:childTnLst>
                                    <p:set>
                                      <p:cBhvr>
                                        <p:cTn id="82" dur="1" fill="hold">
                                          <p:stCondLst>
                                            <p:cond delay="0"/>
                                          </p:stCondLst>
                                        </p:cTn>
                                        <p:tgtEl>
                                          <p:spTgt spid="66"/>
                                        </p:tgtEl>
                                        <p:attrNameLst>
                                          <p:attrName>style.visibility</p:attrName>
                                        </p:attrNameLst>
                                      </p:cBhvr>
                                      <p:to>
                                        <p:strVal val="visible"/>
                                      </p:to>
                                    </p:set>
                                  </p:childTnLst>
                                </p:cTn>
                              </p:par>
                              <p:par>
                                <p:cTn id="83" presetID="1" presetClass="entr" presetSubtype="0" fill="hold" nodeType="withEffect" restart="never">
                                  <p:stCondLst>
                                    <p:cond delay="7380"/>
                                  </p:stCondLst>
                                  <p:childTnLst>
                                    <p:set>
                                      <p:cBhvr>
                                        <p:cTn id="84" dur="1" fill="hold">
                                          <p:stCondLst>
                                            <p:cond delay="0"/>
                                          </p:stCondLst>
                                        </p:cTn>
                                        <p:tgtEl>
                                          <p:spTgt spid="67"/>
                                        </p:tgtEl>
                                        <p:attrNameLst>
                                          <p:attrName>style.visibility</p:attrName>
                                        </p:attrNameLst>
                                      </p:cBhvr>
                                      <p:to>
                                        <p:strVal val="visible"/>
                                      </p:to>
                                    </p:set>
                                  </p:childTnLst>
                                </p:cTn>
                              </p:par>
                              <p:par>
                                <p:cTn id="85" presetID="1" presetClass="entr" presetSubtype="0" fill="hold" nodeType="withEffect" restart="never">
                                  <p:stCondLst>
                                    <p:cond delay="7540"/>
                                  </p:stCondLst>
                                  <p:childTnLst>
                                    <p:set>
                                      <p:cBhvr>
                                        <p:cTn id="86" dur="1" fill="hold">
                                          <p:stCondLst>
                                            <p:cond delay="0"/>
                                          </p:stCondLst>
                                        </p:cTn>
                                        <p:tgtEl>
                                          <p:spTgt spid="68"/>
                                        </p:tgtEl>
                                        <p:attrNameLst>
                                          <p:attrName>style.visibility</p:attrName>
                                        </p:attrNameLst>
                                      </p:cBhvr>
                                      <p:to>
                                        <p:strVal val="visible"/>
                                      </p:to>
                                    </p:set>
                                  </p:childTnLst>
                                </p:cTn>
                              </p:par>
                              <p:par>
                                <p:cTn id="87" presetID="1" presetClass="entr" presetSubtype="0" fill="hold" nodeType="withEffect" restart="never">
                                  <p:stCondLst>
                                    <p:cond delay="7700"/>
                                  </p:stCondLst>
                                  <p:childTnLst>
                                    <p:set>
                                      <p:cBhvr>
                                        <p:cTn id="88" dur="1" fill="hold">
                                          <p:stCondLst>
                                            <p:cond delay="0"/>
                                          </p:stCondLst>
                                        </p:cTn>
                                        <p:tgtEl>
                                          <p:spTgt spid="69"/>
                                        </p:tgtEl>
                                        <p:attrNameLst>
                                          <p:attrName>style.visibility</p:attrName>
                                        </p:attrNameLst>
                                      </p:cBhvr>
                                      <p:to>
                                        <p:strVal val="visible"/>
                                      </p:to>
                                    </p:set>
                                  </p:childTnLst>
                                </p:cTn>
                              </p:par>
                              <p:par>
                                <p:cTn id="89" presetID="1" presetClass="entr" presetSubtype="0" fill="hold" nodeType="withEffect" restart="never">
                                  <p:stCondLst>
                                    <p:cond delay="7860"/>
                                  </p:stCondLst>
                                  <p:childTnLst>
                                    <p:set>
                                      <p:cBhvr>
                                        <p:cTn id="90" dur="1" fill="hold">
                                          <p:stCondLst>
                                            <p:cond delay="0"/>
                                          </p:stCondLst>
                                        </p:cTn>
                                        <p:tgtEl>
                                          <p:spTgt spid="70"/>
                                        </p:tgtEl>
                                        <p:attrNameLst>
                                          <p:attrName>style.visibility</p:attrName>
                                        </p:attrNameLst>
                                      </p:cBhvr>
                                      <p:to>
                                        <p:strVal val="visible"/>
                                      </p:to>
                                    </p:set>
                                  </p:childTnLst>
                                </p:cTn>
                              </p:par>
                              <p:par>
                                <p:cTn id="91" presetID="1" presetClass="entr" presetSubtype="0" fill="hold" nodeType="withEffect" restart="never">
                                  <p:stCondLst>
                                    <p:cond delay="8020"/>
                                  </p:stCondLst>
                                  <p:childTnLst>
                                    <p:set>
                                      <p:cBhvr>
                                        <p:cTn id="92" dur="1" fill="hold">
                                          <p:stCondLst>
                                            <p:cond delay="0"/>
                                          </p:stCondLst>
                                        </p:cTn>
                                        <p:tgtEl>
                                          <p:spTgt spid="71"/>
                                        </p:tgtEl>
                                        <p:attrNameLst>
                                          <p:attrName>style.visibility</p:attrName>
                                        </p:attrNameLst>
                                      </p:cBhvr>
                                      <p:to>
                                        <p:strVal val="visible"/>
                                      </p:to>
                                    </p:set>
                                  </p:childTnLst>
                                </p:cTn>
                              </p:par>
                              <p:par>
                                <p:cTn id="93" presetID="1" presetClass="entr" presetSubtype="0" fill="hold" nodeType="withEffect" restart="never">
                                  <p:stCondLst>
                                    <p:cond delay="8180"/>
                                  </p:stCondLst>
                                  <p:childTnLst>
                                    <p:set>
                                      <p:cBhvr>
                                        <p:cTn id="94" dur="1" fill="hold">
                                          <p:stCondLst>
                                            <p:cond delay="0"/>
                                          </p:stCondLst>
                                        </p:cTn>
                                        <p:tgtEl>
                                          <p:spTgt spid="72"/>
                                        </p:tgtEl>
                                        <p:attrNameLst>
                                          <p:attrName>style.visibility</p:attrName>
                                        </p:attrNameLst>
                                      </p:cBhvr>
                                      <p:to>
                                        <p:strVal val="visible"/>
                                      </p:to>
                                    </p:set>
                                  </p:childTnLst>
                                </p:cTn>
                              </p:par>
                              <p:par>
                                <p:cTn id="95" presetID="1" presetClass="entr" presetSubtype="0" fill="hold" nodeType="withEffect" restart="never">
                                  <p:stCondLst>
                                    <p:cond delay="8340"/>
                                  </p:stCondLst>
                                  <p:childTnLst>
                                    <p:set>
                                      <p:cBhvr>
                                        <p:cTn id="96" dur="1" fill="hold">
                                          <p:stCondLst>
                                            <p:cond delay="0"/>
                                          </p:stCondLst>
                                        </p:cTn>
                                        <p:tgtEl>
                                          <p:spTgt spid="73"/>
                                        </p:tgtEl>
                                        <p:attrNameLst>
                                          <p:attrName>style.visibility</p:attrName>
                                        </p:attrNameLst>
                                      </p:cBhvr>
                                      <p:to>
                                        <p:strVal val="visible"/>
                                      </p:to>
                                    </p:set>
                                  </p:childTnLst>
                                </p:cTn>
                              </p:par>
                              <p:par>
                                <p:cTn id="97" presetID="1" presetClass="entr" presetSubtype="0" fill="hold" nodeType="withEffect" restart="never">
                                  <p:stCondLst>
                                    <p:cond delay="8500"/>
                                  </p:stCondLst>
                                  <p:childTnLst>
                                    <p:set>
                                      <p:cBhvr>
                                        <p:cTn id="98" dur="1" fill="hold">
                                          <p:stCondLst>
                                            <p:cond delay="0"/>
                                          </p:stCondLst>
                                        </p:cTn>
                                        <p:tgtEl>
                                          <p:spTgt spid="74"/>
                                        </p:tgtEl>
                                        <p:attrNameLst>
                                          <p:attrName>style.visibility</p:attrName>
                                        </p:attrNameLst>
                                      </p:cBhvr>
                                      <p:to>
                                        <p:strVal val="visible"/>
                                      </p:to>
                                    </p:set>
                                  </p:childTnLst>
                                </p:cTn>
                              </p:par>
                              <p:par>
                                <p:cTn id="99" presetID="1" presetClass="entr" presetSubtype="0" fill="hold" nodeType="withEffect" restart="never">
                                  <p:stCondLst>
                                    <p:cond delay="8660"/>
                                  </p:stCondLst>
                                  <p:childTnLst>
                                    <p:set>
                                      <p:cBhvr>
                                        <p:cTn id="100" dur="1" fill="hold">
                                          <p:stCondLst>
                                            <p:cond delay="0"/>
                                          </p:stCondLst>
                                        </p:cTn>
                                        <p:tgtEl>
                                          <p:spTgt spid="75"/>
                                        </p:tgtEl>
                                        <p:attrNameLst>
                                          <p:attrName>style.visibility</p:attrName>
                                        </p:attrNameLst>
                                      </p:cBhvr>
                                      <p:to>
                                        <p:strVal val="visible"/>
                                      </p:to>
                                    </p:set>
                                  </p:childTnLst>
                                </p:cTn>
                              </p:par>
                              <p:par>
                                <p:cTn id="101" presetID="1" presetClass="entr" presetSubtype="0" fill="hold" nodeType="withEffect" restart="never">
                                  <p:stCondLst>
                                    <p:cond delay="8820"/>
                                  </p:stCondLst>
                                  <p:childTnLst>
                                    <p:set>
                                      <p:cBhvr>
                                        <p:cTn id="102" dur="1" fill="hold">
                                          <p:stCondLst>
                                            <p:cond delay="0"/>
                                          </p:stCondLst>
                                        </p:cTn>
                                        <p:tgtEl>
                                          <p:spTgt spid="76"/>
                                        </p:tgtEl>
                                        <p:attrNameLst>
                                          <p:attrName>style.visibility</p:attrName>
                                        </p:attrNameLst>
                                      </p:cBhvr>
                                      <p:to>
                                        <p:strVal val="visible"/>
                                      </p:to>
                                    </p:set>
                                  </p:childTnLst>
                                </p:cTn>
                              </p:par>
                              <p:par>
                                <p:cTn id="103" presetID="1" presetClass="entr" presetSubtype="0" fill="hold" nodeType="withEffect" restart="never">
                                  <p:stCondLst>
                                    <p:cond delay="8980"/>
                                  </p:stCondLst>
                                  <p:childTnLst>
                                    <p:set>
                                      <p:cBhvr>
                                        <p:cTn id="104" dur="1" fill="hold">
                                          <p:stCondLst>
                                            <p:cond delay="0"/>
                                          </p:stCondLst>
                                        </p:cTn>
                                        <p:tgtEl>
                                          <p:spTgt spid="77"/>
                                        </p:tgtEl>
                                        <p:attrNameLst>
                                          <p:attrName>style.visibility</p:attrName>
                                        </p:attrNameLst>
                                      </p:cBhvr>
                                      <p:to>
                                        <p:strVal val="visible"/>
                                      </p:to>
                                    </p:set>
                                  </p:childTnLst>
                                </p:cTn>
                              </p:par>
                              <p:par>
                                <p:cTn id="105" presetID="1" presetClass="entr" presetSubtype="0" fill="hold" nodeType="withEffect" restart="never">
                                  <p:stCondLst>
                                    <p:cond delay="9140"/>
                                  </p:stCondLst>
                                  <p:childTnLst>
                                    <p:set>
                                      <p:cBhvr>
                                        <p:cTn id="106" dur="1" fill="hold">
                                          <p:stCondLst>
                                            <p:cond delay="0"/>
                                          </p:stCondLst>
                                        </p:cTn>
                                        <p:tgtEl>
                                          <p:spTgt spid="78"/>
                                        </p:tgtEl>
                                        <p:attrNameLst>
                                          <p:attrName>style.visibility</p:attrName>
                                        </p:attrNameLst>
                                      </p:cBhvr>
                                      <p:to>
                                        <p:strVal val="visible"/>
                                      </p:to>
                                    </p:set>
                                  </p:childTnLst>
                                </p:cTn>
                              </p:par>
                              <p:par>
                                <p:cTn id="107" presetID="1" presetClass="entr" presetSubtype="0" fill="hold" nodeType="withEffect" restart="never">
                                  <p:stCondLst>
                                    <p:cond delay="9300"/>
                                  </p:stCondLst>
                                  <p:childTnLst>
                                    <p:set>
                                      <p:cBhvr>
                                        <p:cTn id="108" dur="1" fill="hold">
                                          <p:stCondLst>
                                            <p:cond delay="0"/>
                                          </p:stCondLst>
                                        </p:cTn>
                                        <p:tgtEl>
                                          <p:spTgt spid="79"/>
                                        </p:tgtEl>
                                        <p:attrNameLst>
                                          <p:attrName>style.visibility</p:attrName>
                                        </p:attrNameLst>
                                      </p:cBhvr>
                                      <p:to>
                                        <p:strVal val="visible"/>
                                      </p:to>
                                    </p:set>
                                  </p:childTnLst>
                                </p:cTn>
                              </p:par>
                              <p:par>
                                <p:cTn id="109" presetID="1" presetClass="entr" presetSubtype="0" fill="hold" nodeType="withEffect" restart="never">
                                  <p:stCondLst>
                                    <p:cond delay="9460"/>
                                  </p:stCondLst>
                                  <p:childTnLst>
                                    <p:set>
                                      <p:cBhvr>
                                        <p:cTn id="110" dur="1" fill="hold">
                                          <p:stCondLst>
                                            <p:cond delay="0"/>
                                          </p:stCondLst>
                                        </p:cTn>
                                        <p:tgtEl>
                                          <p:spTgt spid="80"/>
                                        </p:tgtEl>
                                        <p:attrNameLst>
                                          <p:attrName>style.visibility</p:attrName>
                                        </p:attrNameLst>
                                      </p:cBhvr>
                                      <p:to>
                                        <p:strVal val="visible"/>
                                      </p:to>
                                    </p:set>
                                  </p:childTnLst>
                                </p:cTn>
                              </p:par>
                              <p:par>
                                <p:cTn id="111" presetID="1" presetClass="entr" presetSubtype="0" fill="hold" nodeType="withEffect" restart="never">
                                  <p:stCondLst>
                                    <p:cond delay="9620"/>
                                  </p:stCondLst>
                                  <p:childTnLst>
                                    <p:set>
                                      <p:cBhvr>
                                        <p:cTn id="112" dur="1" fill="hold">
                                          <p:stCondLst>
                                            <p:cond delay="0"/>
                                          </p:stCondLst>
                                        </p:cTn>
                                        <p:tgtEl>
                                          <p:spTgt spid="81"/>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3D96FF1A-8557-446F-948D-E9EB81148A1D}"/>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FFD9DD1-371F-4C0B-A3F4-C494873295F4}"/>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F36A29B8-99EF-4C54-B8E2-65FEB73BB524}"/>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F55D138-E415-462A-BE7E-F8A41EE35DD4}"/>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4CF0DBA7-E654-4F17-9A03-F55CD8922827}"/>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C81E0E35-F03A-4FC9-AA21-62A0D765DD07}"/>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CCC09511-0416-43C6-BB84-D34AA91BFDE7}"/>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3963762E-3983-4F56-BE84-27FE1A38898C}"/>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ABE12614-8AFD-46C1-B7A5-DA488CAFA522}"/>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6A4D12DC-CB3C-4E59-A226-5B0B14881C3D}"/>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A879E53D-AE6C-4ED3-9DB4-0C20AC259E13}"/>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1E53634A-DF0A-463E-A846-21CDEFA881DC}"/>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1015F521-E12C-40BB-AD0E-46D90598152B}"/>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011D1F54-09D3-4176-9317-FF100B64D989}"/>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8D53CE10-0836-42E3-937D-CF65C867DB5C}"/>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CF935F8-FDB5-4911-8B2C-C3067917988F}"/>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E6572179-C0F8-431B-9DE2-4C8D3EAAF66B}"/>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240D711C-0AE7-4D57-A063-899A33A0BCE7}"/>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02CD1088-8DF5-488A-9B37-321DA5505F4A}"/>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Multiplication adds frequency support</a:t>
            </a:r>
          </a:p>
        </p:txBody>
      </p:sp>
      <p:pic>
        <p:nvPicPr>
          <p:cNvPr id="22" name="pm-square-convolution"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a:extLst xmlns:a="http://schemas.openxmlformats.org/drawingml/2006/main">
              <a:ext uri="{FF2B5EF4-FFF2-40B4-BE49-F238E27FC236}">
                <a16:creationId xmlns:a16="http://schemas.microsoft.com/office/drawing/2014/main" id="{8BF68842-5AC4-420C-AC1D-EFCB6A810612}"/>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33" name="pm-square-convolution--t4-click-frame-00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34" name="pm-square-convolution--t4-click-frame-00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35" name="pm-square-convolution--t4-click-frame-00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36" name="pm-square-convolution--t4-click-frame-00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37" name="pm-square-convolution--t4-click-frame-00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38" name="pm-square-convolution--t4-click-frame-00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39" name="pm-square-convolution--t4-click-frame-00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0" name="pm-square-convolution--t4-click-frame-008"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1" name="pm-square-convolution--t4-click-frame-009"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2" name="pm-square-convolution--t4-click-frame-010"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3" name="pm-square-convolution--t4-click-frame-01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4" name="pm-square-convolution--t4-click-frame-01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5" name="pm-square-convolution--t4-click-frame-01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6" name="pm-square-convolution--t4-click-frame-01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7" name="pm-square-convolution--t4-click-frame-01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8" name="pm-square-convolution--t4-click-frame-01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49" name="pm-square-convolution--t4-click-frame-01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0" name="pm-square-convolution--t4-click-frame-018"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1" name="pm-square-convolution--t4-click-frame-019"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2" name="pm-square-convolution--t4-click-frame-020"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3" name="pm-square-convolution--t4-click-frame-02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4" name="pm-square-convolution--t4-click-frame-02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5" name="pm-square-convolution--t4-click-frame-02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6" name="pm-square-convolution--t4-click-frame-02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7" name="pm-square-convolution--t4-click-frame-02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8" name="pm-square-convolution--t4-click-frame-02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59" name="pm-square-convolution--t4-click-frame-02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0" name="pm-square-convolution--t4-click-frame-028"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1" name="pm-square-convolution--t4-click-frame-029"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2" name="pm-square-convolution--t4-click-frame-030"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3" name="pm-square-convolution--t4-click-frame-03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4" name="pm-square-convolution--t4-click-frame-03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5" name="pm-square-convolution--t4-click-frame-03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6" name="pm-square-convolution--t4-click-frame-03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7" name="pm-square-convolution--t4-click-frame-03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8" name="pm-square-convolution--t4-click-frame-03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69" name="pm-square-convolution--t4-click-frame-03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0" name="pm-square-convolution--t4-click-frame-038"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1" name="pm-square-convolution--t4-click-frame-039"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2" name="pm-square-convolution--t4-click-frame-040"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3" name="pm-square-convolution--t4-click-frame-04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4" name="pm-square-convolution--t4-click-frame-04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5" name="pm-square-convolution--t4-click-frame-04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6" name="pm-square-convolution--t4-click-frame-04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7" name="pm-square-convolution--t4-click-frame-04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8" name="pm-square-convolution--t4-click-frame-04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79" name="pm-square-convolution--t4-click-frame-04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23" name="pm-cube-convolution"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a:extLst xmlns:a="http://schemas.openxmlformats.org/drawingml/2006/main">
              <a:ext uri="{FF2B5EF4-FFF2-40B4-BE49-F238E27FC236}">
                <a16:creationId xmlns:a16="http://schemas.microsoft.com/office/drawing/2014/main" id="{BBA1B3BC-E6C7-497D-8D79-8555251923C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0" name="pm-cube-convolution--t4-click-frame-00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1" name="pm-cube-convolution--t4-click-frame-00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2" name="pm-cube-convolution--t4-click-frame-00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3" name="pm-cube-convolution--t4-click-frame-00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4" name="pm-cube-convolution--t4-click-frame-00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5" name="pm-cube-convolution--t4-click-frame-00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6" name="pm-cube-convolution--t4-click-frame-00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7" name="pm-cube-convolution--t4-click-frame-008"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8" name="pm-cube-convolution--t4-click-frame-009"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89" name="pm-cube-convolution--t4-click-frame-010"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5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0" name="pm-cube-convolution--t4-click-frame-01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1" name="pm-cube-convolution--t4-click-frame-01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2" name="pm-cube-convolution--t4-click-frame-01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3" name="pm-cube-convolution--t4-click-frame-01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4" name="pm-cube-convolution--t4-click-frame-01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5" name="pm-cube-convolution--t4-click-frame-01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6" name="pm-cube-convolution--t4-click-frame-01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7" name="pm-cube-convolution--t4-click-frame-018"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8" name="pm-cube-convolution--t4-click-frame-019"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99" name="pm-cube-convolution--t4-click-frame-020"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6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0" name="pm-cube-convolution--t4-click-frame-02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1" name="pm-cube-convolution--t4-click-frame-02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2" name="pm-cube-convolution--t4-click-frame-02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3" name="pm-cube-convolution--t4-click-frame-02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4" name="pm-cube-convolution--t4-click-frame-02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5" name="pm-cube-convolution--t4-click-frame-02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6" name="pm-cube-convolution--t4-click-frame-02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7" name="pm-cube-convolution--t4-click-frame-028"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8" name="pm-cube-convolution--t4-click-frame-029"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09" name="pm-cube-convolution--t4-click-frame-030"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7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0" name="pm-cube-convolution--t4-click-frame-03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1" name="pm-cube-convolution--t4-click-frame-03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2" name="pm-cube-convolution--t4-click-frame-03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3" name="pm-cube-convolution--t4-click-frame-03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4" name="pm-cube-convolution--t4-click-frame-03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5" name="pm-cube-convolution--t4-click-frame-03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6" name="pm-cube-convolution--t4-click-frame-03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7" name="pm-cube-convolution--t4-click-frame-038"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7"/>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8" name="pm-cube-convolution--t4-click-frame-039"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8"/>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19" name="pm-cube-convolution--t4-click-frame-040"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89"/>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20" name="pm-cube-convolution--t4-click-frame-041"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90"/>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21" name="pm-cube-convolution--t4-click-frame-042"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91"/>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22" name="pm-cube-convolution--t4-click-frame-043"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92"/>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23" name="pm-cube-convolution--t4-click-frame-044"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93"/>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24" name="pm-cube-convolution--t4-click-frame-045"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94"/>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25" name="pm-cube-convolution--t4-click-frame-046"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95"/>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126" name="pm-cube-convolution--t4-click-frame-047" descr="Genuine convolution of a unit-height rectangle on [-W,W], followed by convolving the completed triangle with the same rectangle. The shaded integrand is integrated, not stretched. Because the rectangle is even, flipping it leaves its shape unchanged. The completed triangle remains gray in stage two."/>
          <p:cNvPicPr>
            <a:picLocks xmlns:a="http://schemas.openxmlformats.org/drawingml/2006/main" noChangeAspect="1"/>
          </p:cNvPicPr>
          <p:nvPr/>
        </p:nvPicPr>
        <p:blipFill>
          <ns0:blip xmlns:ns0="http://schemas.openxmlformats.org/drawingml/2006/main" xmlns:ns1="http://schemas.openxmlformats.org/officeDocument/2006/relationships" ns1:embed="rIdT4ClickFrame96"/>
          <a:stretch xmlns:a="http://schemas.openxmlformats.org/drawingml/2006/main"/>
        </p:blipFill>
        <p:spPr>
          <a:xfrm xmlns:a="http://schemas.openxmlformats.org/drawingml/2006/main">
            <a:off x="1456182" y="3619500"/>
            <a:ext cx="9089136" cy="2028825"/>
          </a:xfrm>
          <a:prstGeom xmlns:a="http://schemas.openxmlformats.org/drawingml/2006/main" prst="rect">
            <a:avLst/>
          </a:prstGeom>
        </p:spPr>
      </p:pic>
      <p:pic>
        <p:nvPicPr>
          <p:cNvPr id="24"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04AA187-0030-4B11-82A6-1DEDE5DED7E8}"/>
              </a:ext>
            </a:extLst>
          </p:cNvPr>
          <p:cNvPicPr>
            <a:picLocks xmlns:a="http://schemas.openxmlformats.org/drawingml/2006/main" noChangeAspect="1"/>
          </p:cNvPicPr>
          <p:nvPr/>
        </p:nvPicPr>
        <p:blipFill>
          <a:blip xmlns:r="http://schemas.openxmlformats.org/officeDocument/2006/relationships" xmlns:a="http://schemas.openxmlformats.org/drawingml/2006/main" r:embed="R65cdbf44dd80426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5"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38397A8-9C67-4755-853D-E780029E049C}"/>
              </a:ext>
            </a:extLst>
          </p:cNvPr>
          <p:cNvPicPr>
            <a:picLocks xmlns:a="http://schemas.openxmlformats.org/drawingml/2006/main" noChangeAspect="1"/>
          </p:cNvPicPr>
          <p:nvPr/>
        </p:nvPicPr>
        <p:blipFill>
          <a:blip xmlns:r="http://schemas.openxmlformats.org/officeDocument/2006/relationships" xmlns:a="http://schemas.openxmlformats.org/drawingml/2006/main" r:embed="R1b642061e220486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6"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73B8080-7780-447C-9DB0-1C4E3BD8FFF4}"/>
              </a:ext>
            </a:extLst>
          </p:cNvPr>
          <p:cNvPicPr>
            <a:picLocks xmlns:a="http://schemas.openxmlformats.org/drawingml/2006/main" noChangeAspect="1"/>
          </p:cNvPicPr>
          <p:nvPr/>
        </p:nvPicPr>
        <p:blipFill>
          <a:blip xmlns:r="http://schemas.openxmlformats.org/officeDocument/2006/relationships" xmlns:a="http://schemas.openxmlformats.org/drawingml/2006/main" r:embed="Rc9bc7ae1dbb2441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7" name="given-bandlimit" descr="M(f)=0\quad(|f|&gt;W)">
            <a:extLst xmlns:a="http://schemas.openxmlformats.org/drawingml/2006/main">
              <a:ext uri="{FF2B5EF4-FFF2-40B4-BE49-F238E27FC236}">
                <a16:creationId xmlns:a16="http://schemas.microsoft.com/office/drawing/2014/main" id="{289BB668-A3A6-4715-AA2D-F1D7890594E0}"/>
              </a:ext>
            </a:extLst>
          </p:cNvPr>
          <p:cNvPicPr>
            <a:picLocks xmlns:a="http://schemas.openxmlformats.org/drawingml/2006/main" noChangeAspect="1"/>
          </p:cNvPicPr>
          <p:nvPr/>
        </p:nvPicPr>
        <p:blipFill>
          <a:blip xmlns:r="http://schemas.openxmlformats.org/officeDocument/2006/relationships" xmlns:a="http://schemas.openxmlformats.org/drawingml/2006/main" r:embed="R6ccdb52dbfb6409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8831580" y="2048679"/>
            <a:ext cx="2674620" cy="255568"/>
          </a:xfrm>
          <a:prstGeom xmlns:a="http://schemas.openxmlformats.org/drawingml/2006/main" prst="rect">
            <a:avLst/>
          </a:prstGeom>
        </p:spPr>
      </p:pic>
      <p:pic>
        <p:nvPicPr>
          <p:cNvPr id="28" name="square-transform" descr="m^2(t)\ \overset{\mathcal F}{\longleftrightarrow}\ (M*M)(f)=\int_{-\infty}^{\infty}M(\nu)M(f-\nu)\,d\nu">
            <a:extLst xmlns:a="http://schemas.openxmlformats.org/drawingml/2006/main">
              <a:ext uri="{FF2B5EF4-FFF2-40B4-BE49-F238E27FC236}">
                <a16:creationId xmlns:a16="http://schemas.microsoft.com/office/drawing/2014/main" id="{B501B630-B090-443E-A05C-DEB2ED02D2EB}"/>
              </a:ext>
            </a:extLst>
          </p:cNvPr>
          <p:cNvPicPr>
            <a:picLocks xmlns:a="http://schemas.openxmlformats.org/drawingml/2006/main" noChangeAspect="1"/>
          </p:cNvPicPr>
          <p:nvPr/>
        </p:nvPicPr>
        <p:blipFill>
          <a:blip xmlns:r="http://schemas.openxmlformats.org/officeDocument/2006/relationships" xmlns:a="http://schemas.openxmlformats.org/drawingml/2006/main" r:embed="R55ded8c280cc4d1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2558981"/>
            <a:ext cx="6223635" cy="397014"/>
          </a:xfrm>
          <a:prstGeom xmlns:a="http://schemas.openxmlformats.org/drawingml/2006/main" prst="rect">
            <a:avLst/>
          </a:prstGeom>
        </p:spPr>
      </p:pic>
      <p:pic>
        <p:nvPicPr>
          <p:cNvPr id="29" name="square-support" descr="[-W,W]+[-W,W]=[-2W,2W]">
            <a:extLst xmlns:a="http://schemas.openxmlformats.org/drawingml/2006/main">
              <a:ext uri="{FF2B5EF4-FFF2-40B4-BE49-F238E27FC236}">
                <a16:creationId xmlns:a16="http://schemas.microsoft.com/office/drawing/2014/main" id="{9D046D0B-3A03-4A79-AE0C-AD246D6C0C5A}"/>
              </a:ext>
            </a:extLst>
          </p:cNvPr>
          <p:cNvPicPr>
            <a:picLocks xmlns:a="http://schemas.openxmlformats.org/drawingml/2006/main" noChangeAspect="1"/>
          </p:cNvPicPr>
          <p:nvPr/>
        </p:nvPicPr>
        <p:blipFill>
          <a:blip xmlns:r="http://schemas.openxmlformats.org/officeDocument/2006/relationships" xmlns:a="http://schemas.openxmlformats.org/drawingml/2006/main" r:embed="Rda99fb213409465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876925"/>
            <a:ext cx="4806315" cy="276225"/>
          </a:xfrm>
          <a:prstGeom xmlns:a="http://schemas.openxmlformats.org/drawingml/2006/main" prst="rect">
            <a:avLst/>
          </a:prstGeom>
        </p:spPr>
      </p:pic>
      <p:pic>
        <p:nvPicPr>
          <p:cNvPr id="30" name="cube-transform" descr="m^3(t)\ \overset{\mathcal F}{\longleftrightarrow}\ (M*M*M)(f)=\int_{-\infty}^{\infty}(M*M)(\nu)M(f-\nu)\,d\nu">
            <a:extLst xmlns:a="http://schemas.openxmlformats.org/drawingml/2006/main">
              <a:ext uri="{FF2B5EF4-FFF2-40B4-BE49-F238E27FC236}">
                <a16:creationId xmlns:a16="http://schemas.microsoft.com/office/drawing/2014/main" id="{E5E00EE3-D2F1-4FCE-9BD9-4E586220AECF}"/>
              </a:ext>
            </a:extLst>
          </p:cNvPr>
          <p:cNvPicPr>
            <a:picLocks xmlns:a="http://schemas.openxmlformats.org/drawingml/2006/main" noChangeAspect="1"/>
          </p:cNvPicPr>
          <p:nvPr/>
        </p:nvPicPr>
        <p:blipFill>
          <a:blip xmlns:r="http://schemas.openxmlformats.org/officeDocument/2006/relationships" xmlns:a="http://schemas.openxmlformats.org/drawingml/2006/main" r:embed="R04fe4abeb5c44f98">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3101102"/>
            <a:ext cx="7535228" cy="398621"/>
          </a:xfrm>
          <a:prstGeom xmlns:a="http://schemas.openxmlformats.org/drawingml/2006/main" prst="rect">
            <a:avLst/>
          </a:prstGeom>
        </p:spPr>
      </p:pic>
      <p:pic>
        <p:nvPicPr>
          <p:cNvPr id="31" name="higher-support" descr="m^n:\quad\text{support may reach }[-nW,nW]">
            <a:extLst xmlns:a="http://schemas.openxmlformats.org/drawingml/2006/main">
              <a:ext uri="{FF2B5EF4-FFF2-40B4-BE49-F238E27FC236}">
                <a16:creationId xmlns:a16="http://schemas.microsoft.com/office/drawing/2014/main" id="{1BB603BE-2EF0-4453-8F90-0A9EF9ED69FC}"/>
              </a:ext>
            </a:extLst>
          </p:cNvPr>
          <p:cNvPicPr>
            <a:picLocks xmlns:a="http://schemas.openxmlformats.org/drawingml/2006/main" noChangeAspect="1"/>
          </p:cNvPicPr>
          <p:nvPr/>
        </p:nvPicPr>
        <p:blipFill>
          <a:blip xmlns:r="http://schemas.openxmlformats.org/officeDocument/2006/relationships" xmlns:a="http://schemas.openxmlformats.org/drawingml/2006/main" r:embed="R62b9cad403e945cf">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3328988" y="6382643"/>
            <a:ext cx="5457825" cy="283964"/>
          </a:xfrm>
          <a:prstGeom xmlns:a="http://schemas.openxmlformats.org/drawingml/2006/main" prst="rect">
            <a:avLst/>
          </a:prstGeom>
        </p:spPr>
      </p:pic>
    </p:spTree>
    <p:extLst>
      <p:ext uri="{BB962C8B-B14F-4D97-AF65-F5344CB8AC3E}">
        <p14:creationId xmlns:p14="http://schemas.microsoft.com/office/powerpoint/2010/main" val="1364280929"/>
      </p:ext>
    </p:extLst>
  </p:cSld>
  <p:timing>
    <p:tnLst>
      <p:par>
        <p:cTn id="1" dur="indefinite" restart="never" nodeType="tmRoot">
          <p:childTnLst>
            <p:seq concurrent="1" nextAc="seek">
              <p:cTn id="2" dur="indefinite" nodeType="mainSeq">
                <p:childTnLst>
                  <p:par>
                    <p:cTn id="18" fill="hold" restart="never" repeatCount="1000">
                      <p:stCondLst>
                        <p:cond delay="indefinite"/>
                      </p:stCondLst>
                      <p:childTnLst>
                        <p:par>
                          <p:cTn id="19" fill="hold" dur="9360">
                            <p:stCondLst>
                              <p:cond delay="0"/>
                            </p:stCondLst>
                            <p:childTnLst>
                              <p:par>
                                <p:cTn id="20" presetID="1" presetClass="entr" presetSubtype="0" fill="hold" nodeType="clickEffect" restart="never">
                                  <p:stCondLst>
                                    <p:cond delay="800"/>
                                  </p:stCondLst>
                                  <p:childTnLst>
                                    <p:set>
                                      <p:cBhvr>
                                        <p:cTn id="21" dur="1" fill="hold">
                                          <p:stCondLst>
                                            <p:cond delay="0"/>
                                          </p:stCondLst>
                                        </p:cTn>
                                        <p:tgtEl>
                                          <p:spTgt spid="33"/>
                                        </p:tgtEl>
                                        <p:attrNameLst>
                                          <p:attrName>style.visibility</p:attrName>
                                        </p:attrNameLst>
                                      </p:cBhvr>
                                      <p:to>
                                        <p:strVal val="visible"/>
                                      </p:to>
                                    </p:set>
                                  </p:childTnLst>
                                </p:cTn>
                              </p:par>
                              <p:par>
                                <p:cTn id="22" presetID="1" presetClass="entr" presetSubtype="0" fill="hold" nodeType="withEffect" restart="never">
                                  <p:stCondLst>
                                    <p:cond delay="960"/>
                                  </p:stCondLst>
                                  <p:childTnLst>
                                    <p:set>
                                      <p:cBhvr>
                                        <p:cTn id="23" dur="1" fill="hold">
                                          <p:stCondLst>
                                            <p:cond delay="0"/>
                                          </p:stCondLst>
                                        </p:cTn>
                                        <p:tgtEl>
                                          <p:spTgt spid="34"/>
                                        </p:tgtEl>
                                        <p:attrNameLst>
                                          <p:attrName>style.visibility</p:attrName>
                                        </p:attrNameLst>
                                      </p:cBhvr>
                                      <p:to>
                                        <p:strVal val="visible"/>
                                      </p:to>
                                    </p:set>
                                  </p:childTnLst>
                                </p:cTn>
                              </p:par>
                              <p:par>
                                <p:cTn id="24" presetID="1" presetClass="entr" presetSubtype="0" fill="hold" nodeType="withEffect" restart="never">
                                  <p:stCondLst>
                                    <p:cond delay="1120"/>
                                  </p:stCondLst>
                                  <p:childTnLst>
                                    <p:set>
                                      <p:cBhvr>
                                        <p:cTn id="25" dur="1" fill="hold">
                                          <p:stCondLst>
                                            <p:cond delay="0"/>
                                          </p:stCondLst>
                                        </p:cTn>
                                        <p:tgtEl>
                                          <p:spTgt spid="35"/>
                                        </p:tgtEl>
                                        <p:attrNameLst>
                                          <p:attrName>style.visibility</p:attrName>
                                        </p:attrNameLst>
                                      </p:cBhvr>
                                      <p:to>
                                        <p:strVal val="visible"/>
                                      </p:to>
                                    </p:set>
                                  </p:childTnLst>
                                </p:cTn>
                              </p:par>
                              <p:par>
                                <p:cTn id="26" presetID="1" presetClass="entr" presetSubtype="0" fill="hold" nodeType="withEffect" restart="never">
                                  <p:stCondLst>
                                    <p:cond delay="1280"/>
                                  </p:stCondLst>
                                  <p:childTnLst>
                                    <p:set>
                                      <p:cBhvr>
                                        <p:cTn id="27" dur="1" fill="hold">
                                          <p:stCondLst>
                                            <p:cond delay="0"/>
                                          </p:stCondLst>
                                        </p:cTn>
                                        <p:tgtEl>
                                          <p:spTgt spid="36"/>
                                        </p:tgtEl>
                                        <p:attrNameLst>
                                          <p:attrName>style.visibility</p:attrName>
                                        </p:attrNameLst>
                                      </p:cBhvr>
                                      <p:to>
                                        <p:strVal val="visible"/>
                                      </p:to>
                                    </p:set>
                                  </p:childTnLst>
                                </p:cTn>
                              </p:par>
                              <p:par>
                                <p:cTn id="28" presetID="1" presetClass="entr" presetSubtype="0" fill="hold" nodeType="withEffect" restart="never">
                                  <p:stCondLst>
                                    <p:cond delay="1440"/>
                                  </p:stCondLst>
                                  <p:childTnLst>
                                    <p:set>
                                      <p:cBhvr>
                                        <p:cTn id="29" dur="1" fill="hold">
                                          <p:stCondLst>
                                            <p:cond delay="0"/>
                                          </p:stCondLst>
                                        </p:cTn>
                                        <p:tgtEl>
                                          <p:spTgt spid="37"/>
                                        </p:tgtEl>
                                        <p:attrNameLst>
                                          <p:attrName>style.visibility</p:attrName>
                                        </p:attrNameLst>
                                      </p:cBhvr>
                                      <p:to>
                                        <p:strVal val="visible"/>
                                      </p:to>
                                    </p:set>
                                  </p:childTnLst>
                                </p:cTn>
                              </p:par>
                              <p:par>
                                <p:cTn id="30" presetID="1" presetClass="entr" presetSubtype="0" fill="hold" nodeType="withEffect" restart="never">
                                  <p:stCondLst>
                                    <p:cond delay="1600"/>
                                  </p:stCondLst>
                                  <p:childTnLst>
                                    <p:set>
                                      <p:cBhvr>
                                        <p:cTn id="31" dur="1" fill="hold">
                                          <p:stCondLst>
                                            <p:cond delay="0"/>
                                          </p:stCondLst>
                                        </p:cTn>
                                        <p:tgtEl>
                                          <p:spTgt spid="38"/>
                                        </p:tgtEl>
                                        <p:attrNameLst>
                                          <p:attrName>style.visibility</p:attrName>
                                        </p:attrNameLst>
                                      </p:cBhvr>
                                      <p:to>
                                        <p:strVal val="visible"/>
                                      </p:to>
                                    </p:set>
                                  </p:childTnLst>
                                </p:cTn>
                              </p:par>
                              <p:par>
                                <p:cTn id="32" presetID="1" presetClass="entr" presetSubtype="0" fill="hold" nodeType="withEffect" restart="never">
                                  <p:stCondLst>
                                    <p:cond delay="1760"/>
                                  </p:stCondLst>
                                  <p:childTnLst>
                                    <p:set>
                                      <p:cBhvr>
                                        <p:cTn id="33" dur="1" fill="hold">
                                          <p:stCondLst>
                                            <p:cond delay="0"/>
                                          </p:stCondLst>
                                        </p:cTn>
                                        <p:tgtEl>
                                          <p:spTgt spid="39"/>
                                        </p:tgtEl>
                                        <p:attrNameLst>
                                          <p:attrName>style.visibility</p:attrName>
                                        </p:attrNameLst>
                                      </p:cBhvr>
                                      <p:to>
                                        <p:strVal val="visible"/>
                                      </p:to>
                                    </p:set>
                                  </p:childTnLst>
                                </p:cTn>
                              </p:par>
                              <p:par>
                                <p:cTn id="34" presetID="1" presetClass="entr" presetSubtype="0" fill="hold" nodeType="withEffect" restart="never">
                                  <p:stCondLst>
                                    <p:cond delay="1920"/>
                                  </p:stCondLst>
                                  <p:childTnLst>
                                    <p:set>
                                      <p:cBhvr>
                                        <p:cTn id="35" dur="1" fill="hold">
                                          <p:stCondLst>
                                            <p:cond delay="0"/>
                                          </p:stCondLst>
                                        </p:cTn>
                                        <p:tgtEl>
                                          <p:spTgt spid="40"/>
                                        </p:tgtEl>
                                        <p:attrNameLst>
                                          <p:attrName>style.visibility</p:attrName>
                                        </p:attrNameLst>
                                      </p:cBhvr>
                                      <p:to>
                                        <p:strVal val="visible"/>
                                      </p:to>
                                    </p:set>
                                  </p:childTnLst>
                                </p:cTn>
                              </p:par>
                              <p:par>
                                <p:cTn id="36" presetID="1" presetClass="entr" presetSubtype="0" fill="hold" nodeType="withEffect" restart="never">
                                  <p:stCondLst>
                                    <p:cond delay="2080"/>
                                  </p:stCondLst>
                                  <p:childTnLst>
                                    <p:set>
                                      <p:cBhvr>
                                        <p:cTn id="37" dur="1" fill="hold">
                                          <p:stCondLst>
                                            <p:cond delay="0"/>
                                          </p:stCondLst>
                                        </p:cTn>
                                        <p:tgtEl>
                                          <p:spTgt spid="41"/>
                                        </p:tgtEl>
                                        <p:attrNameLst>
                                          <p:attrName>style.visibility</p:attrName>
                                        </p:attrNameLst>
                                      </p:cBhvr>
                                      <p:to>
                                        <p:strVal val="visible"/>
                                      </p:to>
                                    </p:set>
                                  </p:childTnLst>
                                </p:cTn>
                              </p:par>
                              <p:par>
                                <p:cTn id="38" presetID="1" presetClass="entr" presetSubtype="0" fill="hold" nodeType="withEffect" restart="never">
                                  <p:stCondLst>
                                    <p:cond delay="2240"/>
                                  </p:stCondLst>
                                  <p:childTnLst>
                                    <p:set>
                                      <p:cBhvr>
                                        <p:cTn id="39" dur="1" fill="hold">
                                          <p:stCondLst>
                                            <p:cond delay="0"/>
                                          </p:stCondLst>
                                        </p:cTn>
                                        <p:tgtEl>
                                          <p:spTgt spid="42"/>
                                        </p:tgtEl>
                                        <p:attrNameLst>
                                          <p:attrName>style.visibility</p:attrName>
                                        </p:attrNameLst>
                                      </p:cBhvr>
                                      <p:to>
                                        <p:strVal val="visible"/>
                                      </p:to>
                                    </p:set>
                                  </p:childTnLst>
                                </p:cTn>
                              </p:par>
                              <p:par>
                                <p:cTn id="40" presetID="1" presetClass="entr" presetSubtype="0" fill="hold" nodeType="withEffect" restart="never">
                                  <p:stCondLst>
                                    <p:cond delay="2400"/>
                                  </p:stCondLst>
                                  <p:childTnLst>
                                    <p:set>
                                      <p:cBhvr>
                                        <p:cTn id="41" dur="1" fill="hold">
                                          <p:stCondLst>
                                            <p:cond delay="0"/>
                                          </p:stCondLst>
                                        </p:cTn>
                                        <p:tgtEl>
                                          <p:spTgt spid="43"/>
                                        </p:tgtEl>
                                        <p:attrNameLst>
                                          <p:attrName>style.visibility</p:attrName>
                                        </p:attrNameLst>
                                      </p:cBhvr>
                                      <p:to>
                                        <p:strVal val="visible"/>
                                      </p:to>
                                    </p:set>
                                  </p:childTnLst>
                                </p:cTn>
                              </p:par>
                              <p:par>
                                <p:cTn id="42" presetID="1" presetClass="entr" presetSubtype="0" fill="hold" nodeType="withEffect" restart="never">
                                  <p:stCondLst>
                                    <p:cond delay="2560"/>
                                  </p:stCondLst>
                                  <p:childTnLst>
                                    <p:set>
                                      <p:cBhvr>
                                        <p:cTn id="43" dur="1" fill="hold">
                                          <p:stCondLst>
                                            <p:cond delay="0"/>
                                          </p:stCondLst>
                                        </p:cTn>
                                        <p:tgtEl>
                                          <p:spTgt spid="44"/>
                                        </p:tgtEl>
                                        <p:attrNameLst>
                                          <p:attrName>style.visibility</p:attrName>
                                        </p:attrNameLst>
                                      </p:cBhvr>
                                      <p:to>
                                        <p:strVal val="visible"/>
                                      </p:to>
                                    </p:set>
                                  </p:childTnLst>
                                </p:cTn>
                              </p:par>
                              <p:par>
                                <p:cTn id="44" presetID="1" presetClass="entr" presetSubtype="0" fill="hold" nodeType="withEffect" restart="never">
                                  <p:stCondLst>
                                    <p:cond delay="2720"/>
                                  </p:stCondLst>
                                  <p:childTnLst>
                                    <p:set>
                                      <p:cBhvr>
                                        <p:cTn id="45" dur="1" fill="hold">
                                          <p:stCondLst>
                                            <p:cond delay="0"/>
                                          </p:stCondLst>
                                        </p:cTn>
                                        <p:tgtEl>
                                          <p:spTgt spid="45"/>
                                        </p:tgtEl>
                                        <p:attrNameLst>
                                          <p:attrName>style.visibility</p:attrName>
                                        </p:attrNameLst>
                                      </p:cBhvr>
                                      <p:to>
                                        <p:strVal val="visible"/>
                                      </p:to>
                                    </p:set>
                                  </p:childTnLst>
                                </p:cTn>
                              </p:par>
                              <p:par>
                                <p:cTn id="46" presetID="1" presetClass="entr" presetSubtype="0" fill="hold" nodeType="withEffect" restart="never">
                                  <p:stCondLst>
                                    <p:cond delay="2880"/>
                                  </p:stCondLst>
                                  <p:childTnLst>
                                    <p:set>
                                      <p:cBhvr>
                                        <p:cTn id="47" dur="1" fill="hold">
                                          <p:stCondLst>
                                            <p:cond delay="0"/>
                                          </p:stCondLst>
                                        </p:cTn>
                                        <p:tgtEl>
                                          <p:spTgt spid="46"/>
                                        </p:tgtEl>
                                        <p:attrNameLst>
                                          <p:attrName>style.visibility</p:attrName>
                                        </p:attrNameLst>
                                      </p:cBhvr>
                                      <p:to>
                                        <p:strVal val="visible"/>
                                      </p:to>
                                    </p:set>
                                  </p:childTnLst>
                                </p:cTn>
                              </p:par>
                              <p:par>
                                <p:cTn id="48" presetID="1" presetClass="entr" presetSubtype="0" fill="hold" nodeType="withEffect" restart="never">
                                  <p:stCondLst>
                                    <p:cond delay="3040"/>
                                  </p:stCondLst>
                                  <p:childTnLst>
                                    <p:set>
                                      <p:cBhvr>
                                        <p:cTn id="49" dur="1" fill="hold">
                                          <p:stCondLst>
                                            <p:cond delay="0"/>
                                          </p:stCondLst>
                                        </p:cTn>
                                        <p:tgtEl>
                                          <p:spTgt spid="47"/>
                                        </p:tgtEl>
                                        <p:attrNameLst>
                                          <p:attrName>style.visibility</p:attrName>
                                        </p:attrNameLst>
                                      </p:cBhvr>
                                      <p:to>
                                        <p:strVal val="visible"/>
                                      </p:to>
                                    </p:set>
                                  </p:childTnLst>
                                </p:cTn>
                              </p:par>
                              <p:par>
                                <p:cTn id="50" presetID="1" presetClass="entr" presetSubtype="0" fill="hold" nodeType="withEffect" restart="never">
                                  <p:stCondLst>
                                    <p:cond delay="3200"/>
                                  </p:stCondLst>
                                  <p:childTnLst>
                                    <p:set>
                                      <p:cBhvr>
                                        <p:cTn id="51" dur="1" fill="hold">
                                          <p:stCondLst>
                                            <p:cond delay="0"/>
                                          </p:stCondLst>
                                        </p:cTn>
                                        <p:tgtEl>
                                          <p:spTgt spid="48"/>
                                        </p:tgtEl>
                                        <p:attrNameLst>
                                          <p:attrName>style.visibility</p:attrName>
                                        </p:attrNameLst>
                                      </p:cBhvr>
                                      <p:to>
                                        <p:strVal val="visible"/>
                                      </p:to>
                                    </p:set>
                                  </p:childTnLst>
                                </p:cTn>
                              </p:par>
                              <p:par>
                                <p:cTn id="52" presetID="1" presetClass="entr" presetSubtype="0" fill="hold" nodeType="withEffect" restart="never">
                                  <p:stCondLst>
                                    <p:cond delay="3360"/>
                                  </p:stCondLst>
                                  <p:childTnLst>
                                    <p:set>
                                      <p:cBhvr>
                                        <p:cTn id="53" dur="1" fill="hold">
                                          <p:stCondLst>
                                            <p:cond delay="0"/>
                                          </p:stCondLst>
                                        </p:cTn>
                                        <p:tgtEl>
                                          <p:spTgt spid="49"/>
                                        </p:tgtEl>
                                        <p:attrNameLst>
                                          <p:attrName>style.visibility</p:attrName>
                                        </p:attrNameLst>
                                      </p:cBhvr>
                                      <p:to>
                                        <p:strVal val="visible"/>
                                      </p:to>
                                    </p:set>
                                  </p:childTnLst>
                                </p:cTn>
                              </p:par>
                              <p:par>
                                <p:cTn id="54" presetID="1" presetClass="entr" presetSubtype="0" fill="hold" nodeType="withEffect" restart="never">
                                  <p:stCondLst>
                                    <p:cond delay="3520"/>
                                  </p:stCondLst>
                                  <p:childTnLst>
                                    <p:set>
                                      <p:cBhvr>
                                        <p:cTn id="55" dur="1" fill="hold">
                                          <p:stCondLst>
                                            <p:cond delay="0"/>
                                          </p:stCondLst>
                                        </p:cTn>
                                        <p:tgtEl>
                                          <p:spTgt spid="50"/>
                                        </p:tgtEl>
                                        <p:attrNameLst>
                                          <p:attrName>style.visibility</p:attrName>
                                        </p:attrNameLst>
                                      </p:cBhvr>
                                      <p:to>
                                        <p:strVal val="visible"/>
                                      </p:to>
                                    </p:set>
                                  </p:childTnLst>
                                </p:cTn>
                              </p:par>
                              <p:par>
                                <p:cTn id="56" presetID="1" presetClass="entr" presetSubtype="0" fill="hold" nodeType="withEffect" restart="never">
                                  <p:stCondLst>
                                    <p:cond delay="3680"/>
                                  </p:stCondLst>
                                  <p:childTnLst>
                                    <p:set>
                                      <p:cBhvr>
                                        <p:cTn id="57" dur="1" fill="hold">
                                          <p:stCondLst>
                                            <p:cond delay="0"/>
                                          </p:stCondLst>
                                        </p:cTn>
                                        <p:tgtEl>
                                          <p:spTgt spid="51"/>
                                        </p:tgtEl>
                                        <p:attrNameLst>
                                          <p:attrName>style.visibility</p:attrName>
                                        </p:attrNameLst>
                                      </p:cBhvr>
                                      <p:to>
                                        <p:strVal val="visible"/>
                                      </p:to>
                                    </p:set>
                                  </p:childTnLst>
                                </p:cTn>
                              </p:par>
                              <p:par>
                                <p:cTn id="58" presetID="1" presetClass="entr" presetSubtype="0" fill="hold" nodeType="withEffect" restart="never">
                                  <p:stCondLst>
                                    <p:cond delay="3840"/>
                                  </p:stCondLst>
                                  <p:childTnLst>
                                    <p:set>
                                      <p:cBhvr>
                                        <p:cTn id="59" dur="1" fill="hold">
                                          <p:stCondLst>
                                            <p:cond delay="0"/>
                                          </p:stCondLst>
                                        </p:cTn>
                                        <p:tgtEl>
                                          <p:spTgt spid="52"/>
                                        </p:tgtEl>
                                        <p:attrNameLst>
                                          <p:attrName>style.visibility</p:attrName>
                                        </p:attrNameLst>
                                      </p:cBhvr>
                                      <p:to>
                                        <p:strVal val="visible"/>
                                      </p:to>
                                    </p:set>
                                  </p:childTnLst>
                                </p:cTn>
                              </p:par>
                              <p:par>
                                <p:cTn id="60" presetID="1" presetClass="entr" presetSubtype="0" fill="hold" nodeType="withEffect" restart="never">
                                  <p:stCondLst>
                                    <p:cond delay="4000"/>
                                  </p:stCondLst>
                                  <p:childTnLst>
                                    <p:set>
                                      <p:cBhvr>
                                        <p:cTn id="61" dur="1" fill="hold">
                                          <p:stCondLst>
                                            <p:cond delay="0"/>
                                          </p:stCondLst>
                                        </p:cTn>
                                        <p:tgtEl>
                                          <p:spTgt spid="53"/>
                                        </p:tgtEl>
                                        <p:attrNameLst>
                                          <p:attrName>style.visibility</p:attrName>
                                        </p:attrNameLst>
                                      </p:cBhvr>
                                      <p:to>
                                        <p:strVal val="visible"/>
                                      </p:to>
                                    </p:set>
                                  </p:childTnLst>
                                </p:cTn>
                              </p:par>
                              <p:par>
                                <p:cTn id="62" presetID="1" presetClass="entr" presetSubtype="0" fill="hold" nodeType="withEffect" restart="never">
                                  <p:stCondLst>
                                    <p:cond delay="4160"/>
                                  </p:stCondLst>
                                  <p:childTnLst>
                                    <p:set>
                                      <p:cBhvr>
                                        <p:cTn id="63" dur="1" fill="hold">
                                          <p:stCondLst>
                                            <p:cond delay="0"/>
                                          </p:stCondLst>
                                        </p:cTn>
                                        <p:tgtEl>
                                          <p:spTgt spid="54"/>
                                        </p:tgtEl>
                                        <p:attrNameLst>
                                          <p:attrName>style.visibility</p:attrName>
                                        </p:attrNameLst>
                                      </p:cBhvr>
                                      <p:to>
                                        <p:strVal val="visible"/>
                                      </p:to>
                                    </p:set>
                                  </p:childTnLst>
                                </p:cTn>
                              </p:par>
                              <p:par>
                                <p:cTn id="64" presetID="1" presetClass="entr" presetSubtype="0" fill="hold" nodeType="withEffect" restart="never">
                                  <p:stCondLst>
                                    <p:cond delay="4320"/>
                                  </p:stCondLst>
                                  <p:childTnLst>
                                    <p:set>
                                      <p:cBhvr>
                                        <p:cTn id="65" dur="1" fill="hold">
                                          <p:stCondLst>
                                            <p:cond delay="0"/>
                                          </p:stCondLst>
                                        </p:cTn>
                                        <p:tgtEl>
                                          <p:spTgt spid="55"/>
                                        </p:tgtEl>
                                        <p:attrNameLst>
                                          <p:attrName>style.visibility</p:attrName>
                                        </p:attrNameLst>
                                      </p:cBhvr>
                                      <p:to>
                                        <p:strVal val="visible"/>
                                      </p:to>
                                    </p:set>
                                  </p:childTnLst>
                                </p:cTn>
                              </p:par>
                              <p:par>
                                <p:cTn id="66" presetID="1" presetClass="entr" presetSubtype="0" fill="hold" nodeType="withEffect" restart="never">
                                  <p:stCondLst>
                                    <p:cond delay="4480"/>
                                  </p:stCondLst>
                                  <p:childTnLst>
                                    <p:set>
                                      <p:cBhvr>
                                        <p:cTn id="67" dur="1" fill="hold">
                                          <p:stCondLst>
                                            <p:cond delay="0"/>
                                          </p:stCondLst>
                                        </p:cTn>
                                        <p:tgtEl>
                                          <p:spTgt spid="56"/>
                                        </p:tgtEl>
                                        <p:attrNameLst>
                                          <p:attrName>style.visibility</p:attrName>
                                        </p:attrNameLst>
                                      </p:cBhvr>
                                      <p:to>
                                        <p:strVal val="visible"/>
                                      </p:to>
                                    </p:set>
                                  </p:childTnLst>
                                </p:cTn>
                              </p:par>
                              <p:par>
                                <p:cTn id="68" presetID="1" presetClass="entr" presetSubtype="0" fill="hold" nodeType="withEffect" restart="never">
                                  <p:stCondLst>
                                    <p:cond delay="4640"/>
                                  </p:stCondLst>
                                  <p:childTnLst>
                                    <p:set>
                                      <p:cBhvr>
                                        <p:cTn id="69" dur="1" fill="hold">
                                          <p:stCondLst>
                                            <p:cond delay="0"/>
                                          </p:stCondLst>
                                        </p:cTn>
                                        <p:tgtEl>
                                          <p:spTgt spid="57"/>
                                        </p:tgtEl>
                                        <p:attrNameLst>
                                          <p:attrName>style.visibility</p:attrName>
                                        </p:attrNameLst>
                                      </p:cBhvr>
                                      <p:to>
                                        <p:strVal val="visible"/>
                                      </p:to>
                                    </p:set>
                                  </p:childTnLst>
                                </p:cTn>
                              </p:par>
                              <p:par>
                                <p:cTn id="70" presetID="1" presetClass="entr" presetSubtype="0" fill="hold" nodeType="withEffect" restart="never">
                                  <p:stCondLst>
                                    <p:cond delay="4800"/>
                                  </p:stCondLst>
                                  <p:childTnLst>
                                    <p:set>
                                      <p:cBhvr>
                                        <p:cTn id="71" dur="1" fill="hold">
                                          <p:stCondLst>
                                            <p:cond delay="0"/>
                                          </p:stCondLst>
                                        </p:cTn>
                                        <p:tgtEl>
                                          <p:spTgt spid="58"/>
                                        </p:tgtEl>
                                        <p:attrNameLst>
                                          <p:attrName>style.visibility</p:attrName>
                                        </p:attrNameLst>
                                      </p:cBhvr>
                                      <p:to>
                                        <p:strVal val="visible"/>
                                      </p:to>
                                    </p:set>
                                  </p:childTnLst>
                                </p:cTn>
                              </p:par>
                              <p:par>
                                <p:cTn id="72" presetID="1" presetClass="entr" presetSubtype="0" fill="hold" nodeType="withEffect" restart="never">
                                  <p:stCondLst>
                                    <p:cond delay="4960"/>
                                  </p:stCondLst>
                                  <p:childTnLst>
                                    <p:set>
                                      <p:cBhvr>
                                        <p:cTn id="73" dur="1" fill="hold">
                                          <p:stCondLst>
                                            <p:cond delay="0"/>
                                          </p:stCondLst>
                                        </p:cTn>
                                        <p:tgtEl>
                                          <p:spTgt spid="59"/>
                                        </p:tgtEl>
                                        <p:attrNameLst>
                                          <p:attrName>style.visibility</p:attrName>
                                        </p:attrNameLst>
                                      </p:cBhvr>
                                      <p:to>
                                        <p:strVal val="visible"/>
                                      </p:to>
                                    </p:set>
                                  </p:childTnLst>
                                </p:cTn>
                              </p:par>
                              <p:par>
                                <p:cTn id="74" presetID="1" presetClass="entr" presetSubtype="0" fill="hold" nodeType="withEffect" restart="never">
                                  <p:stCondLst>
                                    <p:cond delay="5120"/>
                                  </p:stCondLst>
                                  <p:childTnLst>
                                    <p:set>
                                      <p:cBhvr>
                                        <p:cTn id="75" dur="1" fill="hold">
                                          <p:stCondLst>
                                            <p:cond delay="0"/>
                                          </p:stCondLst>
                                        </p:cTn>
                                        <p:tgtEl>
                                          <p:spTgt spid="60"/>
                                        </p:tgtEl>
                                        <p:attrNameLst>
                                          <p:attrName>style.visibility</p:attrName>
                                        </p:attrNameLst>
                                      </p:cBhvr>
                                      <p:to>
                                        <p:strVal val="visible"/>
                                      </p:to>
                                    </p:set>
                                  </p:childTnLst>
                                </p:cTn>
                              </p:par>
                              <p:par>
                                <p:cTn id="76" presetID="1" presetClass="entr" presetSubtype="0" fill="hold" nodeType="withEffect" restart="never">
                                  <p:stCondLst>
                                    <p:cond delay="5280"/>
                                  </p:stCondLst>
                                  <p:childTnLst>
                                    <p:set>
                                      <p:cBhvr>
                                        <p:cTn id="77" dur="1" fill="hold">
                                          <p:stCondLst>
                                            <p:cond delay="0"/>
                                          </p:stCondLst>
                                        </p:cTn>
                                        <p:tgtEl>
                                          <p:spTgt spid="61"/>
                                        </p:tgtEl>
                                        <p:attrNameLst>
                                          <p:attrName>style.visibility</p:attrName>
                                        </p:attrNameLst>
                                      </p:cBhvr>
                                      <p:to>
                                        <p:strVal val="visible"/>
                                      </p:to>
                                    </p:set>
                                  </p:childTnLst>
                                </p:cTn>
                              </p:par>
                              <p:par>
                                <p:cTn id="78" presetID="1" presetClass="entr" presetSubtype="0" fill="hold" nodeType="withEffect" restart="never">
                                  <p:stCondLst>
                                    <p:cond delay="5440"/>
                                  </p:stCondLst>
                                  <p:childTnLst>
                                    <p:set>
                                      <p:cBhvr>
                                        <p:cTn id="79" dur="1" fill="hold">
                                          <p:stCondLst>
                                            <p:cond delay="0"/>
                                          </p:stCondLst>
                                        </p:cTn>
                                        <p:tgtEl>
                                          <p:spTgt spid="62"/>
                                        </p:tgtEl>
                                        <p:attrNameLst>
                                          <p:attrName>style.visibility</p:attrName>
                                        </p:attrNameLst>
                                      </p:cBhvr>
                                      <p:to>
                                        <p:strVal val="visible"/>
                                      </p:to>
                                    </p:set>
                                  </p:childTnLst>
                                </p:cTn>
                              </p:par>
                              <p:par>
                                <p:cTn id="80" presetID="1" presetClass="entr" presetSubtype="0" fill="hold" nodeType="withEffect" restart="never">
                                  <p:stCondLst>
                                    <p:cond delay="5600"/>
                                  </p:stCondLst>
                                  <p:childTnLst>
                                    <p:set>
                                      <p:cBhvr>
                                        <p:cTn id="81" dur="1" fill="hold">
                                          <p:stCondLst>
                                            <p:cond delay="0"/>
                                          </p:stCondLst>
                                        </p:cTn>
                                        <p:tgtEl>
                                          <p:spTgt spid="63"/>
                                        </p:tgtEl>
                                        <p:attrNameLst>
                                          <p:attrName>style.visibility</p:attrName>
                                        </p:attrNameLst>
                                      </p:cBhvr>
                                      <p:to>
                                        <p:strVal val="visible"/>
                                      </p:to>
                                    </p:set>
                                  </p:childTnLst>
                                </p:cTn>
                              </p:par>
                              <p:par>
                                <p:cTn id="82" presetID="1" presetClass="entr" presetSubtype="0" fill="hold" nodeType="withEffect" restart="never">
                                  <p:stCondLst>
                                    <p:cond delay="5760"/>
                                  </p:stCondLst>
                                  <p:childTnLst>
                                    <p:set>
                                      <p:cBhvr>
                                        <p:cTn id="83" dur="1" fill="hold">
                                          <p:stCondLst>
                                            <p:cond delay="0"/>
                                          </p:stCondLst>
                                        </p:cTn>
                                        <p:tgtEl>
                                          <p:spTgt spid="64"/>
                                        </p:tgtEl>
                                        <p:attrNameLst>
                                          <p:attrName>style.visibility</p:attrName>
                                        </p:attrNameLst>
                                      </p:cBhvr>
                                      <p:to>
                                        <p:strVal val="visible"/>
                                      </p:to>
                                    </p:set>
                                  </p:childTnLst>
                                </p:cTn>
                              </p:par>
                              <p:par>
                                <p:cTn id="84" presetID="1" presetClass="entr" presetSubtype="0" fill="hold" nodeType="withEffect" restart="never">
                                  <p:stCondLst>
                                    <p:cond delay="5920"/>
                                  </p:stCondLst>
                                  <p:childTnLst>
                                    <p:set>
                                      <p:cBhvr>
                                        <p:cTn id="85" dur="1" fill="hold">
                                          <p:stCondLst>
                                            <p:cond delay="0"/>
                                          </p:stCondLst>
                                        </p:cTn>
                                        <p:tgtEl>
                                          <p:spTgt spid="65"/>
                                        </p:tgtEl>
                                        <p:attrNameLst>
                                          <p:attrName>style.visibility</p:attrName>
                                        </p:attrNameLst>
                                      </p:cBhvr>
                                      <p:to>
                                        <p:strVal val="visible"/>
                                      </p:to>
                                    </p:set>
                                  </p:childTnLst>
                                </p:cTn>
                              </p:par>
                              <p:par>
                                <p:cTn id="86" presetID="1" presetClass="entr" presetSubtype="0" fill="hold" nodeType="withEffect" restart="never">
                                  <p:stCondLst>
                                    <p:cond delay="6080"/>
                                  </p:stCondLst>
                                  <p:childTnLst>
                                    <p:set>
                                      <p:cBhvr>
                                        <p:cTn id="87" dur="1" fill="hold">
                                          <p:stCondLst>
                                            <p:cond delay="0"/>
                                          </p:stCondLst>
                                        </p:cTn>
                                        <p:tgtEl>
                                          <p:spTgt spid="66"/>
                                        </p:tgtEl>
                                        <p:attrNameLst>
                                          <p:attrName>style.visibility</p:attrName>
                                        </p:attrNameLst>
                                      </p:cBhvr>
                                      <p:to>
                                        <p:strVal val="visible"/>
                                      </p:to>
                                    </p:set>
                                  </p:childTnLst>
                                </p:cTn>
                              </p:par>
                              <p:par>
                                <p:cTn id="88" presetID="1" presetClass="entr" presetSubtype="0" fill="hold" nodeType="withEffect" restart="never">
                                  <p:stCondLst>
                                    <p:cond delay="6240"/>
                                  </p:stCondLst>
                                  <p:childTnLst>
                                    <p:set>
                                      <p:cBhvr>
                                        <p:cTn id="89" dur="1" fill="hold">
                                          <p:stCondLst>
                                            <p:cond delay="0"/>
                                          </p:stCondLst>
                                        </p:cTn>
                                        <p:tgtEl>
                                          <p:spTgt spid="67"/>
                                        </p:tgtEl>
                                        <p:attrNameLst>
                                          <p:attrName>style.visibility</p:attrName>
                                        </p:attrNameLst>
                                      </p:cBhvr>
                                      <p:to>
                                        <p:strVal val="visible"/>
                                      </p:to>
                                    </p:set>
                                  </p:childTnLst>
                                </p:cTn>
                              </p:par>
                              <p:par>
                                <p:cTn id="90" presetID="1" presetClass="entr" presetSubtype="0" fill="hold" nodeType="withEffect" restart="never">
                                  <p:stCondLst>
                                    <p:cond delay="6400"/>
                                  </p:stCondLst>
                                  <p:childTnLst>
                                    <p:set>
                                      <p:cBhvr>
                                        <p:cTn id="91" dur="1" fill="hold">
                                          <p:stCondLst>
                                            <p:cond delay="0"/>
                                          </p:stCondLst>
                                        </p:cTn>
                                        <p:tgtEl>
                                          <p:spTgt spid="68"/>
                                        </p:tgtEl>
                                        <p:attrNameLst>
                                          <p:attrName>style.visibility</p:attrName>
                                        </p:attrNameLst>
                                      </p:cBhvr>
                                      <p:to>
                                        <p:strVal val="visible"/>
                                      </p:to>
                                    </p:set>
                                  </p:childTnLst>
                                </p:cTn>
                              </p:par>
                              <p:par>
                                <p:cTn id="92" presetID="1" presetClass="entr" presetSubtype="0" fill="hold" nodeType="withEffect" restart="never">
                                  <p:stCondLst>
                                    <p:cond delay="6560"/>
                                  </p:stCondLst>
                                  <p:childTnLst>
                                    <p:set>
                                      <p:cBhvr>
                                        <p:cTn id="93" dur="1" fill="hold">
                                          <p:stCondLst>
                                            <p:cond delay="0"/>
                                          </p:stCondLst>
                                        </p:cTn>
                                        <p:tgtEl>
                                          <p:spTgt spid="69"/>
                                        </p:tgtEl>
                                        <p:attrNameLst>
                                          <p:attrName>style.visibility</p:attrName>
                                        </p:attrNameLst>
                                      </p:cBhvr>
                                      <p:to>
                                        <p:strVal val="visible"/>
                                      </p:to>
                                    </p:set>
                                  </p:childTnLst>
                                </p:cTn>
                              </p:par>
                              <p:par>
                                <p:cTn id="94" presetID="1" presetClass="entr" presetSubtype="0" fill="hold" nodeType="withEffect" restart="never">
                                  <p:stCondLst>
                                    <p:cond delay="6720"/>
                                  </p:stCondLst>
                                  <p:childTnLst>
                                    <p:set>
                                      <p:cBhvr>
                                        <p:cTn id="95" dur="1" fill="hold">
                                          <p:stCondLst>
                                            <p:cond delay="0"/>
                                          </p:stCondLst>
                                        </p:cTn>
                                        <p:tgtEl>
                                          <p:spTgt spid="70"/>
                                        </p:tgtEl>
                                        <p:attrNameLst>
                                          <p:attrName>style.visibility</p:attrName>
                                        </p:attrNameLst>
                                      </p:cBhvr>
                                      <p:to>
                                        <p:strVal val="visible"/>
                                      </p:to>
                                    </p:set>
                                  </p:childTnLst>
                                </p:cTn>
                              </p:par>
                              <p:par>
                                <p:cTn id="96" presetID="1" presetClass="entr" presetSubtype="0" fill="hold" nodeType="withEffect" restart="never">
                                  <p:stCondLst>
                                    <p:cond delay="6880"/>
                                  </p:stCondLst>
                                  <p:childTnLst>
                                    <p:set>
                                      <p:cBhvr>
                                        <p:cTn id="97" dur="1" fill="hold">
                                          <p:stCondLst>
                                            <p:cond delay="0"/>
                                          </p:stCondLst>
                                        </p:cTn>
                                        <p:tgtEl>
                                          <p:spTgt spid="71"/>
                                        </p:tgtEl>
                                        <p:attrNameLst>
                                          <p:attrName>style.visibility</p:attrName>
                                        </p:attrNameLst>
                                      </p:cBhvr>
                                      <p:to>
                                        <p:strVal val="visible"/>
                                      </p:to>
                                    </p:set>
                                  </p:childTnLst>
                                </p:cTn>
                              </p:par>
                              <p:par>
                                <p:cTn id="98" presetID="1" presetClass="entr" presetSubtype="0" fill="hold" nodeType="withEffect" restart="never">
                                  <p:stCondLst>
                                    <p:cond delay="7040"/>
                                  </p:stCondLst>
                                  <p:childTnLst>
                                    <p:set>
                                      <p:cBhvr>
                                        <p:cTn id="99" dur="1" fill="hold">
                                          <p:stCondLst>
                                            <p:cond delay="0"/>
                                          </p:stCondLst>
                                        </p:cTn>
                                        <p:tgtEl>
                                          <p:spTgt spid="72"/>
                                        </p:tgtEl>
                                        <p:attrNameLst>
                                          <p:attrName>style.visibility</p:attrName>
                                        </p:attrNameLst>
                                      </p:cBhvr>
                                      <p:to>
                                        <p:strVal val="visible"/>
                                      </p:to>
                                    </p:set>
                                  </p:childTnLst>
                                </p:cTn>
                              </p:par>
                              <p:par>
                                <p:cTn id="100" presetID="1" presetClass="entr" presetSubtype="0" fill="hold" nodeType="withEffect" restart="never">
                                  <p:stCondLst>
                                    <p:cond delay="7200"/>
                                  </p:stCondLst>
                                  <p:childTnLst>
                                    <p:set>
                                      <p:cBhvr>
                                        <p:cTn id="101" dur="1" fill="hold">
                                          <p:stCondLst>
                                            <p:cond delay="0"/>
                                          </p:stCondLst>
                                        </p:cTn>
                                        <p:tgtEl>
                                          <p:spTgt spid="73"/>
                                        </p:tgtEl>
                                        <p:attrNameLst>
                                          <p:attrName>style.visibility</p:attrName>
                                        </p:attrNameLst>
                                      </p:cBhvr>
                                      <p:to>
                                        <p:strVal val="visible"/>
                                      </p:to>
                                    </p:set>
                                  </p:childTnLst>
                                </p:cTn>
                              </p:par>
                              <p:par>
                                <p:cTn id="102" presetID="1" presetClass="entr" presetSubtype="0" fill="hold" nodeType="withEffect" restart="never">
                                  <p:stCondLst>
                                    <p:cond delay="7360"/>
                                  </p:stCondLst>
                                  <p:childTnLst>
                                    <p:set>
                                      <p:cBhvr>
                                        <p:cTn id="103" dur="1" fill="hold">
                                          <p:stCondLst>
                                            <p:cond delay="0"/>
                                          </p:stCondLst>
                                        </p:cTn>
                                        <p:tgtEl>
                                          <p:spTgt spid="74"/>
                                        </p:tgtEl>
                                        <p:attrNameLst>
                                          <p:attrName>style.visibility</p:attrName>
                                        </p:attrNameLst>
                                      </p:cBhvr>
                                      <p:to>
                                        <p:strVal val="visible"/>
                                      </p:to>
                                    </p:set>
                                  </p:childTnLst>
                                </p:cTn>
                              </p:par>
                              <p:par>
                                <p:cTn id="104" presetID="1" presetClass="entr" presetSubtype="0" fill="hold" nodeType="withEffect" restart="never">
                                  <p:stCondLst>
                                    <p:cond delay="7520"/>
                                  </p:stCondLst>
                                  <p:childTnLst>
                                    <p:set>
                                      <p:cBhvr>
                                        <p:cTn id="105" dur="1" fill="hold">
                                          <p:stCondLst>
                                            <p:cond delay="0"/>
                                          </p:stCondLst>
                                        </p:cTn>
                                        <p:tgtEl>
                                          <p:spTgt spid="75"/>
                                        </p:tgtEl>
                                        <p:attrNameLst>
                                          <p:attrName>style.visibility</p:attrName>
                                        </p:attrNameLst>
                                      </p:cBhvr>
                                      <p:to>
                                        <p:strVal val="visible"/>
                                      </p:to>
                                    </p:set>
                                  </p:childTnLst>
                                </p:cTn>
                              </p:par>
                              <p:par>
                                <p:cTn id="106" presetID="1" presetClass="entr" presetSubtype="0" fill="hold" nodeType="withEffect" restart="never">
                                  <p:stCondLst>
                                    <p:cond delay="7680"/>
                                  </p:stCondLst>
                                  <p:childTnLst>
                                    <p:set>
                                      <p:cBhvr>
                                        <p:cTn id="107" dur="1" fill="hold">
                                          <p:stCondLst>
                                            <p:cond delay="0"/>
                                          </p:stCondLst>
                                        </p:cTn>
                                        <p:tgtEl>
                                          <p:spTgt spid="76"/>
                                        </p:tgtEl>
                                        <p:attrNameLst>
                                          <p:attrName>style.visibility</p:attrName>
                                        </p:attrNameLst>
                                      </p:cBhvr>
                                      <p:to>
                                        <p:strVal val="visible"/>
                                      </p:to>
                                    </p:set>
                                  </p:childTnLst>
                                </p:cTn>
                              </p:par>
                              <p:par>
                                <p:cTn id="108" presetID="1" presetClass="entr" presetSubtype="0" fill="hold" nodeType="withEffect" restart="never">
                                  <p:stCondLst>
                                    <p:cond delay="7840"/>
                                  </p:stCondLst>
                                  <p:childTnLst>
                                    <p:set>
                                      <p:cBhvr>
                                        <p:cTn id="109" dur="1" fill="hold">
                                          <p:stCondLst>
                                            <p:cond delay="0"/>
                                          </p:stCondLst>
                                        </p:cTn>
                                        <p:tgtEl>
                                          <p:spTgt spid="77"/>
                                        </p:tgtEl>
                                        <p:attrNameLst>
                                          <p:attrName>style.visibility</p:attrName>
                                        </p:attrNameLst>
                                      </p:cBhvr>
                                      <p:to>
                                        <p:strVal val="visible"/>
                                      </p:to>
                                    </p:set>
                                  </p:childTnLst>
                                </p:cTn>
                              </p:par>
                              <p:par>
                                <p:cTn id="110" presetID="1" presetClass="entr" presetSubtype="0" fill="hold" nodeType="withEffect" restart="never">
                                  <p:stCondLst>
                                    <p:cond delay="8000"/>
                                  </p:stCondLst>
                                  <p:childTnLst>
                                    <p:set>
                                      <p:cBhvr>
                                        <p:cTn id="111" dur="1" fill="hold">
                                          <p:stCondLst>
                                            <p:cond delay="0"/>
                                          </p:stCondLst>
                                        </p:cTn>
                                        <p:tgtEl>
                                          <p:spTgt spid="78"/>
                                        </p:tgtEl>
                                        <p:attrNameLst>
                                          <p:attrName>style.visibility</p:attrName>
                                        </p:attrNameLst>
                                      </p:cBhvr>
                                      <p:to>
                                        <p:strVal val="visible"/>
                                      </p:to>
                                    </p:set>
                                  </p:childTnLst>
                                </p:cTn>
                              </p:par>
                              <p:par>
                                <p:cTn id="112" presetID="1" presetClass="entr" presetSubtype="0" fill="hold" nodeType="withEffect" restart="never">
                                  <p:stCondLst>
                                    <p:cond delay="8160"/>
                                  </p:stCondLst>
                                  <p:childTnLst>
                                    <p:set>
                                      <p:cBhvr>
                                        <p:cTn id="113" dur="1" fill="hold">
                                          <p:stCondLst>
                                            <p:cond delay="0"/>
                                          </p:stCondLst>
                                        </p:cTn>
                                        <p:tgtEl>
                                          <p:spTgt spid="79"/>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400"/>
                                        <p:tgtEl>
                                          <p:spTgt spid="30"/>
                                        </p:tgtEl>
                                      </p:cBhvr>
                                    </p:animEffect>
                                  </p:childTnLst>
                                </p:cTn>
                              </p:par>
                            </p:childTnLst>
                          </p:cTn>
                        </p:par>
                      </p:childTnLst>
                    </p:cTn>
                  </p:par>
                  <p:par>
                    <p:cTn id="114" fill="hold" restart="never" repeatCount="1000">
                      <p:stCondLst>
                        <p:cond delay="indefinite"/>
                      </p:stCondLst>
                      <p:childTnLst>
                        <p:par>
                          <p:cTn id="115" fill="hold" dur="9360">
                            <p:stCondLst>
                              <p:cond delay="0"/>
                            </p:stCondLst>
                            <p:childTnLst>
                              <p:par>
                                <p:cTn id="116" presetID="1" presetClass="entr" presetSubtype="0" fill="hold" nodeType="clickEffect" restart="never">
                                  <p:stCondLst>
                                    <p:cond delay="0"/>
                                  </p:stCondLst>
                                  <p:childTnLst>
                                    <p:set>
                                      <p:cBhvr>
                                        <p:cTn id="117" dur="1" fill="hold">
                                          <p:stCondLst>
                                            <p:cond delay="0"/>
                                          </p:stCondLst>
                                        </p:cTn>
                                        <p:tgtEl>
                                          <p:spTgt spid="23"/>
                                        </p:tgtEl>
                                        <p:attrNameLst>
                                          <p:attrName>style.visibility</p:attrName>
                                        </p:attrNameLst>
                                      </p:cBhvr>
                                      <p:to>
                                        <p:strVal val="visible"/>
                                      </p:to>
                                    </p:set>
                                  </p:childTnLst>
                                </p:cTn>
                              </p:par>
                              <p:par>
                                <p:cTn id="118" presetID="1" presetClass="entr" presetSubtype="0" fill="hold" nodeType="withEffect" restart="never">
                                  <p:stCondLst>
                                    <p:cond delay="800"/>
                                  </p:stCondLst>
                                  <p:childTnLst>
                                    <p:set>
                                      <p:cBhvr>
                                        <p:cTn id="119" dur="1" fill="hold">
                                          <p:stCondLst>
                                            <p:cond delay="0"/>
                                          </p:stCondLst>
                                        </p:cTn>
                                        <p:tgtEl>
                                          <p:spTgt spid="80"/>
                                        </p:tgtEl>
                                        <p:attrNameLst>
                                          <p:attrName>style.visibility</p:attrName>
                                        </p:attrNameLst>
                                      </p:cBhvr>
                                      <p:to>
                                        <p:strVal val="visible"/>
                                      </p:to>
                                    </p:set>
                                  </p:childTnLst>
                                </p:cTn>
                              </p:par>
                              <p:par>
                                <p:cTn id="120" presetID="1" presetClass="entr" presetSubtype="0" fill="hold" nodeType="withEffect" restart="never">
                                  <p:stCondLst>
                                    <p:cond delay="960"/>
                                  </p:stCondLst>
                                  <p:childTnLst>
                                    <p:set>
                                      <p:cBhvr>
                                        <p:cTn id="121" dur="1" fill="hold">
                                          <p:stCondLst>
                                            <p:cond delay="0"/>
                                          </p:stCondLst>
                                        </p:cTn>
                                        <p:tgtEl>
                                          <p:spTgt spid="81"/>
                                        </p:tgtEl>
                                        <p:attrNameLst>
                                          <p:attrName>style.visibility</p:attrName>
                                        </p:attrNameLst>
                                      </p:cBhvr>
                                      <p:to>
                                        <p:strVal val="visible"/>
                                      </p:to>
                                    </p:set>
                                  </p:childTnLst>
                                </p:cTn>
                              </p:par>
                              <p:par>
                                <p:cTn id="122" presetID="1" presetClass="entr" presetSubtype="0" fill="hold" nodeType="withEffect" restart="never">
                                  <p:stCondLst>
                                    <p:cond delay="1120"/>
                                  </p:stCondLst>
                                  <p:childTnLst>
                                    <p:set>
                                      <p:cBhvr>
                                        <p:cTn id="123" dur="1" fill="hold">
                                          <p:stCondLst>
                                            <p:cond delay="0"/>
                                          </p:stCondLst>
                                        </p:cTn>
                                        <p:tgtEl>
                                          <p:spTgt spid="82"/>
                                        </p:tgtEl>
                                        <p:attrNameLst>
                                          <p:attrName>style.visibility</p:attrName>
                                        </p:attrNameLst>
                                      </p:cBhvr>
                                      <p:to>
                                        <p:strVal val="visible"/>
                                      </p:to>
                                    </p:set>
                                  </p:childTnLst>
                                </p:cTn>
                              </p:par>
                              <p:par>
                                <p:cTn id="124" presetID="1" presetClass="entr" presetSubtype="0" fill="hold" nodeType="withEffect" restart="never">
                                  <p:stCondLst>
                                    <p:cond delay="1280"/>
                                  </p:stCondLst>
                                  <p:childTnLst>
                                    <p:set>
                                      <p:cBhvr>
                                        <p:cTn id="125" dur="1" fill="hold">
                                          <p:stCondLst>
                                            <p:cond delay="0"/>
                                          </p:stCondLst>
                                        </p:cTn>
                                        <p:tgtEl>
                                          <p:spTgt spid="83"/>
                                        </p:tgtEl>
                                        <p:attrNameLst>
                                          <p:attrName>style.visibility</p:attrName>
                                        </p:attrNameLst>
                                      </p:cBhvr>
                                      <p:to>
                                        <p:strVal val="visible"/>
                                      </p:to>
                                    </p:set>
                                  </p:childTnLst>
                                </p:cTn>
                              </p:par>
                              <p:par>
                                <p:cTn id="126" presetID="1" presetClass="entr" presetSubtype="0" fill="hold" nodeType="withEffect" restart="never">
                                  <p:stCondLst>
                                    <p:cond delay="1440"/>
                                  </p:stCondLst>
                                  <p:childTnLst>
                                    <p:set>
                                      <p:cBhvr>
                                        <p:cTn id="127" dur="1" fill="hold">
                                          <p:stCondLst>
                                            <p:cond delay="0"/>
                                          </p:stCondLst>
                                        </p:cTn>
                                        <p:tgtEl>
                                          <p:spTgt spid="84"/>
                                        </p:tgtEl>
                                        <p:attrNameLst>
                                          <p:attrName>style.visibility</p:attrName>
                                        </p:attrNameLst>
                                      </p:cBhvr>
                                      <p:to>
                                        <p:strVal val="visible"/>
                                      </p:to>
                                    </p:set>
                                  </p:childTnLst>
                                </p:cTn>
                              </p:par>
                              <p:par>
                                <p:cTn id="128" presetID="1" presetClass="entr" presetSubtype="0" fill="hold" nodeType="withEffect" restart="never">
                                  <p:stCondLst>
                                    <p:cond delay="1600"/>
                                  </p:stCondLst>
                                  <p:childTnLst>
                                    <p:set>
                                      <p:cBhvr>
                                        <p:cTn id="129" dur="1" fill="hold">
                                          <p:stCondLst>
                                            <p:cond delay="0"/>
                                          </p:stCondLst>
                                        </p:cTn>
                                        <p:tgtEl>
                                          <p:spTgt spid="85"/>
                                        </p:tgtEl>
                                        <p:attrNameLst>
                                          <p:attrName>style.visibility</p:attrName>
                                        </p:attrNameLst>
                                      </p:cBhvr>
                                      <p:to>
                                        <p:strVal val="visible"/>
                                      </p:to>
                                    </p:set>
                                  </p:childTnLst>
                                </p:cTn>
                              </p:par>
                              <p:par>
                                <p:cTn id="130" presetID="1" presetClass="entr" presetSubtype="0" fill="hold" nodeType="withEffect" restart="never">
                                  <p:stCondLst>
                                    <p:cond delay="1760"/>
                                  </p:stCondLst>
                                  <p:childTnLst>
                                    <p:set>
                                      <p:cBhvr>
                                        <p:cTn id="131" dur="1" fill="hold">
                                          <p:stCondLst>
                                            <p:cond delay="0"/>
                                          </p:stCondLst>
                                        </p:cTn>
                                        <p:tgtEl>
                                          <p:spTgt spid="86"/>
                                        </p:tgtEl>
                                        <p:attrNameLst>
                                          <p:attrName>style.visibility</p:attrName>
                                        </p:attrNameLst>
                                      </p:cBhvr>
                                      <p:to>
                                        <p:strVal val="visible"/>
                                      </p:to>
                                    </p:set>
                                  </p:childTnLst>
                                </p:cTn>
                              </p:par>
                              <p:par>
                                <p:cTn id="132" presetID="1" presetClass="entr" presetSubtype="0" fill="hold" nodeType="withEffect" restart="never">
                                  <p:stCondLst>
                                    <p:cond delay="1920"/>
                                  </p:stCondLst>
                                  <p:childTnLst>
                                    <p:set>
                                      <p:cBhvr>
                                        <p:cTn id="133" dur="1" fill="hold">
                                          <p:stCondLst>
                                            <p:cond delay="0"/>
                                          </p:stCondLst>
                                        </p:cTn>
                                        <p:tgtEl>
                                          <p:spTgt spid="87"/>
                                        </p:tgtEl>
                                        <p:attrNameLst>
                                          <p:attrName>style.visibility</p:attrName>
                                        </p:attrNameLst>
                                      </p:cBhvr>
                                      <p:to>
                                        <p:strVal val="visible"/>
                                      </p:to>
                                    </p:set>
                                  </p:childTnLst>
                                </p:cTn>
                              </p:par>
                              <p:par>
                                <p:cTn id="134" presetID="1" presetClass="entr" presetSubtype="0" fill="hold" nodeType="withEffect" restart="never">
                                  <p:stCondLst>
                                    <p:cond delay="2080"/>
                                  </p:stCondLst>
                                  <p:childTnLst>
                                    <p:set>
                                      <p:cBhvr>
                                        <p:cTn id="135" dur="1" fill="hold">
                                          <p:stCondLst>
                                            <p:cond delay="0"/>
                                          </p:stCondLst>
                                        </p:cTn>
                                        <p:tgtEl>
                                          <p:spTgt spid="88"/>
                                        </p:tgtEl>
                                        <p:attrNameLst>
                                          <p:attrName>style.visibility</p:attrName>
                                        </p:attrNameLst>
                                      </p:cBhvr>
                                      <p:to>
                                        <p:strVal val="visible"/>
                                      </p:to>
                                    </p:set>
                                  </p:childTnLst>
                                </p:cTn>
                              </p:par>
                              <p:par>
                                <p:cTn id="136" presetID="1" presetClass="entr" presetSubtype="0" fill="hold" nodeType="withEffect" restart="never">
                                  <p:stCondLst>
                                    <p:cond delay="2240"/>
                                  </p:stCondLst>
                                  <p:childTnLst>
                                    <p:set>
                                      <p:cBhvr>
                                        <p:cTn id="137" dur="1" fill="hold">
                                          <p:stCondLst>
                                            <p:cond delay="0"/>
                                          </p:stCondLst>
                                        </p:cTn>
                                        <p:tgtEl>
                                          <p:spTgt spid="89"/>
                                        </p:tgtEl>
                                        <p:attrNameLst>
                                          <p:attrName>style.visibility</p:attrName>
                                        </p:attrNameLst>
                                      </p:cBhvr>
                                      <p:to>
                                        <p:strVal val="visible"/>
                                      </p:to>
                                    </p:set>
                                  </p:childTnLst>
                                </p:cTn>
                              </p:par>
                              <p:par>
                                <p:cTn id="138" presetID="1" presetClass="entr" presetSubtype="0" fill="hold" nodeType="withEffect" restart="never">
                                  <p:stCondLst>
                                    <p:cond delay="2400"/>
                                  </p:stCondLst>
                                  <p:childTnLst>
                                    <p:set>
                                      <p:cBhvr>
                                        <p:cTn id="139" dur="1" fill="hold">
                                          <p:stCondLst>
                                            <p:cond delay="0"/>
                                          </p:stCondLst>
                                        </p:cTn>
                                        <p:tgtEl>
                                          <p:spTgt spid="90"/>
                                        </p:tgtEl>
                                        <p:attrNameLst>
                                          <p:attrName>style.visibility</p:attrName>
                                        </p:attrNameLst>
                                      </p:cBhvr>
                                      <p:to>
                                        <p:strVal val="visible"/>
                                      </p:to>
                                    </p:set>
                                  </p:childTnLst>
                                </p:cTn>
                              </p:par>
                              <p:par>
                                <p:cTn id="140" presetID="1" presetClass="entr" presetSubtype="0" fill="hold" nodeType="withEffect" restart="never">
                                  <p:stCondLst>
                                    <p:cond delay="2560"/>
                                  </p:stCondLst>
                                  <p:childTnLst>
                                    <p:set>
                                      <p:cBhvr>
                                        <p:cTn id="141" dur="1" fill="hold">
                                          <p:stCondLst>
                                            <p:cond delay="0"/>
                                          </p:stCondLst>
                                        </p:cTn>
                                        <p:tgtEl>
                                          <p:spTgt spid="91"/>
                                        </p:tgtEl>
                                        <p:attrNameLst>
                                          <p:attrName>style.visibility</p:attrName>
                                        </p:attrNameLst>
                                      </p:cBhvr>
                                      <p:to>
                                        <p:strVal val="visible"/>
                                      </p:to>
                                    </p:set>
                                  </p:childTnLst>
                                </p:cTn>
                              </p:par>
                              <p:par>
                                <p:cTn id="142" presetID="1" presetClass="entr" presetSubtype="0" fill="hold" nodeType="withEffect" restart="never">
                                  <p:stCondLst>
                                    <p:cond delay="2720"/>
                                  </p:stCondLst>
                                  <p:childTnLst>
                                    <p:set>
                                      <p:cBhvr>
                                        <p:cTn id="143" dur="1" fill="hold">
                                          <p:stCondLst>
                                            <p:cond delay="0"/>
                                          </p:stCondLst>
                                        </p:cTn>
                                        <p:tgtEl>
                                          <p:spTgt spid="92"/>
                                        </p:tgtEl>
                                        <p:attrNameLst>
                                          <p:attrName>style.visibility</p:attrName>
                                        </p:attrNameLst>
                                      </p:cBhvr>
                                      <p:to>
                                        <p:strVal val="visible"/>
                                      </p:to>
                                    </p:set>
                                  </p:childTnLst>
                                </p:cTn>
                              </p:par>
                              <p:par>
                                <p:cTn id="144" presetID="1" presetClass="entr" presetSubtype="0" fill="hold" nodeType="withEffect" restart="never">
                                  <p:stCondLst>
                                    <p:cond delay="2880"/>
                                  </p:stCondLst>
                                  <p:childTnLst>
                                    <p:set>
                                      <p:cBhvr>
                                        <p:cTn id="145" dur="1" fill="hold">
                                          <p:stCondLst>
                                            <p:cond delay="0"/>
                                          </p:stCondLst>
                                        </p:cTn>
                                        <p:tgtEl>
                                          <p:spTgt spid="93"/>
                                        </p:tgtEl>
                                        <p:attrNameLst>
                                          <p:attrName>style.visibility</p:attrName>
                                        </p:attrNameLst>
                                      </p:cBhvr>
                                      <p:to>
                                        <p:strVal val="visible"/>
                                      </p:to>
                                    </p:set>
                                  </p:childTnLst>
                                </p:cTn>
                              </p:par>
                              <p:par>
                                <p:cTn id="146" presetID="1" presetClass="entr" presetSubtype="0" fill="hold" nodeType="withEffect" restart="never">
                                  <p:stCondLst>
                                    <p:cond delay="3040"/>
                                  </p:stCondLst>
                                  <p:childTnLst>
                                    <p:set>
                                      <p:cBhvr>
                                        <p:cTn id="147" dur="1" fill="hold">
                                          <p:stCondLst>
                                            <p:cond delay="0"/>
                                          </p:stCondLst>
                                        </p:cTn>
                                        <p:tgtEl>
                                          <p:spTgt spid="94"/>
                                        </p:tgtEl>
                                        <p:attrNameLst>
                                          <p:attrName>style.visibility</p:attrName>
                                        </p:attrNameLst>
                                      </p:cBhvr>
                                      <p:to>
                                        <p:strVal val="visible"/>
                                      </p:to>
                                    </p:set>
                                  </p:childTnLst>
                                </p:cTn>
                              </p:par>
                              <p:par>
                                <p:cTn id="148" presetID="1" presetClass="entr" presetSubtype="0" fill="hold" nodeType="withEffect" restart="never">
                                  <p:stCondLst>
                                    <p:cond delay="3200"/>
                                  </p:stCondLst>
                                  <p:childTnLst>
                                    <p:set>
                                      <p:cBhvr>
                                        <p:cTn id="149" dur="1" fill="hold">
                                          <p:stCondLst>
                                            <p:cond delay="0"/>
                                          </p:stCondLst>
                                        </p:cTn>
                                        <p:tgtEl>
                                          <p:spTgt spid="95"/>
                                        </p:tgtEl>
                                        <p:attrNameLst>
                                          <p:attrName>style.visibility</p:attrName>
                                        </p:attrNameLst>
                                      </p:cBhvr>
                                      <p:to>
                                        <p:strVal val="visible"/>
                                      </p:to>
                                    </p:set>
                                  </p:childTnLst>
                                </p:cTn>
                              </p:par>
                              <p:par>
                                <p:cTn id="150" presetID="1" presetClass="entr" presetSubtype="0" fill="hold" nodeType="withEffect" restart="never">
                                  <p:stCondLst>
                                    <p:cond delay="3360"/>
                                  </p:stCondLst>
                                  <p:childTnLst>
                                    <p:set>
                                      <p:cBhvr>
                                        <p:cTn id="151" dur="1" fill="hold">
                                          <p:stCondLst>
                                            <p:cond delay="0"/>
                                          </p:stCondLst>
                                        </p:cTn>
                                        <p:tgtEl>
                                          <p:spTgt spid="96"/>
                                        </p:tgtEl>
                                        <p:attrNameLst>
                                          <p:attrName>style.visibility</p:attrName>
                                        </p:attrNameLst>
                                      </p:cBhvr>
                                      <p:to>
                                        <p:strVal val="visible"/>
                                      </p:to>
                                    </p:set>
                                  </p:childTnLst>
                                </p:cTn>
                              </p:par>
                              <p:par>
                                <p:cTn id="152" presetID="1" presetClass="entr" presetSubtype="0" fill="hold" nodeType="withEffect" restart="never">
                                  <p:stCondLst>
                                    <p:cond delay="3520"/>
                                  </p:stCondLst>
                                  <p:childTnLst>
                                    <p:set>
                                      <p:cBhvr>
                                        <p:cTn id="153" dur="1" fill="hold">
                                          <p:stCondLst>
                                            <p:cond delay="0"/>
                                          </p:stCondLst>
                                        </p:cTn>
                                        <p:tgtEl>
                                          <p:spTgt spid="97"/>
                                        </p:tgtEl>
                                        <p:attrNameLst>
                                          <p:attrName>style.visibility</p:attrName>
                                        </p:attrNameLst>
                                      </p:cBhvr>
                                      <p:to>
                                        <p:strVal val="visible"/>
                                      </p:to>
                                    </p:set>
                                  </p:childTnLst>
                                </p:cTn>
                              </p:par>
                              <p:par>
                                <p:cTn id="154" presetID="1" presetClass="entr" presetSubtype="0" fill="hold" nodeType="withEffect" restart="never">
                                  <p:stCondLst>
                                    <p:cond delay="3680"/>
                                  </p:stCondLst>
                                  <p:childTnLst>
                                    <p:set>
                                      <p:cBhvr>
                                        <p:cTn id="155" dur="1" fill="hold">
                                          <p:stCondLst>
                                            <p:cond delay="0"/>
                                          </p:stCondLst>
                                        </p:cTn>
                                        <p:tgtEl>
                                          <p:spTgt spid="98"/>
                                        </p:tgtEl>
                                        <p:attrNameLst>
                                          <p:attrName>style.visibility</p:attrName>
                                        </p:attrNameLst>
                                      </p:cBhvr>
                                      <p:to>
                                        <p:strVal val="visible"/>
                                      </p:to>
                                    </p:set>
                                  </p:childTnLst>
                                </p:cTn>
                              </p:par>
                              <p:par>
                                <p:cTn id="156" presetID="1" presetClass="entr" presetSubtype="0" fill="hold" nodeType="withEffect" restart="never">
                                  <p:stCondLst>
                                    <p:cond delay="3840"/>
                                  </p:stCondLst>
                                  <p:childTnLst>
                                    <p:set>
                                      <p:cBhvr>
                                        <p:cTn id="157" dur="1" fill="hold">
                                          <p:stCondLst>
                                            <p:cond delay="0"/>
                                          </p:stCondLst>
                                        </p:cTn>
                                        <p:tgtEl>
                                          <p:spTgt spid="99"/>
                                        </p:tgtEl>
                                        <p:attrNameLst>
                                          <p:attrName>style.visibility</p:attrName>
                                        </p:attrNameLst>
                                      </p:cBhvr>
                                      <p:to>
                                        <p:strVal val="visible"/>
                                      </p:to>
                                    </p:set>
                                  </p:childTnLst>
                                </p:cTn>
                              </p:par>
                              <p:par>
                                <p:cTn id="158" presetID="1" presetClass="entr" presetSubtype="0" fill="hold" nodeType="withEffect" restart="never">
                                  <p:stCondLst>
                                    <p:cond delay="4000"/>
                                  </p:stCondLst>
                                  <p:childTnLst>
                                    <p:set>
                                      <p:cBhvr>
                                        <p:cTn id="159" dur="1" fill="hold">
                                          <p:stCondLst>
                                            <p:cond delay="0"/>
                                          </p:stCondLst>
                                        </p:cTn>
                                        <p:tgtEl>
                                          <p:spTgt spid="100"/>
                                        </p:tgtEl>
                                        <p:attrNameLst>
                                          <p:attrName>style.visibility</p:attrName>
                                        </p:attrNameLst>
                                      </p:cBhvr>
                                      <p:to>
                                        <p:strVal val="visible"/>
                                      </p:to>
                                    </p:set>
                                  </p:childTnLst>
                                </p:cTn>
                              </p:par>
                              <p:par>
                                <p:cTn id="160" presetID="1" presetClass="entr" presetSubtype="0" fill="hold" nodeType="withEffect" restart="never">
                                  <p:stCondLst>
                                    <p:cond delay="4160"/>
                                  </p:stCondLst>
                                  <p:childTnLst>
                                    <p:set>
                                      <p:cBhvr>
                                        <p:cTn id="161" dur="1" fill="hold">
                                          <p:stCondLst>
                                            <p:cond delay="0"/>
                                          </p:stCondLst>
                                        </p:cTn>
                                        <p:tgtEl>
                                          <p:spTgt spid="101"/>
                                        </p:tgtEl>
                                        <p:attrNameLst>
                                          <p:attrName>style.visibility</p:attrName>
                                        </p:attrNameLst>
                                      </p:cBhvr>
                                      <p:to>
                                        <p:strVal val="visible"/>
                                      </p:to>
                                    </p:set>
                                  </p:childTnLst>
                                </p:cTn>
                              </p:par>
                              <p:par>
                                <p:cTn id="162" presetID="1" presetClass="entr" presetSubtype="0" fill="hold" nodeType="withEffect" restart="never">
                                  <p:stCondLst>
                                    <p:cond delay="4320"/>
                                  </p:stCondLst>
                                  <p:childTnLst>
                                    <p:set>
                                      <p:cBhvr>
                                        <p:cTn id="163" dur="1" fill="hold">
                                          <p:stCondLst>
                                            <p:cond delay="0"/>
                                          </p:stCondLst>
                                        </p:cTn>
                                        <p:tgtEl>
                                          <p:spTgt spid="102"/>
                                        </p:tgtEl>
                                        <p:attrNameLst>
                                          <p:attrName>style.visibility</p:attrName>
                                        </p:attrNameLst>
                                      </p:cBhvr>
                                      <p:to>
                                        <p:strVal val="visible"/>
                                      </p:to>
                                    </p:set>
                                  </p:childTnLst>
                                </p:cTn>
                              </p:par>
                              <p:par>
                                <p:cTn id="164" presetID="1" presetClass="entr" presetSubtype="0" fill="hold" nodeType="withEffect" restart="never">
                                  <p:stCondLst>
                                    <p:cond delay="4480"/>
                                  </p:stCondLst>
                                  <p:childTnLst>
                                    <p:set>
                                      <p:cBhvr>
                                        <p:cTn id="165" dur="1" fill="hold">
                                          <p:stCondLst>
                                            <p:cond delay="0"/>
                                          </p:stCondLst>
                                        </p:cTn>
                                        <p:tgtEl>
                                          <p:spTgt spid="103"/>
                                        </p:tgtEl>
                                        <p:attrNameLst>
                                          <p:attrName>style.visibility</p:attrName>
                                        </p:attrNameLst>
                                      </p:cBhvr>
                                      <p:to>
                                        <p:strVal val="visible"/>
                                      </p:to>
                                    </p:set>
                                  </p:childTnLst>
                                </p:cTn>
                              </p:par>
                              <p:par>
                                <p:cTn id="166" presetID="1" presetClass="entr" presetSubtype="0" fill="hold" nodeType="withEffect" restart="never">
                                  <p:stCondLst>
                                    <p:cond delay="4640"/>
                                  </p:stCondLst>
                                  <p:childTnLst>
                                    <p:set>
                                      <p:cBhvr>
                                        <p:cTn id="167" dur="1" fill="hold">
                                          <p:stCondLst>
                                            <p:cond delay="0"/>
                                          </p:stCondLst>
                                        </p:cTn>
                                        <p:tgtEl>
                                          <p:spTgt spid="104"/>
                                        </p:tgtEl>
                                        <p:attrNameLst>
                                          <p:attrName>style.visibility</p:attrName>
                                        </p:attrNameLst>
                                      </p:cBhvr>
                                      <p:to>
                                        <p:strVal val="visible"/>
                                      </p:to>
                                    </p:set>
                                  </p:childTnLst>
                                </p:cTn>
                              </p:par>
                              <p:par>
                                <p:cTn id="168" presetID="1" presetClass="entr" presetSubtype="0" fill="hold" nodeType="withEffect" restart="never">
                                  <p:stCondLst>
                                    <p:cond delay="4800"/>
                                  </p:stCondLst>
                                  <p:childTnLst>
                                    <p:set>
                                      <p:cBhvr>
                                        <p:cTn id="169" dur="1" fill="hold">
                                          <p:stCondLst>
                                            <p:cond delay="0"/>
                                          </p:stCondLst>
                                        </p:cTn>
                                        <p:tgtEl>
                                          <p:spTgt spid="105"/>
                                        </p:tgtEl>
                                        <p:attrNameLst>
                                          <p:attrName>style.visibility</p:attrName>
                                        </p:attrNameLst>
                                      </p:cBhvr>
                                      <p:to>
                                        <p:strVal val="visible"/>
                                      </p:to>
                                    </p:set>
                                  </p:childTnLst>
                                </p:cTn>
                              </p:par>
                              <p:par>
                                <p:cTn id="170" presetID="1" presetClass="entr" presetSubtype="0" fill="hold" nodeType="withEffect" restart="never">
                                  <p:stCondLst>
                                    <p:cond delay="4960"/>
                                  </p:stCondLst>
                                  <p:childTnLst>
                                    <p:set>
                                      <p:cBhvr>
                                        <p:cTn id="171" dur="1" fill="hold">
                                          <p:stCondLst>
                                            <p:cond delay="0"/>
                                          </p:stCondLst>
                                        </p:cTn>
                                        <p:tgtEl>
                                          <p:spTgt spid="106"/>
                                        </p:tgtEl>
                                        <p:attrNameLst>
                                          <p:attrName>style.visibility</p:attrName>
                                        </p:attrNameLst>
                                      </p:cBhvr>
                                      <p:to>
                                        <p:strVal val="visible"/>
                                      </p:to>
                                    </p:set>
                                  </p:childTnLst>
                                </p:cTn>
                              </p:par>
                              <p:par>
                                <p:cTn id="172" presetID="1" presetClass="entr" presetSubtype="0" fill="hold" nodeType="withEffect" restart="never">
                                  <p:stCondLst>
                                    <p:cond delay="5120"/>
                                  </p:stCondLst>
                                  <p:childTnLst>
                                    <p:set>
                                      <p:cBhvr>
                                        <p:cTn id="173" dur="1" fill="hold">
                                          <p:stCondLst>
                                            <p:cond delay="0"/>
                                          </p:stCondLst>
                                        </p:cTn>
                                        <p:tgtEl>
                                          <p:spTgt spid="107"/>
                                        </p:tgtEl>
                                        <p:attrNameLst>
                                          <p:attrName>style.visibility</p:attrName>
                                        </p:attrNameLst>
                                      </p:cBhvr>
                                      <p:to>
                                        <p:strVal val="visible"/>
                                      </p:to>
                                    </p:set>
                                  </p:childTnLst>
                                </p:cTn>
                              </p:par>
                              <p:par>
                                <p:cTn id="174" presetID="1" presetClass="entr" presetSubtype="0" fill="hold" nodeType="withEffect" restart="never">
                                  <p:stCondLst>
                                    <p:cond delay="5280"/>
                                  </p:stCondLst>
                                  <p:childTnLst>
                                    <p:set>
                                      <p:cBhvr>
                                        <p:cTn id="175" dur="1" fill="hold">
                                          <p:stCondLst>
                                            <p:cond delay="0"/>
                                          </p:stCondLst>
                                        </p:cTn>
                                        <p:tgtEl>
                                          <p:spTgt spid="108"/>
                                        </p:tgtEl>
                                        <p:attrNameLst>
                                          <p:attrName>style.visibility</p:attrName>
                                        </p:attrNameLst>
                                      </p:cBhvr>
                                      <p:to>
                                        <p:strVal val="visible"/>
                                      </p:to>
                                    </p:set>
                                  </p:childTnLst>
                                </p:cTn>
                              </p:par>
                              <p:par>
                                <p:cTn id="176" presetID="1" presetClass="entr" presetSubtype="0" fill="hold" nodeType="withEffect" restart="never">
                                  <p:stCondLst>
                                    <p:cond delay="5440"/>
                                  </p:stCondLst>
                                  <p:childTnLst>
                                    <p:set>
                                      <p:cBhvr>
                                        <p:cTn id="177" dur="1" fill="hold">
                                          <p:stCondLst>
                                            <p:cond delay="0"/>
                                          </p:stCondLst>
                                        </p:cTn>
                                        <p:tgtEl>
                                          <p:spTgt spid="109"/>
                                        </p:tgtEl>
                                        <p:attrNameLst>
                                          <p:attrName>style.visibility</p:attrName>
                                        </p:attrNameLst>
                                      </p:cBhvr>
                                      <p:to>
                                        <p:strVal val="visible"/>
                                      </p:to>
                                    </p:set>
                                  </p:childTnLst>
                                </p:cTn>
                              </p:par>
                              <p:par>
                                <p:cTn id="178" presetID="1" presetClass="entr" presetSubtype="0" fill="hold" nodeType="withEffect" restart="never">
                                  <p:stCondLst>
                                    <p:cond delay="5600"/>
                                  </p:stCondLst>
                                  <p:childTnLst>
                                    <p:set>
                                      <p:cBhvr>
                                        <p:cTn id="179" dur="1" fill="hold">
                                          <p:stCondLst>
                                            <p:cond delay="0"/>
                                          </p:stCondLst>
                                        </p:cTn>
                                        <p:tgtEl>
                                          <p:spTgt spid="110"/>
                                        </p:tgtEl>
                                        <p:attrNameLst>
                                          <p:attrName>style.visibility</p:attrName>
                                        </p:attrNameLst>
                                      </p:cBhvr>
                                      <p:to>
                                        <p:strVal val="visible"/>
                                      </p:to>
                                    </p:set>
                                  </p:childTnLst>
                                </p:cTn>
                              </p:par>
                              <p:par>
                                <p:cTn id="180" presetID="1" presetClass="entr" presetSubtype="0" fill="hold" nodeType="withEffect" restart="never">
                                  <p:stCondLst>
                                    <p:cond delay="5760"/>
                                  </p:stCondLst>
                                  <p:childTnLst>
                                    <p:set>
                                      <p:cBhvr>
                                        <p:cTn id="181" dur="1" fill="hold">
                                          <p:stCondLst>
                                            <p:cond delay="0"/>
                                          </p:stCondLst>
                                        </p:cTn>
                                        <p:tgtEl>
                                          <p:spTgt spid="111"/>
                                        </p:tgtEl>
                                        <p:attrNameLst>
                                          <p:attrName>style.visibility</p:attrName>
                                        </p:attrNameLst>
                                      </p:cBhvr>
                                      <p:to>
                                        <p:strVal val="visible"/>
                                      </p:to>
                                    </p:set>
                                  </p:childTnLst>
                                </p:cTn>
                              </p:par>
                              <p:par>
                                <p:cTn id="182" presetID="1" presetClass="entr" presetSubtype="0" fill="hold" nodeType="withEffect" restart="never">
                                  <p:stCondLst>
                                    <p:cond delay="5920"/>
                                  </p:stCondLst>
                                  <p:childTnLst>
                                    <p:set>
                                      <p:cBhvr>
                                        <p:cTn id="183" dur="1" fill="hold">
                                          <p:stCondLst>
                                            <p:cond delay="0"/>
                                          </p:stCondLst>
                                        </p:cTn>
                                        <p:tgtEl>
                                          <p:spTgt spid="112"/>
                                        </p:tgtEl>
                                        <p:attrNameLst>
                                          <p:attrName>style.visibility</p:attrName>
                                        </p:attrNameLst>
                                      </p:cBhvr>
                                      <p:to>
                                        <p:strVal val="visible"/>
                                      </p:to>
                                    </p:set>
                                  </p:childTnLst>
                                </p:cTn>
                              </p:par>
                              <p:par>
                                <p:cTn id="184" presetID="1" presetClass="entr" presetSubtype="0" fill="hold" nodeType="withEffect" restart="never">
                                  <p:stCondLst>
                                    <p:cond delay="6080"/>
                                  </p:stCondLst>
                                  <p:childTnLst>
                                    <p:set>
                                      <p:cBhvr>
                                        <p:cTn id="185" dur="1" fill="hold">
                                          <p:stCondLst>
                                            <p:cond delay="0"/>
                                          </p:stCondLst>
                                        </p:cTn>
                                        <p:tgtEl>
                                          <p:spTgt spid="113"/>
                                        </p:tgtEl>
                                        <p:attrNameLst>
                                          <p:attrName>style.visibility</p:attrName>
                                        </p:attrNameLst>
                                      </p:cBhvr>
                                      <p:to>
                                        <p:strVal val="visible"/>
                                      </p:to>
                                    </p:set>
                                  </p:childTnLst>
                                </p:cTn>
                              </p:par>
                              <p:par>
                                <p:cTn id="186" presetID="1" presetClass="entr" presetSubtype="0" fill="hold" nodeType="withEffect" restart="never">
                                  <p:stCondLst>
                                    <p:cond delay="6240"/>
                                  </p:stCondLst>
                                  <p:childTnLst>
                                    <p:set>
                                      <p:cBhvr>
                                        <p:cTn id="187" dur="1" fill="hold">
                                          <p:stCondLst>
                                            <p:cond delay="0"/>
                                          </p:stCondLst>
                                        </p:cTn>
                                        <p:tgtEl>
                                          <p:spTgt spid="114"/>
                                        </p:tgtEl>
                                        <p:attrNameLst>
                                          <p:attrName>style.visibility</p:attrName>
                                        </p:attrNameLst>
                                      </p:cBhvr>
                                      <p:to>
                                        <p:strVal val="visible"/>
                                      </p:to>
                                    </p:set>
                                  </p:childTnLst>
                                </p:cTn>
                              </p:par>
                              <p:par>
                                <p:cTn id="188" presetID="1" presetClass="entr" presetSubtype="0" fill="hold" nodeType="withEffect" restart="never">
                                  <p:stCondLst>
                                    <p:cond delay="6400"/>
                                  </p:stCondLst>
                                  <p:childTnLst>
                                    <p:set>
                                      <p:cBhvr>
                                        <p:cTn id="189" dur="1" fill="hold">
                                          <p:stCondLst>
                                            <p:cond delay="0"/>
                                          </p:stCondLst>
                                        </p:cTn>
                                        <p:tgtEl>
                                          <p:spTgt spid="115"/>
                                        </p:tgtEl>
                                        <p:attrNameLst>
                                          <p:attrName>style.visibility</p:attrName>
                                        </p:attrNameLst>
                                      </p:cBhvr>
                                      <p:to>
                                        <p:strVal val="visible"/>
                                      </p:to>
                                    </p:set>
                                  </p:childTnLst>
                                </p:cTn>
                              </p:par>
                              <p:par>
                                <p:cTn id="190" presetID="1" presetClass="entr" presetSubtype="0" fill="hold" nodeType="withEffect" restart="never">
                                  <p:stCondLst>
                                    <p:cond delay="6560"/>
                                  </p:stCondLst>
                                  <p:childTnLst>
                                    <p:set>
                                      <p:cBhvr>
                                        <p:cTn id="191" dur="1" fill="hold">
                                          <p:stCondLst>
                                            <p:cond delay="0"/>
                                          </p:stCondLst>
                                        </p:cTn>
                                        <p:tgtEl>
                                          <p:spTgt spid="116"/>
                                        </p:tgtEl>
                                        <p:attrNameLst>
                                          <p:attrName>style.visibility</p:attrName>
                                        </p:attrNameLst>
                                      </p:cBhvr>
                                      <p:to>
                                        <p:strVal val="visible"/>
                                      </p:to>
                                    </p:set>
                                  </p:childTnLst>
                                </p:cTn>
                              </p:par>
                              <p:par>
                                <p:cTn id="192" presetID="1" presetClass="entr" presetSubtype="0" fill="hold" nodeType="withEffect" restart="never">
                                  <p:stCondLst>
                                    <p:cond delay="6720"/>
                                  </p:stCondLst>
                                  <p:childTnLst>
                                    <p:set>
                                      <p:cBhvr>
                                        <p:cTn id="193" dur="1" fill="hold">
                                          <p:stCondLst>
                                            <p:cond delay="0"/>
                                          </p:stCondLst>
                                        </p:cTn>
                                        <p:tgtEl>
                                          <p:spTgt spid="117"/>
                                        </p:tgtEl>
                                        <p:attrNameLst>
                                          <p:attrName>style.visibility</p:attrName>
                                        </p:attrNameLst>
                                      </p:cBhvr>
                                      <p:to>
                                        <p:strVal val="visible"/>
                                      </p:to>
                                    </p:set>
                                  </p:childTnLst>
                                </p:cTn>
                              </p:par>
                              <p:par>
                                <p:cTn id="194" presetID="1" presetClass="entr" presetSubtype="0" fill="hold" nodeType="withEffect" restart="never">
                                  <p:stCondLst>
                                    <p:cond delay="6880"/>
                                  </p:stCondLst>
                                  <p:childTnLst>
                                    <p:set>
                                      <p:cBhvr>
                                        <p:cTn id="195" dur="1" fill="hold">
                                          <p:stCondLst>
                                            <p:cond delay="0"/>
                                          </p:stCondLst>
                                        </p:cTn>
                                        <p:tgtEl>
                                          <p:spTgt spid="118"/>
                                        </p:tgtEl>
                                        <p:attrNameLst>
                                          <p:attrName>style.visibility</p:attrName>
                                        </p:attrNameLst>
                                      </p:cBhvr>
                                      <p:to>
                                        <p:strVal val="visible"/>
                                      </p:to>
                                    </p:set>
                                  </p:childTnLst>
                                </p:cTn>
                              </p:par>
                              <p:par>
                                <p:cTn id="196" presetID="1" presetClass="entr" presetSubtype="0" fill="hold" nodeType="withEffect" restart="never">
                                  <p:stCondLst>
                                    <p:cond delay="7040"/>
                                  </p:stCondLst>
                                  <p:childTnLst>
                                    <p:set>
                                      <p:cBhvr>
                                        <p:cTn id="197" dur="1" fill="hold">
                                          <p:stCondLst>
                                            <p:cond delay="0"/>
                                          </p:stCondLst>
                                        </p:cTn>
                                        <p:tgtEl>
                                          <p:spTgt spid="119"/>
                                        </p:tgtEl>
                                        <p:attrNameLst>
                                          <p:attrName>style.visibility</p:attrName>
                                        </p:attrNameLst>
                                      </p:cBhvr>
                                      <p:to>
                                        <p:strVal val="visible"/>
                                      </p:to>
                                    </p:set>
                                  </p:childTnLst>
                                </p:cTn>
                              </p:par>
                              <p:par>
                                <p:cTn id="198" presetID="1" presetClass="entr" presetSubtype="0" fill="hold" nodeType="withEffect" restart="never">
                                  <p:stCondLst>
                                    <p:cond delay="7200"/>
                                  </p:stCondLst>
                                  <p:childTnLst>
                                    <p:set>
                                      <p:cBhvr>
                                        <p:cTn id="199" dur="1" fill="hold">
                                          <p:stCondLst>
                                            <p:cond delay="0"/>
                                          </p:stCondLst>
                                        </p:cTn>
                                        <p:tgtEl>
                                          <p:spTgt spid="120"/>
                                        </p:tgtEl>
                                        <p:attrNameLst>
                                          <p:attrName>style.visibility</p:attrName>
                                        </p:attrNameLst>
                                      </p:cBhvr>
                                      <p:to>
                                        <p:strVal val="visible"/>
                                      </p:to>
                                    </p:set>
                                  </p:childTnLst>
                                </p:cTn>
                              </p:par>
                              <p:par>
                                <p:cTn id="200" presetID="1" presetClass="entr" presetSubtype="0" fill="hold" nodeType="withEffect" restart="never">
                                  <p:stCondLst>
                                    <p:cond delay="7360"/>
                                  </p:stCondLst>
                                  <p:childTnLst>
                                    <p:set>
                                      <p:cBhvr>
                                        <p:cTn id="201" dur="1" fill="hold">
                                          <p:stCondLst>
                                            <p:cond delay="0"/>
                                          </p:stCondLst>
                                        </p:cTn>
                                        <p:tgtEl>
                                          <p:spTgt spid="121"/>
                                        </p:tgtEl>
                                        <p:attrNameLst>
                                          <p:attrName>style.visibility</p:attrName>
                                        </p:attrNameLst>
                                      </p:cBhvr>
                                      <p:to>
                                        <p:strVal val="visible"/>
                                      </p:to>
                                    </p:set>
                                  </p:childTnLst>
                                </p:cTn>
                              </p:par>
                              <p:par>
                                <p:cTn id="202" presetID="1" presetClass="entr" presetSubtype="0" fill="hold" nodeType="withEffect" restart="never">
                                  <p:stCondLst>
                                    <p:cond delay="7520"/>
                                  </p:stCondLst>
                                  <p:childTnLst>
                                    <p:set>
                                      <p:cBhvr>
                                        <p:cTn id="203" dur="1" fill="hold">
                                          <p:stCondLst>
                                            <p:cond delay="0"/>
                                          </p:stCondLst>
                                        </p:cTn>
                                        <p:tgtEl>
                                          <p:spTgt spid="122"/>
                                        </p:tgtEl>
                                        <p:attrNameLst>
                                          <p:attrName>style.visibility</p:attrName>
                                        </p:attrNameLst>
                                      </p:cBhvr>
                                      <p:to>
                                        <p:strVal val="visible"/>
                                      </p:to>
                                    </p:set>
                                  </p:childTnLst>
                                </p:cTn>
                              </p:par>
                              <p:par>
                                <p:cTn id="204" presetID="1" presetClass="entr" presetSubtype="0" fill="hold" nodeType="withEffect" restart="never">
                                  <p:stCondLst>
                                    <p:cond delay="7680"/>
                                  </p:stCondLst>
                                  <p:childTnLst>
                                    <p:set>
                                      <p:cBhvr>
                                        <p:cTn id="205" dur="1" fill="hold">
                                          <p:stCondLst>
                                            <p:cond delay="0"/>
                                          </p:stCondLst>
                                        </p:cTn>
                                        <p:tgtEl>
                                          <p:spTgt spid="123"/>
                                        </p:tgtEl>
                                        <p:attrNameLst>
                                          <p:attrName>style.visibility</p:attrName>
                                        </p:attrNameLst>
                                      </p:cBhvr>
                                      <p:to>
                                        <p:strVal val="visible"/>
                                      </p:to>
                                    </p:set>
                                  </p:childTnLst>
                                </p:cTn>
                              </p:par>
                              <p:par>
                                <p:cTn id="206" presetID="1" presetClass="entr" presetSubtype="0" fill="hold" nodeType="withEffect" restart="never">
                                  <p:stCondLst>
                                    <p:cond delay="7840"/>
                                  </p:stCondLst>
                                  <p:childTnLst>
                                    <p:set>
                                      <p:cBhvr>
                                        <p:cTn id="207" dur="1" fill="hold">
                                          <p:stCondLst>
                                            <p:cond delay="0"/>
                                          </p:stCondLst>
                                        </p:cTn>
                                        <p:tgtEl>
                                          <p:spTgt spid="124"/>
                                        </p:tgtEl>
                                        <p:attrNameLst>
                                          <p:attrName>style.visibility</p:attrName>
                                        </p:attrNameLst>
                                      </p:cBhvr>
                                      <p:to>
                                        <p:strVal val="visible"/>
                                      </p:to>
                                    </p:set>
                                  </p:childTnLst>
                                </p:cTn>
                              </p:par>
                              <p:par>
                                <p:cTn id="208" presetID="1" presetClass="entr" presetSubtype="0" fill="hold" nodeType="withEffect" restart="never">
                                  <p:stCondLst>
                                    <p:cond delay="8000"/>
                                  </p:stCondLst>
                                  <p:childTnLst>
                                    <p:set>
                                      <p:cBhvr>
                                        <p:cTn id="209" dur="1" fill="hold">
                                          <p:stCondLst>
                                            <p:cond delay="0"/>
                                          </p:stCondLst>
                                        </p:cTn>
                                        <p:tgtEl>
                                          <p:spTgt spid="125"/>
                                        </p:tgtEl>
                                        <p:attrNameLst>
                                          <p:attrName>style.visibility</p:attrName>
                                        </p:attrNameLst>
                                      </p:cBhvr>
                                      <p:to>
                                        <p:strVal val="visible"/>
                                      </p:to>
                                    </p:set>
                                  </p:childTnLst>
                                </p:cTn>
                              </p:par>
                              <p:par>
                                <p:cTn id="210" presetID="1" presetClass="entr" presetSubtype="0" fill="hold" nodeType="withEffect" restart="never">
                                  <p:stCondLst>
                                    <p:cond delay="8160"/>
                                  </p:stCondLst>
                                  <p:childTnLst>
                                    <p:set>
                                      <p:cBhvr>
                                        <p:cTn id="211" dur="1" fill="hold">
                                          <p:stCondLst>
                                            <p:cond delay="0"/>
                                          </p:stCondLst>
                                        </p:cTn>
                                        <p:tgtEl>
                                          <p:spTgt spid="1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CF0E0C8C-70BD-4591-9C63-5C0005AD73B2}"/>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E502000C-2A60-4CE9-932B-5925F092177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E44171E-38B8-4282-AB0E-0B4394BC764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D04600D-37FC-4E7A-A23F-4E6AB8AE52F3}"/>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41E9E604-F500-4C87-84B6-EF36EAA6BEBB}"/>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8FF879B1-9707-456D-9845-4B8396D859C0}"/>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94382FBD-D603-4CBF-9A1A-C1789E9F72BB}"/>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60C188EF-0694-43A7-9B6D-1B4D321825A7}"/>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12F1FF30-CE27-4F1A-BEB7-59C4B20532D1}"/>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3CA0D449-3F79-4435-A8F5-758CC9DB7CAB}"/>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C0498795-DC1C-46D9-B36C-F14958C64F11}"/>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A7926D7F-DC2E-4D8F-9E23-147E2EFF6D9D}"/>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2BF4B211-3E7C-45DF-A330-49FE4428F149}"/>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30AE240C-E7BC-4538-B62B-F6A46474D0D9}"/>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F5F5477D-ED1B-45B5-9D25-61FE42C95FD1}"/>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FC70BCD5-C4CE-41B7-8D40-7F00DA1BDAF4}"/>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49EE6890-86E0-4EBB-BF20-8AA5A3867B05}"/>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A7994DB0-D4F7-4A83-9641-F24516DC1F7E}"/>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DF030484-AE38-4353-8239-ED36E09A206A}"/>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Higher-order terms widen the general-message spectrum</a:t>
            </a:r>
          </a:p>
        </p:txBody>
      </p:sp>
      <p:sp>
        <p:nvSpPr>
          <p:cNvPr id="22" name="sum-result-title">
            <a:extLst xmlns:a="http://schemas.openxmlformats.org/drawingml/2006/main">
              <a:ext uri="{FF2B5EF4-FFF2-40B4-BE49-F238E27FC236}">
                <a16:creationId xmlns:a16="http://schemas.microsoft.com/office/drawing/2014/main" id="{2D56CBE2-7181-4CC8-BE1C-DB41A61CDC39}"/>
              </a:ext>
            </a:extLst>
          </p:cNvPr>
          <p:cNvSpPr>
            <a:spLocks xmlns:a="http://schemas.openxmlformats.org/drawingml/2006/main" noGrp="1"/>
          </p:cNvSpPr>
          <p:nvPr/>
        </p:nvSpPr>
        <p:spPr>
          <a:xfrm xmlns:a="http://schemas.openxmlformats.org/drawingml/2006/main">
            <a:off x="6467475" y="4000500"/>
            <a:ext cx="5038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Continuous spectrum (ms)</a:t>
            </a:r>
          </a:p>
        </p:txBody>
      </p:sp>
      <p:sp>
        <p:nvSpPr>
          <p:cNvPr id="23" name="sum-axis--1-axis-shaft">
            <a:extLst xmlns:a="http://schemas.openxmlformats.org/drawingml/2006/main">
              <a:ext uri="{FF2B5EF4-FFF2-40B4-BE49-F238E27FC236}">
                <a16:creationId xmlns:a16="http://schemas.microsoft.com/office/drawing/2014/main" id="{4C0F987C-E53D-4D54-8D38-7850ED299F69}"/>
              </a:ext>
            </a:extLst>
          </p:cNvPr>
          <p:cNvSpPr>
            <a:spLocks xmlns:a="http://schemas.openxmlformats.org/drawingml/2006/main" noGrp="1"/>
          </p:cNvSpPr>
          <p:nvPr/>
        </p:nvSpPr>
        <p:spPr>
          <a:xfrm xmlns:a="http://schemas.openxmlformats.org/drawingml/2006/main">
            <a:off x="6553200" y="5619750"/>
            <a:ext cx="22574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sum-axis--1-axis-head">
            <a:extLst xmlns:a="http://schemas.openxmlformats.org/drawingml/2006/main">
              <a:ext uri="{FF2B5EF4-FFF2-40B4-BE49-F238E27FC236}">
                <a16:creationId xmlns:a16="http://schemas.microsoft.com/office/drawing/2014/main" id="{6632EAEC-306F-42E9-B37F-A8E669437B5E}"/>
              </a:ext>
            </a:extLst>
          </p:cNvPr>
          <p:cNvSpPr>
            <a:spLocks xmlns:a="http://schemas.openxmlformats.org/drawingml/2006/main" noGrp="1"/>
          </p:cNvSpPr>
          <p:nvPr/>
        </p:nvSpPr>
        <p:spPr>
          <a:xfrm xmlns:a="http://schemas.openxmlformats.org/drawingml/2006/main" rot="5400000">
            <a:off x="8791575" y="55768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5" name="sum-axis--1-tick-0">
            <a:extLst xmlns:a="http://schemas.openxmlformats.org/drawingml/2006/main">
              <a:ext uri="{FF2B5EF4-FFF2-40B4-BE49-F238E27FC236}">
                <a16:creationId xmlns:a16="http://schemas.microsoft.com/office/drawing/2014/main" id="{B49CCC3E-221D-4D04-B66B-94E6EA424EF7}"/>
              </a:ext>
            </a:extLst>
          </p:cNvPr>
          <p:cNvSpPr>
            <a:spLocks xmlns:a="http://schemas.openxmlformats.org/drawingml/2006/main" noGrp="1"/>
          </p:cNvSpPr>
          <p:nvPr/>
        </p:nvSpPr>
        <p:spPr>
          <a:xfrm xmlns:a="http://schemas.openxmlformats.org/drawingml/2006/main">
            <a:off x="7724775" y="5619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sum-axis-1-axis-shaft">
            <a:extLst xmlns:a="http://schemas.openxmlformats.org/drawingml/2006/main">
              <a:ext uri="{FF2B5EF4-FFF2-40B4-BE49-F238E27FC236}">
                <a16:creationId xmlns:a16="http://schemas.microsoft.com/office/drawing/2014/main" id="{AAAADA4C-52E6-4B68-85BF-09EBC54382E5}"/>
              </a:ext>
            </a:extLst>
          </p:cNvPr>
          <p:cNvSpPr>
            <a:spLocks xmlns:a="http://schemas.openxmlformats.org/drawingml/2006/main" noGrp="1"/>
          </p:cNvSpPr>
          <p:nvPr/>
        </p:nvSpPr>
        <p:spPr>
          <a:xfrm xmlns:a="http://schemas.openxmlformats.org/drawingml/2006/main">
            <a:off x="9124950" y="5619750"/>
            <a:ext cx="22574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sum-axis-1-axis-head">
            <a:extLst xmlns:a="http://schemas.openxmlformats.org/drawingml/2006/main">
              <a:ext uri="{FF2B5EF4-FFF2-40B4-BE49-F238E27FC236}">
                <a16:creationId xmlns:a16="http://schemas.microsoft.com/office/drawing/2014/main" id="{DA978FEF-D630-4691-9272-C2D62E0F8A62}"/>
              </a:ext>
            </a:extLst>
          </p:cNvPr>
          <p:cNvSpPr>
            <a:spLocks xmlns:a="http://schemas.openxmlformats.org/drawingml/2006/main" noGrp="1"/>
          </p:cNvSpPr>
          <p:nvPr/>
        </p:nvSpPr>
        <p:spPr>
          <a:xfrm xmlns:a="http://schemas.openxmlformats.org/drawingml/2006/main" rot="5400000">
            <a:off x="11363325" y="55768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8" name="sum-axis-1-tick-0">
            <a:extLst xmlns:a="http://schemas.openxmlformats.org/drawingml/2006/main">
              <a:ext uri="{FF2B5EF4-FFF2-40B4-BE49-F238E27FC236}">
                <a16:creationId xmlns:a16="http://schemas.microsoft.com/office/drawing/2014/main" id="{E6A62C2F-7941-46CF-A267-ECD34E37AA60}"/>
              </a:ext>
            </a:extLst>
          </p:cNvPr>
          <p:cNvSpPr>
            <a:spLocks xmlns:a="http://schemas.openxmlformats.org/drawingml/2006/main" noGrp="1"/>
          </p:cNvSpPr>
          <p:nvPr/>
        </p:nvSpPr>
        <p:spPr>
          <a:xfrm xmlns:a="http://schemas.openxmlformats.org/drawingml/2006/main">
            <a:off x="10296525" y="5619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sum-carrier--1">
            <a:extLst xmlns:a="http://schemas.openxmlformats.org/drawingml/2006/main">
              <a:ext uri="{FF2B5EF4-FFF2-40B4-BE49-F238E27FC236}">
                <a16:creationId xmlns:a16="http://schemas.microsoft.com/office/drawing/2014/main" id="{250CC338-C127-4D23-888E-2BAE8BB3CD36}"/>
              </a:ext>
            </a:extLst>
          </p:cNvPr>
          <p:cNvSpPr>
            <a:spLocks xmlns:a="http://schemas.openxmlformats.org/drawingml/2006/main" noGrp="1"/>
          </p:cNvSpPr>
          <p:nvPr/>
        </p:nvSpPr>
        <p:spPr>
          <a:xfrm xmlns:a="http://schemas.openxmlformats.org/drawingml/2006/main">
            <a:off x="7724775" y="4667250"/>
            <a:ext cx="95" cy="952500"/>
          </a:xfrm>
          <a:custGeom xmlns:a="http://schemas.openxmlformats.org/drawingml/2006/main">
            <a:pathLst>
              <a:path w="95" h="952500">
                <a:moveTo>
                  <a:pt x="0" y="952500"/>
                </a:moveTo>
                <a:lnTo>
                  <a:pt x="0" y="0"/>
                </a:lnTo>
              </a:path>
            </a:pathLst>
          </a:custGeom>
          <a:noFill xmlns:a="http://schemas.openxmlformats.org/drawingml/2006/main"/>
          <a:ln xmlns:a="http://schemas.openxmlformats.org/drawingml/2006/main" w="16193">
            <a:solidFill>
              <a:srgbClr val="888888"/>
            </a:solidFill>
          </a:ln>
        </p:spPr>
      </p:sp>
      <p:sp>
        <p:nvSpPr>
          <p:cNvPr id="30" name="sum-carrier-1">
            <a:extLst xmlns:a="http://schemas.openxmlformats.org/drawingml/2006/main">
              <a:ext uri="{FF2B5EF4-FFF2-40B4-BE49-F238E27FC236}">
                <a16:creationId xmlns:a16="http://schemas.microsoft.com/office/drawing/2014/main" id="{56554E20-5946-481F-A02C-6E857AE45166}"/>
              </a:ext>
            </a:extLst>
          </p:cNvPr>
          <p:cNvSpPr>
            <a:spLocks xmlns:a="http://schemas.openxmlformats.org/drawingml/2006/main" noGrp="1"/>
          </p:cNvSpPr>
          <p:nvPr/>
        </p:nvSpPr>
        <p:spPr>
          <a:xfrm xmlns:a="http://schemas.openxmlformats.org/drawingml/2006/main">
            <a:off x="10296525" y="4667250"/>
            <a:ext cx="95" cy="952500"/>
          </a:xfrm>
          <a:custGeom xmlns:a="http://schemas.openxmlformats.org/drawingml/2006/main">
            <a:pathLst>
              <a:path w="95" h="952500">
                <a:moveTo>
                  <a:pt x="0" y="952500"/>
                </a:moveTo>
                <a:lnTo>
                  <a:pt x="0" y="0"/>
                </a:lnTo>
              </a:path>
            </a:pathLst>
          </a:custGeom>
          <a:noFill xmlns:a="http://schemas.openxmlformats.org/drawingml/2006/main"/>
          <a:ln xmlns:a="http://schemas.openxmlformats.org/drawingml/2006/main" w="16193">
            <a:solidFill>
              <a:srgbClr val="888888"/>
            </a:solidFill>
          </a:ln>
        </p:spPr>
      </p:sp>
      <p:sp>
        <p:nvSpPr>
          <p:cNvPr id="31" name="sum-spectrum-1--1">
            <a:extLst xmlns:a="http://schemas.openxmlformats.org/drawingml/2006/main">
              <a:ext uri="{FF2B5EF4-FFF2-40B4-BE49-F238E27FC236}">
                <a16:creationId xmlns:a16="http://schemas.microsoft.com/office/drawing/2014/main" id="{4D8EB3A4-3076-4BD3-B668-56EC26370703}"/>
              </a:ext>
            </a:extLst>
          </p:cNvPr>
          <p:cNvSpPr>
            <a:spLocks xmlns:a="http://schemas.openxmlformats.org/drawingml/2006/main" noGrp="1"/>
          </p:cNvSpPr>
          <p:nvPr/>
        </p:nvSpPr>
        <p:spPr>
          <a:xfrm xmlns:a="http://schemas.openxmlformats.org/drawingml/2006/main">
            <a:off x="6553200" y="5119688"/>
            <a:ext cx="2343150" cy="500063"/>
          </a:xfrm>
          <a:custGeom xmlns:a="http://schemas.openxmlformats.org/drawingml/2006/main">
            <a:pathLst>
              <a:path w="2343150" h="500063">
                <a:moveTo>
                  <a:pt x="0" y="500063"/>
                </a:moveTo>
                <a:lnTo>
                  <a:pt x="3905" y="500063"/>
                </a:lnTo>
                <a:lnTo>
                  <a:pt x="7811" y="500063"/>
                </a:lnTo>
                <a:lnTo>
                  <a:pt x="11716" y="500063"/>
                </a:lnTo>
                <a:lnTo>
                  <a:pt x="15621" y="500063"/>
                </a:lnTo>
                <a:lnTo>
                  <a:pt x="19526" y="500063"/>
                </a:lnTo>
                <a:lnTo>
                  <a:pt x="23432" y="500063"/>
                </a:lnTo>
                <a:lnTo>
                  <a:pt x="27337" y="500063"/>
                </a:lnTo>
                <a:lnTo>
                  <a:pt x="31242" y="500063"/>
                </a:lnTo>
                <a:lnTo>
                  <a:pt x="35147" y="500063"/>
                </a:lnTo>
                <a:lnTo>
                  <a:pt x="39053" y="500063"/>
                </a:lnTo>
                <a:lnTo>
                  <a:pt x="42958" y="500063"/>
                </a:lnTo>
                <a:lnTo>
                  <a:pt x="46863" y="500063"/>
                </a:lnTo>
                <a:lnTo>
                  <a:pt x="50768" y="500063"/>
                </a:lnTo>
                <a:lnTo>
                  <a:pt x="54674" y="500063"/>
                </a:lnTo>
                <a:lnTo>
                  <a:pt x="58579" y="500063"/>
                </a:lnTo>
                <a:lnTo>
                  <a:pt x="62484" y="500063"/>
                </a:lnTo>
                <a:lnTo>
                  <a:pt x="66389" y="500063"/>
                </a:lnTo>
                <a:lnTo>
                  <a:pt x="70294" y="500063"/>
                </a:lnTo>
                <a:lnTo>
                  <a:pt x="74200" y="500063"/>
                </a:lnTo>
                <a:lnTo>
                  <a:pt x="78105" y="500063"/>
                </a:lnTo>
                <a:lnTo>
                  <a:pt x="82010" y="500063"/>
                </a:lnTo>
                <a:lnTo>
                  <a:pt x="85915" y="500063"/>
                </a:lnTo>
                <a:lnTo>
                  <a:pt x="89821" y="500063"/>
                </a:lnTo>
                <a:lnTo>
                  <a:pt x="93726" y="500063"/>
                </a:lnTo>
                <a:lnTo>
                  <a:pt x="97631" y="500063"/>
                </a:lnTo>
                <a:lnTo>
                  <a:pt x="101536" y="500063"/>
                </a:lnTo>
                <a:lnTo>
                  <a:pt x="105442" y="500063"/>
                </a:lnTo>
                <a:lnTo>
                  <a:pt x="109347" y="500063"/>
                </a:lnTo>
                <a:lnTo>
                  <a:pt x="113252" y="500063"/>
                </a:lnTo>
                <a:lnTo>
                  <a:pt x="117157" y="500063"/>
                </a:lnTo>
                <a:lnTo>
                  <a:pt x="121063" y="500063"/>
                </a:lnTo>
                <a:lnTo>
                  <a:pt x="124968" y="500063"/>
                </a:lnTo>
                <a:lnTo>
                  <a:pt x="128873" y="500063"/>
                </a:lnTo>
                <a:lnTo>
                  <a:pt x="132779" y="500063"/>
                </a:lnTo>
                <a:lnTo>
                  <a:pt x="136684" y="500063"/>
                </a:lnTo>
                <a:lnTo>
                  <a:pt x="140589" y="500063"/>
                </a:lnTo>
                <a:lnTo>
                  <a:pt x="144494" y="500063"/>
                </a:lnTo>
                <a:lnTo>
                  <a:pt x="148400" y="500063"/>
                </a:lnTo>
                <a:lnTo>
                  <a:pt x="152305" y="500063"/>
                </a:lnTo>
                <a:lnTo>
                  <a:pt x="156210" y="500063"/>
                </a:lnTo>
                <a:lnTo>
                  <a:pt x="160115" y="500063"/>
                </a:lnTo>
                <a:lnTo>
                  <a:pt x="164021" y="500063"/>
                </a:lnTo>
                <a:lnTo>
                  <a:pt x="167926" y="500063"/>
                </a:lnTo>
                <a:lnTo>
                  <a:pt x="171831" y="500063"/>
                </a:lnTo>
                <a:lnTo>
                  <a:pt x="175736" y="500063"/>
                </a:lnTo>
                <a:lnTo>
                  <a:pt x="179642" y="500063"/>
                </a:lnTo>
                <a:lnTo>
                  <a:pt x="183547" y="500063"/>
                </a:lnTo>
                <a:lnTo>
                  <a:pt x="187452" y="500063"/>
                </a:lnTo>
                <a:lnTo>
                  <a:pt x="191357" y="500063"/>
                </a:lnTo>
                <a:lnTo>
                  <a:pt x="195263" y="500063"/>
                </a:lnTo>
                <a:lnTo>
                  <a:pt x="199168" y="500063"/>
                </a:lnTo>
                <a:lnTo>
                  <a:pt x="203073" y="500063"/>
                </a:lnTo>
                <a:lnTo>
                  <a:pt x="206978" y="500063"/>
                </a:lnTo>
                <a:lnTo>
                  <a:pt x="210883" y="500063"/>
                </a:lnTo>
                <a:lnTo>
                  <a:pt x="214789" y="500063"/>
                </a:lnTo>
                <a:lnTo>
                  <a:pt x="218694" y="500063"/>
                </a:lnTo>
                <a:lnTo>
                  <a:pt x="222599" y="500063"/>
                </a:lnTo>
                <a:lnTo>
                  <a:pt x="226504" y="500063"/>
                </a:lnTo>
                <a:lnTo>
                  <a:pt x="230410" y="500063"/>
                </a:lnTo>
                <a:lnTo>
                  <a:pt x="234315" y="500063"/>
                </a:lnTo>
                <a:lnTo>
                  <a:pt x="238220" y="500063"/>
                </a:lnTo>
                <a:lnTo>
                  <a:pt x="242125" y="500063"/>
                </a:lnTo>
                <a:lnTo>
                  <a:pt x="246031" y="500063"/>
                </a:lnTo>
                <a:lnTo>
                  <a:pt x="249936" y="500063"/>
                </a:lnTo>
                <a:lnTo>
                  <a:pt x="253841" y="500063"/>
                </a:lnTo>
                <a:lnTo>
                  <a:pt x="257746" y="500063"/>
                </a:lnTo>
                <a:lnTo>
                  <a:pt x="261652" y="500063"/>
                </a:lnTo>
                <a:lnTo>
                  <a:pt x="265557" y="500063"/>
                </a:lnTo>
                <a:lnTo>
                  <a:pt x="269462" y="500063"/>
                </a:lnTo>
                <a:lnTo>
                  <a:pt x="273368" y="500063"/>
                </a:lnTo>
                <a:lnTo>
                  <a:pt x="277273" y="500063"/>
                </a:lnTo>
                <a:lnTo>
                  <a:pt x="281178" y="500063"/>
                </a:lnTo>
                <a:lnTo>
                  <a:pt x="285083" y="500063"/>
                </a:lnTo>
                <a:lnTo>
                  <a:pt x="288989" y="500063"/>
                </a:lnTo>
                <a:lnTo>
                  <a:pt x="292894" y="500063"/>
                </a:lnTo>
                <a:lnTo>
                  <a:pt x="296799" y="500063"/>
                </a:lnTo>
                <a:lnTo>
                  <a:pt x="300704" y="500063"/>
                </a:lnTo>
                <a:lnTo>
                  <a:pt x="304610" y="500063"/>
                </a:lnTo>
                <a:lnTo>
                  <a:pt x="308515" y="500063"/>
                </a:lnTo>
                <a:lnTo>
                  <a:pt x="312420" y="500063"/>
                </a:lnTo>
                <a:lnTo>
                  <a:pt x="316325" y="500063"/>
                </a:lnTo>
                <a:lnTo>
                  <a:pt x="320231" y="500063"/>
                </a:lnTo>
                <a:lnTo>
                  <a:pt x="324136" y="500063"/>
                </a:lnTo>
                <a:lnTo>
                  <a:pt x="328041" y="500063"/>
                </a:lnTo>
                <a:lnTo>
                  <a:pt x="331946" y="500063"/>
                </a:lnTo>
                <a:lnTo>
                  <a:pt x="335851" y="500063"/>
                </a:lnTo>
                <a:lnTo>
                  <a:pt x="339757" y="500063"/>
                </a:lnTo>
                <a:lnTo>
                  <a:pt x="343662" y="500063"/>
                </a:lnTo>
                <a:lnTo>
                  <a:pt x="347567" y="500063"/>
                </a:lnTo>
                <a:lnTo>
                  <a:pt x="351472" y="500063"/>
                </a:lnTo>
                <a:lnTo>
                  <a:pt x="355378" y="500063"/>
                </a:lnTo>
                <a:lnTo>
                  <a:pt x="359283" y="500063"/>
                </a:lnTo>
                <a:lnTo>
                  <a:pt x="363188" y="500063"/>
                </a:lnTo>
                <a:lnTo>
                  <a:pt x="367093" y="500063"/>
                </a:lnTo>
                <a:lnTo>
                  <a:pt x="370999" y="500063"/>
                </a:lnTo>
                <a:lnTo>
                  <a:pt x="374904" y="500063"/>
                </a:lnTo>
                <a:lnTo>
                  <a:pt x="378809" y="500063"/>
                </a:lnTo>
                <a:lnTo>
                  <a:pt x="382715" y="500063"/>
                </a:lnTo>
                <a:lnTo>
                  <a:pt x="386620" y="500063"/>
                </a:lnTo>
                <a:lnTo>
                  <a:pt x="390525" y="500063"/>
                </a:lnTo>
                <a:lnTo>
                  <a:pt x="394430" y="500063"/>
                </a:lnTo>
                <a:lnTo>
                  <a:pt x="398335" y="500063"/>
                </a:lnTo>
                <a:lnTo>
                  <a:pt x="402241" y="500063"/>
                </a:lnTo>
                <a:lnTo>
                  <a:pt x="406146" y="500063"/>
                </a:lnTo>
                <a:lnTo>
                  <a:pt x="410051" y="500063"/>
                </a:lnTo>
                <a:lnTo>
                  <a:pt x="413957" y="500063"/>
                </a:lnTo>
                <a:lnTo>
                  <a:pt x="417862" y="500063"/>
                </a:lnTo>
                <a:lnTo>
                  <a:pt x="421767" y="500063"/>
                </a:lnTo>
                <a:lnTo>
                  <a:pt x="425672" y="500063"/>
                </a:lnTo>
                <a:lnTo>
                  <a:pt x="429578" y="500063"/>
                </a:lnTo>
                <a:lnTo>
                  <a:pt x="433483" y="500063"/>
                </a:lnTo>
                <a:lnTo>
                  <a:pt x="437388" y="500063"/>
                </a:lnTo>
                <a:lnTo>
                  <a:pt x="441293" y="500063"/>
                </a:lnTo>
                <a:lnTo>
                  <a:pt x="445199" y="500063"/>
                </a:lnTo>
                <a:lnTo>
                  <a:pt x="449104" y="500063"/>
                </a:lnTo>
                <a:lnTo>
                  <a:pt x="453009" y="500063"/>
                </a:lnTo>
                <a:lnTo>
                  <a:pt x="456914" y="500063"/>
                </a:lnTo>
                <a:lnTo>
                  <a:pt x="460819" y="500063"/>
                </a:lnTo>
                <a:lnTo>
                  <a:pt x="464725" y="500063"/>
                </a:lnTo>
                <a:lnTo>
                  <a:pt x="468630" y="500063"/>
                </a:lnTo>
                <a:lnTo>
                  <a:pt x="472535" y="500063"/>
                </a:lnTo>
                <a:lnTo>
                  <a:pt x="476440" y="500063"/>
                </a:lnTo>
                <a:lnTo>
                  <a:pt x="480346" y="500063"/>
                </a:lnTo>
                <a:lnTo>
                  <a:pt x="484251" y="500063"/>
                </a:lnTo>
                <a:lnTo>
                  <a:pt x="488156" y="500063"/>
                </a:lnTo>
                <a:lnTo>
                  <a:pt x="492061" y="500063"/>
                </a:lnTo>
                <a:lnTo>
                  <a:pt x="495967" y="500063"/>
                </a:lnTo>
                <a:lnTo>
                  <a:pt x="499872" y="500063"/>
                </a:lnTo>
                <a:lnTo>
                  <a:pt x="503777" y="500063"/>
                </a:lnTo>
                <a:lnTo>
                  <a:pt x="507682" y="500063"/>
                </a:lnTo>
                <a:lnTo>
                  <a:pt x="511588" y="500063"/>
                </a:lnTo>
                <a:lnTo>
                  <a:pt x="515493" y="500063"/>
                </a:lnTo>
                <a:lnTo>
                  <a:pt x="519398" y="500063"/>
                </a:lnTo>
                <a:lnTo>
                  <a:pt x="523304" y="500063"/>
                </a:lnTo>
                <a:lnTo>
                  <a:pt x="527209" y="500063"/>
                </a:lnTo>
                <a:lnTo>
                  <a:pt x="531114" y="500063"/>
                </a:lnTo>
                <a:lnTo>
                  <a:pt x="535019" y="500063"/>
                </a:lnTo>
                <a:lnTo>
                  <a:pt x="538925" y="500063"/>
                </a:lnTo>
                <a:lnTo>
                  <a:pt x="542830" y="500063"/>
                </a:lnTo>
                <a:lnTo>
                  <a:pt x="546735" y="500063"/>
                </a:lnTo>
                <a:lnTo>
                  <a:pt x="550640" y="500063"/>
                </a:lnTo>
                <a:lnTo>
                  <a:pt x="554546" y="500063"/>
                </a:lnTo>
                <a:lnTo>
                  <a:pt x="558451" y="500063"/>
                </a:lnTo>
                <a:lnTo>
                  <a:pt x="562356" y="500063"/>
                </a:lnTo>
                <a:lnTo>
                  <a:pt x="566261" y="500063"/>
                </a:lnTo>
                <a:lnTo>
                  <a:pt x="570167" y="500063"/>
                </a:lnTo>
                <a:lnTo>
                  <a:pt x="574072" y="500063"/>
                </a:lnTo>
                <a:lnTo>
                  <a:pt x="577977" y="500063"/>
                </a:lnTo>
                <a:lnTo>
                  <a:pt x="581882" y="500063"/>
                </a:lnTo>
                <a:lnTo>
                  <a:pt x="585788" y="500063"/>
                </a:lnTo>
                <a:lnTo>
                  <a:pt x="589693" y="500063"/>
                </a:lnTo>
                <a:lnTo>
                  <a:pt x="593598" y="500063"/>
                </a:lnTo>
                <a:lnTo>
                  <a:pt x="597503" y="500063"/>
                </a:lnTo>
                <a:lnTo>
                  <a:pt x="601408" y="500063"/>
                </a:lnTo>
                <a:lnTo>
                  <a:pt x="605314" y="500063"/>
                </a:lnTo>
                <a:lnTo>
                  <a:pt x="609219" y="500063"/>
                </a:lnTo>
                <a:lnTo>
                  <a:pt x="613124" y="500063"/>
                </a:lnTo>
                <a:lnTo>
                  <a:pt x="617029" y="500063"/>
                </a:lnTo>
                <a:lnTo>
                  <a:pt x="620935" y="500063"/>
                </a:lnTo>
                <a:lnTo>
                  <a:pt x="624840" y="500063"/>
                </a:lnTo>
                <a:lnTo>
                  <a:pt x="628745" y="500063"/>
                </a:lnTo>
                <a:lnTo>
                  <a:pt x="632650" y="500063"/>
                </a:lnTo>
                <a:lnTo>
                  <a:pt x="636556" y="500063"/>
                </a:lnTo>
                <a:lnTo>
                  <a:pt x="640461" y="500063"/>
                </a:lnTo>
                <a:lnTo>
                  <a:pt x="644366" y="500063"/>
                </a:lnTo>
                <a:lnTo>
                  <a:pt x="648271" y="500063"/>
                </a:lnTo>
                <a:lnTo>
                  <a:pt x="652177" y="500063"/>
                </a:lnTo>
                <a:lnTo>
                  <a:pt x="656082" y="500063"/>
                </a:lnTo>
                <a:lnTo>
                  <a:pt x="659987" y="500063"/>
                </a:lnTo>
                <a:lnTo>
                  <a:pt x="663893" y="500063"/>
                </a:lnTo>
                <a:lnTo>
                  <a:pt x="667798" y="500063"/>
                </a:lnTo>
                <a:lnTo>
                  <a:pt x="671703" y="500063"/>
                </a:lnTo>
                <a:lnTo>
                  <a:pt x="675608" y="500063"/>
                </a:lnTo>
                <a:lnTo>
                  <a:pt x="679514" y="500063"/>
                </a:lnTo>
                <a:lnTo>
                  <a:pt x="683419" y="500063"/>
                </a:lnTo>
                <a:lnTo>
                  <a:pt x="687324" y="500063"/>
                </a:lnTo>
                <a:lnTo>
                  <a:pt x="691229" y="500063"/>
                </a:lnTo>
                <a:lnTo>
                  <a:pt x="695135" y="500063"/>
                </a:lnTo>
                <a:lnTo>
                  <a:pt x="699040" y="500063"/>
                </a:lnTo>
                <a:lnTo>
                  <a:pt x="702945" y="500063"/>
                </a:lnTo>
                <a:lnTo>
                  <a:pt x="706850" y="500063"/>
                </a:lnTo>
                <a:lnTo>
                  <a:pt x="710756" y="500063"/>
                </a:lnTo>
                <a:lnTo>
                  <a:pt x="714661" y="500063"/>
                </a:lnTo>
                <a:lnTo>
                  <a:pt x="718566" y="500063"/>
                </a:lnTo>
                <a:lnTo>
                  <a:pt x="722471" y="500063"/>
                </a:lnTo>
                <a:lnTo>
                  <a:pt x="726376" y="500063"/>
                </a:lnTo>
                <a:lnTo>
                  <a:pt x="730282" y="500063"/>
                </a:lnTo>
                <a:lnTo>
                  <a:pt x="734187" y="500063"/>
                </a:lnTo>
                <a:lnTo>
                  <a:pt x="738092" y="500063"/>
                </a:lnTo>
                <a:lnTo>
                  <a:pt x="741997" y="500063"/>
                </a:lnTo>
                <a:lnTo>
                  <a:pt x="745903" y="500063"/>
                </a:lnTo>
                <a:lnTo>
                  <a:pt x="749808" y="500063"/>
                </a:lnTo>
                <a:lnTo>
                  <a:pt x="753713" y="500063"/>
                </a:lnTo>
                <a:lnTo>
                  <a:pt x="757618" y="500063"/>
                </a:lnTo>
                <a:lnTo>
                  <a:pt x="761524" y="500063"/>
                </a:lnTo>
                <a:lnTo>
                  <a:pt x="765429" y="500063"/>
                </a:lnTo>
                <a:lnTo>
                  <a:pt x="769334" y="500063"/>
                </a:lnTo>
                <a:lnTo>
                  <a:pt x="773240" y="500063"/>
                </a:lnTo>
                <a:lnTo>
                  <a:pt x="777145" y="500063"/>
                </a:lnTo>
                <a:lnTo>
                  <a:pt x="781050" y="500063"/>
                </a:lnTo>
                <a:lnTo>
                  <a:pt x="784955" y="500063"/>
                </a:lnTo>
                <a:lnTo>
                  <a:pt x="788861" y="500063"/>
                </a:lnTo>
                <a:lnTo>
                  <a:pt x="792766" y="500063"/>
                </a:lnTo>
                <a:lnTo>
                  <a:pt x="796671" y="500063"/>
                </a:lnTo>
                <a:lnTo>
                  <a:pt x="800576" y="500063"/>
                </a:lnTo>
                <a:lnTo>
                  <a:pt x="804482" y="500063"/>
                </a:lnTo>
                <a:lnTo>
                  <a:pt x="808387" y="500063"/>
                </a:lnTo>
                <a:lnTo>
                  <a:pt x="812292" y="500063"/>
                </a:lnTo>
                <a:lnTo>
                  <a:pt x="816197" y="500063"/>
                </a:lnTo>
                <a:lnTo>
                  <a:pt x="820103" y="500063"/>
                </a:lnTo>
                <a:lnTo>
                  <a:pt x="824008" y="0"/>
                </a:lnTo>
                <a:lnTo>
                  <a:pt x="827913" y="0"/>
                </a:lnTo>
                <a:lnTo>
                  <a:pt x="831818" y="0"/>
                </a:lnTo>
                <a:lnTo>
                  <a:pt x="835724" y="0"/>
                </a:lnTo>
                <a:lnTo>
                  <a:pt x="839629" y="0"/>
                </a:lnTo>
                <a:lnTo>
                  <a:pt x="843534" y="0"/>
                </a:lnTo>
                <a:lnTo>
                  <a:pt x="847439" y="0"/>
                </a:lnTo>
                <a:lnTo>
                  <a:pt x="851345" y="0"/>
                </a:lnTo>
                <a:lnTo>
                  <a:pt x="855250" y="0"/>
                </a:lnTo>
                <a:lnTo>
                  <a:pt x="859155" y="0"/>
                </a:lnTo>
                <a:lnTo>
                  <a:pt x="863060" y="0"/>
                </a:lnTo>
                <a:lnTo>
                  <a:pt x="866965" y="0"/>
                </a:lnTo>
                <a:lnTo>
                  <a:pt x="870871" y="0"/>
                </a:lnTo>
                <a:lnTo>
                  <a:pt x="874776" y="0"/>
                </a:lnTo>
                <a:lnTo>
                  <a:pt x="878681" y="0"/>
                </a:lnTo>
                <a:lnTo>
                  <a:pt x="882586" y="0"/>
                </a:lnTo>
                <a:lnTo>
                  <a:pt x="886492" y="0"/>
                </a:lnTo>
                <a:lnTo>
                  <a:pt x="890397" y="0"/>
                </a:lnTo>
                <a:lnTo>
                  <a:pt x="894302" y="0"/>
                </a:lnTo>
                <a:lnTo>
                  <a:pt x="898207" y="0"/>
                </a:lnTo>
                <a:lnTo>
                  <a:pt x="902113" y="0"/>
                </a:lnTo>
                <a:lnTo>
                  <a:pt x="906018" y="0"/>
                </a:lnTo>
                <a:lnTo>
                  <a:pt x="909923" y="0"/>
                </a:lnTo>
                <a:lnTo>
                  <a:pt x="913829" y="0"/>
                </a:lnTo>
                <a:lnTo>
                  <a:pt x="917734" y="0"/>
                </a:lnTo>
                <a:lnTo>
                  <a:pt x="921639" y="0"/>
                </a:lnTo>
                <a:lnTo>
                  <a:pt x="925544" y="0"/>
                </a:lnTo>
                <a:lnTo>
                  <a:pt x="929450" y="0"/>
                </a:lnTo>
                <a:lnTo>
                  <a:pt x="933355" y="0"/>
                </a:lnTo>
                <a:lnTo>
                  <a:pt x="937260" y="0"/>
                </a:lnTo>
                <a:lnTo>
                  <a:pt x="941165" y="0"/>
                </a:lnTo>
                <a:lnTo>
                  <a:pt x="945071" y="0"/>
                </a:lnTo>
                <a:lnTo>
                  <a:pt x="948976" y="0"/>
                </a:lnTo>
                <a:lnTo>
                  <a:pt x="952881" y="0"/>
                </a:lnTo>
                <a:lnTo>
                  <a:pt x="956786" y="0"/>
                </a:lnTo>
                <a:lnTo>
                  <a:pt x="960692" y="0"/>
                </a:lnTo>
                <a:lnTo>
                  <a:pt x="964597" y="0"/>
                </a:lnTo>
                <a:lnTo>
                  <a:pt x="968502" y="0"/>
                </a:lnTo>
                <a:lnTo>
                  <a:pt x="972407" y="0"/>
                </a:lnTo>
                <a:lnTo>
                  <a:pt x="976313" y="0"/>
                </a:lnTo>
                <a:lnTo>
                  <a:pt x="980218" y="0"/>
                </a:lnTo>
                <a:lnTo>
                  <a:pt x="984123" y="0"/>
                </a:lnTo>
                <a:lnTo>
                  <a:pt x="988028" y="0"/>
                </a:lnTo>
                <a:lnTo>
                  <a:pt x="991933" y="0"/>
                </a:lnTo>
                <a:lnTo>
                  <a:pt x="995839" y="0"/>
                </a:lnTo>
                <a:lnTo>
                  <a:pt x="999744" y="0"/>
                </a:lnTo>
                <a:lnTo>
                  <a:pt x="1003649" y="0"/>
                </a:lnTo>
                <a:lnTo>
                  <a:pt x="1007554" y="0"/>
                </a:lnTo>
                <a:lnTo>
                  <a:pt x="1011460" y="0"/>
                </a:lnTo>
                <a:lnTo>
                  <a:pt x="1015365" y="0"/>
                </a:lnTo>
                <a:lnTo>
                  <a:pt x="1019270" y="0"/>
                </a:lnTo>
                <a:lnTo>
                  <a:pt x="1023176" y="0"/>
                </a:lnTo>
                <a:lnTo>
                  <a:pt x="1027081" y="0"/>
                </a:lnTo>
                <a:lnTo>
                  <a:pt x="1030986" y="0"/>
                </a:lnTo>
                <a:lnTo>
                  <a:pt x="1034891" y="0"/>
                </a:lnTo>
                <a:lnTo>
                  <a:pt x="1038796" y="0"/>
                </a:lnTo>
                <a:lnTo>
                  <a:pt x="1042702" y="0"/>
                </a:lnTo>
                <a:lnTo>
                  <a:pt x="1046607" y="0"/>
                </a:lnTo>
                <a:lnTo>
                  <a:pt x="1050512" y="0"/>
                </a:lnTo>
                <a:lnTo>
                  <a:pt x="1054418" y="0"/>
                </a:lnTo>
                <a:lnTo>
                  <a:pt x="1058323" y="0"/>
                </a:lnTo>
                <a:lnTo>
                  <a:pt x="1062228" y="0"/>
                </a:lnTo>
                <a:lnTo>
                  <a:pt x="1066133" y="0"/>
                </a:lnTo>
                <a:lnTo>
                  <a:pt x="1070039" y="0"/>
                </a:lnTo>
                <a:lnTo>
                  <a:pt x="1073944" y="0"/>
                </a:lnTo>
                <a:lnTo>
                  <a:pt x="1077849" y="0"/>
                </a:lnTo>
                <a:lnTo>
                  <a:pt x="1081754" y="0"/>
                </a:lnTo>
                <a:lnTo>
                  <a:pt x="1085660" y="0"/>
                </a:lnTo>
                <a:lnTo>
                  <a:pt x="1089565" y="0"/>
                </a:lnTo>
                <a:lnTo>
                  <a:pt x="1093470" y="0"/>
                </a:lnTo>
                <a:lnTo>
                  <a:pt x="1097375" y="0"/>
                </a:lnTo>
                <a:lnTo>
                  <a:pt x="1101281" y="0"/>
                </a:lnTo>
                <a:lnTo>
                  <a:pt x="1105186" y="0"/>
                </a:lnTo>
                <a:lnTo>
                  <a:pt x="1109091" y="0"/>
                </a:lnTo>
                <a:lnTo>
                  <a:pt x="1112996" y="0"/>
                </a:lnTo>
                <a:lnTo>
                  <a:pt x="1116902" y="0"/>
                </a:lnTo>
                <a:lnTo>
                  <a:pt x="1120807" y="0"/>
                </a:lnTo>
                <a:lnTo>
                  <a:pt x="1124712" y="0"/>
                </a:lnTo>
                <a:lnTo>
                  <a:pt x="1128617" y="0"/>
                </a:lnTo>
                <a:lnTo>
                  <a:pt x="1132522" y="0"/>
                </a:lnTo>
                <a:lnTo>
                  <a:pt x="1136428" y="0"/>
                </a:lnTo>
                <a:lnTo>
                  <a:pt x="1140333" y="0"/>
                </a:lnTo>
                <a:lnTo>
                  <a:pt x="1144238" y="0"/>
                </a:lnTo>
                <a:lnTo>
                  <a:pt x="1148143" y="0"/>
                </a:lnTo>
                <a:lnTo>
                  <a:pt x="1152049" y="0"/>
                </a:lnTo>
                <a:lnTo>
                  <a:pt x="1155954" y="0"/>
                </a:lnTo>
                <a:lnTo>
                  <a:pt x="1159859" y="0"/>
                </a:lnTo>
                <a:lnTo>
                  <a:pt x="1163765" y="0"/>
                </a:lnTo>
                <a:lnTo>
                  <a:pt x="1167670" y="0"/>
                </a:lnTo>
                <a:lnTo>
                  <a:pt x="1171575" y="0"/>
                </a:lnTo>
                <a:lnTo>
                  <a:pt x="1175480" y="0"/>
                </a:lnTo>
                <a:lnTo>
                  <a:pt x="1179386" y="0"/>
                </a:lnTo>
                <a:lnTo>
                  <a:pt x="1183291" y="0"/>
                </a:lnTo>
                <a:lnTo>
                  <a:pt x="1187196" y="0"/>
                </a:lnTo>
                <a:lnTo>
                  <a:pt x="1191101" y="0"/>
                </a:lnTo>
                <a:lnTo>
                  <a:pt x="1195007" y="0"/>
                </a:lnTo>
                <a:lnTo>
                  <a:pt x="1198912" y="0"/>
                </a:lnTo>
                <a:lnTo>
                  <a:pt x="1202817" y="0"/>
                </a:lnTo>
                <a:lnTo>
                  <a:pt x="1206722" y="0"/>
                </a:lnTo>
                <a:lnTo>
                  <a:pt x="1210628" y="0"/>
                </a:lnTo>
                <a:lnTo>
                  <a:pt x="1214533" y="0"/>
                </a:lnTo>
                <a:lnTo>
                  <a:pt x="1218438" y="0"/>
                </a:lnTo>
                <a:lnTo>
                  <a:pt x="1222343" y="0"/>
                </a:lnTo>
                <a:lnTo>
                  <a:pt x="1226249" y="0"/>
                </a:lnTo>
                <a:lnTo>
                  <a:pt x="1230154" y="0"/>
                </a:lnTo>
                <a:lnTo>
                  <a:pt x="1234059" y="0"/>
                </a:lnTo>
                <a:lnTo>
                  <a:pt x="1237964" y="0"/>
                </a:lnTo>
                <a:lnTo>
                  <a:pt x="1241870" y="0"/>
                </a:lnTo>
                <a:lnTo>
                  <a:pt x="1245775" y="0"/>
                </a:lnTo>
                <a:lnTo>
                  <a:pt x="1249680" y="0"/>
                </a:lnTo>
                <a:lnTo>
                  <a:pt x="1253585" y="0"/>
                </a:lnTo>
                <a:lnTo>
                  <a:pt x="1257490" y="0"/>
                </a:lnTo>
                <a:lnTo>
                  <a:pt x="1261396" y="0"/>
                </a:lnTo>
                <a:lnTo>
                  <a:pt x="1265301" y="0"/>
                </a:lnTo>
                <a:lnTo>
                  <a:pt x="1269206" y="0"/>
                </a:lnTo>
                <a:lnTo>
                  <a:pt x="1273112" y="0"/>
                </a:lnTo>
                <a:lnTo>
                  <a:pt x="1277017" y="0"/>
                </a:lnTo>
                <a:lnTo>
                  <a:pt x="1280922" y="0"/>
                </a:lnTo>
                <a:lnTo>
                  <a:pt x="1284827" y="0"/>
                </a:lnTo>
                <a:lnTo>
                  <a:pt x="1288732" y="0"/>
                </a:lnTo>
                <a:lnTo>
                  <a:pt x="1292638" y="0"/>
                </a:lnTo>
                <a:lnTo>
                  <a:pt x="1296543" y="0"/>
                </a:lnTo>
                <a:lnTo>
                  <a:pt x="1300448" y="0"/>
                </a:lnTo>
                <a:lnTo>
                  <a:pt x="1304354" y="0"/>
                </a:lnTo>
                <a:lnTo>
                  <a:pt x="1308259" y="0"/>
                </a:lnTo>
                <a:lnTo>
                  <a:pt x="1312164" y="0"/>
                </a:lnTo>
                <a:lnTo>
                  <a:pt x="1316069" y="0"/>
                </a:lnTo>
                <a:lnTo>
                  <a:pt x="1319975" y="0"/>
                </a:lnTo>
                <a:lnTo>
                  <a:pt x="1323880" y="0"/>
                </a:lnTo>
                <a:lnTo>
                  <a:pt x="1327785" y="0"/>
                </a:lnTo>
                <a:lnTo>
                  <a:pt x="1331690" y="0"/>
                </a:lnTo>
                <a:lnTo>
                  <a:pt x="1335596" y="0"/>
                </a:lnTo>
                <a:lnTo>
                  <a:pt x="1339501" y="0"/>
                </a:lnTo>
                <a:lnTo>
                  <a:pt x="1343406" y="0"/>
                </a:lnTo>
                <a:lnTo>
                  <a:pt x="1347311" y="0"/>
                </a:lnTo>
                <a:lnTo>
                  <a:pt x="1351217" y="0"/>
                </a:lnTo>
                <a:lnTo>
                  <a:pt x="1355122" y="0"/>
                </a:lnTo>
                <a:lnTo>
                  <a:pt x="1359027" y="0"/>
                </a:lnTo>
                <a:lnTo>
                  <a:pt x="1362932" y="0"/>
                </a:lnTo>
                <a:lnTo>
                  <a:pt x="1366838" y="0"/>
                </a:lnTo>
                <a:lnTo>
                  <a:pt x="1370743" y="0"/>
                </a:lnTo>
                <a:lnTo>
                  <a:pt x="1374648" y="0"/>
                </a:lnTo>
                <a:lnTo>
                  <a:pt x="1378553" y="0"/>
                </a:lnTo>
                <a:lnTo>
                  <a:pt x="1382458" y="0"/>
                </a:lnTo>
                <a:lnTo>
                  <a:pt x="1386364" y="0"/>
                </a:lnTo>
                <a:lnTo>
                  <a:pt x="1390269" y="0"/>
                </a:lnTo>
                <a:lnTo>
                  <a:pt x="1394174" y="0"/>
                </a:lnTo>
                <a:lnTo>
                  <a:pt x="1398079" y="0"/>
                </a:lnTo>
                <a:lnTo>
                  <a:pt x="1401985" y="0"/>
                </a:lnTo>
                <a:lnTo>
                  <a:pt x="1405890" y="0"/>
                </a:lnTo>
                <a:lnTo>
                  <a:pt x="1409795" y="0"/>
                </a:lnTo>
                <a:lnTo>
                  <a:pt x="1413701" y="0"/>
                </a:lnTo>
                <a:lnTo>
                  <a:pt x="1417606" y="0"/>
                </a:lnTo>
                <a:lnTo>
                  <a:pt x="1421511" y="0"/>
                </a:lnTo>
                <a:lnTo>
                  <a:pt x="1425416" y="0"/>
                </a:lnTo>
                <a:lnTo>
                  <a:pt x="1429322" y="0"/>
                </a:lnTo>
                <a:lnTo>
                  <a:pt x="1433227" y="0"/>
                </a:lnTo>
                <a:lnTo>
                  <a:pt x="1437132" y="0"/>
                </a:lnTo>
                <a:lnTo>
                  <a:pt x="1441037" y="0"/>
                </a:lnTo>
                <a:lnTo>
                  <a:pt x="1444943" y="0"/>
                </a:lnTo>
                <a:lnTo>
                  <a:pt x="1448848" y="0"/>
                </a:lnTo>
                <a:lnTo>
                  <a:pt x="1452753" y="0"/>
                </a:lnTo>
                <a:lnTo>
                  <a:pt x="1456658" y="0"/>
                </a:lnTo>
                <a:lnTo>
                  <a:pt x="1460564" y="0"/>
                </a:lnTo>
                <a:lnTo>
                  <a:pt x="1464469" y="0"/>
                </a:lnTo>
                <a:lnTo>
                  <a:pt x="1468374" y="0"/>
                </a:lnTo>
                <a:lnTo>
                  <a:pt x="1472279" y="0"/>
                </a:lnTo>
                <a:lnTo>
                  <a:pt x="1476185" y="0"/>
                </a:lnTo>
                <a:lnTo>
                  <a:pt x="1480090" y="0"/>
                </a:lnTo>
                <a:lnTo>
                  <a:pt x="1483995" y="0"/>
                </a:lnTo>
                <a:lnTo>
                  <a:pt x="1487900" y="0"/>
                </a:lnTo>
                <a:lnTo>
                  <a:pt x="1491806" y="0"/>
                </a:lnTo>
                <a:lnTo>
                  <a:pt x="1495711" y="0"/>
                </a:lnTo>
                <a:lnTo>
                  <a:pt x="1499616" y="0"/>
                </a:lnTo>
                <a:lnTo>
                  <a:pt x="1503521" y="0"/>
                </a:lnTo>
                <a:lnTo>
                  <a:pt x="1507427" y="0"/>
                </a:lnTo>
                <a:lnTo>
                  <a:pt x="1511332" y="0"/>
                </a:lnTo>
                <a:lnTo>
                  <a:pt x="1515237" y="0"/>
                </a:lnTo>
                <a:lnTo>
                  <a:pt x="1519142" y="0"/>
                </a:lnTo>
                <a:lnTo>
                  <a:pt x="1523047" y="500063"/>
                </a:lnTo>
                <a:lnTo>
                  <a:pt x="1526953" y="500063"/>
                </a:lnTo>
                <a:lnTo>
                  <a:pt x="1530858" y="500063"/>
                </a:lnTo>
                <a:lnTo>
                  <a:pt x="1534763" y="500063"/>
                </a:lnTo>
                <a:lnTo>
                  <a:pt x="1538668" y="500063"/>
                </a:lnTo>
                <a:lnTo>
                  <a:pt x="1542574" y="500063"/>
                </a:lnTo>
                <a:lnTo>
                  <a:pt x="1546479" y="500063"/>
                </a:lnTo>
                <a:lnTo>
                  <a:pt x="1550384" y="500063"/>
                </a:lnTo>
                <a:lnTo>
                  <a:pt x="1554289" y="500063"/>
                </a:lnTo>
                <a:lnTo>
                  <a:pt x="1558195" y="500063"/>
                </a:lnTo>
                <a:lnTo>
                  <a:pt x="1562100" y="500063"/>
                </a:lnTo>
                <a:lnTo>
                  <a:pt x="1566005" y="500063"/>
                </a:lnTo>
                <a:lnTo>
                  <a:pt x="1569910" y="500063"/>
                </a:lnTo>
                <a:lnTo>
                  <a:pt x="1573816" y="500063"/>
                </a:lnTo>
                <a:lnTo>
                  <a:pt x="1577721" y="500063"/>
                </a:lnTo>
                <a:lnTo>
                  <a:pt x="1581626" y="500063"/>
                </a:lnTo>
                <a:lnTo>
                  <a:pt x="1585532" y="500063"/>
                </a:lnTo>
                <a:lnTo>
                  <a:pt x="1589437" y="500063"/>
                </a:lnTo>
                <a:lnTo>
                  <a:pt x="1593342" y="500063"/>
                </a:lnTo>
                <a:lnTo>
                  <a:pt x="1597247" y="500063"/>
                </a:lnTo>
                <a:lnTo>
                  <a:pt x="1601152" y="500063"/>
                </a:lnTo>
                <a:lnTo>
                  <a:pt x="1605058" y="500063"/>
                </a:lnTo>
                <a:lnTo>
                  <a:pt x="1608963" y="500063"/>
                </a:lnTo>
                <a:lnTo>
                  <a:pt x="1612868" y="500063"/>
                </a:lnTo>
                <a:lnTo>
                  <a:pt x="1616774" y="500063"/>
                </a:lnTo>
                <a:lnTo>
                  <a:pt x="1620679" y="500063"/>
                </a:lnTo>
                <a:lnTo>
                  <a:pt x="1624584" y="500063"/>
                </a:lnTo>
                <a:lnTo>
                  <a:pt x="1628489" y="500063"/>
                </a:lnTo>
                <a:lnTo>
                  <a:pt x="1632395" y="500063"/>
                </a:lnTo>
                <a:lnTo>
                  <a:pt x="1636300" y="500063"/>
                </a:lnTo>
                <a:lnTo>
                  <a:pt x="1640205" y="500063"/>
                </a:lnTo>
                <a:lnTo>
                  <a:pt x="1644110" y="500063"/>
                </a:lnTo>
                <a:lnTo>
                  <a:pt x="1648015" y="500063"/>
                </a:lnTo>
                <a:lnTo>
                  <a:pt x="1651921" y="500063"/>
                </a:lnTo>
                <a:lnTo>
                  <a:pt x="1655826" y="500063"/>
                </a:lnTo>
                <a:lnTo>
                  <a:pt x="1659731" y="500063"/>
                </a:lnTo>
                <a:lnTo>
                  <a:pt x="1663637" y="500063"/>
                </a:lnTo>
                <a:lnTo>
                  <a:pt x="1667542" y="500063"/>
                </a:lnTo>
                <a:lnTo>
                  <a:pt x="1671447" y="500063"/>
                </a:lnTo>
                <a:lnTo>
                  <a:pt x="1675352" y="500063"/>
                </a:lnTo>
                <a:lnTo>
                  <a:pt x="1679257" y="500063"/>
                </a:lnTo>
                <a:lnTo>
                  <a:pt x="1683163" y="500063"/>
                </a:lnTo>
                <a:lnTo>
                  <a:pt x="1687068" y="500063"/>
                </a:lnTo>
                <a:lnTo>
                  <a:pt x="1690973" y="500063"/>
                </a:lnTo>
                <a:lnTo>
                  <a:pt x="1694879" y="500063"/>
                </a:lnTo>
                <a:lnTo>
                  <a:pt x="1698784" y="500063"/>
                </a:lnTo>
                <a:lnTo>
                  <a:pt x="1702689" y="500063"/>
                </a:lnTo>
                <a:lnTo>
                  <a:pt x="1706594" y="500063"/>
                </a:lnTo>
                <a:lnTo>
                  <a:pt x="1710499" y="500063"/>
                </a:lnTo>
                <a:lnTo>
                  <a:pt x="1714405" y="500063"/>
                </a:lnTo>
                <a:lnTo>
                  <a:pt x="1718310" y="500063"/>
                </a:lnTo>
                <a:lnTo>
                  <a:pt x="1722215" y="500063"/>
                </a:lnTo>
                <a:lnTo>
                  <a:pt x="1726121" y="500063"/>
                </a:lnTo>
                <a:lnTo>
                  <a:pt x="1730026" y="500063"/>
                </a:lnTo>
                <a:lnTo>
                  <a:pt x="1733931" y="500063"/>
                </a:lnTo>
                <a:lnTo>
                  <a:pt x="1737836" y="500063"/>
                </a:lnTo>
                <a:lnTo>
                  <a:pt x="1741742" y="500063"/>
                </a:lnTo>
                <a:lnTo>
                  <a:pt x="1745647" y="500063"/>
                </a:lnTo>
                <a:lnTo>
                  <a:pt x="1749552" y="500063"/>
                </a:lnTo>
                <a:lnTo>
                  <a:pt x="1753457" y="500063"/>
                </a:lnTo>
                <a:lnTo>
                  <a:pt x="1757363" y="500063"/>
                </a:lnTo>
                <a:lnTo>
                  <a:pt x="1761268" y="500063"/>
                </a:lnTo>
                <a:lnTo>
                  <a:pt x="1765173" y="500063"/>
                </a:lnTo>
                <a:lnTo>
                  <a:pt x="1769078" y="500063"/>
                </a:lnTo>
                <a:lnTo>
                  <a:pt x="1772983" y="500063"/>
                </a:lnTo>
                <a:lnTo>
                  <a:pt x="1776889" y="500063"/>
                </a:lnTo>
                <a:lnTo>
                  <a:pt x="1780794" y="500063"/>
                </a:lnTo>
                <a:lnTo>
                  <a:pt x="1784699" y="500063"/>
                </a:lnTo>
                <a:lnTo>
                  <a:pt x="1788604" y="500063"/>
                </a:lnTo>
                <a:lnTo>
                  <a:pt x="1792510" y="500063"/>
                </a:lnTo>
                <a:lnTo>
                  <a:pt x="1796415" y="500063"/>
                </a:lnTo>
                <a:lnTo>
                  <a:pt x="1800320" y="500063"/>
                </a:lnTo>
                <a:lnTo>
                  <a:pt x="1804225" y="500063"/>
                </a:lnTo>
                <a:lnTo>
                  <a:pt x="1808131" y="500063"/>
                </a:lnTo>
                <a:lnTo>
                  <a:pt x="1812036" y="500063"/>
                </a:lnTo>
                <a:lnTo>
                  <a:pt x="1815941" y="500063"/>
                </a:lnTo>
                <a:lnTo>
                  <a:pt x="1819846" y="500063"/>
                </a:lnTo>
                <a:lnTo>
                  <a:pt x="1823752" y="500063"/>
                </a:lnTo>
                <a:lnTo>
                  <a:pt x="1827657" y="500063"/>
                </a:lnTo>
                <a:lnTo>
                  <a:pt x="1831562" y="500063"/>
                </a:lnTo>
                <a:lnTo>
                  <a:pt x="1835468" y="500063"/>
                </a:lnTo>
                <a:lnTo>
                  <a:pt x="1839373" y="500063"/>
                </a:lnTo>
                <a:lnTo>
                  <a:pt x="1843278" y="500063"/>
                </a:lnTo>
                <a:lnTo>
                  <a:pt x="1847183" y="500063"/>
                </a:lnTo>
                <a:lnTo>
                  <a:pt x="1851089" y="500063"/>
                </a:lnTo>
                <a:lnTo>
                  <a:pt x="1854994" y="500063"/>
                </a:lnTo>
                <a:lnTo>
                  <a:pt x="1858899" y="500063"/>
                </a:lnTo>
                <a:lnTo>
                  <a:pt x="1862804" y="500063"/>
                </a:lnTo>
                <a:lnTo>
                  <a:pt x="1866710" y="500063"/>
                </a:lnTo>
                <a:lnTo>
                  <a:pt x="1870615" y="500063"/>
                </a:lnTo>
                <a:lnTo>
                  <a:pt x="1874520" y="500063"/>
                </a:lnTo>
                <a:lnTo>
                  <a:pt x="1878425" y="500063"/>
                </a:lnTo>
                <a:lnTo>
                  <a:pt x="1882331" y="500063"/>
                </a:lnTo>
                <a:lnTo>
                  <a:pt x="1886236" y="500063"/>
                </a:lnTo>
                <a:lnTo>
                  <a:pt x="1890141" y="500063"/>
                </a:lnTo>
                <a:lnTo>
                  <a:pt x="1894046" y="500063"/>
                </a:lnTo>
                <a:lnTo>
                  <a:pt x="1897952" y="500063"/>
                </a:lnTo>
                <a:lnTo>
                  <a:pt x="1901857" y="500063"/>
                </a:lnTo>
                <a:lnTo>
                  <a:pt x="1905762" y="500063"/>
                </a:lnTo>
                <a:lnTo>
                  <a:pt x="1909667" y="500063"/>
                </a:lnTo>
                <a:lnTo>
                  <a:pt x="1913572" y="500063"/>
                </a:lnTo>
                <a:lnTo>
                  <a:pt x="1917478" y="500063"/>
                </a:lnTo>
                <a:lnTo>
                  <a:pt x="1921383" y="500063"/>
                </a:lnTo>
                <a:lnTo>
                  <a:pt x="1925288" y="500063"/>
                </a:lnTo>
                <a:lnTo>
                  <a:pt x="1929193" y="500063"/>
                </a:lnTo>
                <a:lnTo>
                  <a:pt x="1933099" y="500063"/>
                </a:lnTo>
                <a:lnTo>
                  <a:pt x="1937004" y="500063"/>
                </a:lnTo>
                <a:lnTo>
                  <a:pt x="1940909" y="500063"/>
                </a:lnTo>
                <a:lnTo>
                  <a:pt x="1944814" y="500063"/>
                </a:lnTo>
                <a:lnTo>
                  <a:pt x="1948720" y="500063"/>
                </a:lnTo>
                <a:lnTo>
                  <a:pt x="1952625" y="500063"/>
                </a:lnTo>
                <a:lnTo>
                  <a:pt x="1956530" y="500063"/>
                </a:lnTo>
                <a:lnTo>
                  <a:pt x="1960435" y="500063"/>
                </a:lnTo>
                <a:lnTo>
                  <a:pt x="1964341" y="500063"/>
                </a:lnTo>
                <a:lnTo>
                  <a:pt x="1968246" y="500063"/>
                </a:lnTo>
                <a:lnTo>
                  <a:pt x="1972151" y="500063"/>
                </a:lnTo>
                <a:lnTo>
                  <a:pt x="1976057" y="500063"/>
                </a:lnTo>
                <a:lnTo>
                  <a:pt x="1979962" y="500063"/>
                </a:lnTo>
                <a:lnTo>
                  <a:pt x="1983867" y="500063"/>
                </a:lnTo>
                <a:lnTo>
                  <a:pt x="1987772" y="500063"/>
                </a:lnTo>
                <a:lnTo>
                  <a:pt x="1991678" y="500063"/>
                </a:lnTo>
                <a:lnTo>
                  <a:pt x="1995583" y="500063"/>
                </a:lnTo>
                <a:lnTo>
                  <a:pt x="1999488" y="500063"/>
                </a:lnTo>
                <a:lnTo>
                  <a:pt x="2003393" y="500063"/>
                </a:lnTo>
                <a:lnTo>
                  <a:pt x="2007299" y="500063"/>
                </a:lnTo>
                <a:lnTo>
                  <a:pt x="2011204" y="500063"/>
                </a:lnTo>
                <a:lnTo>
                  <a:pt x="2015109" y="500063"/>
                </a:lnTo>
                <a:lnTo>
                  <a:pt x="2019014" y="500063"/>
                </a:lnTo>
                <a:lnTo>
                  <a:pt x="2022920" y="500063"/>
                </a:lnTo>
                <a:lnTo>
                  <a:pt x="2026825" y="500063"/>
                </a:lnTo>
                <a:lnTo>
                  <a:pt x="2030730" y="500063"/>
                </a:lnTo>
                <a:lnTo>
                  <a:pt x="2034635" y="500063"/>
                </a:lnTo>
                <a:lnTo>
                  <a:pt x="2038540" y="500063"/>
                </a:lnTo>
                <a:lnTo>
                  <a:pt x="2042446" y="500063"/>
                </a:lnTo>
                <a:lnTo>
                  <a:pt x="2046351" y="500063"/>
                </a:lnTo>
                <a:lnTo>
                  <a:pt x="2050256" y="500063"/>
                </a:lnTo>
                <a:lnTo>
                  <a:pt x="2054161" y="500063"/>
                </a:lnTo>
                <a:lnTo>
                  <a:pt x="2058067" y="500063"/>
                </a:lnTo>
                <a:lnTo>
                  <a:pt x="2061972" y="500063"/>
                </a:lnTo>
                <a:lnTo>
                  <a:pt x="2065877" y="500063"/>
                </a:lnTo>
                <a:lnTo>
                  <a:pt x="2069782" y="500063"/>
                </a:lnTo>
                <a:lnTo>
                  <a:pt x="2073688" y="500063"/>
                </a:lnTo>
                <a:lnTo>
                  <a:pt x="2077593" y="500063"/>
                </a:lnTo>
                <a:lnTo>
                  <a:pt x="2081498" y="500063"/>
                </a:lnTo>
                <a:lnTo>
                  <a:pt x="2085404" y="500063"/>
                </a:lnTo>
                <a:lnTo>
                  <a:pt x="2089309" y="500063"/>
                </a:lnTo>
                <a:lnTo>
                  <a:pt x="2093214" y="500063"/>
                </a:lnTo>
                <a:lnTo>
                  <a:pt x="2097119" y="500063"/>
                </a:lnTo>
                <a:lnTo>
                  <a:pt x="2101024" y="500063"/>
                </a:lnTo>
                <a:lnTo>
                  <a:pt x="2104930" y="500063"/>
                </a:lnTo>
                <a:lnTo>
                  <a:pt x="2108835" y="500063"/>
                </a:lnTo>
                <a:lnTo>
                  <a:pt x="2112740" y="500063"/>
                </a:lnTo>
                <a:lnTo>
                  <a:pt x="2116646" y="500063"/>
                </a:lnTo>
                <a:lnTo>
                  <a:pt x="2120551" y="500063"/>
                </a:lnTo>
                <a:lnTo>
                  <a:pt x="2124456" y="500063"/>
                </a:lnTo>
                <a:lnTo>
                  <a:pt x="2128361" y="500063"/>
                </a:lnTo>
                <a:lnTo>
                  <a:pt x="2132267" y="500063"/>
                </a:lnTo>
                <a:lnTo>
                  <a:pt x="2136172" y="500063"/>
                </a:lnTo>
                <a:lnTo>
                  <a:pt x="2140077" y="500063"/>
                </a:lnTo>
                <a:lnTo>
                  <a:pt x="2143982" y="500063"/>
                </a:lnTo>
                <a:lnTo>
                  <a:pt x="2147888" y="500063"/>
                </a:lnTo>
                <a:lnTo>
                  <a:pt x="2151793" y="500063"/>
                </a:lnTo>
                <a:lnTo>
                  <a:pt x="2155698" y="500063"/>
                </a:lnTo>
                <a:lnTo>
                  <a:pt x="2159603" y="500063"/>
                </a:lnTo>
                <a:lnTo>
                  <a:pt x="2163509" y="500063"/>
                </a:lnTo>
                <a:lnTo>
                  <a:pt x="2167414" y="500063"/>
                </a:lnTo>
                <a:lnTo>
                  <a:pt x="2171319" y="500063"/>
                </a:lnTo>
                <a:lnTo>
                  <a:pt x="2175224" y="500063"/>
                </a:lnTo>
                <a:lnTo>
                  <a:pt x="2179129" y="500063"/>
                </a:lnTo>
                <a:lnTo>
                  <a:pt x="2183035" y="500063"/>
                </a:lnTo>
                <a:lnTo>
                  <a:pt x="2186940" y="500063"/>
                </a:lnTo>
                <a:lnTo>
                  <a:pt x="2190845" y="500063"/>
                </a:lnTo>
                <a:lnTo>
                  <a:pt x="2194750" y="500063"/>
                </a:lnTo>
                <a:lnTo>
                  <a:pt x="2198656" y="500063"/>
                </a:lnTo>
                <a:lnTo>
                  <a:pt x="2202561" y="500063"/>
                </a:lnTo>
                <a:lnTo>
                  <a:pt x="2206466" y="500063"/>
                </a:lnTo>
                <a:lnTo>
                  <a:pt x="2210371" y="500063"/>
                </a:lnTo>
                <a:lnTo>
                  <a:pt x="2214277" y="500063"/>
                </a:lnTo>
                <a:lnTo>
                  <a:pt x="2218182" y="500063"/>
                </a:lnTo>
                <a:lnTo>
                  <a:pt x="2222087" y="500063"/>
                </a:lnTo>
                <a:lnTo>
                  <a:pt x="2225993" y="500063"/>
                </a:lnTo>
                <a:lnTo>
                  <a:pt x="2229898" y="500063"/>
                </a:lnTo>
                <a:lnTo>
                  <a:pt x="2233803" y="500063"/>
                </a:lnTo>
                <a:lnTo>
                  <a:pt x="2237708" y="500063"/>
                </a:lnTo>
                <a:lnTo>
                  <a:pt x="2241614" y="500063"/>
                </a:lnTo>
                <a:lnTo>
                  <a:pt x="2245519" y="500063"/>
                </a:lnTo>
                <a:lnTo>
                  <a:pt x="2249424" y="500063"/>
                </a:lnTo>
                <a:lnTo>
                  <a:pt x="2253329" y="500063"/>
                </a:lnTo>
                <a:lnTo>
                  <a:pt x="2257235" y="500063"/>
                </a:lnTo>
                <a:lnTo>
                  <a:pt x="2261140" y="500063"/>
                </a:lnTo>
                <a:lnTo>
                  <a:pt x="2265045" y="500063"/>
                </a:lnTo>
                <a:lnTo>
                  <a:pt x="2268950" y="500063"/>
                </a:lnTo>
                <a:lnTo>
                  <a:pt x="2272856" y="500063"/>
                </a:lnTo>
                <a:lnTo>
                  <a:pt x="2276761" y="500063"/>
                </a:lnTo>
                <a:lnTo>
                  <a:pt x="2280666" y="500063"/>
                </a:lnTo>
                <a:lnTo>
                  <a:pt x="2284571" y="500063"/>
                </a:lnTo>
                <a:lnTo>
                  <a:pt x="2288477" y="500063"/>
                </a:lnTo>
                <a:lnTo>
                  <a:pt x="2292382" y="500063"/>
                </a:lnTo>
                <a:lnTo>
                  <a:pt x="2296287" y="500063"/>
                </a:lnTo>
                <a:lnTo>
                  <a:pt x="2300192" y="500063"/>
                </a:lnTo>
                <a:lnTo>
                  <a:pt x="2304098" y="500063"/>
                </a:lnTo>
                <a:lnTo>
                  <a:pt x="2308003" y="500063"/>
                </a:lnTo>
                <a:lnTo>
                  <a:pt x="2311908" y="500063"/>
                </a:lnTo>
                <a:lnTo>
                  <a:pt x="2315813" y="500063"/>
                </a:lnTo>
                <a:lnTo>
                  <a:pt x="2319718" y="500063"/>
                </a:lnTo>
                <a:lnTo>
                  <a:pt x="2323624" y="500063"/>
                </a:lnTo>
                <a:lnTo>
                  <a:pt x="2327529" y="500063"/>
                </a:lnTo>
                <a:lnTo>
                  <a:pt x="2331434" y="500063"/>
                </a:lnTo>
                <a:lnTo>
                  <a:pt x="2335339" y="500063"/>
                </a:lnTo>
                <a:lnTo>
                  <a:pt x="2339245" y="500063"/>
                </a:lnTo>
                <a:lnTo>
                  <a:pt x="2343150" y="500063"/>
                </a:lnTo>
              </a:path>
            </a:pathLst>
          </a:custGeom>
          <a:noFill xmlns:a="http://schemas.openxmlformats.org/drawingml/2006/main"/>
          <a:ln xmlns:a="http://schemas.openxmlformats.org/drawingml/2006/main" w="21908">
            <a:solidFill>
              <a:srgbClr val="202020"/>
            </a:solidFill>
          </a:ln>
        </p:spPr>
      </p:sp>
      <p:sp>
        <p:nvSpPr>
          <p:cNvPr id="32" name="sum-spectrum-1-1">
            <a:extLst xmlns:a="http://schemas.openxmlformats.org/drawingml/2006/main">
              <a:ext uri="{FF2B5EF4-FFF2-40B4-BE49-F238E27FC236}">
                <a16:creationId xmlns:a16="http://schemas.microsoft.com/office/drawing/2014/main" id="{6452882C-42C1-42CD-ACF3-EDEE687182F9}"/>
              </a:ext>
            </a:extLst>
          </p:cNvPr>
          <p:cNvSpPr>
            <a:spLocks xmlns:a="http://schemas.openxmlformats.org/drawingml/2006/main" noGrp="1"/>
          </p:cNvSpPr>
          <p:nvPr/>
        </p:nvSpPr>
        <p:spPr>
          <a:xfrm xmlns:a="http://schemas.openxmlformats.org/drawingml/2006/main">
            <a:off x="9124950" y="5119688"/>
            <a:ext cx="2343150" cy="500063"/>
          </a:xfrm>
          <a:custGeom xmlns:a="http://schemas.openxmlformats.org/drawingml/2006/main">
            <a:pathLst>
              <a:path w="2343150" h="500063">
                <a:moveTo>
                  <a:pt x="0" y="500063"/>
                </a:moveTo>
                <a:lnTo>
                  <a:pt x="3905" y="500063"/>
                </a:lnTo>
                <a:lnTo>
                  <a:pt x="7811" y="500063"/>
                </a:lnTo>
                <a:lnTo>
                  <a:pt x="11716" y="500063"/>
                </a:lnTo>
                <a:lnTo>
                  <a:pt x="15621" y="500063"/>
                </a:lnTo>
                <a:lnTo>
                  <a:pt x="19526" y="500063"/>
                </a:lnTo>
                <a:lnTo>
                  <a:pt x="23432" y="500063"/>
                </a:lnTo>
                <a:lnTo>
                  <a:pt x="27337" y="500063"/>
                </a:lnTo>
                <a:lnTo>
                  <a:pt x="31242" y="500063"/>
                </a:lnTo>
                <a:lnTo>
                  <a:pt x="35147" y="500063"/>
                </a:lnTo>
                <a:lnTo>
                  <a:pt x="39053" y="500063"/>
                </a:lnTo>
                <a:lnTo>
                  <a:pt x="42958" y="500063"/>
                </a:lnTo>
                <a:lnTo>
                  <a:pt x="46863" y="500063"/>
                </a:lnTo>
                <a:lnTo>
                  <a:pt x="50768" y="500063"/>
                </a:lnTo>
                <a:lnTo>
                  <a:pt x="54674" y="500063"/>
                </a:lnTo>
                <a:lnTo>
                  <a:pt x="58579" y="500063"/>
                </a:lnTo>
                <a:lnTo>
                  <a:pt x="62484" y="500063"/>
                </a:lnTo>
                <a:lnTo>
                  <a:pt x="66389" y="500063"/>
                </a:lnTo>
                <a:lnTo>
                  <a:pt x="70294" y="500063"/>
                </a:lnTo>
                <a:lnTo>
                  <a:pt x="74200" y="500063"/>
                </a:lnTo>
                <a:lnTo>
                  <a:pt x="78105" y="500063"/>
                </a:lnTo>
                <a:lnTo>
                  <a:pt x="82010" y="500063"/>
                </a:lnTo>
                <a:lnTo>
                  <a:pt x="85915" y="500063"/>
                </a:lnTo>
                <a:lnTo>
                  <a:pt x="89821" y="500063"/>
                </a:lnTo>
                <a:lnTo>
                  <a:pt x="93726" y="500063"/>
                </a:lnTo>
                <a:lnTo>
                  <a:pt x="97631" y="500063"/>
                </a:lnTo>
                <a:lnTo>
                  <a:pt x="101536" y="500063"/>
                </a:lnTo>
                <a:lnTo>
                  <a:pt x="105442" y="500063"/>
                </a:lnTo>
                <a:lnTo>
                  <a:pt x="109347" y="500063"/>
                </a:lnTo>
                <a:lnTo>
                  <a:pt x="113252" y="500063"/>
                </a:lnTo>
                <a:lnTo>
                  <a:pt x="117157" y="500063"/>
                </a:lnTo>
                <a:lnTo>
                  <a:pt x="121063" y="500063"/>
                </a:lnTo>
                <a:lnTo>
                  <a:pt x="124968" y="500063"/>
                </a:lnTo>
                <a:lnTo>
                  <a:pt x="128873" y="500063"/>
                </a:lnTo>
                <a:lnTo>
                  <a:pt x="132779" y="500063"/>
                </a:lnTo>
                <a:lnTo>
                  <a:pt x="136684" y="500063"/>
                </a:lnTo>
                <a:lnTo>
                  <a:pt x="140589" y="500063"/>
                </a:lnTo>
                <a:lnTo>
                  <a:pt x="144494" y="500063"/>
                </a:lnTo>
                <a:lnTo>
                  <a:pt x="148400" y="500063"/>
                </a:lnTo>
                <a:lnTo>
                  <a:pt x="152305" y="500063"/>
                </a:lnTo>
                <a:lnTo>
                  <a:pt x="156210" y="500063"/>
                </a:lnTo>
                <a:lnTo>
                  <a:pt x="160115" y="500063"/>
                </a:lnTo>
                <a:lnTo>
                  <a:pt x="164021" y="500063"/>
                </a:lnTo>
                <a:lnTo>
                  <a:pt x="167926" y="500063"/>
                </a:lnTo>
                <a:lnTo>
                  <a:pt x="171831" y="500063"/>
                </a:lnTo>
                <a:lnTo>
                  <a:pt x="175736" y="500063"/>
                </a:lnTo>
                <a:lnTo>
                  <a:pt x="179642" y="500063"/>
                </a:lnTo>
                <a:lnTo>
                  <a:pt x="183547" y="500063"/>
                </a:lnTo>
                <a:lnTo>
                  <a:pt x="187452" y="500063"/>
                </a:lnTo>
                <a:lnTo>
                  <a:pt x="191357" y="500063"/>
                </a:lnTo>
                <a:lnTo>
                  <a:pt x="195263" y="500063"/>
                </a:lnTo>
                <a:lnTo>
                  <a:pt x="199168" y="500063"/>
                </a:lnTo>
                <a:lnTo>
                  <a:pt x="203073" y="500063"/>
                </a:lnTo>
                <a:lnTo>
                  <a:pt x="206978" y="500063"/>
                </a:lnTo>
                <a:lnTo>
                  <a:pt x="210883" y="500063"/>
                </a:lnTo>
                <a:lnTo>
                  <a:pt x="214789" y="500063"/>
                </a:lnTo>
                <a:lnTo>
                  <a:pt x="218694" y="500063"/>
                </a:lnTo>
                <a:lnTo>
                  <a:pt x="222599" y="500063"/>
                </a:lnTo>
                <a:lnTo>
                  <a:pt x="226504" y="500063"/>
                </a:lnTo>
                <a:lnTo>
                  <a:pt x="230410" y="500063"/>
                </a:lnTo>
                <a:lnTo>
                  <a:pt x="234315" y="500063"/>
                </a:lnTo>
                <a:lnTo>
                  <a:pt x="238220" y="500063"/>
                </a:lnTo>
                <a:lnTo>
                  <a:pt x="242125" y="500063"/>
                </a:lnTo>
                <a:lnTo>
                  <a:pt x="246031" y="500063"/>
                </a:lnTo>
                <a:lnTo>
                  <a:pt x="249936" y="500063"/>
                </a:lnTo>
                <a:lnTo>
                  <a:pt x="253841" y="500063"/>
                </a:lnTo>
                <a:lnTo>
                  <a:pt x="257746" y="500063"/>
                </a:lnTo>
                <a:lnTo>
                  <a:pt x="261652" y="500063"/>
                </a:lnTo>
                <a:lnTo>
                  <a:pt x="265557" y="500063"/>
                </a:lnTo>
                <a:lnTo>
                  <a:pt x="269462" y="500063"/>
                </a:lnTo>
                <a:lnTo>
                  <a:pt x="273368" y="500063"/>
                </a:lnTo>
                <a:lnTo>
                  <a:pt x="277273" y="500063"/>
                </a:lnTo>
                <a:lnTo>
                  <a:pt x="281178" y="500063"/>
                </a:lnTo>
                <a:lnTo>
                  <a:pt x="285083" y="500063"/>
                </a:lnTo>
                <a:lnTo>
                  <a:pt x="288989" y="500063"/>
                </a:lnTo>
                <a:lnTo>
                  <a:pt x="292894" y="500063"/>
                </a:lnTo>
                <a:lnTo>
                  <a:pt x="296799" y="500063"/>
                </a:lnTo>
                <a:lnTo>
                  <a:pt x="300704" y="500063"/>
                </a:lnTo>
                <a:lnTo>
                  <a:pt x="304610" y="500063"/>
                </a:lnTo>
                <a:lnTo>
                  <a:pt x="308515" y="500063"/>
                </a:lnTo>
                <a:lnTo>
                  <a:pt x="312420" y="500063"/>
                </a:lnTo>
                <a:lnTo>
                  <a:pt x="316325" y="500063"/>
                </a:lnTo>
                <a:lnTo>
                  <a:pt x="320231" y="500063"/>
                </a:lnTo>
                <a:lnTo>
                  <a:pt x="324136" y="500063"/>
                </a:lnTo>
                <a:lnTo>
                  <a:pt x="328041" y="500063"/>
                </a:lnTo>
                <a:lnTo>
                  <a:pt x="331946" y="500063"/>
                </a:lnTo>
                <a:lnTo>
                  <a:pt x="335851" y="500063"/>
                </a:lnTo>
                <a:lnTo>
                  <a:pt x="339757" y="500063"/>
                </a:lnTo>
                <a:lnTo>
                  <a:pt x="343662" y="500063"/>
                </a:lnTo>
                <a:lnTo>
                  <a:pt x="347567" y="500063"/>
                </a:lnTo>
                <a:lnTo>
                  <a:pt x="351472" y="500063"/>
                </a:lnTo>
                <a:lnTo>
                  <a:pt x="355378" y="500063"/>
                </a:lnTo>
                <a:lnTo>
                  <a:pt x="359283" y="500063"/>
                </a:lnTo>
                <a:lnTo>
                  <a:pt x="363188" y="500063"/>
                </a:lnTo>
                <a:lnTo>
                  <a:pt x="367093" y="500063"/>
                </a:lnTo>
                <a:lnTo>
                  <a:pt x="370999" y="500063"/>
                </a:lnTo>
                <a:lnTo>
                  <a:pt x="374904" y="500063"/>
                </a:lnTo>
                <a:lnTo>
                  <a:pt x="378809" y="500063"/>
                </a:lnTo>
                <a:lnTo>
                  <a:pt x="382715" y="500063"/>
                </a:lnTo>
                <a:lnTo>
                  <a:pt x="386620" y="500063"/>
                </a:lnTo>
                <a:lnTo>
                  <a:pt x="390525" y="500063"/>
                </a:lnTo>
                <a:lnTo>
                  <a:pt x="394430" y="500063"/>
                </a:lnTo>
                <a:lnTo>
                  <a:pt x="398335" y="500063"/>
                </a:lnTo>
                <a:lnTo>
                  <a:pt x="402241" y="500063"/>
                </a:lnTo>
                <a:lnTo>
                  <a:pt x="406146" y="500063"/>
                </a:lnTo>
                <a:lnTo>
                  <a:pt x="410051" y="500063"/>
                </a:lnTo>
                <a:lnTo>
                  <a:pt x="413957" y="500063"/>
                </a:lnTo>
                <a:lnTo>
                  <a:pt x="417862" y="500063"/>
                </a:lnTo>
                <a:lnTo>
                  <a:pt x="421767" y="500063"/>
                </a:lnTo>
                <a:lnTo>
                  <a:pt x="425672" y="500063"/>
                </a:lnTo>
                <a:lnTo>
                  <a:pt x="429578" y="500063"/>
                </a:lnTo>
                <a:lnTo>
                  <a:pt x="433483" y="500063"/>
                </a:lnTo>
                <a:lnTo>
                  <a:pt x="437388" y="500063"/>
                </a:lnTo>
                <a:lnTo>
                  <a:pt x="441293" y="500063"/>
                </a:lnTo>
                <a:lnTo>
                  <a:pt x="445199" y="500063"/>
                </a:lnTo>
                <a:lnTo>
                  <a:pt x="449104" y="500063"/>
                </a:lnTo>
                <a:lnTo>
                  <a:pt x="453009" y="500063"/>
                </a:lnTo>
                <a:lnTo>
                  <a:pt x="456914" y="500063"/>
                </a:lnTo>
                <a:lnTo>
                  <a:pt x="460819" y="500063"/>
                </a:lnTo>
                <a:lnTo>
                  <a:pt x="464725" y="500063"/>
                </a:lnTo>
                <a:lnTo>
                  <a:pt x="468630" y="500063"/>
                </a:lnTo>
                <a:lnTo>
                  <a:pt x="472535" y="500063"/>
                </a:lnTo>
                <a:lnTo>
                  <a:pt x="476440" y="500063"/>
                </a:lnTo>
                <a:lnTo>
                  <a:pt x="480346" y="500063"/>
                </a:lnTo>
                <a:lnTo>
                  <a:pt x="484251" y="500063"/>
                </a:lnTo>
                <a:lnTo>
                  <a:pt x="488156" y="500063"/>
                </a:lnTo>
                <a:lnTo>
                  <a:pt x="492061" y="500063"/>
                </a:lnTo>
                <a:lnTo>
                  <a:pt x="495967" y="500063"/>
                </a:lnTo>
                <a:lnTo>
                  <a:pt x="499872" y="500063"/>
                </a:lnTo>
                <a:lnTo>
                  <a:pt x="503777" y="500063"/>
                </a:lnTo>
                <a:lnTo>
                  <a:pt x="507682" y="500063"/>
                </a:lnTo>
                <a:lnTo>
                  <a:pt x="511588" y="500063"/>
                </a:lnTo>
                <a:lnTo>
                  <a:pt x="515493" y="500063"/>
                </a:lnTo>
                <a:lnTo>
                  <a:pt x="519398" y="500063"/>
                </a:lnTo>
                <a:lnTo>
                  <a:pt x="523304" y="500063"/>
                </a:lnTo>
                <a:lnTo>
                  <a:pt x="527209" y="500063"/>
                </a:lnTo>
                <a:lnTo>
                  <a:pt x="531114" y="500063"/>
                </a:lnTo>
                <a:lnTo>
                  <a:pt x="535019" y="500063"/>
                </a:lnTo>
                <a:lnTo>
                  <a:pt x="538925" y="500063"/>
                </a:lnTo>
                <a:lnTo>
                  <a:pt x="542830" y="500063"/>
                </a:lnTo>
                <a:lnTo>
                  <a:pt x="546735" y="500063"/>
                </a:lnTo>
                <a:lnTo>
                  <a:pt x="550640" y="500063"/>
                </a:lnTo>
                <a:lnTo>
                  <a:pt x="554546" y="500063"/>
                </a:lnTo>
                <a:lnTo>
                  <a:pt x="558451" y="500063"/>
                </a:lnTo>
                <a:lnTo>
                  <a:pt x="562356" y="500063"/>
                </a:lnTo>
                <a:lnTo>
                  <a:pt x="566261" y="500063"/>
                </a:lnTo>
                <a:lnTo>
                  <a:pt x="570167" y="500063"/>
                </a:lnTo>
                <a:lnTo>
                  <a:pt x="574072" y="500063"/>
                </a:lnTo>
                <a:lnTo>
                  <a:pt x="577977" y="500063"/>
                </a:lnTo>
                <a:lnTo>
                  <a:pt x="581882" y="500063"/>
                </a:lnTo>
                <a:lnTo>
                  <a:pt x="585788" y="500063"/>
                </a:lnTo>
                <a:lnTo>
                  <a:pt x="589693" y="500063"/>
                </a:lnTo>
                <a:lnTo>
                  <a:pt x="593598" y="500063"/>
                </a:lnTo>
                <a:lnTo>
                  <a:pt x="597503" y="500063"/>
                </a:lnTo>
                <a:lnTo>
                  <a:pt x="601408" y="500063"/>
                </a:lnTo>
                <a:lnTo>
                  <a:pt x="605314" y="500063"/>
                </a:lnTo>
                <a:lnTo>
                  <a:pt x="609219" y="500063"/>
                </a:lnTo>
                <a:lnTo>
                  <a:pt x="613124" y="500063"/>
                </a:lnTo>
                <a:lnTo>
                  <a:pt x="617029" y="500063"/>
                </a:lnTo>
                <a:lnTo>
                  <a:pt x="620935" y="500063"/>
                </a:lnTo>
                <a:lnTo>
                  <a:pt x="624840" y="500063"/>
                </a:lnTo>
                <a:lnTo>
                  <a:pt x="628745" y="500063"/>
                </a:lnTo>
                <a:lnTo>
                  <a:pt x="632651" y="500063"/>
                </a:lnTo>
                <a:lnTo>
                  <a:pt x="636556" y="500063"/>
                </a:lnTo>
                <a:lnTo>
                  <a:pt x="640461" y="500063"/>
                </a:lnTo>
                <a:lnTo>
                  <a:pt x="644366" y="500063"/>
                </a:lnTo>
                <a:lnTo>
                  <a:pt x="648271" y="500063"/>
                </a:lnTo>
                <a:lnTo>
                  <a:pt x="652177" y="500063"/>
                </a:lnTo>
                <a:lnTo>
                  <a:pt x="656082" y="500063"/>
                </a:lnTo>
                <a:lnTo>
                  <a:pt x="659987" y="500063"/>
                </a:lnTo>
                <a:lnTo>
                  <a:pt x="663893" y="500063"/>
                </a:lnTo>
                <a:lnTo>
                  <a:pt x="667798" y="500063"/>
                </a:lnTo>
                <a:lnTo>
                  <a:pt x="671703" y="500063"/>
                </a:lnTo>
                <a:lnTo>
                  <a:pt x="675608" y="500063"/>
                </a:lnTo>
                <a:lnTo>
                  <a:pt x="679513" y="500063"/>
                </a:lnTo>
                <a:lnTo>
                  <a:pt x="683419" y="500063"/>
                </a:lnTo>
                <a:lnTo>
                  <a:pt x="687324" y="500063"/>
                </a:lnTo>
                <a:lnTo>
                  <a:pt x="691229" y="500063"/>
                </a:lnTo>
                <a:lnTo>
                  <a:pt x="695135" y="500063"/>
                </a:lnTo>
                <a:lnTo>
                  <a:pt x="699040" y="500063"/>
                </a:lnTo>
                <a:lnTo>
                  <a:pt x="702945" y="500063"/>
                </a:lnTo>
                <a:lnTo>
                  <a:pt x="706850" y="500063"/>
                </a:lnTo>
                <a:lnTo>
                  <a:pt x="710755" y="500063"/>
                </a:lnTo>
                <a:lnTo>
                  <a:pt x="714661" y="500063"/>
                </a:lnTo>
                <a:lnTo>
                  <a:pt x="718566" y="500063"/>
                </a:lnTo>
                <a:lnTo>
                  <a:pt x="722471" y="500063"/>
                </a:lnTo>
                <a:lnTo>
                  <a:pt x="726376" y="500063"/>
                </a:lnTo>
                <a:lnTo>
                  <a:pt x="730282" y="500063"/>
                </a:lnTo>
                <a:lnTo>
                  <a:pt x="734187" y="500063"/>
                </a:lnTo>
                <a:lnTo>
                  <a:pt x="738092" y="500063"/>
                </a:lnTo>
                <a:lnTo>
                  <a:pt x="741998" y="500063"/>
                </a:lnTo>
                <a:lnTo>
                  <a:pt x="745903" y="500063"/>
                </a:lnTo>
                <a:lnTo>
                  <a:pt x="749808" y="500063"/>
                </a:lnTo>
                <a:lnTo>
                  <a:pt x="753713" y="500063"/>
                </a:lnTo>
                <a:lnTo>
                  <a:pt x="757618" y="500063"/>
                </a:lnTo>
                <a:lnTo>
                  <a:pt x="761524" y="500063"/>
                </a:lnTo>
                <a:lnTo>
                  <a:pt x="765429" y="500063"/>
                </a:lnTo>
                <a:lnTo>
                  <a:pt x="769334" y="500063"/>
                </a:lnTo>
                <a:lnTo>
                  <a:pt x="773240" y="500063"/>
                </a:lnTo>
                <a:lnTo>
                  <a:pt x="777145" y="500063"/>
                </a:lnTo>
                <a:lnTo>
                  <a:pt x="781050" y="500063"/>
                </a:lnTo>
                <a:lnTo>
                  <a:pt x="784955" y="500063"/>
                </a:lnTo>
                <a:lnTo>
                  <a:pt x="788860" y="500063"/>
                </a:lnTo>
                <a:lnTo>
                  <a:pt x="792766" y="500063"/>
                </a:lnTo>
                <a:lnTo>
                  <a:pt x="796671" y="500063"/>
                </a:lnTo>
                <a:lnTo>
                  <a:pt x="800576" y="500063"/>
                </a:lnTo>
                <a:lnTo>
                  <a:pt x="804482" y="500063"/>
                </a:lnTo>
                <a:lnTo>
                  <a:pt x="808387" y="500063"/>
                </a:lnTo>
                <a:lnTo>
                  <a:pt x="812292" y="500063"/>
                </a:lnTo>
                <a:lnTo>
                  <a:pt x="816197" y="500063"/>
                </a:lnTo>
                <a:lnTo>
                  <a:pt x="820102" y="500063"/>
                </a:lnTo>
                <a:lnTo>
                  <a:pt x="824008" y="0"/>
                </a:lnTo>
                <a:lnTo>
                  <a:pt x="827913" y="0"/>
                </a:lnTo>
                <a:lnTo>
                  <a:pt x="831818" y="0"/>
                </a:lnTo>
                <a:lnTo>
                  <a:pt x="835724" y="0"/>
                </a:lnTo>
                <a:lnTo>
                  <a:pt x="839629" y="0"/>
                </a:lnTo>
                <a:lnTo>
                  <a:pt x="843534" y="0"/>
                </a:lnTo>
                <a:lnTo>
                  <a:pt x="847439" y="0"/>
                </a:lnTo>
                <a:lnTo>
                  <a:pt x="851345" y="0"/>
                </a:lnTo>
                <a:lnTo>
                  <a:pt x="855250" y="0"/>
                </a:lnTo>
                <a:lnTo>
                  <a:pt x="859155" y="0"/>
                </a:lnTo>
                <a:lnTo>
                  <a:pt x="863060" y="0"/>
                </a:lnTo>
                <a:lnTo>
                  <a:pt x="866965" y="0"/>
                </a:lnTo>
                <a:lnTo>
                  <a:pt x="870871" y="0"/>
                </a:lnTo>
                <a:lnTo>
                  <a:pt x="874776" y="0"/>
                </a:lnTo>
                <a:lnTo>
                  <a:pt x="878681" y="0"/>
                </a:lnTo>
                <a:lnTo>
                  <a:pt x="882587" y="0"/>
                </a:lnTo>
                <a:lnTo>
                  <a:pt x="886492" y="0"/>
                </a:lnTo>
                <a:lnTo>
                  <a:pt x="890397" y="0"/>
                </a:lnTo>
                <a:lnTo>
                  <a:pt x="894302" y="0"/>
                </a:lnTo>
                <a:lnTo>
                  <a:pt x="898207" y="0"/>
                </a:lnTo>
                <a:lnTo>
                  <a:pt x="902113" y="0"/>
                </a:lnTo>
                <a:lnTo>
                  <a:pt x="906018" y="0"/>
                </a:lnTo>
                <a:lnTo>
                  <a:pt x="909923" y="0"/>
                </a:lnTo>
                <a:lnTo>
                  <a:pt x="913829" y="0"/>
                </a:lnTo>
                <a:lnTo>
                  <a:pt x="917734" y="0"/>
                </a:lnTo>
                <a:lnTo>
                  <a:pt x="921639" y="0"/>
                </a:lnTo>
                <a:lnTo>
                  <a:pt x="925544" y="0"/>
                </a:lnTo>
                <a:lnTo>
                  <a:pt x="929449" y="0"/>
                </a:lnTo>
                <a:lnTo>
                  <a:pt x="933355" y="0"/>
                </a:lnTo>
                <a:lnTo>
                  <a:pt x="937260" y="0"/>
                </a:lnTo>
                <a:lnTo>
                  <a:pt x="941165" y="0"/>
                </a:lnTo>
                <a:lnTo>
                  <a:pt x="945071" y="0"/>
                </a:lnTo>
                <a:lnTo>
                  <a:pt x="948976" y="0"/>
                </a:lnTo>
                <a:lnTo>
                  <a:pt x="952881" y="0"/>
                </a:lnTo>
                <a:lnTo>
                  <a:pt x="956786" y="0"/>
                </a:lnTo>
                <a:lnTo>
                  <a:pt x="960691" y="0"/>
                </a:lnTo>
                <a:lnTo>
                  <a:pt x="964597" y="0"/>
                </a:lnTo>
                <a:lnTo>
                  <a:pt x="968502" y="0"/>
                </a:lnTo>
                <a:lnTo>
                  <a:pt x="972407" y="0"/>
                </a:lnTo>
                <a:lnTo>
                  <a:pt x="976313" y="0"/>
                </a:lnTo>
                <a:lnTo>
                  <a:pt x="980218" y="0"/>
                </a:lnTo>
                <a:lnTo>
                  <a:pt x="984123" y="0"/>
                </a:lnTo>
                <a:lnTo>
                  <a:pt x="988028" y="0"/>
                </a:lnTo>
                <a:lnTo>
                  <a:pt x="991933" y="0"/>
                </a:lnTo>
                <a:lnTo>
                  <a:pt x="995839" y="0"/>
                </a:lnTo>
                <a:lnTo>
                  <a:pt x="999744" y="0"/>
                </a:lnTo>
                <a:lnTo>
                  <a:pt x="1003649" y="0"/>
                </a:lnTo>
                <a:lnTo>
                  <a:pt x="1007554" y="0"/>
                </a:lnTo>
                <a:lnTo>
                  <a:pt x="1011460" y="0"/>
                </a:lnTo>
                <a:lnTo>
                  <a:pt x="1015365" y="0"/>
                </a:lnTo>
                <a:lnTo>
                  <a:pt x="1019270" y="0"/>
                </a:lnTo>
                <a:lnTo>
                  <a:pt x="1023176" y="0"/>
                </a:lnTo>
                <a:lnTo>
                  <a:pt x="1027081" y="0"/>
                </a:lnTo>
                <a:lnTo>
                  <a:pt x="1030986" y="0"/>
                </a:lnTo>
                <a:lnTo>
                  <a:pt x="1034891" y="0"/>
                </a:lnTo>
                <a:lnTo>
                  <a:pt x="1038796" y="0"/>
                </a:lnTo>
                <a:lnTo>
                  <a:pt x="1042702" y="0"/>
                </a:lnTo>
                <a:lnTo>
                  <a:pt x="1046607" y="0"/>
                </a:lnTo>
                <a:lnTo>
                  <a:pt x="1050512" y="0"/>
                </a:lnTo>
                <a:lnTo>
                  <a:pt x="1054418" y="0"/>
                </a:lnTo>
                <a:lnTo>
                  <a:pt x="1058323" y="0"/>
                </a:lnTo>
                <a:lnTo>
                  <a:pt x="1062228" y="0"/>
                </a:lnTo>
                <a:lnTo>
                  <a:pt x="1066133" y="0"/>
                </a:lnTo>
                <a:lnTo>
                  <a:pt x="1070038" y="0"/>
                </a:lnTo>
                <a:lnTo>
                  <a:pt x="1073944" y="0"/>
                </a:lnTo>
                <a:lnTo>
                  <a:pt x="1077849" y="0"/>
                </a:lnTo>
                <a:lnTo>
                  <a:pt x="1081754" y="0"/>
                </a:lnTo>
                <a:lnTo>
                  <a:pt x="1085660" y="0"/>
                </a:lnTo>
                <a:lnTo>
                  <a:pt x="1089565" y="0"/>
                </a:lnTo>
                <a:lnTo>
                  <a:pt x="1093470" y="0"/>
                </a:lnTo>
                <a:lnTo>
                  <a:pt x="1097375" y="0"/>
                </a:lnTo>
                <a:lnTo>
                  <a:pt x="1101280" y="0"/>
                </a:lnTo>
                <a:lnTo>
                  <a:pt x="1105186" y="0"/>
                </a:lnTo>
                <a:lnTo>
                  <a:pt x="1109091" y="0"/>
                </a:lnTo>
                <a:lnTo>
                  <a:pt x="1112996" y="0"/>
                </a:lnTo>
                <a:lnTo>
                  <a:pt x="1116902" y="0"/>
                </a:lnTo>
                <a:lnTo>
                  <a:pt x="1120807" y="0"/>
                </a:lnTo>
                <a:lnTo>
                  <a:pt x="1124712" y="0"/>
                </a:lnTo>
                <a:lnTo>
                  <a:pt x="1128617" y="0"/>
                </a:lnTo>
                <a:lnTo>
                  <a:pt x="1132523" y="0"/>
                </a:lnTo>
                <a:lnTo>
                  <a:pt x="1136428" y="0"/>
                </a:lnTo>
                <a:lnTo>
                  <a:pt x="1140333" y="0"/>
                </a:lnTo>
                <a:lnTo>
                  <a:pt x="1144238" y="0"/>
                </a:lnTo>
                <a:lnTo>
                  <a:pt x="1148143" y="0"/>
                </a:lnTo>
                <a:lnTo>
                  <a:pt x="1152049" y="0"/>
                </a:lnTo>
                <a:lnTo>
                  <a:pt x="1155954" y="0"/>
                </a:lnTo>
                <a:lnTo>
                  <a:pt x="1159859" y="0"/>
                </a:lnTo>
                <a:lnTo>
                  <a:pt x="1163765" y="0"/>
                </a:lnTo>
                <a:lnTo>
                  <a:pt x="1167670" y="0"/>
                </a:lnTo>
                <a:lnTo>
                  <a:pt x="1171575" y="0"/>
                </a:lnTo>
                <a:lnTo>
                  <a:pt x="1175480" y="0"/>
                </a:lnTo>
                <a:lnTo>
                  <a:pt x="1179385" y="0"/>
                </a:lnTo>
                <a:lnTo>
                  <a:pt x="1183291" y="0"/>
                </a:lnTo>
                <a:lnTo>
                  <a:pt x="1187196" y="0"/>
                </a:lnTo>
                <a:lnTo>
                  <a:pt x="1191101" y="0"/>
                </a:lnTo>
                <a:lnTo>
                  <a:pt x="1195007" y="0"/>
                </a:lnTo>
                <a:lnTo>
                  <a:pt x="1198912" y="0"/>
                </a:lnTo>
                <a:lnTo>
                  <a:pt x="1202817" y="0"/>
                </a:lnTo>
                <a:lnTo>
                  <a:pt x="1206722" y="0"/>
                </a:lnTo>
                <a:lnTo>
                  <a:pt x="1210627" y="0"/>
                </a:lnTo>
                <a:lnTo>
                  <a:pt x="1214533" y="0"/>
                </a:lnTo>
                <a:lnTo>
                  <a:pt x="1218438" y="0"/>
                </a:lnTo>
                <a:lnTo>
                  <a:pt x="1222343" y="0"/>
                </a:lnTo>
                <a:lnTo>
                  <a:pt x="1226249" y="0"/>
                </a:lnTo>
                <a:lnTo>
                  <a:pt x="1230154" y="0"/>
                </a:lnTo>
                <a:lnTo>
                  <a:pt x="1234059" y="0"/>
                </a:lnTo>
                <a:lnTo>
                  <a:pt x="1237964" y="0"/>
                </a:lnTo>
                <a:lnTo>
                  <a:pt x="1241869" y="0"/>
                </a:lnTo>
                <a:lnTo>
                  <a:pt x="1245775" y="0"/>
                </a:lnTo>
                <a:lnTo>
                  <a:pt x="1249680" y="0"/>
                </a:lnTo>
                <a:lnTo>
                  <a:pt x="1253585" y="0"/>
                </a:lnTo>
                <a:lnTo>
                  <a:pt x="1257490" y="0"/>
                </a:lnTo>
                <a:lnTo>
                  <a:pt x="1261396" y="0"/>
                </a:lnTo>
                <a:lnTo>
                  <a:pt x="1265301" y="0"/>
                </a:lnTo>
                <a:lnTo>
                  <a:pt x="1269206" y="0"/>
                </a:lnTo>
                <a:lnTo>
                  <a:pt x="1273112" y="0"/>
                </a:lnTo>
                <a:lnTo>
                  <a:pt x="1277017" y="0"/>
                </a:lnTo>
                <a:lnTo>
                  <a:pt x="1280922" y="0"/>
                </a:lnTo>
                <a:lnTo>
                  <a:pt x="1284827" y="0"/>
                </a:lnTo>
                <a:lnTo>
                  <a:pt x="1288732" y="0"/>
                </a:lnTo>
                <a:lnTo>
                  <a:pt x="1292638" y="0"/>
                </a:lnTo>
                <a:lnTo>
                  <a:pt x="1296543" y="0"/>
                </a:lnTo>
                <a:lnTo>
                  <a:pt x="1300448" y="0"/>
                </a:lnTo>
                <a:lnTo>
                  <a:pt x="1304354" y="0"/>
                </a:lnTo>
                <a:lnTo>
                  <a:pt x="1308259" y="0"/>
                </a:lnTo>
                <a:lnTo>
                  <a:pt x="1312164" y="0"/>
                </a:lnTo>
                <a:lnTo>
                  <a:pt x="1316069" y="0"/>
                </a:lnTo>
                <a:lnTo>
                  <a:pt x="1319974" y="0"/>
                </a:lnTo>
                <a:lnTo>
                  <a:pt x="1323880" y="0"/>
                </a:lnTo>
                <a:lnTo>
                  <a:pt x="1327785" y="0"/>
                </a:lnTo>
                <a:lnTo>
                  <a:pt x="1331690" y="0"/>
                </a:lnTo>
                <a:lnTo>
                  <a:pt x="1335596" y="0"/>
                </a:lnTo>
                <a:lnTo>
                  <a:pt x="1339501" y="0"/>
                </a:lnTo>
                <a:lnTo>
                  <a:pt x="1343406" y="0"/>
                </a:lnTo>
                <a:lnTo>
                  <a:pt x="1347311" y="0"/>
                </a:lnTo>
                <a:lnTo>
                  <a:pt x="1351216" y="0"/>
                </a:lnTo>
                <a:lnTo>
                  <a:pt x="1355122" y="0"/>
                </a:lnTo>
                <a:lnTo>
                  <a:pt x="1359027" y="0"/>
                </a:lnTo>
                <a:lnTo>
                  <a:pt x="1362932" y="0"/>
                </a:lnTo>
                <a:lnTo>
                  <a:pt x="1366838" y="0"/>
                </a:lnTo>
                <a:lnTo>
                  <a:pt x="1370743" y="0"/>
                </a:lnTo>
                <a:lnTo>
                  <a:pt x="1374648" y="0"/>
                </a:lnTo>
                <a:lnTo>
                  <a:pt x="1378553" y="0"/>
                </a:lnTo>
                <a:lnTo>
                  <a:pt x="1382459" y="0"/>
                </a:lnTo>
                <a:lnTo>
                  <a:pt x="1386364" y="0"/>
                </a:lnTo>
                <a:lnTo>
                  <a:pt x="1390269" y="0"/>
                </a:lnTo>
                <a:lnTo>
                  <a:pt x="1394174" y="0"/>
                </a:lnTo>
                <a:lnTo>
                  <a:pt x="1398079" y="0"/>
                </a:lnTo>
                <a:lnTo>
                  <a:pt x="1401985" y="0"/>
                </a:lnTo>
                <a:lnTo>
                  <a:pt x="1405890" y="0"/>
                </a:lnTo>
                <a:lnTo>
                  <a:pt x="1409795" y="0"/>
                </a:lnTo>
                <a:lnTo>
                  <a:pt x="1413701" y="0"/>
                </a:lnTo>
                <a:lnTo>
                  <a:pt x="1417606" y="0"/>
                </a:lnTo>
                <a:lnTo>
                  <a:pt x="1421511" y="0"/>
                </a:lnTo>
                <a:lnTo>
                  <a:pt x="1425416" y="0"/>
                </a:lnTo>
                <a:lnTo>
                  <a:pt x="1429321" y="0"/>
                </a:lnTo>
                <a:lnTo>
                  <a:pt x="1433227" y="0"/>
                </a:lnTo>
                <a:lnTo>
                  <a:pt x="1437132" y="0"/>
                </a:lnTo>
                <a:lnTo>
                  <a:pt x="1441037" y="0"/>
                </a:lnTo>
                <a:lnTo>
                  <a:pt x="1444943" y="0"/>
                </a:lnTo>
                <a:lnTo>
                  <a:pt x="1448848" y="0"/>
                </a:lnTo>
                <a:lnTo>
                  <a:pt x="1452753" y="0"/>
                </a:lnTo>
                <a:lnTo>
                  <a:pt x="1456658" y="0"/>
                </a:lnTo>
                <a:lnTo>
                  <a:pt x="1460564" y="0"/>
                </a:lnTo>
                <a:lnTo>
                  <a:pt x="1464469" y="0"/>
                </a:lnTo>
                <a:lnTo>
                  <a:pt x="1468374" y="0"/>
                </a:lnTo>
                <a:lnTo>
                  <a:pt x="1472279" y="0"/>
                </a:lnTo>
                <a:lnTo>
                  <a:pt x="1476185" y="0"/>
                </a:lnTo>
                <a:lnTo>
                  <a:pt x="1480090" y="0"/>
                </a:lnTo>
                <a:lnTo>
                  <a:pt x="1483995" y="0"/>
                </a:lnTo>
                <a:lnTo>
                  <a:pt x="1487900" y="0"/>
                </a:lnTo>
                <a:lnTo>
                  <a:pt x="1491805" y="0"/>
                </a:lnTo>
                <a:lnTo>
                  <a:pt x="1495711" y="0"/>
                </a:lnTo>
                <a:lnTo>
                  <a:pt x="1499616" y="0"/>
                </a:lnTo>
                <a:lnTo>
                  <a:pt x="1503521" y="0"/>
                </a:lnTo>
                <a:lnTo>
                  <a:pt x="1507427" y="0"/>
                </a:lnTo>
                <a:lnTo>
                  <a:pt x="1511332" y="0"/>
                </a:lnTo>
                <a:lnTo>
                  <a:pt x="1515237" y="0"/>
                </a:lnTo>
                <a:lnTo>
                  <a:pt x="1519142" y="0"/>
                </a:lnTo>
                <a:lnTo>
                  <a:pt x="1523048" y="500063"/>
                </a:lnTo>
                <a:lnTo>
                  <a:pt x="1526953" y="500063"/>
                </a:lnTo>
                <a:lnTo>
                  <a:pt x="1530858" y="500063"/>
                </a:lnTo>
                <a:lnTo>
                  <a:pt x="1534763" y="500063"/>
                </a:lnTo>
                <a:lnTo>
                  <a:pt x="1538668" y="500063"/>
                </a:lnTo>
                <a:lnTo>
                  <a:pt x="1542574" y="500063"/>
                </a:lnTo>
                <a:lnTo>
                  <a:pt x="1546479" y="500063"/>
                </a:lnTo>
                <a:lnTo>
                  <a:pt x="1550384" y="500063"/>
                </a:lnTo>
                <a:lnTo>
                  <a:pt x="1554290" y="500063"/>
                </a:lnTo>
                <a:lnTo>
                  <a:pt x="1558195" y="500063"/>
                </a:lnTo>
                <a:lnTo>
                  <a:pt x="1562100" y="500063"/>
                </a:lnTo>
                <a:lnTo>
                  <a:pt x="1566005" y="500063"/>
                </a:lnTo>
                <a:lnTo>
                  <a:pt x="1569910" y="500063"/>
                </a:lnTo>
                <a:lnTo>
                  <a:pt x="1573816" y="500063"/>
                </a:lnTo>
                <a:lnTo>
                  <a:pt x="1577721" y="500063"/>
                </a:lnTo>
                <a:lnTo>
                  <a:pt x="1581626" y="500063"/>
                </a:lnTo>
                <a:lnTo>
                  <a:pt x="1585532" y="500063"/>
                </a:lnTo>
                <a:lnTo>
                  <a:pt x="1589437" y="500063"/>
                </a:lnTo>
                <a:lnTo>
                  <a:pt x="1593342" y="500063"/>
                </a:lnTo>
                <a:lnTo>
                  <a:pt x="1597247" y="500063"/>
                </a:lnTo>
                <a:lnTo>
                  <a:pt x="1601152" y="500063"/>
                </a:lnTo>
                <a:lnTo>
                  <a:pt x="1605058" y="500063"/>
                </a:lnTo>
                <a:lnTo>
                  <a:pt x="1608963" y="500063"/>
                </a:lnTo>
                <a:lnTo>
                  <a:pt x="1612868" y="500063"/>
                </a:lnTo>
                <a:lnTo>
                  <a:pt x="1616774" y="500063"/>
                </a:lnTo>
                <a:lnTo>
                  <a:pt x="1620679" y="500063"/>
                </a:lnTo>
                <a:lnTo>
                  <a:pt x="1624584" y="500063"/>
                </a:lnTo>
                <a:lnTo>
                  <a:pt x="1628489" y="500063"/>
                </a:lnTo>
                <a:lnTo>
                  <a:pt x="1632395" y="500063"/>
                </a:lnTo>
                <a:lnTo>
                  <a:pt x="1636300" y="500063"/>
                </a:lnTo>
                <a:lnTo>
                  <a:pt x="1640205" y="500063"/>
                </a:lnTo>
                <a:lnTo>
                  <a:pt x="1644110" y="500063"/>
                </a:lnTo>
                <a:lnTo>
                  <a:pt x="1648015" y="500063"/>
                </a:lnTo>
                <a:lnTo>
                  <a:pt x="1651921" y="500063"/>
                </a:lnTo>
                <a:lnTo>
                  <a:pt x="1655826" y="500063"/>
                </a:lnTo>
                <a:lnTo>
                  <a:pt x="1659731" y="500063"/>
                </a:lnTo>
                <a:lnTo>
                  <a:pt x="1663637" y="500063"/>
                </a:lnTo>
                <a:lnTo>
                  <a:pt x="1667542" y="500063"/>
                </a:lnTo>
                <a:lnTo>
                  <a:pt x="1671447" y="500063"/>
                </a:lnTo>
                <a:lnTo>
                  <a:pt x="1675352" y="500063"/>
                </a:lnTo>
                <a:lnTo>
                  <a:pt x="1679257" y="500063"/>
                </a:lnTo>
                <a:lnTo>
                  <a:pt x="1683163" y="500063"/>
                </a:lnTo>
                <a:lnTo>
                  <a:pt x="1687068" y="500063"/>
                </a:lnTo>
                <a:lnTo>
                  <a:pt x="1690973" y="500063"/>
                </a:lnTo>
                <a:lnTo>
                  <a:pt x="1694879" y="500063"/>
                </a:lnTo>
                <a:lnTo>
                  <a:pt x="1698784" y="500063"/>
                </a:lnTo>
                <a:lnTo>
                  <a:pt x="1702689" y="500063"/>
                </a:lnTo>
                <a:lnTo>
                  <a:pt x="1706594" y="500063"/>
                </a:lnTo>
                <a:lnTo>
                  <a:pt x="1710499" y="500063"/>
                </a:lnTo>
                <a:lnTo>
                  <a:pt x="1714405" y="500063"/>
                </a:lnTo>
                <a:lnTo>
                  <a:pt x="1718310" y="500063"/>
                </a:lnTo>
                <a:lnTo>
                  <a:pt x="1722215" y="500063"/>
                </a:lnTo>
                <a:lnTo>
                  <a:pt x="1726121" y="500063"/>
                </a:lnTo>
                <a:lnTo>
                  <a:pt x="1730026" y="500063"/>
                </a:lnTo>
                <a:lnTo>
                  <a:pt x="1733931" y="500063"/>
                </a:lnTo>
                <a:lnTo>
                  <a:pt x="1737836" y="500063"/>
                </a:lnTo>
                <a:lnTo>
                  <a:pt x="1741742" y="500063"/>
                </a:lnTo>
                <a:lnTo>
                  <a:pt x="1745647" y="500063"/>
                </a:lnTo>
                <a:lnTo>
                  <a:pt x="1749552" y="500063"/>
                </a:lnTo>
                <a:lnTo>
                  <a:pt x="1753457" y="500063"/>
                </a:lnTo>
                <a:lnTo>
                  <a:pt x="1757363" y="500063"/>
                </a:lnTo>
                <a:lnTo>
                  <a:pt x="1761268" y="500063"/>
                </a:lnTo>
                <a:lnTo>
                  <a:pt x="1765173" y="500063"/>
                </a:lnTo>
                <a:lnTo>
                  <a:pt x="1769078" y="500063"/>
                </a:lnTo>
                <a:lnTo>
                  <a:pt x="1772983" y="500063"/>
                </a:lnTo>
                <a:lnTo>
                  <a:pt x="1776889" y="500063"/>
                </a:lnTo>
                <a:lnTo>
                  <a:pt x="1780794" y="500063"/>
                </a:lnTo>
                <a:lnTo>
                  <a:pt x="1784699" y="500063"/>
                </a:lnTo>
                <a:lnTo>
                  <a:pt x="1788604" y="500063"/>
                </a:lnTo>
                <a:lnTo>
                  <a:pt x="1792510" y="500063"/>
                </a:lnTo>
                <a:lnTo>
                  <a:pt x="1796415" y="500063"/>
                </a:lnTo>
                <a:lnTo>
                  <a:pt x="1800320" y="500063"/>
                </a:lnTo>
                <a:lnTo>
                  <a:pt x="1804226" y="500063"/>
                </a:lnTo>
                <a:lnTo>
                  <a:pt x="1808131" y="500063"/>
                </a:lnTo>
                <a:lnTo>
                  <a:pt x="1812036" y="500063"/>
                </a:lnTo>
                <a:lnTo>
                  <a:pt x="1815941" y="500063"/>
                </a:lnTo>
                <a:lnTo>
                  <a:pt x="1819846" y="500063"/>
                </a:lnTo>
                <a:lnTo>
                  <a:pt x="1823752" y="500063"/>
                </a:lnTo>
                <a:lnTo>
                  <a:pt x="1827657" y="500063"/>
                </a:lnTo>
                <a:lnTo>
                  <a:pt x="1831562" y="500063"/>
                </a:lnTo>
                <a:lnTo>
                  <a:pt x="1835468" y="500063"/>
                </a:lnTo>
                <a:lnTo>
                  <a:pt x="1839373" y="500063"/>
                </a:lnTo>
                <a:lnTo>
                  <a:pt x="1843278" y="500063"/>
                </a:lnTo>
                <a:lnTo>
                  <a:pt x="1847183" y="500063"/>
                </a:lnTo>
                <a:lnTo>
                  <a:pt x="1851088" y="500063"/>
                </a:lnTo>
                <a:lnTo>
                  <a:pt x="1854994" y="500063"/>
                </a:lnTo>
                <a:lnTo>
                  <a:pt x="1858899" y="500063"/>
                </a:lnTo>
                <a:lnTo>
                  <a:pt x="1862804" y="500063"/>
                </a:lnTo>
                <a:lnTo>
                  <a:pt x="1866710" y="500063"/>
                </a:lnTo>
                <a:lnTo>
                  <a:pt x="1870615" y="500063"/>
                </a:lnTo>
                <a:lnTo>
                  <a:pt x="1874520" y="500063"/>
                </a:lnTo>
                <a:lnTo>
                  <a:pt x="1878425" y="500063"/>
                </a:lnTo>
                <a:lnTo>
                  <a:pt x="1882330" y="500063"/>
                </a:lnTo>
                <a:lnTo>
                  <a:pt x="1886236" y="500063"/>
                </a:lnTo>
                <a:lnTo>
                  <a:pt x="1890141" y="500063"/>
                </a:lnTo>
                <a:lnTo>
                  <a:pt x="1894046" y="500063"/>
                </a:lnTo>
                <a:lnTo>
                  <a:pt x="1897952" y="500063"/>
                </a:lnTo>
                <a:lnTo>
                  <a:pt x="1901857" y="500063"/>
                </a:lnTo>
                <a:lnTo>
                  <a:pt x="1905762" y="500063"/>
                </a:lnTo>
                <a:lnTo>
                  <a:pt x="1909667" y="500063"/>
                </a:lnTo>
                <a:lnTo>
                  <a:pt x="1913573" y="500063"/>
                </a:lnTo>
                <a:lnTo>
                  <a:pt x="1917478" y="500063"/>
                </a:lnTo>
                <a:lnTo>
                  <a:pt x="1921383" y="500063"/>
                </a:lnTo>
                <a:lnTo>
                  <a:pt x="1925288" y="500063"/>
                </a:lnTo>
                <a:lnTo>
                  <a:pt x="1929193" y="500063"/>
                </a:lnTo>
                <a:lnTo>
                  <a:pt x="1933099" y="500063"/>
                </a:lnTo>
                <a:lnTo>
                  <a:pt x="1937004" y="500063"/>
                </a:lnTo>
                <a:lnTo>
                  <a:pt x="1940909" y="500063"/>
                </a:lnTo>
                <a:lnTo>
                  <a:pt x="1944815" y="500063"/>
                </a:lnTo>
                <a:lnTo>
                  <a:pt x="1948720" y="500063"/>
                </a:lnTo>
                <a:lnTo>
                  <a:pt x="1952625" y="500063"/>
                </a:lnTo>
                <a:lnTo>
                  <a:pt x="1956530" y="500063"/>
                </a:lnTo>
                <a:lnTo>
                  <a:pt x="1960435" y="500063"/>
                </a:lnTo>
                <a:lnTo>
                  <a:pt x="1964341" y="500063"/>
                </a:lnTo>
                <a:lnTo>
                  <a:pt x="1968246" y="500063"/>
                </a:lnTo>
                <a:lnTo>
                  <a:pt x="1972151" y="500063"/>
                </a:lnTo>
                <a:lnTo>
                  <a:pt x="1976057" y="500063"/>
                </a:lnTo>
                <a:lnTo>
                  <a:pt x="1979962" y="500063"/>
                </a:lnTo>
                <a:lnTo>
                  <a:pt x="1983867" y="500063"/>
                </a:lnTo>
                <a:lnTo>
                  <a:pt x="1987772" y="500063"/>
                </a:lnTo>
                <a:lnTo>
                  <a:pt x="1991677" y="500063"/>
                </a:lnTo>
                <a:lnTo>
                  <a:pt x="1995583" y="500063"/>
                </a:lnTo>
                <a:lnTo>
                  <a:pt x="1999488" y="500063"/>
                </a:lnTo>
                <a:lnTo>
                  <a:pt x="2003393" y="500063"/>
                </a:lnTo>
                <a:lnTo>
                  <a:pt x="2007299" y="500063"/>
                </a:lnTo>
                <a:lnTo>
                  <a:pt x="2011204" y="500063"/>
                </a:lnTo>
                <a:lnTo>
                  <a:pt x="2015109" y="500063"/>
                </a:lnTo>
                <a:lnTo>
                  <a:pt x="2019014" y="500063"/>
                </a:lnTo>
                <a:lnTo>
                  <a:pt x="2022920" y="500063"/>
                </a:lnTo>
                <a:lnTo>
                  <a:pt x="2026825" y="500063"/>
                </a:lnTo>
                <a:lnTo>
                  <a:pt x="2030730" y="500063"/>
                </a:lnTo>
                <a:lnTo>
                  <a:pt x="2034635" y="500063"/>
                </a:lnTo>
                <a:lnTo>
                  <a:pt x="2038540" y="500063"/>
                </a:lnTo>
                <a:lnTo>
                  <a:pt x="2042446" y="500063"/>
                </a:lnTo>
                <a:lnTo>
                  <a:pt x="2046351" y="500063"/>
                </a:lnTo>
                <a:lnTo>
                  <a:pt x="2050256" y="500063"/>
                </a:lnTo>
                <a:lnTo>
                  <a:pt x="2054162" y="500063"/>
                </a:lnTo>
                <a:lnTo>
                  <a:pt x="2058067" y="500063"/>
                </a:lnTo>
                <a:lnTo>
                  <a:pt x="2061972" y="500063"/>
                </a:lnTo>
                <a:lnTo>
                  <a:pt x="2065877" y="500063"/>
                </a:lnTo>
                <a:lnTo>
                  <a:pt x="2069782" y="500063"/>
                </a:lnTo>
                <a:lnTo>
                  <a:pt x="2073688" y="500063"/>
                </a:lnTo>
                <a:lnTo>
                  <a:pt x="2077593" y="500063"/>
                </a:lnTo>
                <a:lnTo>
                  <a:pt x="2081498" y="500063"/>
                </a:lnTo>
                <a:lnTo>
                  <a:pt x="2085404" y="500063"/>
                </a:lnTo>
                <a:lnTo>
                  <a:pt x="2089309" y="500063"/>
                </a:lnTo>
                <a:lnTo>
                  <a:pt x="2093214" y="500063"/>
                </a:lnTo>
                <a:lnTo>
                  <a:pt x="2097119" y="500063"/>
                </a:lnTo>
                <a:lnTo>
                  <a:pt x="2101024" y="500063"/>
                </a:lnTo>
                <a:lnTo>
                  <a:pt x="2104930" y="500063"/>
                </a:lnTo>
                <a:lnTo>
                  <a:pt x="2108835" y="500063"/>
                </a:lnTo>
                <a:lnTo>
                  <a:pt x="2112740" y="500063"/>
                </a:lnTo>
                <a:lnTo>
                  <a:pt x="2116646" y="500063"/>
                </a:lnTo>
                <a:lnTo>
                  <a:pt x="2120551" y="500063"/>
                </a:lnTo>
                <a:lnTo>
                  <a:pt x="2124456" y="500063"/>
                </a:lnTo>
                <a:lnTo>
                  <a:pt x="2128361" y="500063"/>
                </a:lnTo>
                <a:lnTo>
                  <a:pt x="2132267" y="500063"/>
                </a:lnTo>
                <a:lnTo>
                  <a:pt x="2136172" y="500063"/>
                </a:lnTo>
                <a:lnTo>
                  <a:pt x="2140077" y="500063"/>
                </a:lnTo>
                <a:lnTo>
                  <a:pt x="2143982" y="500063"/>
                </a:lnTo>
                <a:lnTo>
                  <a:pt x="2147888" y="500063"/>
                </a:lnTo>
                <a:lnTo>
                  <a:pt x="2151793" y="500063"/>
                </a:lnTo>
                <a:lnTo>
                  <a:pt x="2155698" y="500063"/>
                </a:lnTo>
                <a:lnTo>
                  <a:pt x="2159603" y="500063"/>
                </a:lnTo>
                <a:lnTo>
                  <a:pt x="2163509" y="500063"/>
                </a:lnTo>
                <a:lnTo>
                  <a:pt x="2167414" y="500063"/>
                </a:lnTo>
                <a:lnTo>
                  <a:pt x="2171319" y="500063"/>
                </a:lnTo>
                <a:lnTo>
                  <a:pt x="2175224" y="500063"/>
                </a:lnTo>
                <a:lnTo>
                  <a:pt x="2179129" y="500063"/>
                </a:lnTo>
                <a:lnTo>
                  <a:pt x="2183035" y="500063"/>
                </a:lnTo>
                <a:lnTo>
                  <a:pt x="2186940" y="500063"/>
                </a:lnTo>
                <a:lnTo>
                  <a:pt x="2190845" y="500063"/>
                </a:lnTo>
                <a:lnTo>
                  <a:pt x="2194751" y="500063"/>
                </a:lnTo>
                <a:lnTo>
                  <a:pt x="2198656" y="500063"/>
                </a:lnTo>
                <a:lnTo>
                  <a:pt x="2202561" y="500063"/>
                </a:lnTo>
                <a:lnTo>
                  <a:pt x="2206466" y="500063"/>
                </a:lnTo>
                <a:lnTo>
                  <a:pt x="2210371" y="500063"/>
                </a:lnTo>
                <a:lnTo>
                  <a:pt x="2214277" y="500063"/>
                </a:lnTo>
                <a:lnTo>
                  <a:pt x="2218182" y="500063"/>
                </a:lnTo>
                <a:lnTo>
                  <a:pt x="2222087" y="500063"/>
                </a:lnTo>
                <a:lnTo>
                  <a:pt x="2225993" y="500063"/>
                </a:lnTo>
                <a:lnTo>
                  <a:pt x="2229898" y="500063"/>
                </a:lnTo>
                <a:lnTo>
                  <a:pt x="2233803" y="500063"/>
                </a:lnTo>
                <a:lnTo>
                  <a:pt x="2237708" y="500063"/>
                </a:lnTo>
                <a:lnTo>
                  <a:pt x="2241614" y="500063"/>
                </a:lnTo>
                <a:lnTo>
                  <a:pt x="2245519" y="500063"/>
                </a:lnTo>
                <a:lnTo>
                  <a:pt x="2249424" y="500063"/>
                </a:lnTo>
                <a:lnTo>
                  <a:pt x="2253329" y="500063"/>
                </a:lnTo>
                <a:lnTo>
                  <a:pt x="2257235" y="500063"/>
                </a:lnTo>
                <a:lnTo>
                  <a:pt x="2261140" y="500063"/>
                </a:lnTo>
                <a:lnTo>
                  <a:pt x="2265045" y="500063"/>
                </a:lnTo>
                <a:lnTo>
                  <a:pt x="2268950" y="500063"/>
                </a:lnTo>
                <a:lnTo>
                  <a:pt x="2272856" y="500063"/>
                </a:lnTo>
                <a:lnTo>
                  <a:pt x="2276761" y="500063"/>
                </a:lnTo>
                <a:lnTo>
                  <a:pt x="2280666" y="500063"/>
                </a:lnTo>
                <a:lnTo>
                  <a:pt x="2284571" y="500063"/>
                </a:lnTo>
                <a:lnTo>
                  <a:pt x="2288477" y="500063"/>
                </a:lnTo>
                <a:lnTo>
                  <a:pt x="2292382" y="500063"/>
                </a:lnTo>
                <a:lnTo>
                  <a:pt x="2296287" y="500063"/>
                </a:lnTo>
                <a:lnTo>
                  <a:pt x="2300192" y="500063"/>
                </a:lnTo>
                <a:lnTo>
                  <a:pt x="2304098" y="500063"/>
                </a:lnTo>
                <a:lnTo>
                  <a:pt x="2308003" y="500063"/>
                </a:lnTo>
                <a:lnTo>
                  <a:pt x="2311908" y="500063"/>
                </a:lnTo>
                <a:lnTo>
                  <a:pt x="2315813" y="500063"/>
                </a:lnTo>
                <a:lnTo>
                  <a:pt x="2319718" y="500063"/>
                </a:lnTo>
                <a:lnTo>
                  <a:pt x="2323624" y="500063"/>
                </a:lnTo>
                <a:lnTo>
                  <a:pt x="2327529" y="500063"/>
                </a:lnTo>
                <a:lnTo>
                  <a:pt x="2331434" y="500063"/>
                </a:lnTo>
                <a:lnTo>
                  <a:pt x="2335340" y="500063"/>
                </a:lnTo>
                <a:lnTo>
                  <a:pt x="2339245" y="500063"/>
                </a:lnTo>
                <a:lnTo>
                  <a:pt x="2343150" y="500063"/>
                </a:lnTo>
              </a:path>
            </a:pathLst>
          </a:custGeom>
          <a:noFill xmlns:a="http://schemas.openxmlformats.org/drawingml/2006/main"/>
          <a:ln xmlns:a="http://schemas.openxmlformats.org/drawingml/2006/main" w="21908">
            <a:solidFill>
              <a:srgbClr val="202020"/>
            </a:solidFill>
          </a:ln>
        </p:spPr>
      </p:sp>
      <p:sp>
        <p:nvSpPr>
          <p:cNvPr id="33" name="sum-width-1">
            <a:extLst xmlns:a="http://schemas.openxmlformats.org/drawingml/2006/main">
              <a:ext uri="{FF2B5EF4-FFF2-40B4-BE49-F238E27FC236}">
                <a16:creationId xmlns:a16="http://schemas.microsoft.com/office/drawing/2014/main" id="{6271C523-59C2-45C6-8EDA-671CACF63669}"/>
              </a:ext>
            </a:extLst>
          </p:cNvPr>
          <p:cNvSpPr>
            <a:spLocks xmlns:a="http://schemas.openxmlformats.org/drawingml/2006/main" noGrp="1"/>
          </p:cNvSpPr>
          <p:nvPr/>
        </p:nvSpPr>
        <p:spPr>
          <a:xfrm xmlns:a="http://schemas.openxmlformats.org/drawingml/2006/main">
            <a:off x="9946801" y="6048375"/>
            <a:ext cx="699448"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4" name="sum-width-1-l">
            <a:extLst xmlns:a="http://schemas.openxmlformats.org/drawingml/2006/main">
              <a:ext uri="{FF2B5EF4-FFF2-40B4-BE49-F238E27FC236}">
                <a16:creationId xmlns:a16="http://schemas.microsoft.com/office/drawing/2014/main" id="{84E6E342-5F5C-48FE-8564-AC84A10358DE}"/>
              </a:ext>
            </a:extLst>
          </p:cNvPr>
          <p:cNvSpPr>
            <a:spLocks xmlns:a="http://schemas.openxmlformats.org/drawingml/2006/main" noGrp="1"/>
          </p:cNvSpPr>
          <p:nvPr/>
        </p:nvSpPr>
        <p:spPr>
          <a:xfrm xmlns:a="http://schemas.openxmlformats.org/drawingml/2006/main">
            <a:off x="9946801"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5" name="sum-width-1-r">
            <a:extLst xmlns:a="http://schemas.openxmlformats.org/drawingml/2006/main">
              <a:ext uri="{FF2B5EF4-FFF2-40B4-BE49-F238E27FC236}">
                <a16:creationId xmlns:a16="http://schemas.microsoft.com/office/drawing/2014/main" id="{68D50FD3-4193-4093-ABA0-67179D700E74}"/>
              </a:ext>
            </a:extLst>
          </p:cNvPr>
          <p:cNvSpPr>
            <a:spLocks xmlns:a="http://schemas.openxmlformats.org/drawingml/2006/main" noGrp="1"/>
          </p:cNvSpPr>
          <p:nvPr/>
        </p:nvSpPr>
        <p:spPr>
          <a:xfrm xmlns:a="http://schemas.openxmlformats.org/drawingml/2006/main">
            <a:off x="10646249"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6" name="sum-spectrum-2--1">
            <a:extLst xmlns:a="http://schemas.openxmlformats.org/drawingml/2006/main">
              <a:ext uri="{FF2B5EF4-FFF2-40B4-BE49-F238E27FC236}">
                <a16:creationId xmlns:a16="http://schemas.microsoft.com/office/drawing/2014/main" id="{CFFFBB9C-A845-4DED-8988-0EEE14AE1FE7}"/>
              </a:ext>
            </a:extLst>
          </p:cNvPr>
          <p:cNvSpPr>
            <a:spLocks xmlns:a="http://schemas.openxmlformats.org/drawingml/2006/main" noGrp="1"/>
          </p:cNvSpPr>
          <p:nvPr/>
        </p:nvSpPr>
        <p:spPr>
          <a:xfrm xmlns:a="http://schemas.openxmlformats.org/drawingml/2006/main">
            <a:off x="6553200" y="5060663"/>
            <a:ext cx="2343150" cy="559087"/>
          </a:xfrm>
          <a:custGeom xmlns:a="http://schemas.openxmlformats.org/drawingml/2006/main">
            <a:pathLst>
              <a:path w="2343150" h="559087">
                <a:moveTo>
                  <a:pt x="0" y="559087"/>
                </a:moveTo>
                <a:lnTo>
                  <a:pt x="3905" y="559087"/>
                </a:lnTo>
                <a:lnTo>
                  <a:pt x="7811" y="559087"/>
                </a:lnTo>
                <a:lnTo>
                  <a:pt x="11716" y="559087"/>
                </a:lnTo>
                <a:lnTo>
                  <a:pt x="15621" y="559087"/>
                </a:lnTo>
                <a:lnTo>
                  <a:pt x="19526" y="559087"/>
                </a:lnTo>
                <a:lnTo>
                  <a:pt x="23432" y="559087"/>
                </a:lnTo>
                <a:lnTo>
                  <a:pt x="27337" y="559087"/>
                </a:lnTo>
                <a:lnTo>
                  <a:pt x="31242" y="559087"/>
                </a:lnTo>
                <a:lnTo>
                  <a:pt x="35147" y="559087"/>
                </a:lnTo>
                <a:lnTo>
                  <a:pt x="39053" y="559087"/>
                </a:lnTo>
                <a:lnTo>
                  <a:pt x="42958" y="559087"/>
                </a:lnTo>
                <a:lnTo>
                  <a:pt x="46863" y="559087"/>
                </a:lnTo>
                <a:lnTo>
                  <a:pt x="50768" y="559087"/>
                </a:lnTo>
                <a:lnTo>
                  <a:pt x="54674" y="559087"/>
                </a:lnTo>
                <a:lnTo>
                  <a:pt x="58579" y="559087"/>
                </a:lnTo>
                <a:lnTo>
                  <a:pt x="62484" y="559087"/>
                </a:lnTo>
                <a:lnTo>
                  <a:pt x="66389" y="559087"/>
                </a:lnTo>
                <a:lnTo>
                  <a:pt x="70294" y="559087"/>
                </a:lnTo>
                <a:lnTo>
                  <a:pt x="74200" y="559087"/>
                </a:lnTo>
                <a:lnTo>
                  <a:pt x="78105" y="559087"/>
                </a:lnTo>
                <a:lnTo>
                  <a:pt x="82010" y="559087"/>
                </a:lnTo>
                <a:lnTo>
                  <a:pt x="85915" y="559087"/>
                </a:lnTo>
                <a:lnTo>
                  <a:pt x="89821" y="559087"/>
                </a:lnTo>
                <a:lnTo>
                  <a:pt x="93726" y="559087"/>
                </a:lnTo>
                <a:lnTo>
                  <a:pt x="97631" y="559087"/>
                </a:lnTo>
                <a:lnTo>
                  <a:pt x="101536" y="559087"/>
                </a:lnTo>
                <a:lnTo>
                  <a:pt x="105442" y="559087"/>
                </a:lnTo>
                <a:lnTo>
                  <a:pt x="109347" y="559087"/>
                </a:lnTo>
                <a:lnTo>
                  <a:pt x="113252" y="559087"/>
                </a:lnTo>
                <a:lnTo>
                  <a:pt x="117157" y="559087"/>
                </a:lnTo>
                <a:lnTo>
                  <a:pt x="121063" y="559087"/>
                </a:lnTo>
                <a:lnTo>
                  <a:pt x="124968" y="559087"/>
                </a:lnTo>
                <a:lnTo>
                  <a:pt x="128873" y="559087"/>
                </a:lnTo>
                <a:lnTo>
                  <a:pt x="132779" y="559087"/>
                </a:lnTo>
                <a:lnTo>
                  <a:pt x="136684" y="559087"/>
                </a:lnTo>
                <a:lnTo>
                  <a:pt x="140589" y="559087"/>
                </a:lnTo>
                <a:lnTo>
                  <a:pt x="144494" y="559087"/>
                </a:lnTo>
                <a:lnTo>
                  <a:pt x="148400" y="559087"/>
                </a:lnTo>
                <a:lnTo>
                  <a:pt x="152305" y="559087"/>
                </a:lnTo>
                <a:lnTo>
                  <a:pt x="156210" y="559087"/>
                </a:lnTo>
                <a:lnTo>
                  <a:pt x="160115" y="559087"/>
                </a:lnTo>
                <a:lnTo>
                  <a:pt x="164021" y="559087"/>
                </a:lnTo>
                <a:lnTo>
                  <a:pt x="167926" y="559087"/>
                </a:lnTo>
                <a:lnTo>
                  <a:pt x="171831" y="559087"/>
                </a:lnTo>
                <a:lnTo>
                  <a:pt x="175736" y="559087"/>
                </a:lnTo>
                <a:lnTo>
                  <a:pt x="179642" y="559087"/>
                </a:lnTo>
                <a:lnTo>
                  <a:pt x="183547" y="559087"/>
                </a:lnTo>
                <a:lnTo>
                  <a:pt x="187452" y="559087"/>
                </a:lnTo>
                <a:lnTo>
                  <a:pt x="191357" y="559087"/>
                </a:lnTo>
                <a:lnTo>
                  <a:pt x="195263" y="559087"/>
                </a:lnTo>
                <a:lnTo>
                  <a:pt x="199168" y="559087"/>
                </a:lnTo>
                <a:lnTo>
                  <a:pt x="203073" y="559087"/>
                </a:lnTo>
                <a:lnTo>
                  <a:pt x="206978" y="559087"/>
                </a:lnTo>
                <a:lnTo>
                  <a:pt x="210883" y="559087"/>
                </a:lnTo>
                <a:lnTo>
                  <a:pt x="214789" y="559087"/>
                </a:lnTo>
                <a:lnTo>
                  <a:pt x="218694" y="559087"/>
                </a:lnTo>
                <a:lnTo>
                  <a:pt x="222599" y="559087"/>
                </a:lnTo>
                <a:lnTo>
                  <a:pt x="226504" y="559087"/>
                </a:lnTo>
                <a:lnTo>
                  <a:pt x="230410" y="559087"/>
                </a:lnTo>
                <a:lnTo>
                  <a:pt x="234315" y="559087"/>
                </a:lnTo>
                <a:lnTo>
                  <a:pt x="238220" y="559087"/>
                </a:lnTo>
                <a:lnTo>
                  <a:pt x="242125" y="559087"/>
                </a:lnTo>
                <a:lnTo>
                  <a:pt x="246031" y="559087"/>
                </a:lnTo>
                <a:lnTo>
                  <a:pt x="249936" y="559087"/>
                </a:lnTo>
                <a:lnTo>
                  <a:pt x="253841" y="559087"/>
                </a:lnTo>
                <a:lnTo>
                  <a:pt x="257746" y="559087"/>
                </a:lnTo>
                <a:lnTo>
                  <a:pt x="261652" y="559087"/>
                </a:lnTo>
                <a:lnTo>
                  <a:pt x="265557" y="559087"/>
                </a:lnTo>
                <a:lnTo>
                  <a:pt x="269462" y="559087"/>
                </a:lnTo>
                <a:lnTo>
                  <a:pt x="273368" y="559087"/>
                </a:lnTo>
                <a:lnTo>
                  <a:pt x="277273" y="559087"/>
                </a:lnTo>
                <a:lnTo>
                  <a:pt x="281178" y="559087"/>
                </a:lnTo>
                <a:lnTo>
                  <a:pt x="285083" y="559087"/>
                </a:lnTo>
                <a:lnTo>
                  <a:pt x="288989" y="559087"/>
                </a:lnTo>
                <a:lnTo>
                  <a:pt x="292894" y="559087"/>
                </a:lnTo>
                <a:lnTo>
                  <a:pt x="296799" y="559087"/>
                </a:lnTo>
                <a:lnTo>
                  <a:pt x="300704" y="559087"/>
                </a:lnTo>
                <a:lnTo>
                  <a:pt x="304610" y="559087"/>
                </a:lnTo>
                <a:lnTo>
                  <a:pt x="308515" y="559087"/>
                </a:lnTo>
                <a:lnTo>
                  <a:pt x="312420" y="559087"/>
                </a:lnTo>
                <a:lnTo>
                  <a:pt x="316325" y="559087"/>
                </a:lnTo>
                <a:lnTo>
                  <a:pt x="320231" y="559087"/>
                </a:lnTo>
                <a:lnTo>
                  <a:pt x="324136" y="559087"/>
                </a:lnTo>
                <a:lnTo>
                  <a:pt x="328041" y="559087"/>
                </a:lnTo>
                <a:lnTo>
                  <a:pt x="331946" y="559087"/>
                </a:lnTo>
                <a:lnTo>
                  <a:pt x="335851" y="559087"/>
                </a:lnTo>
                <a:lnTo>
                  <a:pt x="339757" y="559087"/>
                </a:lnTo>
                <a:lnTo>
                  <a:pt x="343662" y="559087"/>
                </a:lnTo>
                <a:lnTo>
                  <a:pt x="347567" y="559087"/>
                </a:lnTo>
                <a:lnTo>
                  <a:pt x="351472" y="559087"/>
                </a:lnTo>
                <a:lnTo>
                  <a:pt x="355378" y="559087"/>
                </a:lnTo>
                <a:lnTo>
                  <a:pt x="359283" y="559087"/>
                </a:lnTo>
                <a:lnTo>
                  <a:pt x="363188" y="559087"/>
                </a:lnTo>
                <a:lnTo>
                  <a:pt x="367093" y="559087"/>
                </a:lnTo>
                <a:lnTo>
                  <a:pt x="370999" y="559087"/>
                </a:lnTo>
                <a:lnTo>
                  <a:pt x="374904" y="559087"/>
                </a:lnTo>
                <a:lnTo>
                  <a:pt x="378809" y="559087"/>
                </a:lnTo>
                <a:lnTo>
                  <a:pt x="382715" y="559087"/>
                </a:lnTo>
                <a:lnTo>
                  <a:pt x="386620" y="559087"/>
                </a:lnTo>
                <a:lnTo>
                  <a:pt x="390525" y="559087"/>
                </a:lnTo>
                <a:lnTo>
                  <a:pt x="394430" y="559087"/>
                </a:lnTo>
                <a:lnTo>
                  <a:pt x="398335" y="559087"/>
                </a:lnTo>
                <a:lnTo>
                  <a:pt x="402241" y="559087"/>
                </a:lnTo>
                <a:lnTo>
                  <a:pt x="406146" y="559087"/>
                </a:lnTo>
                <a:lnTo>
                  <a:pt x="410051" y="559087"/>
                </a:lnTo>
                <a:lnTo>
                  <a:pt x="413957" y="559087"/>
                </a:lnTo>
                <a:lnTo>
                  <a:pt x="417862" y="559087"/>
                </a:lnTo>
                <a:lnTo>
                  <a:pt x="421767" y="559087"/>
                </a:lnTo>
                <a:lnTo>
                  <a:pt x="425672" y="559087"/>
                </a:lnTo>
                <a:lnTo>
                  <a:pt x="429578" y="559087"/>
                </a:lnTo>
                <a:lnTo>
                  <a:pt x="433483" y="559087"/>
                </a:lnTo>
                <a:lnTo>
                  <a:pt x="437388" y="559087"/>
                </a:lnTo>
                <a:lnTo>
                  <a:pt x="441293" y="559087"/>
                </a:lnTo>
                <a:lnTo>
                  <a:pt x="445199" y="559087"/>
                </a:lnTo>
                <a:lnTo>
                  <a:pt x="449104" y="559087"/>
                </a:lnTo>
                <a:lnTo>
                  <a:pt x="453009" y="559087"/>
                </a:lnTo>
                <a:lnTo>
                  <a:pt x="456914" y="559087"/>
                </a:lnTo>
                <a:lnTo>
                  <a:pt x="460819" y="559087"/>
                </a:lnTo>
                <a:lnTo>
                  <a:pt x="464725" y="559087"/>
                </a:lnTo>
                <a:lnTo>
                  <a:pt x="468630" y="559087"/>
                </a:lnTo>
                <a:lnTo>
                  <a:pt x="472535" y="558941"/>
                </a:lnTo>
                <a:lnTo>
                  <a:pt x="476440" y="557545"/>
                </a:lnTo>
                <a:lnTo>
                  <a:pt x="480346" y="556149"/>
                </a:lnTo>
                <a:lnTo>
                  <a:pt x="484251" y="554753"/>
                </a:lnTo>
                <a:lnTo>
                  <a:pt x="488156" y="553357"/>
                </a:lnTo>
                <a:lnTo>
                  <a:pt x="492061" y="551961"/>
                </a:lnTo>
                <a:lnTo>
                  <a:pt x="495967" y="550565"/>
                </a:lnTo>
                <a:lnTo>
                  <a:pt x="499872" y="549169"/>
                </a:lnTo>
                <a:lnTo>
                  <a:pt x="503777" y="547773"/>
                </a:lnTo>
                <a:lnTo>
                  <a:pt x="507682" y="546377"/>
                </a:lnTo>
                <a:lnTo>
                  <a:pt x="511588" y="544981"/>
                </a:lnTo>
                <a:lnTo>
                  <a:pt x="515493" y="543585"/>
                </a:lnTo>
                <a:lnTo>
                  <a:pt x="519398" y="542189"/>
                </a:lnTo>
                <a:lnTo>
                  <a:pt x="523304" y="540793"/>
                </a:lnTo>
                <a:lnTo>
                  <a:pt x="527209" y="539397"/>
                </a:lnTo>
                <a:lnTo>
                  <a:pt x="531114" y="538001"/>
                </a:lnTo>
                <a:lnTo>
                  <a:pt x="535019" y="536605"/>
                </a:lnTo>
                <a:lnTo>
                  <a:pt x="538925" y="535209"/>
                </a:lnTo>
                <a:lnTo>
                  <a:pt x="542830" y="533813"/>
                </a:lnTo>
                <a:lnTo>
                  <a:pt x="546735" y="532417"/>
                </a:lnTo>
                <a:lnTo>
                  <a:pt x="550640" y="531021"/>
                </a:lnTo>
                <a:lnTo>
                  <a:pt x="554546" y="529625"/>
                </a:lnTo>
                <a:lnTo>
                  <a:pt x="558451" y="528229"/>
                </a:lnTo>
                <a:lnTo>
                  <a:pt x="562356" y="526833"/>
                </a:lnTo>
                <a:lnTo>
                  <a:pt x="566261" y="525437"/>
                </a:lnTo>
                <a:lnTo>
                  <a:pt x="570167" y="524041"/>
                </a:lnTo>
                <a:lnTo>
                  <a:pt x="574072" y="522645"/>
                </a:lnTo>
                <a:lnTo>
                  <a:pt x="577977" y="521249"/>
                </a:lnTo>
                <a:lnTo>
                  <a:pt x="581882" y="519853"/>
                </a:lnTo>
                <a:lnTo>
                  <a:pt x="585788" y="518457"/>
                </a:lnTo>
                <a:lnTo>
                  <a:pt x="589693" y="517061"/>
                </a:lnTo>
                <a:lnTo>
                  <a:pt x="593598" y="515665"/>
                </a:lnTo>
                <a:lnTo>
                  <a:pt x="597503" y="514269"/>
                </a:lnTo>
                <a:lnTo>
                  <a:pt x="601408" y="512873"/>
                </a:lnTo>
                <a:lnTo>
                  <a:pt x="605314" y="511477"/>
                </a:lnTo>
                <a:lnTo>
                  <a:pt x="609219" y="510081"/>
                </a:lnTo>
                <a:lnTo>
                  <a:pt x="613124" y="508685"/>
                </a:lnTo>
                <a:lnTo>
                  <a:pt x="617029" y="507289"/>
                </a:lnTo>
                <a:lnTo>
                  <a:pt x="620935" y="505893"/>
                </a:lnTo>
                <a:lnTo>
                  <a:pt x="624840" y="504497"/>
                </a:lnTo>
                <a:lnTo>
                  <a:pt x="628745" y="503101"/>
                </a:lnTo>
                <a:lnTo>
                  <a:pt x="632650" y="501705"/>
                </a:lnTo>
                <a:lnTo>
                  <a:pt x="636556" y="500309"/>
                </a:lnTo>
                <a:lnTo>
                  <a:pt x="640461" y="498913"/>
                </a:lnTo>
                <a:lnTo>
                  <a:pt x="644366" y="497517"/>
                </a:lnTo>
                <a:lnTo>
                  <a:pt x="648271" y="496121"/>
                </a:lnTo>
                <a:lnTo>
                  <a:pt x="652177" y="494725"/>
                </a:lnTo>
                <a:lnTo>
                  <a:pt x="656082" y="493329"/>
                </a:lnTo>
                <a:lnTo>
                  <a:pt x="659987" y="491933"/>
                </a:lnTo>
                <a:lnTo>
                  <a:pt x="663893" y="490537"/>
                </a:lnTo>
                <a:lnTo>
                  <a:pt x="667798" y="489141"/>
                </a:lnTo>
                <a:lnTo>
                  <a:pt x="671703" y="487745"/>
                </a:lnTo>
                <a:lnTo>
                  <a:pt x="675608" y="486349"/>
                </a:lnTo>
                <a:lnTo>
                  <a:pt x="679514" y="484953"/>
                </a:lnTo>
                <a:lnTo>
                  <a:pt x="683419" y="483557"/>
                </a:lnTo>
                <a:lnTo>
                  <a:pt x="687324" y="482161"/>
                </a:lnTo>
                <a:lnTo>
                  <a:pt x="691229" y="480765"/>
                </a:lnTo>
                <a:lnTo>
                  <a:pt x="695135" y="479369"/>
                </a:lnTo>
                <a:lnTo>
                  <a:pt x="699040" y="477973"/>
                </a:lnTo>
                <a:lnTo>
                  <a:pt x="702945" y="476577"/>
                </a:lnTo>
                <a:lnTo>
                  <a:pt x="706850" y="475181"/>
                </a:lnTo>
                <a:lnTo>
                  <a:pt x="710756" y="473785"/>
                </a:lnTo>
                <a:lnTo>
                  <a:pt x="714661" y="472389"/>
                </a:lnTo>
                <a:lnTo>
                  <a:pt x="718566" y="470993"/>
                </a:lnTo>
                <a:lnTo>
                  <a:pt x="722471" y="469597"/>
                </a:lnTo>
                <a:lnTo>
                  <a:pt x="726376" y="468201"/>
                </a:lnTo>
                <a:lnTo>
                  <a:pt x="730282" y="466805"/>
                </a:lnTo>
                <a:lnTo>
                  <a:pt x="734187" y="465408"/>
                </a:lnTo>
                <a:lnTo>
                  <a:pt x="738092" y="464012"/>
                </a:lnTo>
                <a:lnTo>
                  <a:pt x="741997" y="462616"/>
                </a:lnTo>
                <a:lnTo>
                  <a:pt x="745903" y="461220"/>
                </a:lnTo>
                <a:lnTo>
                  <a:pt x="749808" y="459824"/>
                </a:lnTo>
                <a:lnTo>
                  <a:pt x="753713" y="458428"/>
                </a:lnTo>
                <a:lnTo>
                  <a:pt x="757618" y="457032"/>
                </a:lnTo>
                <a:lnTo>
                  <a:pt x="761524" y="455636"/>
                </a:lnTo>
                <a:lnTo>
                  <a:pt x="765429" y="454240"/>
                </a:lnTo>
                <a:lnTo>
                  <a:pt x="769334" y="452844"/>
                </a:lnTo>
                <a:lnTo>
                  <a:pt x="773240" y="451448"/>
                </a:lnTo>
                <a:lnTo>
                  <a:pt x="777145" y="450052"/>
                </a:lnTo>
                <a:lnTo>
                  <a:pt x="781050" y="448656"/>
                </a:lnTo>
                <a:lnTo>
                  <a:pt x="784955" y="447260"/>
                </a:lnTo>
                <a:lnTo>
                  <a:pt x="788861" y="445864"/>
                </a:lnTo>
                <a:lnTo>
                  <a:pt x="792766" y="444468"/>
                </a:lnTo>
                <a:lnTo>
                  <a:pt x="796671" y="443072"/>
                </a:lnTo>
                <a:lnTo>
                  <a:pt x="800576" y="441676"/>
                </a:lnTo>
                <a:lnTo>
                  <a:pt x="804482" y="440280"/>
                </a:lnTo>
                <a:lnTo>
                  <a:pt x="808387" y="438884"/>
                </a:lnTo>
                <a:lnTo>
                  <a:pt x="812292" y="437488"/>
                </a:lnTo>
                <a:lnTo>
                  <a:pt x="816197" y="436092"/>
                </a:lnTo>
                <a:lnTo>
                  <a:pt x="820103" y="434696"/>
                </a:lnTo>
                <a:lnTo>
                  <a:pt x="824008" y="43447"/>
                </a:lnTo>
                <a:lnTo>
                  <a:pt x="827913" y="43104"/>
                </a:lnTo>
                <a:lnTo>
                  <a:pt x="831818" y="42759"/>
                </a:lnTo>
                <a:lnTo>
                  <a:pt x="835724" y="42409"/>
                </a:lnTo>
                <a:lnTo>
                  <a:pt x="839629" y="42056"/>
                </a:lnTo>
                <a:lnTo>
                  <a:pt x="843534" y="41700"/>
                </a:lnTo>
                <a:lnTo>
                  <a:pt x="847439" y="41340"/>
                </a:lnTo>
                <a:lnTo>
                  <a:pt x="851345" y="40976"/>
                </a:lnTo>
                <a:lnTo>
                  <a:pt x="855250" y="40609"/>
                </a:lnTo>
                <a:lnTo>
                  <a:pt x="859155" y="40239"/>
                </a:lnTo>
                <a:lnTo>
                  <a:pt x="863060" y="39865"/>
                </a:lnTo>
                <a:lnTo>
                  <a:pt x="866965" y="39487"/>
                </a:lnTo>
                <a:lnTo>
                  <a:pt x="870871" y="39106"/>
                </a:lnTo>
                <a:lnTo>
                  <a:pt x="874776" y="38722"/>
                </a:lnTo>
                <a:lnTo>
                  <a:pt x="878681" y="38334"/>
                </a:lnTo>
                <a:lnTo>
                  <a:pt x="882586" y="37943"/>
                </a:lnTo>
                <a:lnTo>
                  <a:pt x="886492" y="37548"/>
                </a:lnTo>
                <a:lnTo>
                  <a:pt x="890397" y="37150"/>
                </a:lnTo>
                <a:lnTo>
                  <a:pt x="894302" y="36748"/>
                </a:lnTo>
                <a:lnTo>
                  <a:pt x="898207" y="36343"/>
                </a:lnTo>
                <a:lnTo>
                  <a:pt x="902113" y="35935"/>
                </a:lnTo>
                <a:lnTo>
                  <a:pt x="906018" y="35523"/>
                </a:lnTo>
                <a:lnTo>
                  <a:pt x="909923" y="35108"/>
                </a:lnTo>
                <a:lnTo>
                  <a:pt x="913829" y="34689"/>
                </a:lnTo>
                <a:lnTo>
                  <a:pt x="917734" y="34267"/>
                </a:lnTo>
                <a:lnTo>
                  <a:pt x="921639" y="33841"/>
                </a:lnTo>
                <a:lnTo>
                  <a:pt x="925544" y="33413"/>
                </a:lnTo>
                <a:lnTo>
                  <a:pt x="929450" y="32981"/>
                </a:lnTo>
                <a:lnTo>
                  <a:pt x="933355" y="32545"/>
                </a:lnTo>
                <a:lnTo>
                  <a:pt x="937260" y="32106"/>
                </a:lnTo>
                <a:lnTo>
                  <a:pt x="941165" y="31664"/>
                </a:lnTo>
                <a:lnTo>
                  <a:pt x="945071" y="31219"/>
                </a:lnTo>
                <a:lnTo>
                  <a:pt x="948976" y="30770"/>
                </a:lnTo>
                <a:lnTo>
                  <a:pt x="952881" y="30318"/>
                </a:lnTo>
                <a:lnTo>
                  <a:pt x="956786" y="29863"/>
                </a:lnTo>
                <a:lnTo>
                  <a:pt x="960692" y="29404"/>
                </a:lnTo>
                <a:lnTo>
                  <a:pt x="964597" y="28942"/>
                </a:lnTo>
                <a:lnTo>
                  <a:pt x="968502" y="28477"/>
                </a:lnTo>
                <a:lnTo>
                  <a:pt x="972407" y="28008"/>
                </a:lnTo>
                <a:lnTo>
                  <a:pt x="976313" y="27537"/>
                </a:lnTo>
                <a:lnTo>
                  <a:pt x="980218" y="27062"/>
                </a:lnTo>
                <a:lnTo>
                  <a:pt x="984123" y="26583"/>
                </a:lnTo>
                <a:lnTo>
                  <a:pt x="988028" y="26102"/>
                </a:lnTo>
                <a:lnTo>
                  <a:pt x="991933" y="25617"/>
                </a:lnTo>
                <a:lnTo>
                  <a:pt x="995839" y="25130"/>
                </a:lnTo>
                <a:lnTo>
                  <a:pt x="999744" y="24638"/>
                </a:lnTo>
                <a:lnTo>
                  <a:pt x="1003649" y="24144"/>
                </a:lnTo>
                <a:lnTo>
                  <a:pt x="1007554" y="23647"/>
                </a:lnTo>
                <a:lnTo>
                  <a:pt x="1011460" y="23146"/>
                </a:lnTo>
                <a:lnTo>
                  <a:pt x="1015365" y="22642"/>
                </a:lnTo>
                <a:lnTo>
                  <a:pt x="1019270" y="22136"/>
                </a:lnTo>
                <a:lnTo>
                  <a:pt x="1023176" y="21625"/>
                </a:lnTo>
                <a:lnTo>
                  <a:pt x="1027081" y="21112"/>
                </a:lnTo>
                <a:lnTo>
                  <a:pt x="1030986" y="20596"/>
                </a:lnTo>
                <a:lnTo>
                  <a:pt x="1034891" y="20076"/>
                </a:lnTo>
                <a:lnTo>
                  <a:pt x="1038796" y="19554"/>
                </a:lnTo>
                <a:lnTo>
                  <a:pt x="1042702" y="19028"/>
                </a:lnTo>
                <a:lnTo>
                  <a:pt x="1046607" y="18499"/>
                </a:lnTo>
                <a:lnTo>
                  <a:pt x="1050512" y="17968"/>
                </a:lnTo>
                <a:lnTo>
                  <a:pt x="1054418" y="17433"/>
                </a:lnTo>
                <a:lnTo>
                  <a:pt x="1058323" y="16895"/>
                </a:lnTo>
                <a:lnTo>
                  <a:pt x="1062228" y="16354"/>
                </a:lnTo>
                <a:lnTo>
                  <a:pt x="1066133" y="15809"/>
                </a:lnTo>
                <a:lnTo>
                  <a:pt x="1070039" y="15262"/>
                </a:lnTo>
                <a:lnTo>
                  <a:pt x="1073944" y="14712"/>
                </a:lnTo>
                <a:lnTo>
                  <a:pt x="1077849" y="14159"/>
                </a:lnTo>
                <a:lnTo>
                  <a:pt x="1081754" y="13603"/>
                </a:lnTo>
                <a:lnTo>
                  <a:pt x="1085660" y="13044"/>
                </a:lnTo>
                <a:lnTo>
                  <a:pt x="1089565" y="12481"/>
                </a:lnTo>
                <a:lnTo>
                  <a:pt x="1093470" y="11916"/>
                </a:lnTo>
                <a:lnTo>
                  <a:pt x="1097375" y="11348"/>
                </a:lnTo>
                <a:lnTo>
                  <a:pt x="1101281" y="10777"/>
                </a:lnTo>
                <a:lnTo>
                  <a:pt x="1105186" y="10203"/>
                </a:lnTo>
                <a:lnTo>
                  <a:pt x="1109091" y="9626"/>
                </a:lnTo>
                <a:lnTo>
                  <a:pt x="1112996" y="9046"/>
                </a:lnTo>
                <a:lnTo>
                  <a:pt x="1116902" y="8463"/>
                </a:lnTo>
                <a:lnTo>
                  <a:pt x="1120807" y="7877"/>
                </a:lnTo>
                <a:lnTo>
                  <a:pt x="1124712" y="7288"/>
                </a:lnTo>
                <a:lnTo>
                  <a:pt x="1128617" y="6697"/>
                </a:lnTo>
                <a:lnTo>
                  <a:pt x="1132522" y="6102"/>
                </a:lnTo>
                <a:lnTo>
                  <a:pt x="1136428" y="5505"/>
                </a:lnTo>
                <a:lnTo>
                  <a:pt x="1140333" y="4904"/>
                </a:lnTo>
                <a:lnTo>
                  <a:pt x="1144238" y="4301"/>
                </a:lnTo>
                <a:lnTo>
                  <a:pt x="1148143" y="3695"/>
                </a:lnTo>
                <a:lnTo>
                  <a:pt x="1152049" y="3087"/>
                </a:lnTo>
                <a:lnTo>
                  <a:pt x="1155954" y="2475"/>
                </a:lnTo>
                <a:lnTo>
                  <a:pt x="1159859" y="1860"/>
                </a:lnTo>
                <a:lnTo>
                  <a:pt x="1163765" y="1243"/>
                </a:lnTo>
                <a:lnTo>
                  <a:pt x="1167670" y="623"/>
                </a:lnTo>
                <a:lnTo>
                  <a:pt x="1171575" y="0"/>
                </a:lnTo>
                <a:lnTo>
                  <a:pt x="1175480" y="623"/>
                </a:lnTo>
                <a:lnTo>
                  <a:pt x="1179386" y="1243"/>
                </a:lnTo>
                <a:lnTo>
                  <a:pt x="1183291" y="1860"/>
                </a:lnTo>
                <a:lnTo>
                  <a:pt x="1187196" y="2475"/>
                </a:lnTo>
                <a:lnTo>
                  <a:pt x="1191101" y="3087"/>
                </a:lnTo>
                <a:lnTo>
                  <a:pt x="1195007" y="3695"/>
                </a:lnTo>
                <a:lnTo>
                  <a:pt x="1198912" y="4301"/>
                </a:lnTo>
                <a:lnTo>
                  <a:pt x="1202817" y="4904"/>
                </a:lnTo>
                <a:lnTo>
                  <a:pt x="1206722" y="5505"/>
                </a:lnTo>
                <a:lnTo>
                  <a:pt x="1210628" y="6102"/>
                </a:lnTo>
                <a:lnTo>
                  <a:pt x="1214533" y="6697"/>
                </a:lnTo>
                <a:lnTo>
                  <a:pt x="1218438" y="7288"/>
                </a:lnTo>
                <a:lnTo>
                  <a:pt x="1222343" y="7877"/>
                </a:lnTo>
                <a:lnTo>
                  <a:pt x="1226249" y="8463"/>
                </a:lnTo>
                <a:lnTo>
                  <a:pt x="1230154" y="9046"/>
                </a:lnTo>
                <a:lnTo>
                  <a:pt x="1234059" y="9626"/>
                </a:lnTo>
                <a:lnTo>
                  <a:pt x="1237964" y="10203"/>
                </a:lnTo>
                <a:lnTo>
                  <a:pt x="1241870" y="10777"/>
                </a:lnTo>
                <a:lnTo>
                  <a:pt x="1245775" y="11348"/>
                </a:lnTo>
                <a:lnTo>
                  <a:pt x="1249680" y="11916"/>
                </a:lnTo>
                <a:lnTo>
                  <a:pt x="1253585" y="12481"/>
                </a:lnTo>
                <a:lnTo>
                  <a:pt x="1257490" y="13044"/>
                </a:lnTo>
                <a:lnTo>
                  <a:pt x="1261396" y="13603"/>
                </a:lnTo>
                <a:lnTo>
                  <a:pt x="1265301" y="14159"/>
                </a:lnTo>
                <a:lnTo>
                  <a:pt x="1269206" y="14712"/>
                </a:lnTo>
                <a:lnTo>
                  <a:pt x="1273112" y="15262"/>
                </a:lnTo>
                <a:lnTo>
                  <a:pt x="1277017" y="15809"/>
                </a:lnTo>
                <a:lnTo>
                  <a:pt x="1280922" y="16354"/>
                </a:lnTo>
                <a:lnTo>
                  <a:pt x="1284827" y="16895"/>
                </a:lnTo>
                <a:lnTo>
                  <a:pt x="1288732" y="17433"/>
                </a:lnTo>
                <a:lnTo>
                  <a:pt x="1292638" y="17968"/>
                </a:lnTo>
                <a:lnTo>
                  <a:pt x="1296543" y="18499"/>
                </a:lnTo>
                <a:lnTo>
                  <a:pt x="1300448" y="19028"/>
                </a:lnTo>
                <a:lnTo>
                  <a:pt x="1304354" y="19554"/>
                </a:lnTo>
                <a:lnTo>
                  <a:pt x="1308259" y="20076"/>
                </a:lnTo>
                <a:lnTo>
                  <a:pt x="1312164" y="20596"/>
                </a:lnTo>
                <a:lnTo>
                  <a:pt x="1316069" y="21112"/>
                </a:lnTo>
                <a:lnTo>
                  <a:pt x="1319975" y="21625"/>
                </a:lnTo>
                <a:lnTo>
                  <a:pt x="1323880" y="22136"/>
                </a:lnTo>
                <a:lnTo>
                  <a:pt x="1327785" y="22642"/>
                </a:lnTo>
                <a:lnTo>
                  <a:pt x="1331690" y="23146"/>
                </a:lnTo>
                <a:lnTo>
                  <a:pt x="1335596" y="23647"/>
                </a:lnTo>
                <a:lnTo>
                  <a:pt x="1339501" y="24144"/>
                </a:lnTo>
                <a:lnTo>
                  <a:pt x="1343406" y="24638"/>
                </a:lnTo>
                <a:lnTo>
                  <a:pt x="1347311" y="25130"/>
                </a:lnTo>
                <a:lnTo>
                  <a:pt x="1351217" y="25617"/>
                </a:lnTo>
                <a:lnTo>
                  <a:pt x="1355122" y="26102"/>
                </a:lnTo>
                <a:lnTo>
                  <a:pt x="1359027" y="26583"/>
                </a:lnTo>
                <a:lnTo>
                  <a:pt x="1362932" y="27062"/>
                </a:lnTo>
                <a:lnTo>
                  <a:pt x="1366838" y="27537"/>
                </a:lnTo>
                <a:lnTo>
                  <a:pt x="1370743" y="28008"/>
                </a:lnTo>
                <a:lnTo>
                  <a:pt x="1374648" y="28477"/>
                </a:lnTo>
                <a:lnTo>
                  <a:pt x="1378553" y="28942"/>
                </a:lnTo>
                <a:lnTo>
                  <a:pt x="1382458" y="29404"/>
                </a:lnTo>
                <a:lnTo>
                  <a:pt x="1386364" y="29863"/>
                </a:lnTo>
                <a:lnTo>
                  <a:pt x="1390269" y="30318"/>
                </a:lnTo>
                <a:lnTo>
                  <a:pt x="1394174" y="30770"/>
                </a:lnTo>
                <a:lnTo>
                  <a:pt x="1398079" y="31219"/>
                </a:lnTo>
                <a:lnTo>
                  <a:pt x="1401985" y="31664"/>
                </a:lnTo>
                <a:lnTo>
                  <a:pt x="1405890" y="32106"/>
                </a:lnTo>
                <a:lnTo>
                  <a:pt x="1409795" y="32545"/>
                </a:lnTo>
                <a:lnTo>
                  <a:pt x="1413701" y="32981"/>
                </a:lnTo>
                <a:lnTo>
                  <a:pt x="1417606" y="33413"/>
                </a:lnTo>
                <a:lnTo>
                  <a:pt x="1421511" y="33841"/>
                </a:lnTo>
                <a:lnTo>
                  <a:pt x="1425416" y="34267"/>
                </a:lnTo>
                <a:lnTo>
                  <a:pt x="1429322" y="34689"/>
                </a:lnTo>
                <a:lnTo>
                  <a:pt x="1433227" y="35108"/>
                </a:lnTo>
                <a:lnTo>
                  <a:pt x="1437132" y="35523"/>
                </a:lnTo>
                <a:lnTo>
                  <a:pt x="1441037" y="35935"/>
                </a:lnTo>
                <a:lnTo>
                  <a:pt x="1444943" y="36343"/>
                </a:lnTo>
                <a:lnTo>
                  <a:pt x="1448848" y="36748"/>
                </a:lnTo>
                <a:lnTo>
                  <a:pt x="1452753" y="37150"/>
                </a:lnTo>
                <a:lnTo>
                  <a:pt x="1456658" y="37548"/>
                </a:lnTo>
                <a:lnTo>
                  <a:pt x="1460564" y="37943"/>
                </a:lnTo>
                <a:lnTo>
                  <a:pt x="1464469" y="38334"/>
                </a:lnTo>
                <a:lnTo>
                  <a:pt x="1468374" y="38722"/>
                </a:lnTo>
                <a:lnTo>
                  <a:pt x="1472279" y="39106"/>
                </a:lnTo>
                <a:lnTo>
                  <a:pt x="1476185" y="39487"/>
                </a:lnTo>
                <a:lnTo>
                  <a:pt x="1480090" y="39865"/>
                </a:lnTo>
                <a:lnTo>
                  <a:pt x="1483995" y="40239"/>
                </a:lnTo>
                <a:lnTo>
                  <a:pt x="1487900" y="40609"/>
                </a:lnTo>
                <a:lnTo>
                  <a:pt x="1491806" y="40976"/>
                </a:lnTo>
                <a:lnTo>
                  <a:pt x="1495711" y="41340"/>
                </a:lnTo>
                <a:lnTo>
                  <a:pt x="1499616" y="41700"/>
                </a:lnTo>
                <a:lnTo>
                  <a:pt x="1503521" y="42056"/>
                </a:lnTo>
                <a:lnTo>
                  <a:pt x="1507427" y="42409"/>
                </a:lnTo>
                <a:lnTo>
                  <a:pt x="1511332" y="42759"/>
                </a:lnTo>
                <a:lnTo>
                  <a:pt x="1515237" y="43104"/>
                </a:lnTo>
                <a:lnTo>
                  <a:pt x="1519142" y="43447"/>
                </a:lnTo>
                <a:lnTo>
                  <a:pt x="1523047" y="434696"/>
                </a:lnTo>
                <a:lnTo>
                  <a:pt x="1526953" y="436092"/>
                </a:lnTo>
                <a:lnTo>
                  <a:pt x="1530858" y="437488"/>
                </a:lnTo>
                <a:lnTo>
                  <a:pt x="1534763" y="438884"/>
                </a:lnTo>
                <a:lnTo>
                  <a:pt x="1538668" y="440280"/>
                </a:lnTo>
                <a:lnTo>
                  <a:pt x="1542574" y="441676"/>
                </a:lnTo>
                <a:lnTo>
                  <a:pt x="1546479" y="443072"/>
                </a:lnTo>
                <a:lnTo>
                  <a:pt x="1550384" y="444468"/>
                </a:lnTo>
                <a:lnTo>
                  <a:pt x="1554289" y="445864"/>
                </a:lnTo>
                <a:lnTo>
                  <a:pt x="1558195" y="447260"/>
                </a:lnTo>
                <a:lnTo>
                  <a:pt x="1562100" y="448656"/>
                </a:lnTo>
                <a:lnTo>
                  <a:pt x="1566005" y="450052"/>
                </a:lnTo>
                <a:lnTo>
                  <a:pt x="1569910" y="451448"/>
                </a:lnTo>
                <a:lnTo>
                  <a:pt x="1573816" y="452844"/>
                </a:lnTo>
                <a:lnTo>
                  <a:pt x="1577721" y="454240"/>
                </a:lnTo>
                <a:lnTo>
                  <a:pt x="1581626" y="455636"/>
                </a:lnTo>
                <a:lnTo>
                  <a:pt x="1585532" y="457032"/>
                </a:lnTo>
                <a:lnTo>
                  <a:pt x="1589437" y="458428"/>
                </a:lnTo>
                <a:lnTo>
                  <a:pt x="1593342" y="459824"/>
                </a:lnTo>
                <a:lnTo>
                  <a:pt x="1597247" y="461220"/>
                </a:lnTo>
                <a:lnTo>
                  <a:pt x="1601152" y="462616"/>
                </a:lnTo>
                <a:lnTo>
                  <a:pt x="1605058" y="464012"/>
                </a:lnTo>
                <a:lnTo>
                  <a:pt x="1608963" y="465408"/>
                </a:lnTo>
                <a:lnTo>
                  <a:pt x="1612868" y="466805"/>
                </a:lnTo>
                <a:lnTo>
                  <a:pt x="1616774" y="468201"/>
                </a:lnTo>
                <a:lnTo>
                  <a:pt x="1620679" y="469597"/>
                </a:lnTo>
                <a:lnTo>
                  <a:pt x="1624584" y="470993"/>
                </a:lnTo>
                <a:lnTo>
                  <a:pt x="1628489" y="472389"/>
                </a:lnTo>
                <a:lnTo>
                  <a:pt x="1632395" y="473785"/>
                </a:lnTo>
                <a:lnTo>
                  <a:pt x="1636300" y="475181"/>
                </a:lnTo>
                <a:lnTo>
                  <a:pt x="1640205" y="476577"/>
                </a:lnTo>
                <a:lnTo>
                  <a:pt x="1644110" y="477973"/>
                </a:lnTo>
                <a:lnTo>
                  <a:pt x="1648015" y="479369"/>
                </a:lnTo>
                <a:lnTo>
                  <a:pt x="1651921" y="480765"/>
                </a:lnTo>
                <a:lnTo>
                  <a:pt x="1655826" y="482161"/>
                </a:lnTo>
                <a:lnTo>
                  <a:pt x="1659731" y="483557"/>
                </a:lnTo>
                <a:lnTo>
                  <a:pt x="1663637" y="484953"/>
                </a:lnTo>
                <a:lnTo>
                  <a:pt x="1667542" y="486349"/>
                </a:lnTo>
                <a:lnTo>
                  <a:pt x="1671447" y="487745"/>
                </a:lnTo>
                <a:lnTo>
                  <a:pt x="1675352" y="489141"/>
                </a:lnTo>
                <a:lnTo>
                  <a:pt x="1679257" y="490537"/>
                </a:lnTo>
                <a:lnTo>
                  <a:pt x="1683163" y="491933"/>
                </a:lnTo>
                <a:lnTo>
                  <a:pt x="1687068" y="493329"/>
                </a:lnTo>
                <a:lnTo>
                  <a:pt x="1690973" y="494725"/>
                </a:lnTo>
                <a:lnTo>
                  <a:pt x="1694879" y="496121"/>
                </a:lnTo>
                <a:lnTo>
                  <a:pt x="1698784" y="497517"/>
                </a:lnTo>
                <a:lnTo>
                  <a:pt x="1702689" y="498913"/>
                </a:lnTo>
                <a:lnTo>
                  <a:pt x="1706594" y="500309"/>
                </a:lnTo>
                <a:lnTo>
                  <a:pt x="1710499" y="501705"/>
                </a:lnTo>
                <a:lnTo>
                  <a:pt x="1714405" y="503101"/>
                </a:lnTo>
                <a:lnTo>
                  <a:pt x="1718310" y="504497"/>
                </a:lnTo>
                <a:lnTo>
                  <a:pt x="1722215" y="505893"/>
                </a:lnTo>
                <a:lnTo>
                  <a:pt x="1726121" y="507289"/>
                </a:lnTo>
                <a:lnTo>
                  <a:pt x="1730026" y="508685"/>
                </a:lnTo>
                <a:lnTo>
                  <a:pt x="1733931" y="510081"/>
                </a:lnTo>
                <a:lnTo>
                  <a:pt x="1737836" y="511477"/>
                </a:lnTo>
                <a:lnTo>
                  <a:pt x="1741742" y="512873"/>
                </a:lnTo>
                <a:lnTo>
                  <a:pt x="1745647" y="514269"/>
                </a:lnTo>
                <a:lnTo>
                  <a:pt x="1749552" y="515665"/>
                </a:lnTo>
                <a:lnTo>
                  <a:pt x="1753457" y="517061"/>
                </a:lnTo>
                <a:lnTo>
                  <a:pt x="1757363" y="518457"/>
                </a:lnTo>
                <a:lnTo>
                  <a:pt x="1761268" y="519853"/>
                </a:lnTo>
                <a:lnTo>
                  <a:pt x="1765173" y="521249"/>
                </a:lnTo>
                <a:lnTo>
                  <a:pt x="1769078" y="522645"/>
                </a:lnTo>
                <a:lnTo>
                  <a:pt x="1772983" y="524041"/>
                </a:lnTo>
                <a:lnTo>
                  <a:pt x="1776889" y="525437"/>
                </a:lnTo>
                <a:lnTo>
                  <a:pt x="1780794" y="526833"/>
                </a:lnTo>
                <a:lnTo>
                  <a:pt x="1784699" y="528229"/>
                </a:lnTo>
                <a:lnTo>
                  <a:pt x="1788604" y="529625"/>
                </a:lnTo>
                <a:lnTo>
                  <a:pt x="1792510" y="531021"/>
                </a:lnTo>
                <a:lnTo>
                  <a:pt x="1796415" y="532417"/>
                </a:lnTo>
                <a:lnTo>
                  <a:pt x="1800320" y="533813"/>
                </a:lnTo>
                <a:lnTo>
                  <a:pt x="1804225" y="535209"/>
                </a:lnTo>
                <a:lnTo>
                  <a:pt x="1808131" y="536605"/>
                </a:lnTo>
                <a:lnTo>
                  <a:pt x="1812036" y="538001"/>
                </a:lnTo>
                <a:lnTo>
                  <a:pt x="1815941" y="539397"/>
                </a:lnTo>
                <a:lnTo>
                  <a:pt x="1819846" y="540793"/>
                </a:lnTo>
                <a:lnTo>
                  <a:pt x="1823752" y="542189"/>
                </a:lnTo>
                <a:lnTo>
                  <a:pt x="1827657" y="543585"/>
                </a:lnTo>
                <a:lnTo>
                  <a:pt x="1831562" y="544981"/>
                </a:lnTo>
                <a:lnTo>
                  <a:pt x="1835468" y="546377"/>
                </a:lnTo>
                <a:lnTo>
                  <a:pt x="1839373" y="547773"/>
                </a:lnTo>
                <a:lnTo>
                  <a:pt x="1843278" y="549169"/>
                </a:lnTo>
                <a:lnTo>
                  <a:pt x="1847183" y="550565"/>
                </a:lnTo>
                <a:lnTo>
                  <a:pt x="1851089" y="551961"/>
                </a:lnTo>
                <a:lnTo>
                  <a:pt x="1854994" y="553357"/>
                </a:lnTo>
                <a:lnTo>
                  <a:pt x="1858899" y="554753"/>
                </a:lnTo>
                <a:lnTo>
                  <a:pt x="1862804" y="556149"/>
                </a:lnTo>
                <a:lnTo>
                  <a:pt x="1866710" y="557545"/>
                </a:lnTo>
                <a:lnTo>
                  <a:pt x="1870615" y="558941"/>
                </a:lnTo>
                <a:lnTo>
                  <a:pt x="1874520" y="559087"/>
                </a:lnTo>
                <a:lnTo>
                  <a:pt x="1878425" y="559087"/>
                </a:lnTo>
                <a:lnTo>
                  <a:pt x="1882331" y="559087"/>
                </a:lnTo>
                <a:lnTo>
                  <a:pt x="1886236" y="559087"/>
                </a:lnTo>
                <a:lnTo>
                  <a:pt x="1890141" y="559087"/>
                </a:lnTo>
                <a:lnTo>
                  <a:pt x="1894046" y="559087"/>
                </a:lnTo>
                <a:lnTo>
                  <a:pt x="1897952" y="559087"/>
                </a:lnTo>
                <a:lnTo>
                  <a:pt x="1901857" y="559087"/>
                </a:lnTo>
                <a:lnTo>
                  <a:pt x="1905762" y="559087"/>
                </a:lnTo>
                <a:lnTo>
                  <a:pt x="1909667" y="559087"/>
                </a:lnTo>
                <a:lnTo>
                  <a:pt x="1913572" y="559087"/>
                </a:lnTo>
                <a:lnTo>
                  <a:pt x="1917478" y="559087"/>
                </a:lnTo>
                <a:lnTo>
                  <a:pt x="1921383" y="559087"/>
                </a:lnTo>
                <a:lnTo>
                  <a:pt x="1925288" y="559087"/>
                </a:lnTo>
                <a:lnTo>
                  <a:pt x="1929193" y="559087"/>
                </a:lnTo>
                <a:lnTo>
                  <a:pt x="1933099" y="559087"/>
                </a:lnTo>
                <a:lnTo>
                  <a:pt x="1937004" y="559087"/>
                </a:lnTo>
                <a:lnTo>
                  <a:pt x="1940909" y="559087"/>
                </a:lnTo>
                <a:lnTo>
                  <a:pt x="1944814" y="559087"/>
                </a:lnTo>
                <a:lnTo>
                  <a:pt x="1948720" y="559087"/>
                </a:lnTo>
                <a:lnTo>
                  <a:pt x="1952625" y="559087"/>
                </a:lnTo>
                <a:lnTo>
                  <a:pt x="1956530" y="559087"/>
                </a:lnTo>
                <a:lnTo>
                  <a:pt x="1960435" y="559087"/>
                </a:lnTo>
                <a:lnTo>
                  <a:pt x="1964341" y="559087"/>
                </a:lnTo>
                <a:lnTo>
                  <a:pt x="1968246" y="559087"/>
                </a:lnTo>
                <a:lnTo>
                  <a:pt x="1972151" y="559087"/>
                </a:lnTo>
                <a:lnTo>
                  <a:pt x="1976057" y="559087"/>
                </a:lnTo>
                <a:lnTo>
                  <a:pt x="1979962" y="559087"/>
                </a:lnTo>
                <a:lnTo>
                  <a:pt x="1983867" y="559087"/>
                </a:lnTo>
                <a:lnTo>
                  <a:pt x="1987772" y="559087"/>
                </a:lnTo>
                <a:lnTo>
                  <a:pt x="1991678" y="559087"/>
                </a:lnTo>
                <a:lnTo>
                  <a:pt x="1995583" y="559087"/>
                </a:lnTo>
                <a:lnTo>
                  <a:pt x="1999488" y="559087"/>
                </a:lnTo>
                <a:lnTo>
                  <a:pt x="2003393" y="559087"/>
                </a:lnTo>
                <a:lnTo>
                  <a:pt x="2007299" y="559087"/>
                </a:lnTo>
                <a:lnTo>
                  <a:pt x="2011204" y="559087"/>
                </a:lnTo>
                <a:lnTo>
                  <a:pt x="2015109" y="559087"/>
                </a:lnTo>
                <a:lnTo>
                  <a:pt x="2019014" y="559087"/>
                </a:lnTo>
                <a:lnTo>
                  <a:pt x="2022920" y="559087"/>
                </a:lnTo>
                <a:lnTo>
                  <a:pt x="2026825" y="559087"/>
                </a:lnTo>
                <a:lnTo>
                  <a:pt x="2030730" y="559087"/>
                </a:lnTo>
                <a:lnTo>
                  <a:pt x="2034635" y="559087"/>
                </a:lnTo>
                <a:lnTo>
                  <a:pt x="2038540" y="559087"/>
                </a:lnTo>
                <a:lnTo>
                  <a:pt x="2042446" y="559087"/>
                </a:lnTo>
                <a:lnTo>
                  <a:pt x="2046351" y="559087"/>
                </a:lnTo>
                <a:lnTo>
                  <a:pt x="2050256" y="559087"/>
                </a:lnTo>
                <a:lnTo>
                  <a:pt x="2054161" y="559087"/>
                </a:lnTo>
                <a:lnTo>
                  <a:pt x="2058067" y="559087"/>
                </a:lnTo>
                <a:lnTo>
                  <a:pt x="2061972" y="559087"/>
                </a:lnTo>
                <a:lnTo>
                  <a:pt x="2065877" y="559087"/>
                </a:lnTo>
                <a:lnTo>
                  <a:pt x="2069782" y="559087"/>
                </a:lnTo>
                <a:lnTo>
                  <a:pt x="2073688" y="559087"/>
                </a:lnTo>
                <a:lnTo>
                  <a:pt x="2077593" y="559087"/>
                </a:lnTo>
                <a:lnTo>
                  <a:pt x="2081498" y="559087"/>
                </a:lnTo>
                <a:lnTo>
                  <a:pt x="2085404" y="559087"/>
                </a:lnTo>
                <a:lnTo>
                  <a:pt x="2089309" y="559087"/>
                </a:lnTo>
                <a:lnTo>
                  <a:pt x="2093214" y="559087"/>
                </a:lnTo>
                <a:lnTo>
                  <a:pt x="2097119" y="559087"/>
                </a:lnTo>
                <a:lnTo>
                  <a:pt x="2101024" y="559087"/>
                </a:lnTo>
                <a:lnTo>
                  <a:pt x="2104930" y="559087"/>
                </a:lnTo>
                <a:lnTo>
                  <a:pt x="2108835" y="559087"/>
                </a:lnTo>
                <a:lnTo>
                  <a:pt x="2112740" y="559087"/>
                </a:lnTo>
                <a:lnTo>
                  <a:pt x="2116646" y="559087"/>
                </a:lnTo>
                <a:lnTo>
                  <a:pt x="2120551" y="559087"/>
                </a:lnTo>
                <a:lnTo>
                  <a:pt x="2124456" y="559087"/>
                </a:lnTo>
                <a:lnTo>
                  <a:pt x="2128361" y="559087"/>
                </a:lnTo>
                <a:lnTo>
                  <a:pt x="2132267" y="559087"/>
                </a:lnTo>
                <a:lnTo>
                  <a:pt x="2136172" y="559087"/>
                </a:lnTo>
                <a:lnTo>
                  <a:pt x="2140077" y="559087"/>
                </a:lnTo>
                <a:lnTo>
                  <a:pt x="2143982" y="559087"/>
                </a:lnTo>
                <a:lnTo>
                  <a:pt x="2147888" y="559087"/>
                </a:lnTo>
                <a:lnTo>
                  <a:pt x="2151793" y="559087"/>
                </a:lnTo>
                <a:lnTo>
                  <a:pt x="2155698" y="559087"/>
                </a:lnTo>
                <a:lnTo>
                  <a:pt x="2159603" y="559087"/>
                </a:lnTo>
                <a:lnTo>
                  <a:pt x="2163509" y="559087"/>
                </a:lnTo>
                <a:lnTo>
                  <a:pt x="2167414" y="559087"/>
                </a:lnTo>
                <a:lnTo>
                  <a:pt x="2171319" y="559087"/>
                </a:lnTo>
                <a:lnTo>
                  <a:pt x="2175224" y="559087"/>
                </a:lnTo>
                <a:lnTo>
                  <a:pt x="2179129" y="559087"/>
                </a:lnTo>
                <a:lnTo>
                  <a:pt x="2183035" y="559087"/>
                </a:lnTo>
                <a:lnTo>
                  <a:pt x="2186940" y="559087"/>
                </a:lnTo>
                <a:lnTo>
                  <a:pt x="2190845" y="559087"/>
                </a:lnTo>
                <a:lnTo>
                  <a:pt x="2194750" y="559087"/>
                </a:lnTo>
                <a:lnTo>
                  <a:pt x="2198656" y="559087"/>
                </a:lnTo>
                <a:lnTo>
                  <a:pt x="2202561" y="559087"/>
                </a:lnTo>
                <a:lnTo>
                  <a:pt x="2206466" y="559087"/>
                </a:lnTo>
                <a:lnTo>
                  <a:pt x="2210371" y="559087"/>
                </a:lnTo>
                <a:lnTo>
                  <a:pt x="2214277" y="559087"/>
                </a:lnTo>
                <a:lnTo>
                  <a:pt x="2218182" y="559087"/>
                </a:lnTo>
                <a:lnTo>
                  <a:pt x="2222087" y="559087"/>
                </a:lnTo>
                <a:lnTo>
                  <a:pt x="2225993" y="559087"/>
                </a:lnTo>
                <a:lnTo>
                  <a:pt x="2229898" y="559087"/>
                </a:lnTo>
                <a:lnTo>
                  <a:pt x="2233803" y="559087"/>
                </a:lnTo>
                <a:lnTo>
                  <a:pt x="2237708" y="559087"/>
                </a:lnTo>
                <a:lnTo>
                  <a:pt x="2241614" y="559087"/>
                </a:lnTo>
                <a:lnTo>
                  <a:pt x="2245519" y="559087"/>
                </a:lnTo>
                <a:lnTo>
                  <a:pt x="2249424" y="559087"/>
                </a:lnTo>
                <a:lnTo>
                  <a:pt x="2253329" y="559087"/>
                </a:lnTo>
                <a:lnTo>
                  <a:pt x="2257235" y="559087"/>
                </a:lnTo>
                <a:lnTo>
                  <a:pt x="2261140" y="559087"/>
                </a:lnTo>
                <a:lnTo>
                  <a:pt x="2265045" y="559087"/>
                </a:lnTo>
                <a:lnTo>
                  <a:pt x="2268950" y="559087"/>
                </a:lnTo>
                <a:lnTo>
                  <a:pt x="2272856" y="559087"/>
                </a:lnTo>
                <a:lnTo>
                  <a:pt x="2276761" y="559087"/>
                </a:lnTo>
                <a:lnTo>
                  <a:pt x="2280666" y="559087"/>
                </a:lnTo>
                <a:lnTo>
                  <a:pt x="2284571" y="559087"/>
                </a:lnTo>
                <a:lnTo>
                  <a:pt x="2288477" y="559087"/>
                </a:lnTo>
                <a:lnTo>
                  <a:pt x="2292382" y="559087"/>
                </a:lnTo>
                <a:lnTo>
                  <a:pt x="2296287" y="559087"/>
                </a:lnTo>
                <a:lnTo>
                  <a:pt x="2300192" y="559087"/>
                </a:lnTo>
                <a:lnTo>
                  <a:pt x="2304098" y="559087"/>
                </a:lnTo>
                <a:lnTo>
                  <a:pt x="2308003" y="559087"/>
                </a:lnTo>
                <a:lnTo>
                  <a:pt x="2311908" y="559087"/>
                </a:lnTo>
                <a:lnTo>
                  <a:pt x="2315813" y="559087"/>
                </a:lnTo>
                <a:lnTo>
                  <a:pt x="2319718" y="559087"/>
                </a:lnTo>
                <a:lnTo>
                  <a:pt x="2323624" y="559087"/>
                </a:lnTo>
                <a:lnTo>
                  <a:pt x="2327529" y="559087"/>
                </a:lnTo>
                <a:lnTo>
                  <a:pt x="2331434" y="559087"/>
                </a:lnTo>
                <a:lnTo>
                  <a:pt x="2335339" y="559087"/>
                </a:lnTo>
                <a:lnTo>
                  <a:pt x="2339245" y="559087"/>
                </a:lnTo>
                <a:lnTo>
                  <a:pt x="2343150" y="559087"/>
                </a:lnTo>
              </a:path>
            </a:pathLst>
          </a:custGeom>
          <a:noFill xmlns:a="http://schemas.openxmlformats.org/drawingml/2006/main"/>
          <a:ln xmlns:a="http://schemas.openxmlformats.org/drawingml/2006/main" w="21908">
            <a:solidFill>
              <a:srgbClr val="202020"/>
            </a:solidFill>
          </a:ln>
        </p:spPr>
      </p:sp>
      <p:sp>
        <p:nvSpPr>
          <p:cNvPr id="37" name="sum-spectrum-2-1">
            <a:extLst xmlns:a="http://schemas.openxmlformats.org/drawingml/2006/main">
              <a:ext uri="{FF2B5EF4-FFF2-40B4-BE49-F238E27FC236}">
                <a16:creationId xmlns:a16="http://schemas.microsoft.com/office/drawing/2014/main" id="{14445ED3-A184-4AEB-BDB8-113CD6A42B9C}"/>
              </a:ext>
            </a:extLst>
          </p:cNvPr>
          <p:cNvSpPr>
            <a:spLocks xmlns:a="http://schemas.openxmlformats.org/drawingml/2006/main" noGrp="1"/>
          </p:cNvSpPr>
          <p:nvPr/>
        </p:nvSpPr>
        <p:spPr>
          <a:xfrm xmlns:a="http://schemas.openxmlformats.org/drawingml/2006/main">
            <a:off x="9124950" y="5060663"/>
            <a:ext cx="2343150" cy="559087"/>
          </a:xfrm>
          <a:custGeom xmlns:a="http://schemas.openxmlformats.org/drawingml/2006/main">
            <a:pathLst>
              <a:path w="2343150" h="559087">
                <a:moveTo>
                  <a:pt x="0" y="559087"/>
                </a:moveTo>
                <a:lnTo>
                  <a:pt x="3905" y="559087"/>
                </a:lnTo>
                <a:lnTo>
                  <a:pt x="7811" y="559087"/>
                </a:lnTo>
                <a:lnTo>
                  <a:pt x="11716" y="559087"/>
                </a:lnTo>
                <a:lnTo>
                  <a:pt x="15621" y="559087"/>
                </a:lnTo>
                <a:lnTo>
                  <a:pt x="19526" y="559087"/>
                </a:lnTo>
                <a:lnTo>
                  <a:pt x="23432" y="559087"/>
                </a:lnTo>
                <a:lnTo>
                  <a:pt x="27337" y="559087"/>
                </a:lnTo>
                <a:lnTo>
                  <a:pt x="31242" y="559087"/>
                </a:lnTo>
                <a:lnTo>
                  <a:pt x="35147" y="559087"/>
                </a:lnTo>
                <a:lnTo>
                  <a:pt x="39053" y="559087"/>
                </a:lnTo>
                <a:lnTo>
                  <a:pt x="42958" y="559087"/>
                </a:lnTo>
                <a:lnTo>
                  <a:pt x="46863" y="559087"/>
                </a:lnTo>
                <a:lnTo>
                  <a:pt x="50768" y="559087"/>
                </a:lnTo>
                <a:lnTo>
                  <a:pt x="54674" y="559087"/>
                </a:lnTo>
                <a:lnTo>
                  <a:pt x="58579" y="559087"/>
                </a:lnTo>
                <a:lnTo>
                  <a:pt x="62484" y="559087"/>
                </a:lnTo>
                <a:lnTo>
                  <a:pt x="66389" y="559087"/>
                </a:lnTo>
                <a:lnTo>
                  <a:pt x="70294" y="559087"/>
                </a:lnTo>
                <a:lnTo>
                  <a:pt x="74200" y="559087"/>
                </a:lnTo>
                <a:lnTo>
                  <a:pt x="78105" y="559087"/>
                </a:lnTo>
                <a:lnTo>
                  <a:pt x="82010" y="559087"/>
                </a:lnTo>
                <a:lnTo>
                  <a:pt x="85915" y="559087"/>
                </a:lnTo>
                <a:lnTo>
                  <a:pt x="89821" y="559087"/>
                </a:lnTo>
                <a:lnTo>
                  <a:pt x="93726" y="559087"/>
                </a:lnTo>
                <a:lnTo>
                  <a:pt x="97631" y="559087"/>
                </a:lnTo>
                <a:lnTo>
                  <a:pt x="101536" y="559087"/>
                </a:lnTo>
                <a:lnTo>
                  <a:pt x="105442" y="559087"/>
                </a:lnTo>
                <a:lnTo>
                  <a:pt x="109347" y="559087"/>
                </a:lnTo>
                <a:lnTo>
                  <a:pt x="113252" y="559087"/>
                </a:lnTo>
                <a:lnTo>
                  <a:pt x="117157" y="559087"/>
                </a:lnTo>
                <a:lnTo>
                  <a:pt x="121063" y="559087"/>
                </a:lnTo>
                <a:lnTo>
                  <a:pt x="124968" y="559087"/>
                </a:lnTo>
                <a:lnTo>
                  <a:pt x="128873" y="559087"/>
                </a:lnTo>
                <a:lnTo>
                  <a:pt x="132779" y="559087"/>
                </a:lnTo>
                <a:lnTo>
                  <a:pt x="136684" y="559087"/>
                </a:lnTo>
                <a:lnTo>
                  <a:pt x="140589" y="559087"/>
                </a:lnTo>
                <a:lnTo>
                  <a:pt x="144494" y="559087"/>
                </a:lnTo>
                <a:lnTo>
                  <a:pt x="148400" y="559087"/>
                </a:lnTo>
                <a:lnTo>
                  <a:pt x="152305" y="559087"/>
                </a:lnTo>
                <a:lnTo>
                  <a:pt x="156210" y="559087"/>
                </a:lnTo>
                <a:lnTo>
                  <a:pt x="160115" y="559087"/>
                </a:lnTo>
                <a:lnTo>
                  <a:pt x="164021" y="559087"/>
                </a:lnTo>
                <a:lnTo>
                  <a:pt x="167926" y="559087"/>
                </a:lnTo>
                <a:lnTo>
                  <a:pt x="171831" y="559087"/>
                </a:lnTo>
                <a:lnTo>
                  <a:pt x="175736" y="559087"/>
                </a:lnTo>
                <a:lnTo>
                  <a:pt x="179642" y="559087"/>
                </a:lnTo>
                <a:lnTo>
                  <a:pt x="183547" y="559087"/>
                </a:lnTo>
                <a:lnTo>
                  <a:pt x="187452" y="559087"/>
                </a:lnTo>
                <a:lnTo>
                  <a:pt x="191357" y="559087"/>
                </a:lnTo>
                <a:lnTo>
                  <a:pt x="195263" y="559087"/>
                </a:lnTo>
                <a:lnTo>
                  <a:pt x="199168" y="559087"/>
                </a:lnTo>
                <a:lnTo>
                  <a:pt x="203073" y="559087"/>
                </a:lnTo>
                <a:lnTo>
                  <a:pt x="206978" y="559087"/>
                </a:lnTo>
                <a:lnTo>
                  <a:pt x="210883" y="559087"/>
                </a:lnTo>
                <a:lnTo>
                  <a:pt x="214789" y="559087"/>
                </a:lnTo>
                <a:lnTo>
                  <a:pt x="218694" y="559087"/>
                </a:lnTo>
                <a:lnTo>
                  <a:pt x="222599" y="559087"/>
                </a:lnTo>
                <a:lnTo>
                  <a:pt x="226504" y="559087"/>
                </a:lnTo>
                <a:lnTo>
                  <a:pt x="230410" y="559087"/>
                </a:lnTo>
                <a:lnTo>
                  <a:pt x="234315" y="559087"/>
                </a:lnTo>
                <a:lnTo>
                  <a:pt x="238220" y="559087"/>
                </a:lnTo>
                <a:lnTo>
                  <a:pt x="242125" y="559087"/>
                </a:lnTo>
                <a:lnTo>
                  <a:pt x="246031" y="559087"/>
                </a:lnTo>
                <a:lnTo>
                  <a:pt x="249936" y="559087"/>
                </a:lnTo>
                <a:lnTo>
                  <a:pt x="253841" y="559087"/>
                </a:lnTo>
                <a:lnTo>
                  <a:pt x="257746" y="559087"/>
                </a:lnTo>
                <a:lnTo>
                  <a:pt x="261652" y="559087"/>
                </a:lnTo>
                <a:lnTo>
                  <a:pt x="265557" y="559087"/>
                </a:lnTo>
                <a:lnTo>
                  <a:pt x="269462" y="559087"/>
                </a:lnTo>
                <a:lnTo>
                  <a:pt x="273368" y="559087"/>
                </a:lnTo>
                <a:lnTo>
                  <a:pt x="277273" y="559087"/>
                </a:lnTo>
                <a:lnTo>
                  <a:pt x="281178" y="559087"/>
                </a:lnTo>
                <a:lnTo>
                  <a:pt x="285083" y="559087"/>
                </a:lnTo>
                <a:lnTo>
                  <a:pt x="288989" y="559087"/>
                </a:lnTo>
                <a:lnTo>
                  <a:pt x="292894" y="559087"/>
                </a:lnTo>
                <a:lnTo>
                  <a:pt x="296799" y="559087"/>
                </a:lnTo>
                <a:lnTo>
                  <a:pt x="300704" y="559087"/>
                </a:lnTo>
                <a:lnTo>
                  <a:pt x="304610" y="559087"/>
                </a:lnTo>
                <a:lnTo>
                  <a:pt x="308515" y="559087"/>
                </a:lnTo>
                <a:lnTo>
                  <a:pt x="312420" y="559087"/>
                </a:lnTo>
                <a:lnTo>
                  <a:pt x="316325" y="559087"/>
                </a:lnTo>
                <a:lnTo>
                  <a:pt x="320231" y="559087"/>
                </a:lnTo>
                <a:lnTo>
                  <a:pt x="324136" y="559087"/>
                </a:lnTo>
                <a:lnTo>
                  <a:pt x="328041" y="559087"/>
                </a:lnTo>
                <a:lnTo>
                  <a:pt x="331946" y="559087"/>
                </a:lnTo>
                <a:lnTo>
                  <a:pt x="335851" y="559087"/>
                </a:lnTo>
                <a:lnTo>
                  <a:pt x="339757" y="559087"/>
                </a:lnTo>
                <a:lnTo>
                  <a:pt x="343662" y="559087"/>
                </a:lnTo>
                <a:lnTo>
                  <a:pt x="347567" y="559087"/>
                </a:lnTo>
                <a:lnTo>
                  <a:pt x="351472" y="559087"/>
                </a:lnTo>
                <a:lnTo>
                  <a:pt x="355378" y="559087"/>
                </a:lnTo>
                <a:lnTo>
                  <a:pt x="359283" y="559087"/>
                </a:lnTo>
                <a:lnTo>
                  <a:pt x="363188" y="559087"/>
                </a:lnTo>
                <a:lnTo>
                  <a:pt x="367093" y="559087"/>
                </a:lnTo>
                <a:lnTo>
                  <a:pt x="370999" y="559087"/>
                </a:lnTo>
                <a:lnTo>
                  <a:pt x="374904" y="559087"/>
                </a:lnTo>
                <a:lnTo>
                  <a:pt x="378809" y="559087"/>
                </a:lnTo>
                <a:lnTo>
                  <a:pt x="382715" y="559087"/>
                </a:lnTo>
                <a:lnTo>
                  <a:pt x="386620" y="559087"/>
                </a:lnTo>
                <a:lnTo>
                  <a:pt x="390525" y="559087"/>
                </a:lnTo>
                <a:lnTo>
                  <a:pt x="394430" y="559087"/>
                </a:lnTo>
                <a:lnTo>
                  <a:pt x="398335" y="559087"/>
                </a:lnTo>
                <a:lnTo>
                  <a:pt x="402241" y="559087"/>
                </a:lnTo>
                <a:lnTo>
                  <a:pt x="406146" y="559087"/>
                </a:lnTo>
                <a:lnTo>
                  <a:pt x="410051" y="559087"/>
                </a:lnTo>
                <a:lnTo>
                  <a:pt x="413957" y="559087"/>
                </a:lnTo>
                <a:lnTo>
                  <a:pt x="417862" y="559087"/>
                </a:lnTo>
                <a:lnTo>
                  <a:pt x="421767" y="559087"/>
                </a:lnTo>
                <a:lnTo>
                  <a:pt x="425672" y="559087"/>
                </a:lnTo>
                <a:lnTo>
                  <a:pt x="429578" y="559087"/>
                </a:lnTo>
                <a:lnTo>
                  <a:pt x="433483" y="559087"/>
                </a:lnTo>
                <a:lnTo>
                  <a:pt x="437388" y="559087"/>
                </a:lnTo>
                <a:lnTo>
                  <a:pt x="441293" y="559087"/>
                </a:lnTo>
                <a:lnTo>
                  <a:pt x="445199" y="559087"/>
                </a:lnTo>
                <a:lnTo>
                  <a:pt x="449104" y="559087"/>
                </a:lnTo>
                <a:lnTo>
                  <a:pt x="453009" y="559087"/>
                </a:lnTo>
                <a:lnTo>
                  <a:pt x="456914" y="559087"/>
                </a:lnTo>
                <a:lnTo>
                  <a:pt x="460819" y="559087"/>
                </a:lnTo>
                <a:lnTo>
                  <a:pt x="464725" y="559087"/>
                </a:lnTo>
                <a:lnTo>
                  <a:pt x="468630" y="559087"/>
                </a:lnTo>
                <a:lnTo>
                  <a:pt x="472535" y="558941"/>
                </a:lnTo>
                <a:lnTo>
                  <a:pt x="476440" y="557545"/>
                </a:lnTo>
                <a:lnTo>
                  <a:pt x="480346" y="556149"/>
                </a:lnTo>
                <a:lnTo>
                  <a:pt x="484251" y="554753"/>
                </a:lnTo>
                <a:lnTo>
                  <a:pt x="488156" y="553357"/>
                </a:lnTo>
                <a:lnTo>
                  <a:pt x="492061" y="551961"/>
                </a:lnTo>
                <a:lnTo>
                  <a:pt x="495967" y="550565"/>
                </a:lnTo>
                <a:lnTo>
                  <a:pt x="499872" y="549169"/>
                </a:lnTo>
                <a:lnTo>
                  <a:pt x="503777" y="547773"/>
                </a:lnTo>
                <a:lnTo>
                  <a:pt x="507682" y="546377"/>
                </a:lnTo>
                <a:lnTo>
                  <a:pt x="511588" y="544981"/>
                </a:lnTo>
                <a:lnTo>
                  <a:pt x="515493" y="543585"/>
                </a:lnTo>
                <a:lnTo>
                  <a:pt x="519398" y="542189"/>
                </a:lnTo>
                <a:lnTo>
                  <a:pt x="523304" y="540793"/>
                </a:lnTo>
                <a:lnTo>
                  <a:pt x="527209" y="539397"/>
                </a:lnTo>
                <a:lnTo>
                  <a:pt x="531114" y="538001"/>
                </a:lnTo>
                <a:lnTo>
                  <a:pt x="535019" y="536605"/>
                </a:lnTo>
                <a:lnTo>
                  <a:pt x="538925" y="535209"/>
                </a:lnTo>
                <a:lnTo>
                  <a:pt x="542830" y="533813"/>
                </a:lnTo>
                <a:lnTo>
                  <a:pt x="546735" y="532417"/>
                </a:lnTo>
                <a:lnTo>
                  <a:pt x="550640" y="531021"/>
                </a:lnTo>
                <a:lnTo>
                  <a:pt x="554546" y="529625"/>
                </a:lnTo>
                <a:lnTo>
                  <a:pt x="558451" y="528229"/>
                </a:lnTo>
                <a:lnTo>
                  <a:pt x="562356" y="526833"/>
                </a:lnTo>
                <a:lnTo>
                  <a:pt x="566261" y="525437"/>
                </a:lnTo>
                <a:lnTo>
                  <a:pt x="570167" y="524041"/>
                </a:lnTo>
                <a:lnTo>
                  <a:pt x="574072" y="522645"/>
                </a:lnTo>
                <a:lnTo>
                  <a:pt x="577977" y="521249"/>
                </a:lnTo>
                <a:lnTo>
                  <a:pt x="581882" y="519853"/>
                </a:lnTo>
                <a:lnTo>
                  <a:pt x="585788" y="518457"/>
                </a:lnTo>
                <a:lnTo>
                  <a:pt x="589693" y="517061"/>
                </a:lnTo>
                <a:lnTo>
                  <a:pt x="593598" y="515665"/>
                </a:lnTo>
                <a:lnTo>
                  <a:pt x="597503" y="514269"/>
                </a:lnTo>
                <a:lnTo>
                  <a:pt x="601408" y="512873"/>
                </a:lnTo>
                <a:lnTo>
                  <a:pt x="605314" y="511477"/>
                </a:lnTo>
                <a:lnTo>
                  <a:pt x="609219" y="510081"/>
                </a:lnTo>
                <a:lnTo>
                  <a:pt x="613124" y="508685"/>
                </a:lnTo>
                <a:lnTo>
                  <a:pt x="617029" y="507289"/>
                </a:lnTo>
                <a:lnTo>
                  <a:pt x="620935" y="505893"/>
                </a:lnTo>
                <a:lnTo>
                  <a:pt x="624840" y="504497"/>
                </a:lnTo>
                <a:lnTo>
                  <a:pt x="628745" y="503101"/>
                </a:lnTo>
                <a:lnTo>
                  <a:pt x="632651" y="501705"/>
                </a:lnTo>
                <a:lnTo>
                  <a:pt x="636556" y="500309"/>
                </a:lnTo>
                <a:lnTo>
                  <a:pt x="640461" y="498913"/>
                </a:lnTo>
                <a:lnTo>
                  <a:pt x="644366" y="497517"/>
                </a:lnTo>
                <a:lnTo>
                  <a:pt x="648271" y="496121"/>
                </a:lnTo>
                <a:lnTo>
                  <a:pt x="652177" y="494725"/>
                </a:lnTo>
                <a:lnTo>
                  <a:pt x="656082" y="493329"/>
                </a:lnTo>
                <a:lnTo>
                  <a:pt x="659987" y="491933"/>
                </a:lnTo>
                <a:lnTo>
                  <a:pt x="663893" y="490537"/>
                </a:lnTo>
                <a:lnTo>
                  <a:pt x="667798" y="489141"/>
                </a:lnTo>
                <a:lnTo>
                  <a:pt x="671703" y="487745"/>
                </a:lnTo>
                <a:lnTo>
                  <a:pt x="675608" y="486349"/>
                </a:lnTo>
                <a:lnTo>
                  <a:pt x="679513" y="484953"/>
                </a:lnTo>
                <a:lnTo>
                  <a:pt x="683419" y="483557"/>
                </a:lnTo>
                <a:lnTo>
                  <a:pt x="687324" y="482161"/>
                </a:lnTo>
                <a:lnTo>
                  <a:pt x="691229" y="480765"/>
                </a:lnTo>
                <a:lnTo>
                  <a:pt x="695135" y="479369"/>
                </a:lnTo>
                <a:lnTo>
                  <a:pt x="699040" y="477973"/>
                </a:lnTo>
                <a:lnTo>
                  <a:pt x="702945" y="476577"/>
                </a:lnTo>
                <a:lnTo>
                  <a:pt x="706850" y="475181"/>
                </a:lnTo>
                <a:lnTo>
                  <a:pt x="710755" y="473785"/>
                </a:lnTo>
                <a:lnTo>
                  <a:pt x="714661" y="472389"/>
                </a:lnTo>
                <a:lnTo>
                  <a:pt x="718566" y="470993"/>
                </a:lnTo>
                <a:lnTo>
                  <a:pt x="722471" y="469597"/>
                </a:lnTo>
                <a:lnTo>
                  <a:pt x="726376" y="468201"/>
                </a:lnTo>
                <a:lnTo>
                  <a:pt x="730282" y="466805"/>
                </a:lnTo>
                <a:lnTo>
                  <a:pt x="734187" y="465408"/>
                </a:lnTo>
                <a:lnTo>
                  <a:pt x="738092" y="464012"/>
                </a:lnTo>
                <a:lnTo>
                  <a:pt x="741998" y="462616"/>
                </a:lnTo>
                <a:lnTo>
                  <a:pt x="745903" y="461220"/>
                </a:lnTo>
                <a:lnTo>
                  <a:pt x="749808" y="459824"/>
                </a:lnTo>
                <a:lnTo>
                  <a:pt x="753713" y="458428"/>
                </a:lnTo>
                <a:lnTo>
                  <a:pt x="757618" y="457032"/>
                </a:lnTo>
                <a:lnTo>
                  <a:pt x="761524" y="455636"/>
                </a:lnTo>
                <a:lnTo>
                  <a:pt x="765429" y="454240"/>
                </a:lnTo>
                <a:lnTo>
                  <a:pt x="769334" y="452844"/>
                </a:lnTo>
                <a:lnTo>
                  <a:pt x="773240" y="451448"/>
                </a:lnTo>
                <a:lnTo>
                  <a:pt x="777145" y="450052"/>
                </a:lnTo>
                <a:lnTo>
                  <a:pt x="781050" y="448656"/>
                </a:lnTo>
                <a:lnTo>
                  <a:pt x="784955" y="447260"/>
                </a:lnTo>
                <a:lnTo>
                  <a:pt x="788860" y="445864"/>
                </a:lnTo>
                <a:lnTo>
                  <a:pt x="792766" y="444468"/>
                </a:lnTo>
                <a:lnTo>
                  <a:pt x="796671" y="443072"/>
                </a:lnTo>
                <a:lnTo>
                  <a:pt x="800576" y="441676"/>
                </a:lnTo>
                <a:lnTo>
                  <a:pt x="804482" y="440280"/>
                </a:lnTo>
                <a:lnTo>
                  <a:pt x="808387" y="438884"/>
                </a:lnTo>
                <a:lnTo>
                  <a:pt x="812292" y="437488"/>
                </a:lnTo>
                <a:lnTo>
                  <a:pt x="816197" y="436092"/>
                </a:lnTo>
                <a:lnTo>
                  <a:pt x="820102" y="434696"/>
                </a:lnTo>
                <a:lnTo>
                  <a:pt x="824008" y="43447"/>
                </a:lnTo>
                <a:lnTo>
                  <a:pt x="827913" y="43104"/>
                </a:lnTo>
                <a:lnTo>
                  <a:pt x="831818" y="42759"/>
                </a:lnTo>
                <a:lnTo>
                  <a:pt x="835724" y="42409"/>
                </a:lnTo>
                <a:lnTo>
                  <a:pt x="839629" y="42056"/>
                </a:lnTo>
                <a:lnTo>
                  <a:pt x="843534" y="41700"/>
                </a:lnTo>
                <a:lnTo>
                  <a:pt x="847439" y="41340"/>
                </a:lnTo>
                <a:lnTo>
                  <a:pt x="851345" y="40976"/>
                </a:lnTo>
                <a:lnTo>
                  <a:pt x="855250" y="40609"/>
                </a:lnTo>
                <a:lnTo>
                  <a:pt x="859155" y="40239"/>
                </a:lnTo>
                <a:lnTo>
                  <a:pt x="863060" y="39865"/>
                </a:lnTo>
                <a:lnTo>
                  <a:pt x="866965" y="39487"/>
                </a:lnTo>
                <a:lnTo>
                  <a:pt x="870871" y="39106"/>
                </a:lnTo>
                <a:lnTo>
                  <a:pt x="874776" y="38722"/>
                </a:lnTo>
                <a:lnTo>
                  <a:pt x="878681" y="38334"/>
                </a:lnTo>
                <a:lnTo>
                  <a:pt x="882587" y="37943"/>
                </a:lnTo>
                <a:lnTo>
                  <a:pt x="886492" y="37548"/>
                </a:lnTo>
                <a:lnTo>
                  <a:pt x="890397" y="37150"/>
                </a:lnTo>
                <a:lnTo>
                  <a:pt x="894302" y="36748"/>
                </a:lnTo>
                <a:lnTo>
                  <a:pt x="898207" y="36343"/>
                </a:lnTo>
                <a:lnTo>
                  <a:pt x="902113" y="35935"/>
                </a:lnTo>
                <a:lnTo>
                  <a:pt x="906018" y="35523"/>
                </a:lnTo>
                <a:lnTo>
                  <a:pt x="909923" y="35108"/>
                </a:lnTo>
                <a:lnTo>
                  <a:pt x="913829" y="34689"/>
                </a:lnTo>
                <a:lnTo>
                  <a:pt x="917734" y="34267"/>
                </a:lnTo>
                <a:lnTo>
                  <a:pt x="921639" y="33841"/>
                </a:lnTo>
                <a:lnTo>
                  <a:pt x="925544" y="33413"/>
                </a:lnTo>
                <a:lnTo>
                  <a:pt x="929449" y="32981"/>
                </a:lnTo>
                <a:lnTo>
                  <a:pt x="933355" y="32545"/>
                </a:lnTo>
                <a:lnTo>
                  <a:pt x="937260" y="32106"/>
                </a:lnTo>
                <a:lnTo>
                  <a:pt x="941165" y="31664"/>
                </a:lnTo>
                <a:lnTo>
                  <a:pt x="945071" y="31219"/>
                </a:lnTo>
                <a:lnTo>
                  <a:pt x="948976" y="30770"/>
                </a:lnTo>
                <a:lnTo>
                  <a:pt x="952881" y="30318"/>
                </a:lnTo>
                <a:lnTo>
                  <a:pt x="956786" y="29863"/>
                </a:lnTo>
                <a:lnTo>
                  <a:pt x="960691" y="29404"/>
                </a:lnTo>
                <a:lnTo>
                  <a:pt x="964597" y="28942"/>
                </a:lnTo>
                <a:lnTo>
                  <a:pt x="968502" y="28477"/>
                </a:lnTo>
                <a:lnTo>
                  <a:pt x="972407" y="28008"/>
                </a:lnTo>
                <a:lnTo>
                  <a:pt x="976313" y="27537"/>
                </a:lnTo>
                <a:lnTo>
                  <a:pt x="980218" y="27062"/>
                </a:lnTo>
                <a:lnTo>
                  <a:pt x="984123" y="26583"/>
                </a:lnTo>
                <a:lnTo>
                  <a:pt x="988028" y="26102"/>
                </a:lnTo>
                <a:lnTo>
                  <a:pt x="991933" y="25617"/>
                </a:lnTo>
                <a:lnTo>
                  <a:pt x="995839" y="25130"/>
                </a:lnTo>
                <a:lnTo>
                  <a:pt x="999744" y="24638"/>
                </a:lnTo>
                <a:lnTo>
                  <a:pt x="1003649" y="24144"/>
                </a:lnTo>
                <a:lnTo>
                  <a:pt x="1007554" y="23647"/>
                </a:lnTo>
                <a:lnTo>
                  <a:pt x="1011460" y="23146"/>
                </a:lnTo>
                <a:lnTo>
                  <a:pt x="1015365" y="22642"/>
                </a:lnTo>
                <a:lnTo>
                  <a:pt x="1019270" y="22136"/>
                </a:lnTo>
                <a:lnTo>
                  <a:pt x="1023176" y="21625"/>
                </a:lnTo>
                <a:lnTo>
                  <a:pt x="1027081" y="21112"/>
                </a:lnTo>
                <a:lnTo>
                  <a:pt x="1030986" y="20596"/>
                </a:lnTo>
                <a:lnTo>
                  <a:pt x="1034891" y="20076"/>
                </a:lnTo>
                <a:lnTo>
                  <a:pt x="1038796" y="19554"/>
                </a:lnTo>
                <a:lnTo>
                  <a:pt x="1042702" y="19028"/>
                </a:lnTo>
                <a:lnTo>
                  <a:pt x="1046607" y="18499"/>
                </a:lnTo>
                <a:lnTo>
                  <a:pt x="1050512" y="17968"/>
                </a:lnTo>
                <a:lnTo>
                  <a:pt x="1054418" y="17433"/>
                </a:lnTo>
                <a:lnTo>
                  <a:pt x="1058323" y="16895"/>
                </a:lnTo>
                <a:lnTo>
                  <a:pt x="1062228" y="16354"/>
                </a:lnTo>
                <a:lnTo>
                  <a:pt x="1066133" y="15809"/>
                </a:lnTo>
                <a:lnTo>
                  <a:pt x="1070038" y="15262"/>
                </a:lnTo>
                <a:lnTo>
                  <a:pt x="1073944" y="14712"/>
                </a:lnTo>
                <a:lnTo>
                  <a:pt x="1077849" y="14159"/>
                </a:lnTo>
                <a:lnTo>
                  <a:pt x="1081754" y="13603"/>
                </a:lnTo>
                <a:lnTo>
                  <a:pt x="1085660" y="13044"/>
                </a:lnTo>
                <a:lnTo>
                  <a:pt x="1089565" y="12481"/>
                </a:lnTo>
                <a:lnTo>
                  <a:pt x="1093470" y="11916"/>
                </a:lnTo>
                <a:lnTo>
                  <a:pt x="1097375" y="11348"/>
                </a:lnTo>
                <a:lnTo>
                  <a:pt x="1101280" y="10777"/>
                </a:lnTo>
                <a:lnTo>
                  <a:pt x="1105186" y="10203"/>
                </a:lnTo>
                <a:lnTo>
                  <a:pt x="1109091" y="9626"/>
                </a:lnTo>
                <a:lnTo>
                  <a:pt x="1112996" y="9046"/>
                </a:lnTo>
                <a:lnTo>
                  <a:pt x="1116902" y="8463"/>
                </a:lnTo>
                <a:lnTo>
                  <a:pt x="1120807" y="7877"/>
                </a:lnTo>
                <a:lnTo>
                  <a:pt x="1124712" y="7288"/>
                </a:lnTo>
                <a:lnTo>
                  <a:pt x="1128617" y="6697"/>
                </a:lnTo>
                <a:lnTo>
                  <a:pt x="1132523" y="6102"/>
                </a:lnTo>
                <a:lnTo>
                  <a:pt x="1136428" y="5505"/>
                </a:lnTo>
                <a:lnTo>
                  <a:pt x="1140333" y="4904"/>
                </a:lnTo>
                <a:lnTo>
                  <a:pt x="1144238" y="4301"/>
                </a:lnTo>
                <a:lnTo>
                  <a:pt x="1148143" y="3695"/>
                </a:lnTo>
                <a:lnTo>
                  <a:pt x="1152049" y="3087"/>
                </a:lnTo>
                <a:lnTo>
                  <a:pt x="1155954" y="2475"/>
                </a:lnTo>
                <a:lnTo>
                  <a:pt x="1159859" y="1860"/>
                </a:lnTo>
                <a:lnTo>
                  <a:pt x="1163765" y="1243"/>
                </a:lnTo>
                <a:lnTo>
                  <a:pt x="1167670" y="623"/>
                </a:lnTo>
                <a:lnTo>
                  <a:pt x="1171575" y="0"/>
                </a:lnTo>
                <a:lnTo>
                  <a:pt x="1175480" y="623"/>
                </a:lnTo>
                <a:lnTo>
                  <a:pt x="1179385" y="1243"/>
                </a:lnTo>
                <a:lnTo>
                  <a:pt x="1183291" y="1860"/>
                </a:lnTo>
                <a:lnTo>
                  <a:pt x="1187196" y="2475"/>
                </a:lnTo>
                <a:lnTo>
                  <a:pt x="1191101" y="3087"/>
                </a:lnTo>
                <a:lnTo>
                  <a:pt x="1195007" y="3695"/>
                </a:lnTo>
                <a:lnTo>
                  <a:pt x="1198912" y="4301"/>
                </a:lnTo>
                <a:lnTo>
                  <a:pt x="1202817" y="4904"/>
                </a:lnTo>
                <a:lnTo>
                  <a:pt x="1206722" y="5505"/>
                </a:lnTo>
                <a:lnTo>
                  <a:pt x="1210627" y="6102"/>
                </a:lnTo>
                <a:lnTo>
                  <a:pt x="1214533" y="6697"/>
                </a:lnTo>
                <a:lnTo>
                  <a:pt x="1218438" y="7288"/>
                </a:lnTo>
                <a:lnTo>
                  <a:pt x="1222343" y="7877"/>
                </a:lnTo>
                <a:lnTo>
                  <a:pt x="1226249" y="8463"/>
                </a:lnTo>
                <a:lnTo>
                  <a:pt x="1230154" y="9046"/>
                </a:lnTo>
                <a:lnTo>
                  <a:pt x="1234059" y="9626"/>
                </a:lnTo>
                <a:lnTo>
                  <a:pt x="1237964" y="10203"/>
                </a:lnTo>
                <a:lnTo>
                  <a:pt x="1241869" y="10777"/>
                </a:lnTo>
                <a:lnTo>
                  <a:pt x="1245775" y="11348"/>
                </a:lnTo>
                <a:lnTo>
                  <a:pt x="1249680" y="11916"/>
                </a:lnTo>
                <a:lnTo>
                  <a:pt x="1253585" y="12481"/>
                </a:lnTo>
                <a:lnTo>
                  <a:pt x="1257490" y="13044"/>
                </a:lnTo>
                <a:lnTo>
                  <a:pt x="1261396" y="13603"/>
                </a:lnTo>
                <a:lnTo>
                  <a:pt x="1265301" y="14159"/>
                </a:lnTo>
                <a:lnTo>
                  <a:pt x="1269206" y="14712"/>
                </a:lnTo>
                <a:lnTo>
                  <a:pt x="1273112" y="15262"/>
                </a:lnTo>
                <a:lnTo>
                  <a:pt x="1277017" y="15809"/>
                </a:lnTo>
                <a:lnTo>
                  <a:pt x="1280922" y="16354"/>
                </a:lnTo>
                <a:lnTo>
                  <a:pt x="1284827" y="16895"/>
                </a:lnTo>
                <a:lnTo>
                  <a:pt x="1288732" y="17433"/>
                </a:lnTo>
                <a:lnTo>
                  <a:pt x="1292638" y="17968"/>
                </a:lnTo>
                <a:lnTo>
                  <a:pt x="1296543" y="18499"/>
                </a:lnTo>
                <a:lnTo>
                  <a:pt x="1300448" y="19028"/>
                </a:lnTo>
                <a:lnTo>
                  <a:pt x="1304354" y="19554"/>
                </a:lnTo>
                <a:lnTo>
                  <a:pt x="1308259" y="20076"/>
                </a:lnTo>
                <a:lnTo>
                  <a:pt x="1312164" y="20596"/>
                </a:lnTo>
                <a:lnTo>
                  <a:pt x="1316069" y="21112"/>
                </a:lnTo>
                <a:lnTo>
                  <a:pt x="1319974" y="21625"/>
                </a:lnTo>
                <a:lnTo>
                  <a:pt x="1323880" y="22136"/>
                </a:lnTo>
                <a:lnTo>
                  <a:pt x="1327785" y="22642"/>
                </a:lnTo>
                <a:lnTo>
                  <a:pt x="1331690" y="23146"/>
                </a:lnTo>
                <a:lnTo>
                  <a:pt x="1335596" y="23647"/>
                </a:lnTo>
                <a:lnTo>
                  <a:pt x="1339501" y="24144"/>
                </a:lnTo>
                <a:lnTo>
                  <a:pt x="1343406" y="24638"/>
                </a:lnTo>
                <a:lnTo>
                  <a:pt x="1347311" y="25130"/>
                </a:lnTo>
                <a:lnTo>
                  <a:pt x="1351216" y="25617"/>
                </a:lnTo>
                <a:lnTo>
                  <a:pt x="1355122" y="26102"/>
                </a:lnTo>
                <a:lnTo>
                  <a:pt x="1359027" y="26583"/>
                </a:lnTo>
                <a:lnTo>
                  <a:pt x="1362932" y="27062"/>
                </a:lnTo>
                <a:lnTo>
                  <a:pt x="1366838" y="27537"/>
                </a:lnTo>
                <a:lnTo>
                  <a:pt x="1370743" y="28008"/>
                </a:lnTo>
                <a:lnTo>
                  <a:pt x="1374648" y="28477"/>
                </a:lnTo>
                <a:lnTo>
                  <a:pt x="1378553" y="28942"/>
                </a:lnTo>
                <a:lnTo>
                  <a:pt x="1382459" y="29404"/>
                </a:lnTo>
                <a:lnTo>
                  <a:pt x="1386364" y="29863"/>
                </a:lnTo>
                <a:lnTo>
                  <a:pt x="1390269" y="30318"/>
                </a:lnTo>
                <a:lnTo>
                  <a:pt x="1394174" y="30770"/>
                </a:lnTo>
                <a:lnTo>
                  <a:pt x="1398079" y="31219"/>
                </a:lnTo>
                <a:lnTo>
                  <a:pt x="1401985" y="31664"/>
                </a:lnTo>
                <a:lnTo>
                  <a:pt x="1405890" y="32106"/>
                </a:lnTo>
                <a:lnTo>
                  <a:pt x="1409795" y="32545"/>
                </a:lnTo>
                <a:lnTo>
                  <a:pt x="1413701" y="32981"/>
                </a:lnTo>
                <a:lnTo>
                  <a:pt x="1417606" y="33413"/>
                </a:lnTo>
                <a:lnTo>
                  <a:pt x="1421511" y="33841"/>
                </a:lnTo>
                <a:lnTo>
                  <a:pt x="1425416" y="34267"/>
                </a:lnTo>
                <a:lnTo>
                  <a:pt x="1429321" y="34689"/>
                </a:lnTo>
                <a:lnTo>
                  <a:pt x="1433227" y="35108"/>
                </a:lnTo>
                <a:lnTo>
                  <a:pt x="1437132" y="35523"/>
                </a:lnTo>
                <a:lnTo>
                  <a:pt x="1441037" y="35935"/>
                </a:lnTo>
                <a:lnTo>
                  <a:pt x="1444943" y="36343"/>
                </a:lnTo>
                <a:lnTo>
                  <a:pt x="1448848" y="36748"/>
                </a:lnTo>
                <a:lnTo>
                  <a:pt x="1452753" y="37150"/>
                </a:lnTo>
                <a:lnTo>
                  <a:pt x="1456658" y="37548"/>
                </a:lnTo>
                <a:lnTo>
                  <a:pt x="1460564" y="37943"/>
                </a:lnTo>
                <a:lnTo>
                  <a:pt x="1464469" y="38334"/>
                </a:lnTo>
                <a:lnTo>
                  <a:pt x="1468374" y="38722"/>
                </a:lnTo>
                <a:lnTo>
                  <a:pt x="1472279" y="39106"/>
                </a:lnTo>
                <a:lnTo>
                  <a:pt x="1476185" y="39487"/>
                </a:lnTo>
                <a:lnTo>
                  <a:pt x="1480090" y="39865"/>
                </a:lnTo>
                <a:lnTo>
                  <a:pt x="1483995" y="40239"/>
                </a:lnTo>
                <a:lnTo>
                  <a:pt x="1487900" y="40609"/>
                </a:lnTo>
                <a:lnTo>
                  <a:pt x="1491805" y="40976"/>
                </a:lnTo>
                <a:lnTo>
                  <a:pt x="1495711" y="41340"/>
                </a:lnTo>
                <a:lnTo>
                  <a:pt x="1499616" y="41700"/>
                </a:lnTo>
                <a:lnTo>
                  <a:pt x="1503521" y="42056"/>
                </a:lnTo>
                <a:lnTo>
                  <a:pt x="1507427" y="42409"/>
                </a:lnTo>
                <a:lnTo>
                  <a:pt x="1511332" y="42759"/>
                </a:lnTo>
                <a:lnTo>
                  <a:pt x="1515237" y="43104"/>
                </a:lnTo>
                <a:lnTo>
                  <a:pt x="1519142" y="43447"/>
                </a:lnTo>
                <a:lnTo>
                  <a:pt x="1523048" y="434696"/>
                </a:lnTo>
                <a:lnTo>
                  <a:pt x="1526953" y="436092"/>
                </a:lnTo>
                <a:lnTo>
                  <a:pt x="1530858" y="437488"/>
                </a:lnTo>
                <a:lnTo>
                  <a:pt x="1534763" y="438884"/>
                </a:lnTo>
                <a:lnTo>
                  <a:pt x="1538668" y="440280"/>
                </a:lnTo>
                <a:lnTo>
                  <a:pt x="1542574" y="441676"/>
                </a:lnTo>
                <a:lnTo>
                  <a:pt x="1546479" y="443072"/>
                </a:lnTo>
                <a:lnTo>
                  <a:pt x="1550384" y="444468"/>
                </a:lnTo>
                <a:lnTo>
                  <a:pt x="1554290" y="445864"/>
                </a:lnTo>
                <a:lnTo>
                  <a:pt x="1558195" y="447260"/>
                </a:lnTo>
                <a:lnTo>
                  <a:pt x="1562100" y="448656"/>
                </a:lnTo>
                <a:lnTo>
                  <a:pt x="1566005" y="450052"/>
                </a:lnTo>
                <a:lnTo>
                  <a:pt x="1569910" y="451448"/>
                </a:lnTo>
                <a:lnTo>
                  <a:pt x="1573816" y="452844"/>
                </a:lnTo>
                <a:lnTo>
                  <a:pt x="1577721" y="454240"/>
                </a:lnTo>
                <a:lnTo>
                  <a:pt x="1581626" y="455636"/>
                </a:lnTo>
                <a:lnTo>
                  <a:pt x="1585532" y="457032"/>
                </a:lnTo>
                <a:lnTo>
                  <a:pt x="1589437" y="458428"/>
                </a:lnTo>
                <a:lnTo>
                  <a:pt x="1593342" y="459824"/>
                </a:lnTo>
                <a:lnTo>
                  <a:pt x="1597247" y="461220"/>
                </a:lnTo>
                <a:lnTo>
                  <a:pt x="1601152" y="462616"/>
                </a:lnTo>
                <a:lnTo>
                  <a:pt x="1605058" y="464012"/>
                </a:lnTo>
                <a:lnTo>
                  <a:pt x="1608963" y="465408"/>
                </a:lnTo>
                <a:lnTo>
                  <a:pt x="1612868" y="466805"/>
                </a:lnTo>
                <a:lnTo>
                  <a:pt x="1616774" y="468201"/>
                </a:lnTo>
                <a:lnTo>
                  <a:pt x="1620679" y="469597"/>
                </a:lnTo>
                <a:lnTo>
                  <a:pt x="1624584" y="470993"/>
                </a:lnTo>
                <a:lnTo>
                  <a:pt x="1628489" y="472389"/>
                </a:lnTo>
                <a:lnTo>
                  <a:pt x="1632395" y="473785"/>
                </a:lnTo>
                <a:lnTo>
                  <a:pt x="1636300" y="475181"/>
                </a:lnTo>
                <a:lnTo>
                  <a:pt x="1640205" y="476577"/>
                </a:lnTo>
                <a:lnTo>
                  <a:pt x="1644110" y="477973"/>
                </a:lnTo>
                <a:lnTo>
                  <a:pt x="1648015" y="479369"/>
                </a:lnTo>
                <a:lnTo>
                  <a:pt x="1651921" y="480765"/>
                </a:lnTo>
                <a:lnTo>
                  <a:pt x="1655826" y="482161"/>
                </a:lnTo>
                <a:lnTo>
                  <a:pt x="1659731" y="483557"/>
                </a:lnTo>
                <a:lnTo>
                  <a:pt x="1663637" y="484953"/>
                </a:lnTo>
                <a:lnTo>
                  <a:pt x="1667542" y="486349"/>
                </a:lnTo>
                <a:lnTo>
                  <a:pt x="1671447" y="487745"/>
                </a:lnTo>
                <a:lnTo>
                  <a:pt x="1675352" y="489141"/>
                </a:lnTo>
                <a:lnTo>
                  <a:pt x="1679257" y="490537"/>
                </a:lnTo>
                <a:lnTo>
                  <a:pt x="1683163" y="491933"/>
                </a:lnTo>
                <a:lnTo>
                  <a:pt x="1687068" y="493329"/>
                </a:lnTo>
                <a:lnTo>
                  <a:pt x="1690973" y="494725"/>
                </a:lnTo>
                <a:lnTo>
                  <a:pt x="1694879" y="496121"/>
                </a:lnTo>
                <a:lnTo>
                  <a:pt x="1698784" y="497517"/>
                </a:lnTo>
                <a:lnTo>
                  <a:pt x="1702689" y="498913"/>
                </a:lnTo>
                <a:lnTo>
                  <a:pt x="1706594" y="500309"/>
                </a:lnTo>
                <a:lnTo>
                  <a:pt x="1710499" y="501705"/>
                </a:lnTo>
                <a:lnTo>
                  <a:pt x="1714405" y="503101"/>
                </a:lnTo>
                <a:lnTo>
                  <a:pt x="1718310" y="504497"/>
                </a:lnTo>
                <a:lnTo>
                  <a:pt x="1722215" y="505893"/>
                </a:lnTo>
                <a:lnTo>
                  <a:pt x="1726121" y="507289"/>
                </a:lnTo>
                <a:lnTo>
                  <a:pt x="1730026" y="508685"/>
                </a:lnTo>
                <a:lnTo>
                  <a:pt x="1733931" y="510081"/>
                </a:lnTo>
                <a:lnTo>
                  <a:pt x="1737836" y="511477"/>
                </a:lnTo>
                <a:lnTo>
                  <a:pt x="1741742" y="512873"/>
                </a:lnTo>
                <a:lnTo>
                  <a:pt x="1745647" y="514269"/>
                </a:lnTo>
                <a:lnTo>
                  <a:pt x="1749552" y="515665"/>
                </a:lnTo>
                <a:lnTo>
                  <a:pt x="1753457" y="517061"/>
                </a:lnTo>
                <a:lnTo>
                  <a:pt x="1757363" y="518457"/>
                </a:lnTo>
                <a:lnTo>
                  <a:pt x="1761268" y="519853"/>
                </a:lnTo>
                <a:lnTo>
                  <a:pt x="1765173" y="521249"/>
                </a:lnTo>
                <a:lnTo>
                  <a:pt x="1769078" y="522645"/>
                </a:lnTo>
                <a:lnTo>
                  <a:pt x="1772983" y="524041"/>
                </a:lnTo>
                <a:lnTo>
                  <a:pt x="1776889" y="525437"/>
                </a:lnTo>
                <a:lnTo>
                  <a:pt x="1780794" y="526833"/>
                </a:lnTo>
                <a:lnTo>
                  <a:pt x="1784699" y="528229"/>
                </a:lnTo>
                <a:lnTo>
                  <a:pt x="1788604" y="529625"/>
                </a:lnTo>
                <a:lnTo>
                  <a:pt x="1792510" y="531021"/>
                </a:lnTo>
                <a:lnTo>
                  <a:pt x="1796415" y="532417"/>
                </a:lnTo>
                <a:lnTo>
                  <a:pt x="1800320" y="533813"/>
                </a:lnTo>
                <a:lnTo>
                  <a:pt x="1804226" y="535209"/>
                </a:lnTo>
                <a:lnTo>
                  <a:pt x="1808131" y="536605"/>
                </a:lnTo>
                <a:lnTo>
                  <a:pt x="1812036" y="538001"/>
                </a:lnTo>
                <a:lnTo>
                  <a:pt x="1815941" y="539397"/>
                </a:lnTo>
                <a:lnTo>
                  <a:pt x="1819846" y="540793"/>
                </a:lnTo>
                <a:lnTo>
                  <a:pt x="1823752" y="542189"/>
                </a:lnTo>
                <a:lnTo>
                  <a:pt x="1827657" y="543585"/>
                </a:lnTo>
                <a:lnTo>
                  <a:pt x="1831562" y="544981"/>
                </a:lnTo>
                <a:lnTo>
                  <a:pt x="1835468" y="546377"/>
                </a:lnTo>
                <a:lnTo>
                  <a:pt x="1839373" y="547773"/>
                </a:lnTo>
                <a:lnTo>
                  <a:pt x="1843278" y="549169"/>
                </a:lnTo>
                <a:lnTo>
                  <a:pt x="1847183" y="550565"/>
                </a:lnTo>
                <a:lnTo>
                  <a:pt x="1851088" y="551961"/>
                </a:lnTo>
                <a:lnTo>
                  <a:pt x="1854994" y="553357"/>
                </a:lnTo>
                <a:lnTo>
                  <a:pt x="1858899" y="554753"/>
                </a:lnTo>
                <a:lnTo>
                  <a:pt x="1862804" y="556149"/>
                </a:lnTo>
                <a:lnTo>
                  <a:pt x="1866710" y="557545"/>
                </a:lnTo>
                <a:lnTo>
                  <a:pt x="1870615" y="558941"/>
                </a:lnTo>
                <a:lnTo>
                  <a:pt x="1874520" y="559087"/>
                </a:lnTo>
                <a:lnTo>
                  <a:pt x="1878425" y="559087"/>
                </a:lnTo>
                <a:lnTo>
                  <a:pt x="1882330" y="559087"/>
                </a:lnTo>
                <a:lnTo>
                  <a:pt x="1886236" y="559087"/>
                </a:lnTo>
                <a:lnTo>
                  <a:pt x="1890141" y="559087"/>
                </a:lnTo>
                <a:lnTo>
                  <a:pt x="1894046" y="559087"/>
                </a:lnTo>
                <a:lnTo>
                  <a:pt x="1897952" y="559087"/>
                </a:lnTo>
                <a:lnTo>
                  <a:pt x="1901857" y="559087"/>
                </a:lnTo>
                <a:lnTo>
                  <a:pt x="1905762" y="559087"/>
                </a:lnTo>
                <a:lnTo>
                  <a:pt x="1909667" y="559087"/>
                </a:lnTo>
                <a:lnTo>
                  <a:pt x="1913573" y="559087"/>
                </a:lnTo>
                <a:lnTo>
                  <a:pt x="1917478" y="559087"/>
                </a:lnTo>
                <a:lnTo>
                  <a:pt x="1921383" y="559087"/>
                </a:lnTo>
                <a:lnTo>
                  <a:pt x="1925288" y="559087"/>
                </a:lnTo>
                <a:lnTo>
                  <a:pt x="1929193" y="559087"/>
                </a:lnTo>
                <a:lnTo>
                  <a:pt x="1933099" y="559087"/>
                </a:lnTo>
                <a:lnTo>
                  <a:pt x="1937004" y="559087"/>
                </a:lnTo>
                <a:lnTo>
                  <a:pt x="1940909" y="559087"/>
                </a:lnTo>
                <a:lnTo>
                  <a:pt x="1944815" y="559087"/>
                </a:lnTo>
                <a:lnTo>
                  <a:pt x="1948720" y="559087"/>
                </a:lnTo>
                <a:lnTo>
                  <a:pt x="1952625" y="559087"/>
                </a:lnTo>
                <a:lnTo>
                  <a:pt x="1956530" y="559087"/>
                </a:lnTo>
                <a:lnTo>
                  <a:pt x="1960435" y="559087"/>
                </a:lnTo>
                <a:lnTo>
                  <a:pt x="1964341" y="559087"/>
                </a:lnTo>
                <a:lnTo>
                  <a:pt x="1968246" y="559087"/>
                </a:lnTo>
                <a:lnTo>
                  <a:pt x="1972151" y="559087"/>
                </a:lnTo>
                <a:lnTo>
                  <a:pt x="1976057" y="559087"/>
                </a:lnTo>
                <a:lnTo>
                  <a:pt x="1979962" y="559087"/>
                </a:lnTo>
                <a:lnTo>
                  <a:pt x="1983867" y="559087"/>
                </a:lnTo>
                <a:lnTo>
                  <a:pt x="1987772" y="559087"/>
                </a:lnTo>
                <a:lnTo>
                  <a:pt x="1991677" y="559087"/>
                </a:lnTo>
                <a:lnTo>
                  <a:pt x="1995583" y="559087"/>
                </a:lnTo>
                <a:lnTo>
                  <a:pt x="1999488" y="559087"/>
                </a:lnTo>
                <a:lnTo>
                  <a:pt x="2003393" y="559087"/>
                </a:lnTo>
                <a:lnTo>
                  <a:pt x="2007299" y="559087"/>
                </a:lnTo>
                <a:lnTo>
                  <a:pt x="2011204" y="559087"/>
                </a:lnTo>
                <a:lnTo>
                  <a:pt x="2015109" y="559087"/>
                </a:lnTo>
                <a:lnTo>
                  <a:pt x="2019014" y="559087"/>
                </a:lnTo>
                <a:lnTo>
                  <a:pt x="2022920" y="559087"/>
                </a:lnTo>
                <a:lnTo>
                  <a:pt x="2026825" y="559087"/>
                </a:lnTo>
                <a:lnTo>
                  <a:pt x="2030730" y="559087"/>
                </a:lnTo>
                <a:lnTo>
                  <a:pt x="2034635" y="559087"/>
                </a:lnTo>
                <a:lnTo>
                  <a:pt x="2038540" y="559087"/>
                </a:lnTo>
                <a:lnTo>
                  <a:pt x="2042446" y="559087"/>
                </a:lnTo>
                <a:lnTo>
                  <a:pt x="2046351" y="559087"/>
                </a:lnTo>
                <a:lnTo>
                  <a:pt x="2050256" y="559087"/>
                </a:lnTo>
                <a:lnTo>
                  <a:pt x="2054162" y="559087"/>
                </a:lnTo>
                <a:lnTo>
                  <a:pt x="2058067" y="559087"/>
                </a:lnTo>
                <a:lnTo>
                  <a:pt x="2061972" y="559087"/>
                </a:lnTo>
                <a:lnTo>
                  <a:pt x="2065877" y="559087"/>
                </a:lnTo>
                <a:lnTo>
                  <a:pt x="2069782" y="559087"/>
                </a:lnTo>
                <a:lnTo>
                  <a:pt x="2073688" y="559087"/>
                </a:lnTo>
                <a:lnTo>
                  <a:pt x="2077593" y="559087"/>
                </a:lnTo>
                <a:lnTo>
                  <a:pt x="2081498" y="559087"/>
                </a:lnTo>
                <a:lnTo>
                  <a:pt x="2085404" y="559087"/>
                </a:lnTo>
                <a:lnTo>
                  <a:pt x="2089309" y="559087"/>
                </a:lnTo>
                <a:lnTo>
                  <a:pt x="2093214" y="559087"/>
                </a:lnTo>
                <a:lnTo>
                  <a:pt x="2097119" y="559087"/>
                </a:lnTo>
                <a:lnTo>
                  <a:pt x="2101024" y="559087"/>
                </a:lnTo>
                <a:lnTo>
                  <a:pt x="2104930" y="559087"/>
                </a:lnTo>
                <a:lnTo>
                  <a:pt x="2108835" y="559087"/>
                </a:lnTo>
                <a:lnTo>
                  <a:pt x="2112740" y="559087"/>
                </a:lnTo>
                <a:lnTo>
                  <a:pt x="2116646" y="559087"/>
                </a:lnTo>
                <a:lnTo>
                  <a:pt x="2120551" y="559087"/>
                </a:lnTo>
                <a:lnTo>
                  <a:pt x="2124456" y="559087"/>
                </a:lnTo>
                <a:lnTo>
                  <a:pt x="2128361" y="559087"/>
                </a:lnTo>
                <a:lnTo>
                  <a:pt x="2132267" y="559087"/>
                </a:lnTo>
                <a:lnTo>
                  <a:pt x="2136172" y="559087"/>
                </a:lnTo>
                <a:lnTo>
                  <a:pt x="2140077" y="559087"/>
                </a:lnTo>
                <a:lnTo>
                  <a:pt x="2143982" y="559087"/>
                </a:lnTo>
                <a:lnTo>
                  <a:pt x="2147888" y="559087"/>
                </a:lnTo>
                <a:lnTo>
                  <a:pt x="2151793" y="559087"/>
                </a:lnTo>
                <a:lnTo>
                  <a:pt x="2155698" y="559087"/>
                </a:lnTo>
                <a:lnTo>
                  <a:pt x="2159603" y="559087"/>
                </a:lnTo>
                <a:lnTo>
                  <a:pt x="2163509" y="559087"/>
                </a:lnTo>
                <a:lnTo>
                  <a:pt x="2167414" y="559087"/>
                </a:lnTo>
                <a:lnTo>
                  <a:pt x="2171319" y="559087"/>
                </a:lnTo>
                <a:lnTo>
                  <a:pt x="2175224" y="559087"/>
                </a:lnTo>
                <a:lnTo>
                  <a:pt x="2179129" y="559087"/>
                </a:lnTo>
                <a:lnTo>
                  <a:pt x="2183035" y="559087"/>
                </a:lnTo>
                <a:lnTo>
                  <a:pt x="2186940" y="559087"/>
                </a:lnTo>
                <a:lnTo>
                  <a:pt x="2190845" y="559087"/>
                </a:lnTo>
                <a:lnTo>
                  <a:pt x="2194751" y="559087"/>
                </a:lnTo>
                <a:lnTo>
                  <a:pt x="2198656" y="559087"/>
                </a:lnTo>
                <a:lnTo>
                  <a:pt x="2202561" y="559087"/>
                </a:lnTo>
                <a:lnTo>
                  <a:pt x="2206466" y="559087"/>
                </a:lnTo>
                <a:lnTo>
                  <a:pt x="2210371" y="559087"/>
                </a:lnTo>
                <a:lnTo>
                  <a:pt x="2214277" y="559087"/>
                </a:lnTo>
                <a:lnTo>
                  <a:pt x="2218182" y="559087"/>
                </a:lnTo>
                <a:lnTo>
                  <a:pt x="2222087" y="559087"/>
                </a:lnTo>
                <a:lnTo>
                  <a:pt x="2225993" y="559087"/>
                </a:lnTo>
                <a:lnTo>
                  <a:pt x="2229898" y="559087"/>
                </a:lnTo>
                <a:lnTo>
                  <a:pt x="2233803" y="559087"/>
                </a:lnTo>
                <a:lnTo>
                  <a:pt x="2237708" y="559087"/>
                </a:lnTo>
                <a:lnTo>
                  <a:pt x="2241614" y="559087"/>
                </a:lnTo>
                <a:lnTo>
                  <a:pt x="2245519" y="559087"/>
                </a:lnTo>
                <a:lnTo>
                  <a:pt x="2249424" y="559087"/>
                </a:lnTo>
                <a:lnTo>
                  <a:pt x="2253329" y="559087"/>
                </a:lnTo>
                <a:lnTo>
                  <a:pt x="2257235" y="559087"/>
                </a:lnTo>
                <a:lnTo>
                  <a:pt x="2261140" y="559087"/>
                </a:lnTo>
                <a:lnTo>
                  <a:pt x="2265045" y="559087"/>
                </a:lnTo>
                <a:lnTo>
                  <a:pt x="2268950" y="559087"/>
                </a:lnTo>
                <a:lnTo>
                  <a:pt x="2272856" y="559087"/>
                </a:lnTo>
                <a:lnTo>
                  <a:pt x="2276761" y="559087"/>
                </a:lnTo>
                <a:lnTo>
                  <a:pt x="2280666" y="559087"/>
                </a:lnTo>
                <a:lnTo>
                  <a:pt x="2284571" y="559087"/>
                </a:lnTo>
                <a:lnTo>
                  <a:pt x="2288477" y="559087"/>
                </a:lnTo>
                <a:lnTo>
                  <a:pt x="2292382" y="559087"/>
                </a:lnTo>
                <a:lnTo>
                  <a:pt x="2296287" y="559087"/>
                </a:lnTo>
                <a:lnTo>
                  <a:pt x="2300192" y="559087"/>
                </a:lnTo>
                <a:lnTo>
                  <a:pt x="2304098" y="559087"/>
                </a:lnTo>
                <a:lnTo>
                  <a:pt x="2308003" y="559087"/>
                </a:lnTo>
                <a:lnTo>
                  <a:pt x="2311908" y="559087"/>
                </a:lnTo>
                <a:lnTo>
                  <a:pt x="2315813" y="559087"/>
                </a:lnTo>
                <a:lnTo>
                  <a:pt x="2319718" y="559087"/>
                </a:lnTo>
                <a:lnTo>
                  <a:pt x="2323624" y="559087"/>
                </a:lnTo>
                <a:lnTo>
                  <a:pt x="2327529" y="559087"/>
                </a:lnTo>
                <a:lnTo>
                  <a:pt x="2331434" y="559087"/>
                </a:lnTo>
                <a:lnTo>
                  <a:pt x="2335340" y="559087"/>
                </a:lnTo>
                <a:lnTo>
                  <a:pt x="2339245" y="559087"/>
                </a:lnTo>
                <a:lnTo>
                  <a:pt x="2343150" y="559087"/>
                </a:lnTo>
              </a:path>
            </a:pathLst>
          </a:custGeom>
          <a:noFill xmlns:a="http://schemas.openxmlformats.org/drawingml/2006/main"/>
          <a:ln xmlns:a="http://schemas.openxmlformats.org/drawingml/2006/main" w="21908">
            <a:solidFill>
              <a:srgbClr val="202020"/>
            </a:solidFill>
          </a:ln>
        </p:spPr>
      </p:sp>
      <p:sp>
        <p:nvSpPr>
          <p:cNvPr id="38" name="sum-width-2">
            <a:extLst xmlns:a="http://schemas.openxmlformats.org/drawingml/2006/main">
              <a:ext uri="{FF2B5EF4-FFF2-40B4-BE49-F238E27FC236}">
                <a16:creationId xmlns:a16="http://schemas.microsoft.com/office/drawing/2014/main" id="{6C6859C7-CF0D-4FA4-AD35-6574D167F497}"/>
              </a:ext>
            </a:extLst>
          </p:cNvPr>
          <p:cNvSpPr>
            <a:spLocks xmlns:a="http://schemas.openxmlformats.org/drawingml/2006/main" noGrp="1"/>
          </p:cNvSpPr>
          <p:nvPr/>
        </p:nvSpPr>
        <p:spPr>
          <a:xfrm xmlns:a="http://schemas.openxmlformats.org/drawingml/2006/main">
            <a:off x="9597077" y="6048375"/>
            <a:ext cx="1398896"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9" name="sum-width-2-l">
            <a:extLst xmlns:a="http://schemas.openxmlformats.org/drawingml/2006/main">
              <a:ext uri="{FF2B5EF4-FFF2-40B4-BE49-F238E27FC236}">
                <a16:creationId xmlns:a16="http://schemas.microsoft.com/office/drawing/2014/main" id="{0AAC8302-A2B6-4F68-B4C2-4F4CB99ACACA}"/>
              </a:ext>
            </a:extLst>
          </p:cNvPr>
          <p:cNvSpPr>
            <a:spLocks xmlns:a="http://schemas.openxmlformats.org/drawingml/2006/main" noGrp="1"/>
          </p:cNvSpPr>
          <p:nvPr/>
        </p:nvSpPr>
        <p:spPr>
          <a:xfrm xmlns:a="http://schemas.openxmlformats.org/drawingml/2006/main">
            <a:off x="9597077"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0" name="sum-width-2-r">
            <a:extLst xmlns:a="http://schemas.openxmlformats.org/drawingml/2006/main">
              <a:ext uri="{FF2B5EF4-FFF2-40B4-BE49-F238E27FC236}">
                <a16:creationId xmlns:a16="http://schemas.microsoft.com/office/drawing/2014/main" id="{FF5C90A5-5815-4DD0-B814-08280BEBB3FB}"/>
              </a:ext>
            </a:extLst>
          </p:cNvPr>
          <p:cNvSpPr>
            <a:spLocks xmlns:a="http://schemas.openxmlformats.org/drawingml/2006/main" noGrp="1"/>
          </p:cNvSpPr>
          <p:nvPr/>
        </p:nvSpPr>
        <p:spPr>
          <a:xfrm xmlns:a="http://schemas.openxmlformats.org/drawingml/2006/main">
            <a:off x="10995973"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1" name="sum-spectrum-3--1">
            <a:extLst xmlns:a="http://schemas.openxmlformats.org/drawingml/2006/main">
              <a:ext uri="{FF2B5EF4-FFF2-40B4-BE49-F238E27FC236}">
                <a16:creationId xmlns:a16="http://schemas.microsoft.com/office/drawing/2014/main" id="{4B92CFB2-03DA-41F1-B420-4E4CCAE4EA21}"/>
              </a:ext>
            </a:extLst>
          </p:cNvPr>
          <p:cNvSpPr>
            <a:spLocks xmlns:a="http://schemas.openxmlformats.org/drawingml/2006/main" noGrp="1"/>
          </p:cNvSpPr>
          <p:nvPr/>
        </p:nvSpPr>
        <p:spPr>
          <a:xfrm xmlns:a="http://schemas.openxmlformats.org/drawingml/2006/main">
            <a:off x="6553200" y="5115796"/>
            <a:ext cx="2343150" cy="503954"/>
          </a:xfrm>
          <a:custGeom xmlns:a="http://schemas.openxmlformats.org/drawingml/2006/main">
            <a:pathLst>
              <a:path w="2343150" h="503954">
                <a:moveTo>
                  <a:pt x="0" y="503954"/>
                </a:moveTo>
                <a:lnTo>
                  <a:pt x="3905" y="503954"/>
                </a:lnTo>
                <a:lnTo>
                  <a:pt x="7811" y="503954"/>
                </a:lnTo>
                <a:lnTo>
                  <a:pt x="11716" y="503954"/>
                </a:lnTo>
                <a:lnTo>
                  <a:pt x="15621" y="503954"/>
                </a:lnTo>
                <a:lnTo>
                  <a:pt x="19526" y="503954"/>
                </a:lnTo>
                <a:lnTo>
                  <a:pt x="23432" y="503954"/>
                </a:lnTo>
                <a:lnTo>
                  <a:pt x="27337" y="503954"/>
                </a:lnTo>
                <a:lnTo>
                  <a:pt x="31242" y="503954"/>
                </a:lnTo>
                <a:lnTo>
                  <a:pt x="35147" y="503954"/>
                </a:lnTo>
                <a:lnTo>
                  <a:pt x="39053" y="503954"/>
                </a:lnTo>
                <a:lnTo>
                  <a:pt x="42958" y="503954"/>
                </a:lnTo>
                <a:lnTo>
                  <a:pt x="46863" y="503954"/>
                </a:lnTo>
                <a:lnTo>
                  <a:pt x="50768" y="503954"/>
                </a:lnTo>
                <a:lnTo>
                  <a:pt x="54674" y="503954"/>
                </a:lnTo>
                <a:lnTo>
                  <a:pt x="58579" y="503954"/>
                </a:lnTo>
                <a:lnTo>
                  <a:pt x="62484" y="503954"/>
                </a:lnTo>
                <a:lnTo>
                  <a:pt x="66389" y="503954"/>
                </a:lnTo>
                <a:lnTo>
                  <a:pt x="70294" y="503954"/>
                </a:lnTo>
                <a:lnTo>
                  <a:pt x="74200" y="503954"/>
                </a:lnTo>
                <a:lnTo>
                  <a:pt x="78105" y="503954"/>
                </a:lnTo>
                <a:lnTo>
                  <a:pt x="82010" y="503954"/>
                </a:lnTo>
                <a:lnTo>
                  <a:pt x="85915" y="503954"/>
                </a:lnTo>
                <a:lnTo>
                  <a:pt x="89821" y="503954"/>
                </a:lnTo>
                <a:lnTo>
                  <a:pt x="93726" y="503954"/>
                </a:lnTo>
                <a:lnTo>
                  <a:pt x="97631" y="503954"/>
                </a:lnTo>
                <a:lnTo>
                  <a:pt x="101536" y="503954"/>
                </a:lnTo>
                <a:lnTo>
                  <a:pt x="105442" y="503954"/>
                </a:lnTo>
                <a:lnTo>
                  <a:pt x="109347" y="503954"/>
                </a:lnTo>
                <a:lnTo>
                  <a:pt x="113252" y="503954"/>
                </a:lnTo>
                <a:lnTo>
                  <a:pt x="117157" y="503954"/>
                </a:lnTo>
                <a:lnTo>
                  <a:pt x="121063" y="503954"/>
                </a:lnTo>
                <a:lnTo>
                  <a:pt x="124968" y="503954"/>
                </a:lnTo>
                <a:lnTo>
                  <a:pt x="128873" y="503951"/>
                </a:lnTo>
                <a:lnTo>
                  <a:pt x="132779" y="503945"/>
                </a:lnTo>
                <a:lnTo>
                  <a:pt x="136684" y="503937"/>
                </a:lnTo>
                <a:lnTo>
                  <a:pt x="140589" y="503926"/>
                </a:lnTo>
                <a:lnTo>
                  <a:pt x="144494" y="503913"/>
                </a:lnTo>
                <a:lnTo>
                  <a:pt x="148400" y="503897"/>
                </a:lnTo>
                <a:lnTo>
                  <a:pt x="152305" y="503878"/>
                </a:lnTo>
                <a:lnTo>
                  <a:pt x="156210" y="503857"/>
                </a:lnTo>
                <a:lnTo>
                  <a:pt x="160115" y="503833"/>
                </a:lnTo>
                <a:lnTo>
                  <a:pt x="164021" y="503807"/>
                </a:lnTo>
                <a:lnTo>
                  <a:pt x="167926" y="503778"/>
                </a:lnTo>
                <a:lnTo>
                  <a:pt x="171831" y="503746"/>
                </a:lnTo>
                <a:lnTo>
                  <a:pt x="175736" y="503712"/>
                </a:lnTo>
                <a:lnTo>
                  <a:pt x="179642" y="503675"/>
                </a:lnTo>
                <a:lnTo>
                  <a:pt x="183547" y="503636"/>
                </a:lnTo>
                <a:lnTo>
                  <a:pt x="187452" y="503594"/>
                </a:lnTo>
                <a:lnTo>
                  <a:pt x="191357" y="503549"/>
                </a:lnTo>
                <a:lnTo>
                  <a:pt x="195263" y="503502"/>
                </a:lnTo>
                <a:lnTo>
                  <a:pt x="199168" y="503452"/>
                </a:lnTo>
                <a:lnTo>
                  <a:pt x="203073" y="503400"/>
                </a:lnTo>
                <a:lnTo>
                  <a:pt x="206978" y="503345"/>
                </a:lnTo>
                <a:lnTo>
                  <a:pt x="210883" y="503287"/>
                </a:lnTo>
                <a:lnTo>
                  <a:pt x="214789" y="503227"/>
                </a:lnTo>
                <a:lnTo>
                  <a:pt x="218694" y="503164"/>
                </a:lnTo>
                <a:lnTo>
                  <a:pt x="222599" y="503099"/>
                </a:lnTo>
                <a:lnTo>
                  <a:pt x="226504" y="503031"/>
                </a:lnTo>
                <a:lnTo>
                  <a:pt x="230410" y="502960"/>
                </a:lnTo>
                <a:lnTo>
                  <a:pt x="234315" y="502887"/>
                </a:lnTo>
                <a:lnTo>
                  <a:pt x="238220" y="502812"/>
                </a:lnTo>
                <a:lnTo>
                  <a:pt x="242125" y="502733"/>
                </a:lnTo>
                <a:lnTo>
                  <a:pt x="246031" y="502652"/>
                </a:lnTo>
                <a:lnTo>
                  <a:pt x="249936" y="502569"/>
                </a:lnTo>
                <a:lnTo>
                  <a:pt x="253841" y="502483"/>
                </a:lnTo>
                <a:lnTo>
                  <a:pt x="257746" y="502394"/>
                </a:lnTo>
                <a:lnTo>
                  <a:pt x="261652" y="502302"/>
                </a:lnTo>
                <a:lnTo>
                  <a:pt x="265557" y="502209"/>
                </a:lnTo>
                <a:lnTo>
                  <a:pt x="269462" y="502112"/>
                </a:lnTo>
                <a:lnTo>
                  <a:pt x="273368" y="502013"/>
                </a:lnTo>
                <a:lnTo>
                  <a:pt x="277273" y="501911"/>
                </a:lnTo>
                <a:lnTo>
                  <a:pt x="281178" y="501807"/>
                </a:lnTo>
                <a:lnTo>
                  <a:pt x="285083" y="501700"/>
                </a:lnTo>
                <a:lnTo>
                  <a:pt x="288989" y="501590"/>
                </a:lnTo>
                <a:lnTo>
                  <a:pt x="292894" y="501478"/>
                </a:lnTo>
                <a:lnTo>
                  <a:pt x="296799" y="501363"/>
                </a:lnTo>
                <a:lnTo>
                  <a:pt x="300704" y="501246"/>
                </a:lnTo>
                <a:lnTo>
                  <a:pt x="304610" y="501126"/>
                </a:lnTo>
                <a:lnTo>
                  <a:pt x="308515" y="501004"/>
                </a:lnTo>
                <a:lnTo>
                  <a:pt x="312420" y="500879"/>
                </a:lnTo>
                <a:lnTo>
                  <a:pt x="316325" y="500751"/>
                </a:lnTo>
                <a:lnTo>
                  <a:pt x="320231" y="500621"/>
                </a:lnTo>
                <a:lnTo>
                  <a:pt x="324136" y="500488"/>
                </a:lnTo>
                <a:lnTo>
                  <a:pt x="328041" y="500352"/>
                </a:lnTo>
                <a:lnTo>
                  <a:pt x="331946" y="500214"/>
                </a:lnTo>
                <a:lnTo>
                  <a:pt x="335851" y="500073"/>
                </a:lnTo>
                <a:lnTo>
                  <a:pt x="339757" y="499930"/>
                </a:lnTo>
                <a:lnTo>
                  <a:pt x="343662" y="499784"/>
                </a:lnTo>
                <a:lnTo>
                  <a:pt x="347567" y="499636"/>
                </a:lnTo>
                <a:lnTo>
                  <a:pt x="351472" y="499485"/>
                </a:lnTo>
                <a:lnTo>
                  <a:pt x="355378" y="499331"/>
                </a:lnTo>
                <a:lnTo>
                  <a:pt x="359283" y="499175"/>
                </a:lnTo>
                <a:lnTo>
                  <a:pt x="363188" y="499016"/>
                </a:lnTo>
                <a:lnTo>
                  <a:pt x="367093" y="498854"/>
                </a:lnTo>
                <a:lnTo>
                  <a:pt x="370999" y="498690"/>
                </a:lnTo>
                <a:lnTo>
                  <a:pt x="374904" y="498523"/>
                </a:lnTo>
                <a:lnTo>
                  <a:pt x="378809" y="498354"/>
                </a:lnTo>
                <a:lnTo>
                  <a:pt x="382715" y="498182"/>
                </a:lnTo>
                <a:lnTo>
                  <a:pt x="386620" y="498008"/>
                </a:lnTo>
                <a:lnTo>
                  <a:pt x="390525" y="497831"/>
                </a:lnTo>
                <a:lnTo>
                  <a:pt x="394430" y="497651"/>
                </a:lnTo>
                <a:lnTo>
                  <a:pt x="398335" y="497469"/>
                </a:lnTo>
                <a:lnTo>
                  <a:pt x="402241" y="497284"/>
                </a:lnTo>
                <a:lnTo>
                  <a:pt x="406146" y="497096"/>
                </a:lnTo>
                <a:lnTo>
                  <a:pt x="410051" y="496906"/>
                </a:lnTo>
                <a:lnTo>
                  <a:pt x="413957" y="496714"/>
                </a:lnTo>
                <a:lnTo>
                  <a:pt x="417862" y="496518"/>
                </a:lnTo>
                <a:lnTo>
                  <a:pt x="421767" y="496320"/>
                </a:lnTo>
                <a:lnTo>
                  <a:pt x="425672" y="496120"/>
                </a:lnTo>
                <a:lnTo>
                  <a:pt x="429578" y="495917"/>
                </a:lnTo>
                <a:lnTo>
                  <a:pt x="433483" y="495711"/>
                </a:lnTo>
                <a:lnTo>
                  <a:pt x="437388" y="495503"/>
                </a:lnTo>
                <a:lnTo>
                  <a:pt x="441293" y="495292"/>
                </a:lnTo>
                <a:lnTo>
                  <a:pt x="445199" y="495079"/>
                </a:lnTo>
                <a:lnTo>
                  <a:pt x="449104" y="494863"/>
                </a:lnTo>
                <a:lnTo>
                  <a:pt x="453009" y="494644"/>
                </a:lnTo>
                <a:lnTo>
                  <a:pt x="456914" y="494423"/>
                </a:lnTo>
                <a:lnTo>
                  <a:pt x="460819" y="494199"/>
                </a:lnTo>
                <a:lnTo>
                  <a:pt x="464725" y="493972"/>
                </a:lnTo>
                <a:lnTo>
                  <a:pt x="468630" y="493743"/>
                </a:lnTo>
                <a:lnTo>
                  <a:pt x="472535" y="493511"/>
                </a:lnTo>
                <a:lnTo>
                  <a:pt x="476440" y="493167"/>
                </a:lnTo>
                <a:lnTo>
                  <a:pt x="480346" y="492652"/>
                </a:lnTo>
                <a:lnTo>
                  <a:pt x="484251" y="491989"/>
                </a:lnTo>
                <a:lnTo>
                  <a:pt x="488156" y="491200"/>
                </a:lnTo>
                <a:lnTo>
                  <a:pt x="492061" y="490307"/>
                </a:lnTo>
                <a:lnTo>
                  <a:pt x="495967" y="489328"/>
                </a:lnTo>
                <a:lnTo>
                  <a:pt x="499872" y="488281"/>
                </a:lnTo>
                <a:lnTo>
                  <a:pt x="503777" y="487176"/>
                </a:lnTo>
                <a:lnTo>
                  <a:pt x="507682" y="486026"/>
                </a:lnTo>
                <a:lnTo>
                  <a:pt x="511588" y="484838"/>
                </a:lnTo>
                <a:lnTo>
                  <a:pt x="515493" y="483618"/>
                </a:lnTo>
                <a:lnTo>
                  <a:pt x="519398" y="482373"/>
                </a:lnTo>
                <a:lnTo>
                  <a:pt x="523304" y="481105"/>
                </a:lnTo>
                <a:lnTo>
                  <a:pt x="527209" y="479819"/>
                </a:lnTo>
                <a:lnTo>
                  <a:pt x="531114" y="478516"/>
                </a:lnTo>
                <a:lnTo>
                  <a:pt x="535019" y="477201"/>
                </a:lnTo>
                <a:lnTo>
                  <a:pt x="538925" y="475873"/>
                </a:lnTo>
                <a:lnTo>
                  <a:pt x="542830" y="474535"/>
                </a:lnTo>
                <a:lnTo>
                  <a:pt x="546735" y="473189"/>
                </a:lnTo>
                <a:lnTo>
                  <a:pt x="550640" y="471834"/>
                </a:lnTo>
                <a:lnTo>
                  <a:pt x="554546" y="470472"/>
                </a:lnTo>
                <a:lnTo>
                  <a:pt x="558451" y="469104"/>
                </a:lnTo>
                <a:lnTo>
                  <a:pt x="562356" y="467731"/>
                </a:lnTo>
                <a:lnTo>
                  <a:pt x="566261" y="466352"/>
                </a:lnTo>
                <a:lnTo>
                  <a:pt x="570167" y="464969"/>
                </a:lnTo>
                <a:lnTo>
                  <a:pt x="574072" y="463581"/>
                </a:lnTo>
                <a:lnTo>
                  <a:pt x="577977" y="462190"/>
                </a:lnTo>
                <a:lnTo>
                  <a:pt x="581882" y="460795"/>
                </a:lnTo>
                <a:lnTo>
                  <a:pt x="585788" y="459397"/>
                </a:lnTo>
                <a:lnTo>
                  <a:pt x="589693" y="457996"/>
                </a:lnTo>
                <a:lnTo>
                  <a:pt x="593598" y="456592"/>
                </a:lnTo>
                <a:lnTo>
                  <a:pt x="597503" y="455186"/>
                </a:lnTo>
                <a:lnTo>
                  <a:pt x="601408" y="453777"/>
                </a:lnTo>
                <a:lnTo>
                  <a:pt x="605314" y="452366"/>
                </a:lnTo>
                <a:lnTo>
                  <a:pt x="609219" y="450953"/>
                </a:lnTo>
                <a:lnTo>
                  <a:pt x="613124" y="449538"/>
                </a:lnTo>
                <a:lnTo>
                  <a:pt x="617029" y="448121"/>
                </a:lnTo>
                <a:lnTo>
                  <a:pt x="620935" y="446702"/>
                </a:lnTo>
                <a:lnTo>
                  <a:pt x="624840" y="445282"/>
                </a:lnTo>
                <a:lnTo>
                  <a:pt x="628745" y="443859"/>
                </a:lnTo>
                <a:lnTo>
                  <a:pt x="632650" y="442436"/>
                </a:lnTo>
                <a:lnTo>
                  <a:pt x="636556" y="441010"/>
                </a:lnTo>
                <a:lnTo>
                  <a:pt x="640461" y="439584"/>
                </a:lnTo>
                <a:lnTo>
                  <a:pt x="644366" y="438156"/>
                </a:lnTo>
                <a:lnTo>
                  <a:pt x="648271" y="436726"/>
                </a:lnTo>
                <a:lnTo>
                  <a:pt x="652177" y="435295"/>
                </a:lnTo>
                <a:lnTo>
                  <a:pt x="656082" y="433863"/>
                </a:lnTo>
                <a:lnTo>
                  <a:pt x="659987" y="432430"/>
                </a:lnTo>
                <a:lnTo>
                  <a:pt x="663893" y="430996"/>
                </a:lnTo>
                <a:lnTo>
                  <a:pt x="667798" y="429560"/>
                </a:lnTo>
                <a:lnTo>
                  <a:pt x="671703" y="428124"/>
                </a:lnTo>
                <a:lnTo>
                  <a:pt x="675608" y="426686"/>
                </a:lnTo>
                <a:lnTo>
                  <a:pt x="679514" y="425247"/>
                </a:lnTo>
                <a:lnTo>
                  <a:pt x="683419" y="423807"/>
                </a:lnTo>
                <a:lnTo>
                  <a:pt x="687324" y="422366"/>
                </a:lnTo>
                <a:lnTo>
                  <a:pt x="691229" y="420924"/>
                </a:lnTo>
                <a:lnTo>
                  <a:pt x="695135" y="419481"/>
                </a:lnTo>
                <a:lnTo>
                  <a:pt x="699040" y="418037"/>
                </a:lnTo>
                <a:lnTo>
                  <a:pt x="702945" y="416592"/>
                </a:lnTo>
                <a:lnTo>
                  <a:pt x="706850" y="415146"/>
                </a:lnTo>
                <a:lnTo>
                  <a:pt x="710756" y="413700"/>
                </a:lnTo>
                <a:lnTo>
                  <a:pt x="714661" y="412252"/>
                </a:lnTo>
                <a:lnTo>
                  <a:pt x="718566" y="410803"/>
                </a:lnTo>
                <a:lnTo>
                  <a:pt x="722471" y="409354"/>
                </a:lnTo>
                <a:lnTo>
                  <a:pt x="726376" y="407903"/>
                </a:lnTo>
                <a:lnTo>
                  <a:pt x="730282" y="406452"/>
                </a:lnTo>
                <a:lnTo>
                  <a:pt x="734187" y="404999"/>
                </a:lnTo>
                <a:lnTo>
                  <a:pt x="738092" y="403546"/>
                </a:lnTo>
                <a:lnTo>
                  <a:pt x="741997" y="402092"/>
                </a:lnTo>
                <a:lnTo>
                  <a:pt x="745903" y="400637"/>
                </a:lnTo>
                <a:lnTo>
                  <a:pt x="749808" y="399182"/>
                </a:lnTo>
                <a:lnTo>
                  <a:pt x="753713" y="397725"/>
                </a:lnTo>
                <a:lnTo>
                  <a:pt x="757618" y="396268"/>
                </a:lnTo>
                <a:lnTo>
                  <a:pt x="761524" y="394809"/>
                </a:lnTo>
                <a:lnTo>
                  <a:pt x="765429" y="393350"/>
                </a:lnTo>
                <a:lnTo>
                  <a:pt x="769334" y="391890"/>
                </a:lnTo>
                <a:lnTo>
                  <a:pt x="773240" y="390429"/>
                </a:lnTo>
                <a:lnTo>
                  <a:pt x="777145" y="388968"/>
                </a:lnTo>
                <a:lnTo>
                  <a:pt x="781050" y="387505"/>
                </a:lnTo>
                <a:lnTo>
                  <a:pt x="784955" y="386042"/>
                </a:lnTo>
                <a:lnTo>
                  <a:pt x="788861" y="384578"/>
                </a:lnTo>
                <a:lnTo>
                  <a:pt x="792766" y="383113"/>
                </a:lnTo>
                <a:lnTo>
                  <a:pt x="796671" y="381647"/>
                </a:lnTo>
                <a:lnTo>
                  <a:pt x="800576" y="380180"/>
                </a:lnTo>
                <a:lnTo>
                  <a:pt x="804482" y="378713"/>
                </a:lnTo>
                <a:lnTo>
                  <a:pt x="808387" y="377245"/>
                </a:lnTo>
                <a:lnTo>
                  <a:pt x="812292" y="375776"/>
                </a:lnTo>
                <a:lnTo>
                  <a:pt x="816197" y="374306"/>
                </a:lnTo>
                <a:lnTo>
                  <a:pt x="820103" y="372835"/>
                </a:lnTo>
                <a:lnTo>
                  <a:pt x="824008" y="28865"/>
                </a:lnTo>
                <a:lnTo>
                  <a:pt x="827913" y="28937"/>
                </a:lnTo>
                <a:lnTo>
                  <a:pt x="831818" y="28999"/>
                </a:lnTo>
                <a:lnTo>
                  <a:pt x="835724" y="29051"/>
                </a:lnTo>
                <a:lnTo>
                  <a:pt x="839629" y="29094"/>
                </a:lnTo>
                <a:lnTo>
                  <a:pt x="843534" y="29128"/>
                </a:lnTo>
                <a:lnTo>
                  <a:pt x="847439" y="29152"/>
                </a:lnTo>
                <a:lnTo>
                  <a:pt x="851345" y="29166"/>
                </a:lnTo>
                <a:lnTo>
                  <a:pt x="855250" y="29171"/>
                </a:lnTo>
                <a:lnTo>
                  <a:pt x="859155" y="29167"/>
                </a:lnTo>
                <a:lnTo>
                  <a:pt x="863060" y="29153"/>
                </a:lnTo>
                <a:lnTo>
                  <a:pt x="866965" y="29130"/>
                </a:lnTo>
                <a:lnTo>
                  <a:pt x="870871" y="29097"/>
                </a:lnTo>
                <a:lnTo>
                  <a:pt x="874776" y="29055"/>
                </a:lnTo>
                <a:lnTo>
                  <a:pt x="878681" y="29004"/>
                </a:lnTo>
                <a:lnTo>
                  <a:pt x="882586" y="28943"/>
                </a:lnTo>
                <a:lnTo>
                  <a:pt x="886492" y="28873"/>
                </a:lnTo>
                <a:lnTo>
                  <a:pt x="890397" y="28793"/>
                </a:lnTo>
                <a:lnTo>
                  <a:pt x="894302" y="28704"/>
                </a:lnTo>
                <a:lnTo>
                  <a:pt x="898207" y="28606"/>
                </a:lnTo>
                <a:lnTo>
                  <a:pt x="902113" y="28499"/>
                </a:lnTo>
                <a:lnTo>
                  <a:pt x="906018" y="28382"/>
                </a:lnTo>
                <a:lnTo>
                  <a:pt x="909923" y="28256"/>
                </a:lnTo>
                <a:lnTo>
                  <a:pt x="913829" y="28121"/>
                </a:lnTo>
                <a:lnTo>
                  <a:pt x="917734" y="27977"/>
                </a:lnTo>
                <a:lnTo>
                  <a:pt x="921639" y="27823"/>
                </a:lnTo>
                <a:lnTo>
                  <a:pt x="925544" y="27661"/>
                </a:lnTo>
                <a:lnTo>
                  <a:pt x="929450" y="27489"/>
                </a:lnTo>
                <a:lnTo>
                  <a:pt x="933355" y="27308"/>
                </a:lnTo>
                <a:lnTo>
                  <a:pt x="937260" y="27118"/>
                </a:lnTo>
                <a:lnTo>
                  <a:pt x="941165" y="26919"/>
                </a:lnTo>
                <a:lnTo>
                  <a:pt x="945071" y="26711"/>
                </a:lnTo>
                <a:lnTo>
                  <a:pt x="948976" y="26493"/>
                </a:lnTo>
                <a:lnTo>
                  <a:pt x="952881" y="26267"/>
                </a:lnTo>
                <a:lnTo>
                  <a:pt x="956786" y="26032"/>
                </a:lnTo>
                <a:lnTo>
                  <a:pt x="960692" y="25788"/>
                </a:lnTo>
                <a:lnTo>
                  <a:pt x="964597" y="25535"/>
                </a:lnTo>
                <a:lnTo>
                  <a:pt x="968502" y="25273"/>
                </a:lnTo>
                <a:lnTo>
                  <a:pt x="972407" y="25002"/>
                </a:lnTo>
                <a:lnTo>
                  <a:pt x="976313" y="24722"/>
                </a:lnTo>
                <a:lnTo>
                  <a:pt x="980218" y="24433"/>
                </a:lnTo>
                <a:lnTo>
                  <a:pt x="984123" y="24136"/>
                </a:lnTo>
                <a:lnTo>
                  <a:pt x="988028" y="23829"/>
                </a:lnTo>
                <a:lnTo>
                  <a:pt x="991933" y="23514"/>
                </a:lnTo>
                <a:lnTo>
                  <a:pt x="995839" y="23190"/>
                </a:lnTo>
                <a:lnTo>
                  <a:pt x="999744" y="22858"/>
                </a:lnTo>
                <a:lnTo>
                  <a:pt x="1003649" y="22516"/>
                </a:lnTo>
                <a:lnTo>
                  <a:pt x="1007554" y="22166"/>
                </a:lnTo>
                <a:lnTo>
                  <a:pt x="1011460" y="21808"/>
                </a:lnTo>
                <a:lnTo>
                  <a:pt x="1015365" y="21441"/>
                </a:lnTo>
                <a:lnTo>
                  <a:pt x="1019270" y="21065"/>
                </a:lnTo>
                <a:lnTo>
                  <a:pt x="1023176" y="20680"/>
                </a:lnTo>
                <a:lnTo>
                  <a:pt x="1027081" y="20287"/>
                </a:lnTo>
                <a:lnTo>
                  <a:pt x="1030986" y="19886"/>
                </a:lnTo>
                <a:lnTo>
                  <a:pt x="1034891" y="19476"/>
                </a:lnTo>
                <a:lnTo>
                  <a:pt x="1038796" y="19057"/>
                </a:lnTo>
                <a:lnTo>
                  <a:pt x="1042702" y="18630"/>
                </a:lnTo>
                <a:lnTo>
                  <a:pt x="1046607" y="18195"/>
                </a:lnTo>
                <a:lnTo>
                  <a:pt x="1050512" y="17752"/>
                </a:lnTo>
                <a:lnTo>
                  <a:pt x="1054418" y="17299"/>
                </a:lnTo>
                <a:lnTo>
                  <a:pt x="1058323" y="16839"/>
                </a:lnTo>
                <a:lnTo>
                  <a:pt x="1062228" y="16371"/>
                </a:lnTo>
                <a:lnTo>
                  <a:pt x="1066133" y="15894"/>
                </a:lnTo>
                <a:lnTo>
                  <a:pt x="1070039" y="15408"/>
                </a:lnTo>
                <a:lnTo>
                  <a:pt x="1073944" y="14915"/>
                </a:lnTo>
                <a:lnTo>
                  <a:pt x="1077849" y="14414"/>
                </a:lnTo>
                <a:lnTo>
                  <a:pt x="1081754" y="13904"/>
                </a:lnTo>
                <a:lnTo>
                  <a:pt x="1085660" y="13386"/>
                </a:lnTo>
                <a:lnTo>
                  <a:pt x="1089565" y="12860"/>
                </a:lnTo>
                <a:lnTo>
                  <a:pt x="1093470" y="12326"/>
                </a:lnTo>
                <a:lnTo>
                  <a:pt x="1097375" y="11784"/>
                </a:lnTo>
                <a:lnTo>
                  <a:pt x="1101281" y="11234"/>
                </a:lnTo>
                <a:lnTo>
                  <a:pt x="1105186" y="10676"/>
                </a:lnTo>
                <a:lnTo>
                  <a:pt x="1109091" y="10110"/>
                </a:lnTo>
                <a:lnTo>
                  <a:pt x="1112996" y="9536"/>
                </a:lnTo>
                <a:lnTo>
                  <a:pt x="1116902" y="8955"/>
                </a:lnTo>
                <a:lnTo>
                  <a:pt x="1120807" y="8365"/>
                </a:lnTo>
                <a:lnTo>
                  <a:pt x="1124712" y="7768"/>
                </a:lnTo>
                <a:lnTo>
                  <a:pt x="1128617" y="7163"/>
                </a:lnTo>
                <a:lnTo>
                  <a:pt x="1132522" y="6550"/>
                </a:lnTo>
                <a:lnTo>
                  <a:pt x="1136428" y="5929"/>
                </a:lnTo>
                <a:lnTo>
                  <a:pt x="1140333" y="5301"/>
                </a:lnTo>
                <a:lnTo>
                  <a:pt x="1144238" y="4665"/>
                </a:lnTo>
                <a:lnTo>
                  <a:pt x="1148143" y="4021"/>
                </a:lnTo>
                <a:lnTo>
                  <a:pt x="1152049" y="3370"/>
                </a:lnTo>
                <a:lnTo>
                  <a:pt x="1155954" y="2711"/>
                </a:lnTo>
                <a:lnTo>
                  <a:pt x="1159859" y="2044"/>
                </a:lnTo>
                <a:lnTo>
                  <a:pt x="1163765" y="1370"/>
                </a:lnTo>
                <a:lnTo>
                  <a:pt x="1167670" y="689"/>
                </a:lnTo>
                <a:lnTo>
                  <a:pt x="1171575" y="0"/>
                </a:lnTo>
                <a:lnTo>
                  <a:pt x="1175480" y="689"/>
                </a:lnTo>
                <a:lnTo>
                  <a:pt x="1179386" y="1370"/>
                </a:lnTo>
                <a:lnTo>
                  <a:pt x="1183291" y="2044"/>
                </a:lnTo>
                <a:lnTo>
                  <a:pt x="1187196" y="2711"/>
                </a:lnTo>
                <a:lnTo>
                  <a:pt x="1191101" y="3370"/>
                </a:lnTo>
                <a:lnTo>
                  <a:pt x="1195007" y="4021"/>
                </a:lnTo>
                <a:lnTo>
                  <a:pt x="1198912" y="4665"/>
                </a:lnTo>
                <a:lnTo>
                  <a:pt x="1202817" y="5301"/>
                </a:lnTo>
                <a:lnTo>
                  <a:pt x="1206722" y="5929"/>
                </a:lnTo>
                <a:lnTo>
                  <a:pt x="1210628" y="6550"/>
                </a:lnTo>
                <a:lnTo>
                  <a:pt x="1214533" y="7163"/>
                </a:lnTo>
                <a:lnTo>
                  <a:pt x="1218438" y="7768"/>
                </a:lnTo>
                <a:lnTo>
                  <a:pt x="1222343" y="8365"/>
                </a:lnTo>
                <a:lnTo>
                  <a:pt x="1226249" y="8955"/>
                </a:lnTo>
                <a:lnTo>
                  <a:pt x="1230154" y="9536"/>
                </a:lnTo>
                <a:lnTo>
                  <a:pt x="1234059" y="10110"/>
                </a:lnTo>
                <a:lnTo>
                  <a:pt x="1237964" y="10676"/>
                </a:lnTo>
                <a:lnTo>
                  <a:pt x="1241870" y="11234"/>
                </a:lnTo>
                <a:lnTo>
                  <a:pt x="1245775" y="11784"/>
                </a:lnTo>
                <a:lnTo>
                  <a:pt x="1249680" y="12326"/>
                </a:lnTo>
                <a:lnTo>
                  <a:pt x="1253585" y="12860"/>
                </a:lnTo>
                <a:lnTo>
                  <a:pt x="1257490" y="13386"/>
                </a:lnTo>
                <a:lnTo>
                  <a:pt x="1261396" y="13904"/>
                </a:lnTo>
                <a:lnTo>
                  <a:pt x="1265301" y="14414"/>
                </a:lnTo>
                <a:lnTo>
                  <a:pt x="1269206" y="14915"/>
                </a:lnTo>
                <a:lnTo>
                  <a:pt x="1273112" y="15408"/>
                </a:lnTo>
                <a:lnTo>
                  <a:pt x="1277017" y="15894"/>
                </a:lnTo>
                <a:lnTo>
                  <a:pt x="1280922" y="16371"/>
                </a:lnTo>
                <a:lnTo>
                  <a:pt x="1284827" y="16839"/>
                </a:lnTo>
                <a:lnTo>
                  <a:pt x="1288732" y="17299"/>
                </a:lnTo>
                <a:lnTo>
                  <a:pt x="1292638" y="17752"/>
                </a:lnTo>
                <a:lnTo>
                  <a:pt x="1296543" y="18195"/>
                </a:lnTo>
                <a:lnTo>
                  <a:pt x="1300448" y="18630"/>
                </a:lnTo>
                <a:lnTo>
                  <a:pt x="1304354" y="19057"/>
                </a:lnTo>
                <a:lnTo>
                  <a:pt x="1308259" y="19476"/>
                </a:lnTo>
                <a:lnTo>
                  <a:pt x="1312164" y="19886"/>
                </a:lnTo>
                <a:lnTo>
                  <a:pt x="1316069" y="20287"/>
                </a:lnTo>
                <a:lnTo>
                  <a:pt x="1319975" y="20680"/>
                </a:lnTo>
                <a:lnTo>
                  <a:pt x="1323880" y="21065"/>
                </a:lnTo>
                <a:lnTo>
                  <a:pt x="1327785" y="21441"/>
                </a:lnTo>
                <a:lnTo>
                  <a:pt x="1331690" y="21808"/>
                </a:lnTo>
                <a:lnTo>
                  <a:pt x="1335596" y="22166"/>
                </a:lnTo>
                <a:lnTo>
                  <a:pt x="1339501" y="22516"/>
                </a:lnTo>
                <a:lnTo>
                  <a:pt x="1343406" y="22858"/>
                </a:lnTo>
                <a:lnTo>
                  <a:pt x="1347311" y="23190"/>
                </a:lnTo>
                <a:lnTo>
                  <a:pt x="1351217" y="23514"/>
                </a:lnTo>
                <a:lnTo>
                  <a:pt x="1355122" y="23829"/>
                </a:lnTo>
                <a:lnTo>
                  <a:pt x="1359027" y="24136"/>
                </a:lnTo>
                <a:lnTo>
                  <a:pt x="1362932" y="24433"/>
                </a:lnTo>
                <a:lnTo>
                  <a:pt x="1366838" y="24722"/>
                </a:lnTo>
                <a:lnTo>
                  <a:pt x="1370743" y="25002"/>
                </a:lnTo>
                <a:lnTo>
                  <a:pt x="1374648" y="25273"/>
                </a:lnTo>
                <a:lnTo>
                  <a:pt x="1378553" y="25535"/>
                </a:lnTo>
                <a:lnTo>
                  <a:pt x="1382458" y="25788"/>
                </a:lnTo>
                <a:lnTo>
                  <a:pt x="1386364" y="26032"/>
                </a:lnTo>
                <a:lnTo>
                  <a:pt x="1390269" y="26267"/>
                </a:lnTo>
                <a:lnTo>
                  <a:pt x="1394174" y="26493"/>
                </a:lnTo>
                <a:lnTo>
                  <a:pt x="1398079" y="26711"/>
                </a:lnTo>
                <a:lnTo>
                  <a:pt x="1401985" y="26919"/>
                </a:lnTo>
                <a:lnTo>
                  <a:pt x="1405890" y="27118"/>
                </a:lnTo>
                <a:lnTo>
                  <a:pt x="1409795" y="27308"/>
                </a:lnTo>
                <a:lnTo>
                  <a:pt x="1413701" y="27489"/>
                </a:lnTo>
                <a:lnTo>
                  <a:pt x="1417606" y="27661"/>
                </a:lnTo>
                <a:lnTo>
                  <a:pt x="1421511" y="27823"/>
                </a:lnTo>
                <a:lnTo>
                  <a:pt x="1425416" y="27977"/>
                </a:lnTo>
                <a:lnTo>
                  <a:pt x="1429322" y="28121"/>
                </a:lnTo>
                <a:lnTo>
                  <a:pt x="1433227" y="28256"/>
                </a:lnTo>
                <a:lnTo>
                  <a:pt x="1437132" y="28382"/>
                </a:lnTo>
                <a:lnTo>
                  <a:pt x="1441037" y="28499"/>
                </a:lnTo>
                <a:lnTo>
                  <a:pt x="1444943" y="28606"/>
                </a:lnTo>
                <a:lnTo>
                  <a:pt x="1448848" y="28704"/>
                </a:lnTo>
                <a:lnTo>
                  <a:pt x="1452753" y="28793"/>
                </a:lnTo>
                <a:lnTo>
                  <a:pt x="1456658" y="28873"/>
                </a:lnTo>
                <a:lnTo>
                  <a:pt x="1460564" y="28943"/>
                </a:lnTo>
                <a:lnTo>
                  <a:pt x="1464469" y="29004"/>
                </a:lnTo>
                <a:lnTo>
                  <a:pt x="1468374" y="29055"/>
                </a:lnTo>
                <a:lnTo>
                  <a:pt x="1472279" y="29097"/>
                </a:lnTo>
                <a:lnTo>
                  <a:pt x="1476185" y="29130"/>
                </a:lnTo>
                <a:lnTo>
                  <a:pt x="1480090" y="29153"/>
                </a:lnTo>
                <a:lnTo>
                  <a:pt x="1483995" y="29167"/>
                </a:lnTo>
                <a:lnTo>
                  <a:pt x="1487900" y="29171"/>
                </a:lnTo>
                <a:lnTo>
                  <a:pt x="1491806" y="29166"/>
                </a:lnTo>
                <a:lnTo>
                  <a:pt x="1495711" y="29152"/>
                </a:lnTo>
                <a:lnTo>
                  <a:pt x="1499616" y="29128"/>
                </a:lnTo>
                <a:lnTo>
                  <a:pt x="1503521" y="29094"/>
                </a:lnTo>
                <a:lnTo>
                  <a:pt x="1507427" y="29051"/>
                </a:lnTo>
                <a:lnTo>
                  <a:pt x="1511332" y="28999"/>
                </a:lnTo>
                <a:lnTo>
                  <a:pt x="1515237" y="28937"/>
                </a:lnTo>
                <a:lnTo>
                  <a:pt x="1519142" y="28865"/>
                </a:lnTo>
                <a:lnTo>
                  <a:pt x="1523047" y="372835"/>
                </a:lnTo>
                <a:lnTo>
                  <a:pt x="1526953" y="374306"/>
                </a:lnTo>
                <a:lnTo>
                  <a:pt x="1530858" y="375776"/>
                </a:lnTo>
                <a:lnTo>
                  <a:pt x="1534763" y="377245"/>
                </a:lnTo>
                <a:lnTo>
                  <a:pt x="1538668" y="378713"/>
                </a:lnTo>
                <a:lnTo>
                  <a:pt x="1542574" y="380180"/>
                </a:lnTo>
                <a:lnTo>
                  <a:pt x="1546479" y="381647"/>
                </a:lnTo>
                <a:lnTo>
                  <a:pt x="1550384" y="383113"/>
                </a:lnTo>
                <a:lnTo>
                  <a:pt x="1554289" y="384578"/>
                </a:lnTo>
                <a:lnTo>
                  <a:pt x="1558195" y="386042"/>
                </a:lnTo>
                <a:lnTo>
                  <a:pt x="1562100" y="387505"/>
                </a:lnTo>
                <a:lnTo>
                  <a:pt x="1566005" y="388968"/>
                </a:lnTo>
                <a:lnTo>
                  <a:pt x="1569910" y="390429"/>
                </a:lnTo>
                <a:lnTo>
                  <a:pt x="1573816" y="391890"/>
                </a:lnTo>
                <a:lnTo>
                  <a:pt x="1577721" y="393350"/>
                </a:lnTo>
                <a:lnTo>
                  <a:pt x="1581626" y="394809"/>
                </a:lnTo>
                <a:lnTo>
                  <a:pt x="1585532" y="396268"/>
                </a:lnTo>
                <a:lnTo>
                  <a:pt x="1589437" y="397725"/>
                </a:lnTo>
                <a:lnTo>
                  <a:pt x="1593342" y="399182"/>
                </a:lnTo>
                <a:lnTo>
                  <a:pt x="1597247" y="400637"/>
                </a:lnTo>
                <a:lnTo>
                  <a:pt x="1601152" y="402092"/>
                </a:lnTo>
                <a:lnTo>
                  <a:pt x="1605058" y="403546"/>
                </a:lnTo>
                <a:lnTo>
                  <a:pt x="1608963" y="404999"/>
                </a:lnTo>
                <a:lnTo>
                  <a:pt x="1612868" y="406452"/>
                </a:lnTo>
                <a:lnTo>
                  <a:pt x="1616774" y="407903"/>
                </a:lnTo>
                <a:lnTo>
                  <a:pt x="1620679" y="409354"/>
                </a:lnTo>
                <a:lnTo>
                  <a:pt x="1624584" y="410803"/>
                </a:lnTo>
                <a:lnTo>
                  <a:pt x="1628489" y="412252"/>
                </a:lnTo>
                <a:lnTo>
                  <a:pt x="1632395" y="413700"/>
                </a:lnTo>
                <a:lnTo>
                  <a:pt x="1636300" y="415146"/>
                </a:lnTo>
                <a:lnTo>
                  <a:pt x="1640205" y="416592"/>
                </a:lnTo>
                <a:lnTo>
                  <a:pt x="1644110" y="418037"/>
                </a:lnTo>
                <a:lnTo>
                  <a:pt x="1648015" y="419481"/>
                </a:lnTo>
                <a:lnTo>
                  <a:pt x="1651921" y="420924"/>
                </a:lnTo>
                <a:lnTo>
                  <a:pt x="1655826" y="422366"/>
                </a:lnTo>
                <a:lnTo>
                  <a:pt x="1659731" y="423807"/>
                </a:lnTo>
                <a:lnTo>
                  <a:pt x="1663637" y="425247"/>
                </a:lnTo>
                <a:lnTo>
                  <a:pt x="1667542" y="426686"/>
                </a:lnTo>
                <a:lnTo>
                  <a:pt x="1671447" y="428124"/>
                </a:lnTo>
                <a:lnTo>
                  <a:pt x="1675352" y="429560"/>
                </a:lnTo>
                <a:lnTo>
                  <a:pt x="1679257" y="430996"/>
                </a:lnTo>
                <a:lnTo>
                  <a:pt x="1683163" y="432430"/>
                </a:lnTo>
                <a:lnTo>
                  <a:pt x="1687068" y="433863"/>
                </a:lnTo>
                <a:lnTo>
                  <a:pt x="1690973" y="435295"/>
                </a:lnTo>
                <a:lnTo>
                  <a:pt x="1694879" y="436726"/>
                </a:lnTo>
                <a:lnTo>
                  <a:pt x="1698784" y="438156"/>
                </a:lnTo>
                <a:lnTo>
                  <a:pt x="1702689" y="439584"/>
                </a:lnTo>
                <a:lnTo>
                  <a:pt x="1706594" y="441010"/>
                </a:lnTo>
                <a:lnTo>
                  <a:pt x="1710499" y="442436"/>
                </a:lnTo>
                <a:lnTo>
                  <a:pt x="1714405" y="443859"/>
                </a:lnTo>
                <a:lnTo>
                  <a:pt x="1718310" y="445282"/>
                </a:lnTo>
                <a:lnTo>
                  <a:pt x="1722215" y="446702"/>
                </a:lnTo>
                <a:lnTo>
                  <a:pt x="1726121" y="448121"/>
                </a:lnTo>
                <a:lnTo>
                  <a:pt x="1730026" y="449538"/>
                </a:lnTo>
                <a:lnTo>
                  <a:pt x="1733931" y="450953"/>
                </a:lnTo>
                <a:lnTo>
                  <a:pt x="1737836" y="452366"/>
                </a:lnTo>
                <a:lnTo>
                  <a:pt x="1741742" y="453777"/>
                </a:lnTo>
                <a:lnTo>
                  <a:pt x="1745647" y="455186"/>
                </a:lnTo>
                <a:lnTo>
                  <a:pt x="1749552" y="456592"/>
                </a:lnTo>
                <a:lnTo>
                  <a:pt x="1753457" y="457996"/>
                </a:lnTo>
                <a:lnTo>
                  <a:pt x="1757363" y="459397"/>
                </a:lnTo>
                <a:lnTo>
                  <a:pt x="1761268" y="460795"/>
                </a:lnTo>
                <a:lnTo>
                  <a:pt x="1765173" y="462190"/>
                </a:lnTo>
                <a:lnTo>
                  <a:pt x="1769078" y="463581"/>
                </a:lnTo>
                <a:lnTo>
                  <a:pt x="1772983" y="464969"/>
                </a:lnTo>
                <a:lnTo>
                  <a:pt x="1776889" y="466352"/>
                </a:lnTo>
                <a:lnTo>
                  <a:pt x="1780794" y="467731"/>
                </a:lnTo>
                <a:lnTo>
                  <a:pt x="1784699" y="469104"/>
                </a:lnTo>
                <a:lnTo>
                  <a:pt x="1788604" y="470472"/>
                </a:lnTo>
                <a:lnTo>
                  <a:pt x="1792510" y="471834"/>
                </a:lnTo>
                <a:lnTo>
                  <a:pt x="1796415" y="473189"/>
                </a:lnTo>
                <a:lnTo>
                  <a:pt x="1800320" y="474535"/>
                </a:lnTo>
                <a:lnTo>
                  <a:pt x="1804225" y="475873"/>
                </a:lnTo>
                <a:lnTo>
                  <a:pt x="1808131" y="477201"/>
                </a:lnTo>
                <a:lnTo>
                  <a:pt x="1812036" y="478516"/>
                </a:lnTo>
                <a:lnTo>
                  <a:pt x="1815941" y="479819"/>
                </a:lnTo>
                <a:lnTo>
                  <a:pt x="1819846" y="481105"/>
                </a:lnTo>
                <a:lnTo>
                  <a:pt x="1823752" y="482373"/>
                </a:lnTo>
                <a:lnTo>
                  <a:pt x="1827657" y="483618"/>
                </a:lnTo>
                <a:lnTo>
                  <a:pt x="1831562" y="484838"/>
                </a:lnTo>
                <a:lnTo>
                  <a:pt x="1835468" y="486026"/>
                </a:lnTo>
                <a:lnTo>
                  <a:pt x="1839373" y="487176"/>
                </a:lnTo>
                <a:lnTo>
                  <a:pt x="1843278" y="488281"/>
                </a:lnTo>
                <a:lnTo>
                  <a:pt x="1847183" y="489328"/>
                </a:lnTo>
                <a:lnTo>
                  <a:pt x="1851089" y="490307"/>
                </a:lnTo>
                <a:lnTo>
                  <a:pt x="1854994" y="491200"/>
                </a:lnTo>
                <a:lnTo>
                  <a:pt x="1858899" y="491989"/>
                </a:lnTo>
                <a:lnTo>
                  <a:pt x="1862804" y="492652"/>
                </a:lnTo>
                <a:lnTo>
                  <a:pt x="1866710" y="493167"/>
                </a:lnTo>
                <a:lnTo>
                  <a:pt x="1870615" y="493511"/>
                </a:lnTo>
                <a:lnTo>
                  <a:pt x="1874520" y="493743"/>
                </a:lnTo>
                <a:lnTo>
                  <a:pt x="1878425" y="493972"/>
                </a:lnTo>
                <a:lnTo>
                  <a:pt x="1882331" y="494199"/>
                </a:lnTo>
                <a:lnTo>
                  <a:pt x="1886236" y="494423"/>
                </a:lnTo>
                <a:lnTo>
                  <a:pt x="1890141" y="494644"/>
                </a:lnTo>
                <a:lnTo>
                  <a:pt x="1894046" y="494863"/>
                </a:lnTo>
                <a:lnTo>
                  <a:pt x="1897952" y="495079"/>
                </a:lnTo>
                <a:lnTo>
                  <a:pt x="1901857" y="495292"/>
                </a:lnTo>
                <a:lnTo>
                  <a:pt x="1905762" y="495503"/>
                </a:lnTo>
                <a:lnTo>
                  <a:pt x="1909667" y="495711"/>
                </a:lnTo>
                <a:lnTo>
                  <a:pt x="1913572" y="495917"/>
                </a:lnTo>
                <a:lnTo>
                  <a:pt x="1917478" y="496120"/>
                </a:lnTo>
                <a:lnTo>
                  <a:pt x="1921383" y="496320"/>
                </a:lnTo>
                <a:lnTo>
                  <a:pt x="1925288" y="496518"/>
                </a:lnTo>
                <a:lnTo>
                  <a:pt x="1929193" y="496714"/>
                </a:lnTo>
                <a:lnTo>
                  <a:pt x="1933099" y="496906"/>
                </a:lnTo>
                <a:lnTo>
                  <a:pt x="1937004" y="497096"/>
                </a:lnTo>
                <a:lnTo>
                  <a:pt x="1940909" y="497284"/>
                </a:lnTo>
                <a:lnTo>
                  <a:pt x="1944814" y="497469"/>
                </a:lnTo>
                <a:lnTo>
                  <a:pt x="1948720" y="497651"/>
                </a:lnTo>
                <a:lnTo>
                  <a:pt x="1952625" y="497831"/>
                </a:lnTo>
                <a:lnTo>
                  <a:pt x="1956530" y="498008"/>
                </a:lnTo>
                <a:lnTo>
                  <a:pt x="1960435" y="498182"/>
                </a:lnTo>
                <a:lnTo>
                  <a:pt x="1964341" y="498354"/>
                </a:lnTo>
                <a:lnTo>
                  <a:pt x="1968246" y="498523"/>
                </a:lnTo>
                <a:lnTo>
                  <a:pt x="1972151" y="498690"/>
                </a:lnTo>
                <a:lnTo>
                  <a:pt x="1976057" y="498854"/>
                </a:lnTo>
                <a:lnTo>
                  <a:pt x="1979962" y="499016"/>
                </a:lnTo>
                <a:lnTo>
                  <a:pt x="1983867" y="499175"/>
                </a:lnTo>
                <a:lnTo>
                  <a:pt x="1987772" y="499331"/>
                </a:lnTo>
                <a:lnTo>
                  <a:pt x="1991678" y="499485"/>
                </a:lnTo>
                <a:lnTo>
                  <a:pt x="1995583" y="499636"/>
                </a:lnTo>
                <a:lnTo>
                  <a:pt x="1999488" y="499784"/>
                </a:lnTo>
                <a:lnTo>
                  <a:pt x="2003393" y="499930"/>
                </a:lnTo>
                <a:lnTo>
                  <a:pt x="2007299" y="500073"/>
                </a:lnTo>
                <a:lnTo>
                  <a:pt x="2011204" y="500214"/>
                </a:lnTo>
                <a:lnTo>
                  <a:pt x="2015109" y="500352"/>
                </a:lnTo>
                <a:lnTo>
                  <a:pt x="2019014" y="500488"/>
                </a:lnTo>
                <a:lnTo>
                  <a:pt x="2022920" y="500621"/>
                </a:lnTo>
                <a:lnTo>
                  <a:pt x="2026825" y="500751"/>
                </a:lnTo>
                <a:lnTo>
                  <a:pt x="2030730" y="500879"/>
                </a:lnTo>
                <a:lnTo>
                  <a:pt x="2034635" y="501004"/>
                </a:lnTo>
                <a:lnTo>
                  <a:pt x="2038540" y="501126"/>
                </a:lnTo>
                <a:lnTo>
                  <a:pt x="2042446" y="501246"/>
                </a:lnTo>
                <a:lnTo>
                  <a:pt x="2046351" y="501363"/>
                </a:lnTo>
                <a:lnTo>
                  <a:pt x="2050256" y="501478"/>
                </a:lnTo>
                <a:lnTo>
                  <a:pt x="2054161" y="501590"/>
                </a:lnTo>
                <a:lnTo>
                  <a:pt x="2058067" y="501700"/>
                </a:lnTo>
                <a:lnTo>
                  <a:pt x="2061972" y="501807"/>
                </a:lnTo>
                <a:lnTo>
                  <a:pt x="2065877" y="501911"/>
                </a:lnTo>
                <a:lnTo>
                  <a:pt x="2069782" y="502013"/>
                </a:lnTo>
                <a:lnTo>
                  <a:pt x="2073688" y="502112"/>
                </a:lnTo>
                <a:lnTo>
                  <a:pt x="2077593" y="502209"/>
                </a:lnTo>
                <a:lnTo>
                  <a:pt x="2081498" y="502302"/>
                </a:lnTo>
                <a:lnTo>
                  <a:pt x="2085404" y="502394"/>
                </a:lnTo>
                <a:lnTo>
                  <a:pt x="2089309" y="502483"/>
                </a:lnTo>
                <a:lnTo>
                  <a:pt x="2093214" y="502569"/>
                </a:lnTo>
                <a:lnTo>
                  <a:pt x="2097119" y="502652"/>
                </a:lnTo>
                <a:lnTo>
                  <a:pt x="2101024" y="502733"/>
                </a:lnTo>
                <a:lnTo>
                  <a:pt x="2104930" y="502812"/>
                </a:lnTo>
                <a:lnTo>
                  <a:pt x="2108835" y="502887"/>
                </a:lnTo>
                <a:lnTo>
                  <a:pt x="2112740" y="502960"/>
                </a:lnTo>
                <a:lnTo>
                  <a:pt x="2116646" y="503031"/>
                </a:lnTo>
                <a:lnTo>
                  <a:pt x="2120551" y="503099"/>
                </a:lnTo>
                <a:lnTo>
                  <a:pt x="2124456" y="503164"/>
                </a:lnTo>
                <a:lnTo>
                  <a:pt x="2128361" y="503227"/>
                </a:lnTo>
                <a:lnTo>
                  <a:pt x="2132267" y="503287"/>
                </a:lnTo>
                <a:lnTo>
                  <a:pt x="2136172" y="503345"/>
                </a:lnTo>
                <a:lnTo>
                  <a:pt x="2140077" y="503400"/>
                </a:lnTo>
                <a:lnTo>
                  <a:pt x="2143982" y="503452"/>
                </a:lnTo>
                <a:lnTo>
                  <a:pt x="2147888" y="503502"/>
                </a:lnTo>
                <a:lnTo>
                  <a:pt x="2151793" y="503549"/>
                </a:lnTo>
                <a:lnTo>
                  <a:pt x="2155698" y="503594"/>
                </a:lnTo>
                <a:lnTo>
                  <a:pt x="2159603" y="503636"/>
                </a:lnTo>
                <a:lnTo>
                  <a:pt x="2163509" y="503675"/>
                </a:lnTo>
                <a:lnTo>
                  <a:pt x="2167414" y="503712"/>
                </a:lnTo>
                <a:lnTo>
                  <a:pt x="2171319" y="503746"/>
                </a:lnTo>
                <a:lnTo>
                  <a:pt x="2175224" y="503778"/>
                </a:lnTo>
                <a:lnTo>
                  <a:pt x="2179129" y="503807"/>
                </a:lnTo>
                <a:lnTo>
                  <a:pt x="2183035" y="503833"/>
                </a:lnTo>
                <a:lnTo>
                  <a:pt x="2186940" y="503857"/>
                </a:lnTo>
                <a:lnTo>
                  <a:pt x="2190845" y="503878"/>
                </a:lnTo>
                <a:lnTo>
                  <a:pt x="2194750" y="503897"/>
                </a:lnTo>
                <a:lnTo>
                  <a:pt x="2198656" y="503913"/>
                </a:lnTo>
                <a:lnTo>
                  <a:pt x="2202561" y="503926"/>
                </a:lnTo>
                <a:lnTo>
                  <a:pt x="2206466" y="503937"/>
                </a:lnTo>
                <a:lnTo>
                  <a:pt x="2210371" y="503945"/>
                </a:lnTo>
                <a:lnTo>
                  <a:pt x="2214277" y="503951"/>
                </a:lnTo>
                <a:lnTo>
                  <a:pt x="2218182" y="503954"/>
                </a:lnTo>
                <a:lnTo>
                  <a:pt x="2222087" y="503954"/>
                </a:lnTo>
                <a:lnTo>
                  <a:pt x="2225993" y="503954"/>
                </a:lnTo>
                <a:lnTo>
                  <a:pt x="2229898" y="503954"/>
                </a:lnTo>
                <a:lnTo>
                  <a:pt x="2233803" y="503954"/>
                </a:lnTo>
                <a:lnTo>
                  <a:pt x="2237708" y="503954"/>
                </a:lnTo>
                <a:lnTo>
                  <a:pt x="2241614" y="503954"/>
                </a:lnTo>
                <a:lnTo>
                  <a:pt x="2245519" y="503954"/>
                </a:lnTo>
                <a:lnTo>
                  <a:pt x="2249424" y="503954"/>
                </a:lnTo>
                <a:lnTo>
                  <a:pt x="2253329" y="503954"/>
                </a:lnTo>
                <a:lnTo>
                  <a:pt x="2257235" y="503954"/>
                </a:lnTo>
                <a:lnTo>
                  <a:pt x="2261140" y="503954"/>
                </a:lnTo>
                <a:lnTo>
                  <a:pt x="2265045" y="503954"/>
                </a:lnTo>
                <a:lnTo>
                  <a:pt x="2268950" y="503954"/>
                </a:lnTo>
                <a:lnTo>
                  <a:pt x="2272856" y="503954"/>
                </a:lnTo>
                <a:lnTo>
                  <a:pt x="2276761" y="503954"/>
                </a:lnTo>
                <a:lnTo>
                  <a:pt x="2280666" y="503954"/>
                </a:lnTo>
                <a:lnTo>
                  <a:pt x="2284571" y="503954"/>
                </a:lnTo>
                <a:lnTo>
                  <a:pt x="2288477" y="503954"/>
                </a:lnTo>
                <a:lnTo>
                  <a:pt x="2292382" y="503954"/>
                </a:lnTo>
                <a:lnTo>
                  <a:pt x="2296287" y="503954"/>
                </a:lnTo>
                <a:lnTo>
                  <a:pt x="2300192" y="503954"/>
                </a:lnTo>
                <a:lnTo>
                  <a:pt x="2304098" y="503954"/>
                </a:lnTo>
                <a:lnTo>
                  <a:pt x="2308003" y="503954"/>
                </a:lnTo>
                <a:lnTo>
                  <a:pt x="2311908" y="503954"/>
                </a:lnTo>
                <a:lnTo>
                  <a:pt x="2315813" y="503954"/>
                </a:lnTo>
                <a:lnTo>
                  <a:pt x="2319718" y="503954"/>
                </a:lnTo>
                <a:lnTo>
                  <a:pt x="2323624" y="503954"/>
                </a:lnTo>
                <a:lnTo>
                  <a:pt x="2327529" y="503954"/>
                </a:lnTo>
                <a:lnTo>
                  <a:pt x="2331434" y="503954"/>
                </a:lnTo>
                <a:lnTo>
                  <a:pt x="2335339" y="503954"/>
                </a:lnTo>
                <a:lnTo>
                  <a:pt x="2339245" y="503954"/>
                </a:lnTo>
                <a:lnTo>
                  <a:pt x="2343150" y="503954"/>
                </a:lnTo>
              </a:path>
            </a:pathLst>
          </a:custGeom>
          <a:noFill xmlns:a="http://schemas.openxmlformats.org/drawingml/2006/main"/>
          <a:ln xmlns:a="http://schemas.openxmlformats.org/drawingml/2006/main" w="21908">
            <a:solidFill>
              <a:srgbClr val="202020"/>
            </a:solidFill>
          </a:ln>
        </p:spPr>
      </p:sp>
      <p:sp>
        <p:nvSpPr>
          <p:cNvPr id="42" name="sum-spectrum-3-1">
            <a:extLst xmlns:a="http://schemas.openxmlformats.org/drawingml/2006/main">
              <a:ext uri="{FF2B5EF4-FFF2-40B4-BE49-F238E27FC236}">
                <a16:creationId xmlns:a16="http://schemas.microsoft.com/office/drawing/2014/main" id="{A1F36446-A80A-488F-A75D-741D19339EA2}"/>
              </a:ext>
            </a:extLst>
          </p:cNvPr>
          <p:cNvSpPr>
            <a:spLocks xmlns:a="http://schemas.openxmlformats.org/drawingml/2006/main" noGrp="1"/>
          </p:cNvSpPr>
          <p:nvPr/>
        </p:nvSpPr>
        <p:spPr>
          <a:xfrm xmlns:a="http://schemas.openxmlformats.org/drawingml/2006/main">
            <a:off x="9124950" y="5115796"/>
            <a:ext cx="2343150" cy="503954"/>
          </a:xfrm>
          <a:custGeom xmlns:a="http://schemas.openxmlformats.org/drawingml/2006/main">
            <a:pathLst>
              <a:path w="2343150" h="503954">
                <a:moveTo>
                  <a:pt x="0" y="503954"/>
                </a:moveTo>
                <a:lnTo>
                  <a:pt x="3905" y="503954"/>
                </a:lnTo>
                <a:lnTo>
                  <a:pt x="7811" y="503954"/>
                </a:lnTo>
                <a:lnTo>
                  <a:pt x="11716" y="503954"/>
                </a:lnTo>
                <a:lnTo>
                  <a:pt x="15621" y="503954"/>
                </a:lnTo>
                <a:lnTo>
                  <a:pt x="19526" y="503954"/>
                </a:lnTo>
                <a:lnTo>
                  <a:pt x="23432" y="503954"/>
                </a:lnTo>
                <a:lnTo>
                  <a:pt x="27337" y="503954"/>
                </a:lnTo>
                <a:lnTo>
                  <a:pt x="31242" y="503954"/>
                </a:lnTo>
                <a:lnTo>
                  <a:pt x="35147" y="503954"/>
                </a:lnTo>
                <a:lnTo>
                  <a:pt x="39053" y="503954"/>
                </a:lnTo>
                <a:lnTo>
                  <a:pt x="42958" y="503954"/>
                </a:lnTo>
                <a:lnTo>
                  <a:pt x="46863" y="503954"/>
                </a:lnTo>
                <a:lnTo>
                  <a:pt x="50768" y="503954"/>
                </a:lnTo>
                <a:lnTo>
                  <a:pt x="54674" y="503954"/>
                </a:lnTo>
                <a:lnTo>
                  <a:pt x="58579" y="503954"/>
                </a:lnTo>
                <a:lnTo>
                  <a:pt x="62484" y="503954"/>
                </a:lnTo>
                <a:lnTo>
                  <a:pt x="66389" y="503954"/>
                </a:lnTo>
                <a:lnTo>
                  <a:pt x="70294" y="503954"/>
                </a:lnTo>
                <a:lnTo>
                  <a:pt x="74200" y="503954"/>
                </a:lnTo>
                <a:lnTo>
                  <a:pt x="78105" y="503954"/>
                </a:lnTo>
                <a:lnTo>
                  <a:pt x="82010" y="503954"/>
                </a:lnTo>
                <a:lnTo>
                  <a:pt x="85915" y="503954"/>
                </a:lnTo>
                <a:lnTo>
                  <a:pt x="89821" y="503954"/>
                </a:lnTo>
                <a:lnTo>
                  <a:pt x="93726" y="503954"/>
                </a:lnTo>
                <a:lnTo>
                  <a:pt x="97631" y="503954"/>
                </a:lnTo>
                <a:lnTo>
                  <a:pt x="101536" y="503954"/>
                </a:lnTo>
                <a:lnTo>
                  <a:pt x="105442" y="503954"/>
                </a:lnTo>
                <a:lnTo>
                  <a:pt x="109347" y="503954"/>
                </a:lnTo>
                <a:lnTo>
                  <a:pt x="113252" y="503954"/>
                </a:lnTo>
                <a:lnTo>
                  <a:pt x="117157" y="503954"/>
                </a:lnTo>
                <a:lnTo>
                  <a:pt x="121063" y="503954"/>
                </a:lnTo>
                <a:lnTo>
                  <a:pt x="124968" y="503954"/>
                </a:lnTo>
                <a:lnTo>
                  <a:pt x="128873" y="503951"/>
                </a:lnTo>
                <a:lnTo>
                  <a:pt x="132779" y="503945"/>
                </a:lnTo>
                <a:lnTo>
                  <a:pt x="136684" y="503937"/>
                </a:lnTo>
                <a:lnTo>
                  <a:pt x="140589" y="503926"/>
                </a:lnTo>
                <a:lnTo>
                  <a:pt x="144494" y="503913"/>
                </a:lnTo>
                <a:lnTo>
                  <a:pt x="148400" y="503897"/>
                </a:lnTo>
                <a:lnTo>
                  <a:pt x="152305" y="503878"/>
                </a:lnTo>
                <a:lnTo>
                  <a:pt x="156210" y="503857"/>
                </a:lnTo>
                <a:lnTo>
                  <a:pt x="160115" y="503833"/>
                </a:lnTo>
                <a:lnTo>
                  <a:pt x="164021" y="503807"/>
                </a:lnTo>
                <a:lnTo>
                  <a:pt x="167926" y="503778"/>
                </a:lnTo>
                <a:lnTo>
                  <a:pt x="171831" y="503746"/>
                </a:lnTo>
                <a:lnTo>
                  <a:pt x="175736" y="503712"/>
                </a:lnTo>
                <a:lnTo>
                  <a:pt x="179642" y="503675"/>
                </a:lnTo>
                <a:lnTo>
                  <a:pt x="183547" y="503636"/>
                </a:lnTo>
                <a:lnTo>
                  <a:pt x="187452" y="503594"/>
                </a:lnTo>
                <a:lnTo>
                  <a:pt x="191357" y="503549"/>
                </a:lnTo>
                <a:lnTo>
                  <a:pt x="195263" y="503502"/>
                </a:lnTo>
                <a:lnTo>
                  <a:pt x="199168" y="503452"/>
                </a:lnTo>
                <a:lnTo>
                  <a:pt x="203073" y="503400"/>
                </a:lnTo>
                <a:lnTo>
                  <a:pt x="206978" y="503345"/>
                </a:lnTo>
                <a:lnTo>
                  <a:pt x="210883" y="503287"/>
                </a:lnTo>
                <a:lnTo>
                  <a:pt x="214789" y="503227"/>
                </a:lnTo>
                <a:lnTo>
                  <a:pt x="218694" y="503164"/>
                </a:lnTo>
                <a:lnTo>
                  <a:pt x="222599" y="503099"/>
                </a:lnTo>
                <a:lnTo>
                  <a:pt x="226504" y="503031"/>
                </a:lnTo>
                <a:lnTo>
                  <a:pt x="230410" y="502960"/>
                </a:lnTo>
                <a:lnTo>
                  <a:pt x="234315" y="502887"/>
                </a:lnTo>
                <a:lnTo>
                  <a:pt x="238220" y="502812"/>
                </a:lnTo>
                <a:lnTo>
                  <a:pt x="242125" y="502733"/>
                </a:lnTo>
                <a:lnTo>
                  <a:pt x="246031" y="502652"/>
                </a:lnTo>
                <a:lnTo>
                  <a:pt x="249936" y="502569"/>
                </a:lnTo>
                <a:lnTo>
                  <a:pt x="253841" y="502483"/>
                </a:lnTo>
                <a:lnTo>
                  <a:pt x="257746" y="502394"/>
                </a:lnTo>
                <a:lnTo>
                  <a:pt x="261652" y="502302"/>
                </a:lnTo>
                <a:lnTo>
                  <a:pt x="265557" y="502209"/>
                </a:lnTo>
                <a:lnTo>
                  <a:pt x="269462" y="502112"/>
                </a:lnTo>
                <a:lnTo>
                  <a:pt x="273368" y="502013"/>
                </a:lnTo>
                <a:lnTo>
                  <a:pt x="277273" y="501911"/>
                </a:lnTo>
                <a:lnTo>
                  <a:pt x="281178" y="501807"/>
                </a:lnTo>
                <a:lnTo>
                  <a:pt x="285083" y="501700"/>
                </a:lnTo>
                <a:lnTo>
                  <a:pt x="288989" y="501590"/>
                </a:lnTo>
                <a:lnTo>
                  <a:pt x="292894" y="501478"/>
                </a:lnTo>
                <a:lnTo>
                  <a:pt x="296799" y="501363"/>
                </a:lnTo>
                <a:lnTo>
                  <a:pt x="300704" y="501246"/>
                </a:lnTo>
                <a:lnTo>
                  <a:pt x="304610" y="501126"/>
                </a:lnTo>
                <a:lnTo>
                  <a:pt x="308515" y="501004"/>
                </a:lnTo>
                <a:lnTo>
                  <a:pt x="312420" y="500879"/>
                </a:lnTo>
                <a:lnTo>
                  <a:pt x="316325" y="500751"/>
                </a:lnTo>
                <a:lnTo>
                  <a:pt x="320231" y="500621"/>
                </a:lnTo>
                <a:lnTo>
                  <a:pt x="324136" y="500488"/>
                </a:lnTo>
                <a:lnTo>
                  <a:pt x="328041" y="500352"/>
                </a:lnTo>
                <a:lnTo>
                  <a:pt x="331946" y="500214"/>
                </a:lnTo>
                <a:lnTo>
                  <a:pt x="335851" y="500073"/>
                </a:lnTo>
                <a:lnTo>
                  <a:pt x="339757" y="499930"/>
                </a:lnTo>
                <a:lnTo>
                  <a:pt x="343662" y="499784"/>
                </a:lnTo>
                <a:lnTo>
                  <a:pt x="347567" y="499636"/>
                </a:lnTo>
                <a:lnTo>
                  <a:pt x="351472" y="499485"/>
                </a:lnTo>
                <a:lnTo>
                  <a:pt x="355378" y="499331"/>
                </a:lnTo>
                <a:lnTo>
                  <a:pt x="359283" y="499175"/>
                </a:lnTo>
                <a:lnTo>
                  <a:pt x="363188" y="499016"/>
                </a:lnTo>
                <a:lnTo>
                  <a:pt x="367093" y="498854"/>
                </a:lnTo>
                <a:lnTo>
                  <a:pt x="370999" y="498690"/>
                </a:lnTo>
                <a:lnTo>
                  <a:pt x="374904" y="498523"/>
                </a:lnTo>
                <a:lnTo>
                  <a:pt x="378809" y="498354"/>
                </a:lnTo>
                <a:lnTo>
                  <a:pt x="382715" y="498182"/>
                </a:lnTo>
                <a:lnTo>
                  <a:pt x="386620" y="498008"/>
                </a:lnTo>
                <a:lnTo>
                  <a:pt x="390525" y="497831"/>
                </a:lnTo>
                <a:lnTo>
                  <a:pt x="394430" y="497651"/>
                </a:lnTo>
                <a:lnTo>
                  <a:pt x="398335" y="497469"/>
                </a:lnTo>
                <a:lnTo>
                  <a:pt x="402241" y="497284"/>
                </a:lnTo>
                <a:lnTo>
                  <a:pt x="406146" y="497096"/>
                </a:lnTo>
                <a:lnTo>
                  <a:pt x="410051" y="496906"/>
                </a:lnTo>
                <a:lnTo>
                  <a:pt x="413957" y="496714"/>
                </a:lnTo>
                <a:lnTo>
                  <a:pt x="417862" y="496518"/>
                </a:lnTo>
                <a:lnTo>
                  <a:pt x="421767" y="496320"/>
                </a:lnTo>
                <a:lnTo>
                  <a:pt x="425672" y="496120"/>
                </a:lnTo>
                <a:lnTo>
                  <a:pt x="429578" y="495917"/>
                </a:lnTo>
                <a:lnTo>
                  <a:pt x="433483" y="495711"/>
                </a:lnTo>
                <a:lnTo>
                  <a:pt x="437388" y="495503"/>
                </a:lnTo>
                <a:lnTo>
                  <a:pt x="441293" y="495292"/>
                </a:lnTo>
                <a:lnTo>
                  <a:pt x="445199" y="495079"/>
                </a:lnTo>
                <a:lnTo>
                  <a:pt x="449104" y="494863"/>
                </a:lnTo>
                <a:lnTo>
                  <a:pt x="453009" y="494644"/>
                </a:lnTo>
                <a:lnTo>
                  <a:pt x="456914" y="494423"/>
                </a:lnTo>
                <a:lnTo>
                  <a:pt x="460819" y="494199"/>
                </a:lnTo>
                <a:lnTo>
                  <a:pt x="464725" y="493972"/>
                </a:lnTo>
                <a:lnTo>
                  <a:pt x="468630" y="493743"/>
                </a:lnTo>
                <a:lnTo>
                  <a:pt x="472535" y="493511"/>
                </a:lnTo>
                <a:lnTo>
                  <a:pt x="476440" y="493167"/>
                </a:lnTo>
                <a:lnTo>
                  <a:pt x="480346" y="492652"/>
                </a:lnTo>
                <a:lnTo>
                  <a:pt x="484251" y="491989"/>
                </a:lnTo>
                <a:lnTo>
                  <a:pt x="488156" y="491200"/>
                </a:lnTo>
                <a:lnTo>
                  <a:pt x="492061" y="490307"/>
                </a:lnTo>
                <a:lnTo>
                  <a:pt x="495967" y="489328"/>
                </a:lnTo>
                <a:lnTo>
                  <a:pt x="499872" y="488281"/>
                </a:lnTo>
                <a:lnTo>
                  <a:pt x="503777" y="487176"/>
                </a:lnTo>
                <a:lnTo>
                  <a:pt x="507682" y="486026"/>
                </a:lnTo>
                <a:lnTo>
                  <a:pt x="511588" y="484838"/>
                </a:lnTo>
                <a:lnTo>
                  <a:pt x="515493" y="483618"/>
                </a:lnTo>
                <a:lnTo>
                  <a:pt x="519398" y="482373"/>
                </a:lnTo>
                <a:lnTo>
                  <a:pt x="523304" y="481105"/>
                </a:lnTo>
                <a:lnTo>
                  <a:pt x="527209" y="479819"/>
                </a:lnTo>
                <a:lnTo>
                  <a:pt x="531114" y="478516"/>
                </a:lnTo>
                <a:lnTo>
                  <a:pt x="535019" y="477201"/>
                </a:lnTo>
                <a:lnTo>
                  <a:pt x="538925" y="475873"/>
                </a:lnTo>
                <a:lnTo>
                  <a:pt x="542830" y="474535"/>
                </a:lnTo>
                <a:lnTo>
                  <a:pt x="546735" y="473189"/>
                </a:lnTo>
                <a:lnTo>
                  <a:pt x="550640" y="471834"/>
                </a:lnTo>
                <a:lnTo>
                  <a:pt x="554546" y="470472"/>
                </a:lnTo>
                <a:lnTo>
                  <a:pt x="558451" y="469104"/>
                </a:lnTo>
                <a:lnTo>
                  <a:pt x="562356" y="467731"/>
                </a:lnTo>
                <a:lnTo>
                  <a:pt x="566261" y="466352"/>
                </a:lnTo>
                <a:lnTo>
                  <a:pt x="570167" y="464969"/>
                </a:lnTo>
                <a:lnTo>
                  <a:pt x="574072" y="463581"/>
                </a:lnTo>
                <a:lnTo>
                  <a:pt x="577977" y="462190"/>
                </a:lnTo>
                <a:lnTo>
                  <a:pt x="581882" y="460795"/>
                </a:lnTo>
                <a:lnTo>
                  <a:pt x="585788" y="459397"/>
                </a:lnTo>
                <a:lnTo>
                  <a:pt x="589693" y="457996"/>
                </a:lnTo>
                <a:lnTo>
                  <a:pt x="593598" y="456592"/>
                </a:lnTo>
                <a:lnTo>
                  <a:pt x="597503" y="455186"/>
                </a:lnTo>
                <a:lnTo>
                  <a:pt x="601408" y="453777"/>
                </a:lnTo>
                <a:lnTo>
                  <a:pt x="605314" y="452366"/>
                </a:lnTo>
                <a:lnTo>
                  <a:pt x="609219" y="450953"/>
                </a:lnTo>
                <a:lnTo>
                  <a:pt x="613124" y="449538"/>
                </a:lnTo>
                <a:lnTo>
                  <a:pt x="617029" y="448121"/>
                </a:lnTo>
                <a:lnTo>
                  <a:pt x="620935" y="446702"/>
                </a:lnTo>
                <a:lnTo>
                  <a:pt x="624840" y="445282"/>
                </a:lnTo>
                <a:lnTo>
                  <a:pt x="628745" y="443859"/>
                </a:lnTo>
                <a:lnTo>
                  <a:pt x="632651" y="442436"/>
                </a:lnTo>
                <a:lnTo>
                  <a:pt x="636556" y="441010"/>
                </a:lnTo>
                <a:lnTo>
                  <a:pt x="640461" y="439584"/>
                </a:lnTo>
                <a:lnTo>
                  <a:pt x="644366" y="438156"/>
                </a:lnTo>
                <a:lnTo>
                  <a:pt x="648271" y="436726"/>
                </a:lnTo>
                <a:lnTo>
                  <a:pt x="652177" y="435295"/>
                </a:lnTo>
                <a:lnTo>
                  <a:pt x="656082" y="433863"/>
                </a:lnTo>
                <a:lnTo>
                  <a:pt x="659987" y="432430"/>
                </a:lnTo>
                <a:lnTo>
                  <a:pt x="663893" y="430996"/>
                </a:lnTo>
                <a:lnTo>
                  <a:pt x="667798" y="429560"/>
                </a:lnTo>
                <a:lnTo>
                  <a:pt x="671703" y="428124"/>
                </a:lnTo>
                <a:lnTo>
                  <a:pt x="675608" y="426686"/>
                </a:lnTo>
                <a:lnTo>
                  <a:pt x="679513" y="425247"/>
                </a:lnTo>
                <a:lnTo>
                  <a:pt x="683419" y="423807"/>
                </a:lnTo>
                <a:lnTo>
                  <a:pt x="687324" y="422366"/>
                </a:lnTo>
                <a:lnTo>
                  <a:pt x="691229" y="420924"/>
                </a:lnTo>
                <a:lnTo>
                  <a:pt x="695135" y="419481"/>
                </a:lnTo>
                <a:lnTo>
                  <a:pt x="699040" y="418037"/>
                </a:lnTo>
                <a:lnTo>
                  <a:pt x="702945" y="416592"/>
                </a:lnTo>
                <a:lnTo>
                  <a:pt x="706850" y="415146"/>
                </a:lnTo>
                <a:lnTo>
                  <a:pt x="710755" y="413700"/>
                </a:lnTo>
                <a:lnTo>
                  <a:pt x="714661" y="412252"/>
                </a:lnTo>
                <a:lnTo>
                  <a:pt x="718566" y="410803"/>
                </a:lnTo>
                <a:lnTo>
                  <a:pt x="722471" y="409354"/>
                </a:lnTo>
                <a:lnTo>
                  <a:pt x="726376" y="407903"/>
                </a:lnTo>
                <a:lnTo>
                  <a:pt x="730282" y="406452"/>
                </a:lnTo>
                <a:lnTo>
                  <a:pt x="734187" y="404999"/>
                </a:lnTo>
                <a:lnTo>
                  <a:pt x="738092" y="403546"/>
                </a:lnTo>
                <a:lnTo>
                  <a:pt x="741998" y="402092"/>
                </a:lnTo>
                <a:lnTo>
                  <a:pt x="745903" y="400637"/>
                </a:lnTo>
                <a:lnTo>
                  <a:pt x="749808" y="399182"/>
                </a:lnTo>
                <a:lnTo>
                  <a:pt x="753713" y="397725"/>
                </a:lnTo>
                <a:lnTo>
                  <a:pt x="757618" y="396268"/>
                </a:lnTo>
                <a:lnTo>
                  <a:pt x="761524" y="394809"/>
                </a:lnTo>
                <a:lnTo>
                  <a:pt x="765429" y="393350"/>
                </a:lnTo>
                <a:lnTo>
                  <a:pt x="769334" y="391890"/>
                </a:lnTo>
                <a:lnTo>
                  <a:pt x="773240" y="390429"/>
                </a:lnTo>
                <a:lnTo>
                  <a:pt x="777145" y="388968"/>
                </a:lnTo>
                <a:lnTo>
                  <a:pt x="781050" y="387505"/>
                </a:lnTo>
                <a:lnTo>
                  <a:pt x="784955" y="386042"/>
                </a:lnTo>
                <a:lnTo>
                  <a:pt x="788860" y="384578"/>
                </a:lnTo>
                <a:lnTo>
                  <a:pt x="792766" y="383113"/>
                </a:lnTo>
                <a:lnTo>
                  <a:pt x="796671" y="381647"/>
                </a:lnTo>
                <a:lnTo>
                  <a:pt x="800576" y="380180"/>
                </a:lnTo>
                <a:lnTo>
                  <a:pt x="804482" y="378713"/>
                </a:lnTo>
                <a:lnTo>
                  <a:pt x="808387" y="377245"/>
                </a:lnTo>
                <a:lnTo>
                  <a:pt x="812292" y="375776"/>
                </a:lnTo>
                <a:lnTo>
                  <a:pt x="816197" y="374306"/>
                </a:lnTo>
                <a:lnTo>
                  <a:pt x="820102" y="372835"/>
                </a:lnTo>
                <a:lnTo>
                  <a:pt x="824008" y="28865"/>
                </a:lnTo>
                <a:lnTo>
                  <a:pt x="827913" y="28937"/>
                </a:lnTo>
                <a:lnTo>
                  <a:pt x="831818" y="28999"/>
                </a:lnTo>
                <a:lnTo>
                  <a:pt x="835724" y="29051"/>
                </a:lnTo>
                <a:lnTo>
                  <a:pt x="839629" y="29094"/>
                </a:lnTo>
                <a:lnTo>
                  <a:pt x="843534" y="29128"/>
                </a:lnTo>
                <a:lnTo>
                  <a:pt x="847439" y="29152"/>
                </a:lnTo>
                <a:lnTo>
                  <a:pt x="851345" y="29166"/>
                </a:lnTo>
                <a:lnTo>
                  <a:pt x="855250" y="29171"/>
                </a:lnTo>
                <a:lnTo>
                  <a:pt x="859155" y="29167"/>
                </a:lnTo>
                <a:lnTo>
                  <a:pt x="863060" y="29153"/>
                </a:lnTo>
                <a:lnTo>
                  <a:pt x="866965" y="29130"/>
                </a:lnTo>
                <a:lnTo>
                  <a:pt x="870871" y="29097"/>
                </a:lnTo>
                <a:lnTo>
                  <a:pt x="874776" y="29055"/>
                </a:lnTo>
                <a:lnTo>
                  <a:pt x="878681" y="29004"/>
                </a:lnTo>
                <a:lnTo>
                  <a:pt x="882587" y="28943"/>
                </a:lnTo>
                <a:lnTo>
                  <a:pt x="886492" y="28873"/>
                </a:lnTo>
                <a:lnTo>
                  <a:pt x="890397" y="28793"/>
                </a:lnTo>
                <a:lnTo>
                  <a:pt x="894302" y="28704"/>
                </a:lnTo>
                <a:lnTo>
                  <a:pt x="898207" y="28606"/>
                </a:lnTo>
                <a:lnTo>
                  <a:pt x="902113" y="28499"/>
                </a:lnTo>
                <a:lnTo>
                  <a:pt x="906018" y="28382"/>
                </a:lnTo>
                <a:lnTo>
                  <a:pt x="909923" y="28256"/>
                </a:lnTo>
                <a:lnTo>
                  <a:pt x="913829" y="28121"/>
                </a:lnTo>
                <a:lnTo>
                  <a:pt x="917734" y="27977"/>
                </a:lnTo>
                <a:lnTo>
                  <a:pt x="921639" y="27823"/>
                </a:lnTo>
                <a:lnTo>
                  <a:pt x="925544" y="27661"/>
                </a:lnTo>
                <a:lnTo>
                  <a:pt x="929449" y="27489"/>
                </a:lnTo>
                <a:lnTo>
                  <a:pt x="933355" y="27308"/>
                </a:lnTo>
                <a:lnTo>
                  <a:pt x="937260" y="27118"/>
                </a:lnTo>
                <a:lnTo>
                  <a:pt x="941165" y="26919"/>
                </a:lnTo>
                <a:lnTo>
                  <a:pt x="945071" y="26711"/>
                </a:lnTo>
                <a:lnTo>
                  <a:pt x="948976" y="26493"/>
                </a:lnTo>
                <a:lnTo>
                  <a:pt x="952881" y="26267"/>
                </a:lnTo>
                <a:lnTo>
                  <a:pt x="956786" y="26032"/>
                </a:lnTo>
                <a:lnTo>
                  <a:pt x="960691" y="25788"/>
                </a:lnTo>
                <a:lnTo>
                  <a:pt x="964597" y="25535"/>
                </a:lnTo>
                <a:lnTo>
                  <a:pt x="968502" y="25273"/>
                </a:lnTo>
                <a:lnTo>
                  <a:pt x="972407" y="25002"/>
                </a:lnTo>
                <a:lnTo>
                  <a:pt x="976313" y="24722"/>
                </a:lnTo>
                <a:lnTo>
                  <a:pt x="980218" y="24433"/>
                </a:lnTo>
                <a:lnTo>
                  <a:pt x="984123" y="24136"/>
                </a:lnTo>
                <a:lnTo>
                  <a:pt x="988028" y="23829"/>
                </a:lnTo>
                <a:lnTo>
                  <a:pt x="991933" y="23514"/>
                </a:lnTo>
                <a:lnTo>
                  <a:pt x="995839" y="23190"/>
                </a:lnTo>
                <a:lnTo>
                  <a:pt x="999744" y="22858"/>
                </a:lnTo>
                <a:lnTo>
                  <a:pt x="1003649" y="22516"/>
                </a:lnTo>
                <a:lnTo>
                  <a:pt x="1007554" y="22166"/>
                </a:lnTo>
                <a:lnTo>
                  <a:pt x="1011460" y="21808"/>
                </a:lnTo>
                <a:lnTo>
                  <a:pt x="1015365" y="21441"/>
                </a:lnTo>
                <a:lnTo>
                  <a:pt x="1019270" y="21065"/>
                </a:lnTo>
                <a:lnTo>
                  <a:pt x="1023176" y="20680"/>
                </a:lnTo>
                <a:lnTo>
                  <a:pt x="1027081" y="20287"/>
                </a:lnTo>
                <a:lnTo>
                  <a:pt x="1030986" y="19886"/>
                </a:lnTo>
                <a:lnTo>
                  <a:pt x="1034891" y="19476"/>
                </a:lnTo>
                <a:lnTo>
                  <a:pt x="1038796" y="19057"/>
                </a:lnTo>
                <a:lnTo>
                  <a:pt x="1042702" y="18630"/>
                </a:lnTo>
                <a:lnTo>
                  <a:pt x="1046607" y="18195"/>
                </a:lnTo>
                <a:lnTo>
                  <a:pt x="1050512" y="17752"/>
                </a:lnTo>
                <a:lnTo>
                  <a:pt x="1054418" y="17299"/>
                </a:lnTo>
                <a:lnTo>
                  <a:pt x="1058323" y="16839"/>
                </a:lnTo>
                <a:lnTo>
                  <a:pt x="1062228" y="16371"/>
                </a:lnTo>
                <a:lnTo>
                  <a:pt x="1066133" y="15894"/>
                </a:lnTo>
                <a:lnTo>
                  <a:pt x="1070038" y="15408"/>
                </a:lnTo>
                <a:lnTo>
                  <a:pt x="1073944" y="14915"/>
                </a:lnTo>
                <a:lnTo>
                  <a:pt x="1077849" y="14414"/>
                </a:lnTo>
                <a:lnTo>
                  <a:pt x="1081754" y="13904"/>
                </a:lnTo>
                <a:lnTo>
                  <a:pt x="1085660" y="13386"/>
                </a:lnTo>
                <a:lnTo>
                  <a:pt x="1089565" y="12860"/>
                </a:lnTo>
                <a:lnTo>
                  <a:pt x="1093470" y="12326"/>
                </a:lnTo>
                <a:lnTo>
                  <a:pt x="1097375" y="11784"/>
                </a:lnTo>
                <a:lnTo>
                  <a:pt x="1101280" y="11234"/>
                </a:lnTo>
                <a:lnTo>
                  <a:pt x="1105186" y="10676"/>
                </a:lnTo>
                <a:lnTo>
                  <a:pt x="1109091" y="10110"/>
                </a:lnTo>
                <a:lnTo>
                  <a:pt x="1112996" y="9536"/>
                </a:lnTo>
                <a:lnTo>
                  <a:pt x="1116902" y="8955"/>
                </a:lnTo>
                <a:lnTo>
                  <a:pt x="1120807" y="8365"/>
                </a:lnTo>
                <a:lnTo>
                  <a:pt x="1124712" y="7768"/>
                </a:lnTo>
                <a:lnTo>
                  <a:pt x="1128617" y="7163"/>
                </a:lnTo>
                <a:lnTo>
                  <a:pt x="1132523" y="6550"/>
                </a:lnTo>
                <a:lnTo>
                  <a:pt x="1136428" y="5929"/>
                </a:lnTo>
                <a:lnTo>
                  <a:pt x="1140333" y="5301"/>
                </a:lnTo>
                <a:lnTo>
                  <a:pt x="1144238" y="4665"/>
                </a:lnTo>
                <a:lnTo>
                  <a:pt x="1148143" y="4021"/>
                </a:lnTo>
                <a:lnTo>
                  <a:pt x="1152049" y="3370"/>
                </a:lnTo>
                <a:lnTo>
                  <a:pt x="1155954" y="2711"/>
                </a:lnTo>
                <a:lnTo>
                  <a:pt x="1159859" y="2044"/>
                </a:lnTo>
                <a:lnTo>
                  <a:pt x="1163765" y="1370"/>
                </a:lnTo>
                <a:lnTo>
                  <a:pt x="1167670" y="689"/>
                </a:lnTo>
                <a:lnTo>
                  <a:pt x="1171575" y="0"/>
                </a:lnTo>
                <a:lnTo>
                  <a:pt x="1175480" y="689"/>
                </a:lnTo>
                <a:lnTo>
                  <a:pt x="1179385" y="1370"/>
                </a:lnTo>
                <a:lnTo>
                  <a:pt x="1183291" y="2044"/>
                </a:lnTo>
                <a:lnTo>
                  <a:pt x="1187196" y="2711"/>
                </a:lnTo>
                <a:lnTo>
                  <a:pt x="1191101" y="3370"/>
                </a:lnTo>
                <a:lnTo>
                  <a:pt x="1195007" y="4021"/>
                </a:lnTo>
                <a:lnTo>
                  <a:pt x="1198912" y="4665"/>
                </a:lnTo>
                <a:lnTo>
                  <a:pt x="1202817" y="5301"/>
                </a:lnTo>
                <a:lnTo>
                  <a:pt x="1206722" y="5929"/>
                </a:lnTo>
                <a:lnTo>
                  <a:pt x="1210627" y="6550"/>
                </a:lnTo>
                <a:lnTo>
                  <a:pt x="1214533" y="7163"/>
                </a:lnTo>
                <a:lnTo>
                  <a:pt x="1218438" y="7768"/>
                </a:lnTo>
                <a:lnTo>
                  <a:pt x="1222343" y="8365"/>
                </a:lnTo>
                <a:lnTo>
                  <a:pt x="1226249" y="8955"/>
                </a:lnTo>
                <a:lnTo>
                  <a:pt x="1230154" y="9536"/>
                </a:lnTo>
                <a:lnTo>
                  <a:pt x="1234059" y="10110"/>
                </a:lnTo>
                <a:lnTo>
                  <a:pt x="1237964" y="10676"/>
                </a:lnTo>
                <a:lnTo>
                  <a:pt x="1241869" y="11234"/>
                </a:lnTo>
                <a:lnTo>
                  <a:pt x="1245775" y="11784"/>
                </a:lnTo>
                <a:lnTo>
                  <a:pt x="1249680" y="12326"/>
                </a:lnTo>
                <a:lnTo>
                  <a:pt x="1253585" y="12860"/>
                </a:lnTo>
                <a:lnTo>
                  <a:pt x="1257490" y="13386"/>
                </a:lnTo>
                <a:lnTo>
                  <a:pt x="1261396" y="13904"/>
                </a:lnTo>
                <a:lnTo>
                  <a:pt x="1265301" y="14414"/>
                </a:lnTo>
                <a:lnTo>
                  <a:pt x="1269206" y="14915"/>
                </a:lnTo>
                <a:lnTo>
                  <a:pt x="1273112" y="15408"/>
                </a:lnTo>
                <a:lnTo>
                  <a:pt x="1277017" y="15894"/>
                </a:lnTo>
                <a:lnTo>
                  <a:pt x="1280922" y="16371"/>
                </a:lnTo>
                <a:lnTo>
                  <a:pt x="1284827" y="16839"/>
                </a:lnTo>
                <a:lnTo>
                  <a:pt x="1288732" y="17299"/>
                </a:lnTo>
                <a:lnTo>
                  <a:pt x="1292638" y="17752"/>
                </a:lnTo>
                <a:lnTo>
                  <a:pt x="1296543" y="18195"/>
                </a:lnTo>
                <a:lnTo>
                  <a:pt x="1300448" y="18630"/>
                </a:lnTo>
                <a:lnTo>
                  <a:pt x="1304354" y="19057"/>
                </a:lnTo>
                <a:lnTo>
                  <a:pt x="1308259" y="19476"/>
                </a:lnTo>
                <a:lnTo>
                  <a:pt x="1312164" y="19886"/>
                </a:lnTo>
                <a:lnTo>
                  <a:pt x="1316069" y="20287"/>
                </a:lnTo>
                <a:lnTo>
                  <a:pt x="1319974" y="20680"/>
                </a:lnTo>
                <a:lnTo>
                  <a:pt x="1323880" y="21065"/>
                </a:lnTo>
                <a:lnTo>
                  <a:pt x="1327785" y="21441"/>
                </a:lnTo>
                <a:lnTo>
                  <a:pt x="1331690" y="21808"/>
                </a:lnTo>
                <a:lnTo>
                  <a:pt x="1335596" y="22166"/>
                </a:lnTo>
                <a:lnTo>
                  <a:pt x="1339501" y="22516"/>
                </a:lnTo>
                <a:lnTo>
                  <a:pt x="1343406" y="22858"/>
                </a:lnTo>
                <a:lnTo>
                  <a:pt x="1347311" y="23190"/>
                </a:lnTo>
                <a:lnTo>
                  <a:pt x="1351216" y="23514"/>
                </a:lnTo>
                <a:lnTo>
                  <a:pt x="1355122" y="23829"/>
                </a:lnTo>
                <a:lnTo>
                  <a:pt x="1359027" y="24136"/>
                </a:lnTo>
                <a:lnTo>
                  <a:pt x="1362932" y="24433"/>
                </a:lnTo>
                <a:lnTo>
                  <a:pt x="1366838" y="24722"/>
                </a:lnTo>
                <a:lnTo>
                  <a:pt x="1370743" y="25002"/>
                </a:lnTo>
                <a:lnTo>
                  <a:pt x="1374648" y="25273"/>
                </a:lnTo>
                <a:lnTo>
                  <a:pt x="1378553" y="25535"/>
                </a:lnTo>
                <a:lnTo>
                  <a:pt x="1382459" y="25788"/>
                </a:lnTo>
                <a:lnTo>
                  <a:pt x="1386364" y="26032"/>
                </a:lnTo>
                <a:lnTo>
                  <a:pt x="1390269" y="26267"/>
                </a:lnTo>
                <a:lnTo>
                  <a:pt x="1394174" y="26493"/>
                </a:lnTo>
                <a:lnTo>
                  <a:pt x="1398079" y="26711"/>
                </a:lnTo>
                <a:lnTo>
                  <a:pt x="1401985" y="26919"/>
                </a:lnTo>
                <a:lnTo>
                  <a:pt x="1405890" y="27118"/>
                </a:lnTo>
                <a:lnTo>
                  <a:pt x="1409795" y="27308"/>
                </a:lnTo>
                <a:lnTo>
                  <a:pt x="1413701" y="27489"/>
                </a:lnTo>
                <a:lnTo>
                  <a:pt x="1417606" y="27661"/>
                </a:lnTo>
                <a:lnTo>
                  <a:pt x="1421511" y="27823"/>
                </a:lnTo>
                <a:lnTo>
                  <a:pt x="1425416" y="27977"/>
                </a:lnTo>
                <a:lnTo>
                  <a:pt x="1429321" y="28121"/>
                </a:lnTo>
                <a:lnTo>
                  <a:pt x="1433227" y="28256"/>
                </a:lnTo>
                <a:lnTo>
                  <a:pt x="1437132" y="28382"/>
                </a:lnTo>
                <a:lnTo>
                  <a:pt x="1441037" y="28499"/>
                </a:lnTo>
                <a:lnTo>
                  <a:pt x="1444943" y="28606"/>
                </a:lnTo>
                <a:lnTo>
                  <a:pt x="1448848" y="28704"/>
                </a:lnTo>
                <a:lnTo>
                  <a:pt x="1452753" y="28793"/>
                </a:lnTo>
                <a:lnTo>
                  <a:pt x="1456658" y="28873"/>
                </a:lnTo>
                <a:lnTo>
                  <a:pt x="1460564" y="28943"/>
                </a:lnTo>
                <a:lnTo>
                  <a:pt x="1464469" y="29004"/>
                </a:lnTo>
                <a:lnTo>
                  <a:pt x="1468374" y="29055"/>
                </a:lnTo>
                <a:lnTo>
                  <a:pt x="1472279" y="29097"/>
                </a:lnTo>
                <a:lnTo>
                  <a:pt x="1476185" y="29130"/>
                </a:lnTo>
                <a:lnTo>
                  <a:pt x="1480090" y="29153"/>
                </a:lnTo>
                <a:lnTo>
                  <a:pt x="1483995" y="29167"/>
                </a:lnTo>
                <a:lnTo>
                  <a:pt x="1487900" y="29171"/>
                </a:lnTo>
                <a:lnTo>
                  <a:pt x="1491805" y="29166"/>
                </a:lnTo>
                <a:lnTo>
                  <a:pt x="1495711" y="29152"/>
                </a:lnTo>
                <a:lnTo>
                  <a:pt x="1499616" y="29128"/>
                </a:lnTo>
                <a:lnTo>
                  <a:pt x="1503521" y="29094"/>
                </a:lnTo>
                <a:lnTo>
                  <a:pt x="1507427" y="29051"/>
                </a:lnTo>
                <a:lnTo>
                  <a:pt x="1511332" y="28999"/>
                </a:lnTo>
                <a:lnTo>
                  <a:pt x="1515237" y="28937"/>
                </a:lnTo>
                <a:lnTo>
                  <a:pt x="1519142" y="28865"/>
                </a:lnTo>
                <a:lnTo>
                  <a:pt x="1523048" y="372835"/>
                </a:lnTo>
                <a:lnTo>
                  <a:pt x="1526953" y="374306"/>
                </a:lnTo>
                <a:lnTo>
                  <a:pt x="1530858" y="375776"/>
                </a:lnTo>
                <a:lnTo>
                  <a:pt x="1534763" y="377245"/>
                </a:lnTo>
                <a:lnTo>
                  <a:pt x="1538668" y="378713"/>
                </a:lnTo>
                <a:lnTo>
                  <a:pt x="1542574" y="380180"/>
                </a:lnTo>
                <a:lnTo>
                  <a:pt x="1546479" y="381647"/>
                </a:lnTo>
                <a:lnTo>
                  <a:pt x="1550384" y="383113"/>
                </a:lnTo>
                <a:lnTo>
                  <a:pt x="1554290" y="384578"/>
                </a:lnTo>
                <a:lnTo>
                  <a:pt x="1558195" y="386042"/>
                </a:lnTo>
                <a:lnTo>
                  <a:pt x="1562100" y="387505"/>
                </a:lnTo>
                <a:lnTo>
                  <a:pt x="1566005" y="388968"/>
                </a:lnTo>
                <a:lnTo>
                  <a:pt x="1569910" y="390429"/>
                </a:lnTo>
                <a:lnTo>
                  <a:pt x="1573816" y="391890"/>
                </a:lnTo>
                <a:lnTo>
                  <a:pt x="1577721" y="393350"/>
                </a:lnTo>
                <a:lnTo>
                  <a:pt x="1581626" y="394809"/>
                </a:lnTo>
                <a:lnTo>
                  <a:pt x="1585532" y="396268"/>
                </a:lnTo>
                <a:lnTo>
                  <a:pt x="1589437" y="397725"/>
                </a:lnTo>
                <a:lnTo>
                  <a:pt x="1593342" y="399182"/>
                </a:lnTo>
                <a:lnTo>
                  <a:pt x="1597247" y="400637"/>
                </a:lnTo>
                <a:lnTo>
                  <a:pt x="1601152" y="402092"/>
                </a:lnTo>
                <a:lnTo>
                  <a:pt x="1605058" y="403546"/>
                </a:lnTo>
                <a:lnTo>
                  <a:pt x="1608963" y="404999"/>
                </a:lnTo>
                <a:lnTo>
                  <a:pt x="1612868" y="406452"/>
                </a:lnTo>
                <a:lnTo>
                  <a:pt x="1616774" y="407903"/>
                </a:lnTo>
                <a:lnTo>
                  <a:pt x="1620679" y="409354"/>
                </a:lnTo>
                <a:lnTo>
                  <a:pt x="1624584" y="410803"/>
                </a:lnTo>
                <a:lnTo>
                  <a:pt x="1628489" y="412252"/>
                </a:lnTo>
                <a:lnTo>
                  <a:pt x="1632395" y="413700"/>
                </a:lnTo>
                <a:lnTo>
                  <a:pt x="1636300" y="415146"/>
                </a:lnTo>
                <a:lnTo>
                  <a:pt x="1640205" y="416592"/>
                </a:lnTo>
                <a:lnTo>
                  <a:pt x="1644110" y="418037"/>
                </a:lnTo>
                <a:lnTo>
                  <a:pt x="1648015" y="419481"/>
                </a:lnTo>
                <a:lnTo>
                  <a:pt x="1651921" y="420924"/>
                </a:lnTo>
                <a:lnTo>
                  <a:pt x="1655826" y="422366"/>
                </a:lnTo>
                <a:lnTo>
                  <a:pt x="1659731" y="423807"/>
                </a:lnTo>
                <a:lnTo>
                  <a:pt x="1663637" y="425247"/>
                </a:lnTo>
                <a:lnTo>
                  <a:pt x="1667542" y="426686"/>
                </a:lnTo>
                <a:lnTo>
                  <a:pt x="1671447" y="428124"/>
                </a:lnTo>
                <a:lnTo>
                  <a:pt x="1675352" y="429560"/>
                </a:lnTo>
                <a:lnTo>
                  <a:pt x="1679257" y="430996"/>
                </a:lnTo>
                <a:lnTo>
                  <a:pt x="1683163" y="432430"/>
                </a:lnTo>
                <a:lnTo>
                  <a:pt x="1687068" y="433863"/>
                </a:lnTo>
                <a:lnTo>
                  <a:pt x="1690973" y="435295"/>
                </a:lnTo>
                <a:lnTo>
                  <a:pt x="1694879" y="436726"/>
                </a:lnTo>
                <a:lnTo>
                  <a:pt x="1698784" y="438156"/>
                </a:lnTo>
                <a:lnTo>
                  <a:pt x="1702689" y="439584"/>
                </a:lnTo>
                <a:lnTo>
                  <a:pt x="1706594" y="441010"/>
                </a:lnTo>
                <a:lnTo>
                  <a:pt x="1710499" y="442436"/>
                </a:lnTo>
                <a:lnTo>
                  <a:pt x="1714405" y="443859"/>
                </a:lnTo>
                <a:lnTo>
                  <a:pt x="1718310" y="445282"/>
                </a:lnTo>
                <a:lnTo>
                  <a:pt x="1722215" y="446702"/>
                </a:lnTo>
                <a:lnTo>
                  <a:pt x="1726121" y="448121"/>
                </a:lnTo>
                <a:lnTo>
                  <a:pt x="1730026" y="449538"/>
                </a:lnTo>
                <a:lnTo>
                  <a:pt x="1733931" y="450953"/>
                </a:lnTo>
                <a:lnTo>
                  <a:pt x="1737836" y="452366"/>
                </a:lnTo>
                <a:lnTo>
                  <a:pt x="1741742" y="453777"/>
                </a:lnTo>
                <a:lnTo>
                  <a:pt x="1745647" y="455186"/>
                </a:lnTo>
                <a:lnTo>
                  <a:pt x="1749552" y="456592"/>
                </a:lnTo>
                <a:lnTo>
                  <a:pt x="1753457" y="457996"/>
                </a:lnTo>
                <a:lnTo>
                  <a:pt x="1757363" y="459397"/>
                </a:lnTo>
                <a:lnTo>
                  <a:pt x="1761268" y="460795"/>
                </a:lnTo>
                <a:lnTo>
                  <a:pt x="1765173" y="462190"/>
                </a:lnTo>
                <a:lnTo>
                  <a:pt x="1769078" y="463581"/>
                </a:lnTo>
                <a:lnTo>
                  <a:pt x="1772983" y="464969"/>
                </a:lnTo>
                <a:lnTo>
                  <a:pt x="1776889" y="466352"/>
                </a:lnTo>
                <a:lnTo>
                  <a:pt x="1780794" y="467731"/>
                </a:lnTo>
                <a:lnTo>
                  <a:pt x="1784699" y="469104"/>
                </a:lnTo>
                <a:lnTo>
                  <a:pt x="1788604" y="470472"/>
                </a:lnTo>
                <a:lnTo>
                  <a:pt x="1792510" y="471834"/>
                </a:lnTo>
                <a:lnTo>
                  <a:pt x="1796415" y="473189"/>
                </a:lnTo>
                <a:lnTo>
                  <a:pt x="1800320" y="474535"/>
                </a:lnTo>
                <a:lnTo>
                  <a:pt x="1804226" y="475873"/>
                </a:lnTo>
                <a:lnTo>
                  <a:pt x="1808131" y="477201"/>
                </a:lnTo>
                <a:lnTo>
                  <a:pt x="1812036" y="478516"/>
                </a:lnTo>
                <a:lnTo>
                  <a:pt x="1815941" y="479819"/>
                </a:lnTo>
                <a:lnTo>
                  <a:pt x="1819846" y="481105"/>
                </a:lnTo>
                <a:lnTo>
                  <a:pt x="1823752" y="482373"/>
                </a:lnTo>
                <a:lnTo>
                  <a:pt x="1827657" y="483618"/>
                </a:lnTo>
                <a:lnTo>
                  <a:pt x="1831562" y="484838"/>
                </a:lnTo>
                <a:lnTo>
                  <a:pt x="1835468" y="486026"/>
                </a:lnTo>
                <a:lnTo>
                  <a:pt x="1839373" y="487176"/>
                </a:lnTo>
                <a:lnTo>
                  <a:pt x="1843278" y="488281"/>
                </a:lnTo>
                <a:lnTo>
                  <a:pt x="1847183" y="489328"/>
                </a:lnTo>
                <a:lnTo>
                  <a:pt x="1851088" y="490307"/>
                </a:lnTo>
                <a:lnTo>
                  <a:pt x="1854994" y="491200"/>
                </a:lnTo>
                <a:lnTo>
                  <a:pt x="1858899" y="491989"/>
                </a:lnTo>
                <a:lnTo>
                  <a:pt x="1862804" y="492652"/>
                </a:lnTo>
                <a:lnTo>
                  <a:pt x="1866710" y="493167"/>
                </a:lnTo>
                <a:lnTo>
                  <a:pt x="1870615" y="493511"/>
                </a:lnTo>
                <a:lnTo>
                  <a:pt x="1874520" y="493743"/>
                </a:lnTo>
                <a:lnTo>
                  <a:pt x="1878425" y="493972"/>
                </a:lnTo>
                <a:lnTo>
                  <a:pt x="1882330" y="494199"/>
                </a:lnTo>
                <a:lnTo>
                  <a:pt x="1886236" y="494423"/>
                </a:lnTo>
                <a:lnTo>
                  <a:pt x="1890141" y="494644"/>
                </a:lnTo>
                <a:lnTo>
                  <a:pt x="1894046" y="494863"/>
                </a:lnTo>
                <a:lnTo>
                  <a:pt x="1897952" y="495079"/>
                </a:lnTo>
                <a:lnTo>
                  <a:pt x="1901857" y="495292"/>
                </a:lnTo>
                <a:lnTo>
                  <a:pt x="1905762" y="495503"/>
                </a:lnTo>
                <a:lnTo>
                  <a:pt x="1909667" y="495711"/>
                </a:lnTo>
                <a:lnTo>
                  <a:pt x="1913573" y="495917"/>
                </a:lnTo>
                <a:lnTo>
                  <a:pt x="1917478" y="496120"/>
                </a:lnTo>
                <a:lnTo>
                  <a:pt x="1921383" y="496320"/>
                </a:lnTo>
                <a:lnTo>
                  <a:pt x="1925288" y="496518"/>
                </a:lnTo>
                <a:lnTo>
                  <a:pt x="1929193" y="496714"/>
                </a:lnTo>
                <a:lnTo>
                  <a:pt x="1933099" y="496906"/>
                </a:lnTo>
                <a:lnTo>
                  <a:pt x="1937004" y="497096"/>
                </a:lnTo>
                <a:lnTo>
                  <a:pt x="1940909" y="497284"/>
                </a:lnTo>
                <a:lnTo>
                  <a:pt x="1944815" y="497469"/>
                </a:lnTo>
                <a:lnTo>
                  <a:pt x="1948720" y="497651"/>
                </a:lnTo>
                <a:lnTo>
                  <a:pt x="1952625" y="497831"/>
                </a:lnTo>
                <a:lnTo>
                  <a:pt x="1956530" y="498008"/>
                </a:lnTo>
                <a:lnTo>
                  <a:pt x="1960435" y="498182"/>
                </a:lnTo>
                <a:lnTo>
                  <a:pt x="1964341" y="498354"/>
                </a:lnTo>
                <a:lnTo>
                  <a:pt x="1968246" y="498523"/>
                </a:lnTo>
                <a:lnTo>
                  <a:pt x="1972151" y="498690"/>
                </a:lnTo>
                <a:lnTo>
                  <a:pt x="1976057" y="498854"/>
                </a:lnTo>
                <a:lnTo>
                  <a:pt x="1979962" y="499016"/>
                </a:lnTo>
                <a:lnTo>
                  <a:pt x="1983867" y="499175"/>
                </a:lnTo>
                <a:lnTo>
                  <a:pt x="1987772" y="499331"/>
                </a:lnTo>
                <a:lnTo>
                  <a:pt x="1991677" y="499485"/>
                </a:lnTo>
                <a:lnTo>
                  <a:pt x="1995583" y="499636"/>
                </a:lnTo>
                <a:lnTo>
                  <a:pt x="1999488" y="499784"/>
                </a:lnTo>
                <a:lnTo>
                  <a:pt x="2003393" y="499930"/>
                </a:lnTo>
                <a:lnTo>
                  <a:pt x="2007299" y="500073"/>
                </a:lnTo>
                <a:lnTo>
                  <a:pt x="2011204" y="500214"/>
                </a:lnTo>
                <a:lnTo>
                  <a:pt x="2015109" y="500352"/>
                </a:lnTo>
                <a:lnTo>
                  <a:pt x="2019014" y="500488"/>
                </a:lnTo>
                <a:lnTo>
                  <a:pt x="2022920" y="500621"/>
                </a:lnTo>
                <a:lnTo>
                  <a:pt x="2026825" y="500751"/>
                </a:lnTo>
                <a:lnTo>
                  <a:pt x="2030730" y="500879"/>
                </a:lnTo>
                <a:lnTo>
                  <a:pt x="2034635" y="501004"/>
                </a:lnTo>
                <a:lnTo>
                  <a:pt x="2038540" y="501126"/>
                </a:lnTo>
                <a:lnTo>
                  <a:pt x="2042446" y="501246"/>
                </a:lnTo>
                <a:lnTo>
                  <a:pt x="2046351" y="501363"/>
                </a:lnTo>
                <a:lnTo>
                  <a:pt x="2050256" y="501478"/>
                </a:lnTo>
                <a:lnTo>
                  <a:pt x="2054162" y="501590"/>
                </a:lnTo>
                <a:lnTo>
                  <a:pt x="2058067" y="501700"/>
                </a:lnTo>
                <a:lnTo>
                  <a:pt x="2061972" y="501807"/>
                </a:lnTo>
                <a:lnTo>
                  <a:pt x="2065877" y="501911"/>
                </a:lnTo>
                <a:lnTo>
                  <a:pt x="2069782" y="502013"/>
                </a:lnTo>
                <a:lnTo>
                  <a:pt x="2073688" y="502112"/>
                </a:lnTo>
                <a:lnTo>
                  <a:pt x="2077593" y="502209"/>
                </a:lnTo>
                <a:lnTo>
                  <a:pt x="2081498" y="502302"/>
                </a:lnTo>
                <a:lnTo>
                  <a:pt x="2085404" y="502394"/>
                </a:lnTo>
                <a:lnTo>
                  <a:pt x="2089309" y="502483"/>
                </a:lnTo>
                <a:lnTo>
                  <a:pt x="2093214" y="502569"/>
                </a:lnTo>
                <a:lnTo>
                  <a:pt x="2097119" y="502652"/>
                </a:lnTo>
                <a:lnTo>
                  <a:pt x="2101024" y="502733"/>
                </a:lnTo>
                <a:lnTo>
                  <a:pt x="2104930" y="502812"/>
                </a:lnTo>
                <a:lnTo>
                  <a:pt x="2108835" y="502887"/>
                </a:lnTo>
                <a:lnTo>
                  <a:pt x="2112740" y="502960"/>
                </a:lnTo>
                <a:lnTo>
                  <a:pt x="2116646" y="503031"/>
                </a:lnTo>
                <a:lnTo>
                  <a:pt x="2120551" y="503099"/>
                </a:lnTo>
                <a:lnTo>
                  <a:pt x="2124456" y="503164"/>
                </a:lnTo>
                <a:lnTo>
                  <a:pt x="2128361" y="503227"/>
                </a:lnTo>
                <a:lnTo>
                  <a:pt x="2132267" y="503287"/>
                </a:lnTo>
                <a:lnTo>
                  <a:pt x="2136172" y="503345"/>
                </a:lnTo>
                <a:lnTo>
                  <a:pt x="2140077" y="503400"/>
                </a:lnTo>
                <a:lnTo>
                  <a:pt x="2143982" y="503452"/>
                </a:lnTo>
                <a:lnTo>
                  <a:pt x="2147888" y="503502"/>
                </a:lnTo>
                <a:lnTo>
                  <a:pt x="2151793" y="503549"/>
                </a:lnTo>
                <a:lnTo>
                  <a:pt x="2155698" y="503594"/>
                </a:lnTo>
                <a:lnTo>
                  <a:pt x="2159603" y="503636"/>
                </a:lnTo>
                <a:lnTo>
                  <a:pt x="2163509" y="503675"/>
                </a:lnTo>
                <a:lnTo>
                  <a:pt x="2167414" y="503712"/>
                </a:lnTo>
                <a:lnTo>
                  <a:pt x="2171319" y="503746"/>
                </a:lnTo>
                <a:lnTo>
                  <a:pt x="2175224" y="503778"/>
                </a:lnTo>
                <a:lnTo>
                  <a:pt x="2179129" y="503807"/>
                </a:lnTo>
                <a:lnTo>
                  <a:pt x="2183035" y="503833"/>
                </a:lnTo>
                <a:lnTo>
                  <a:pt x="2186940" y="503857"/>
                </a:lnTo>
                <a:lnTo>
                  <a:pt x="2190845" y="503878"/>
                </a:lnTo>
                <a:lnTo>
                  <a:pt x="2194751" y="503897"/>
                </a:lnTo>
                <a:lnTo>
                  <a:pt x="2198656" y="503913"/>
                </a:lnTo>
                <a:lnTo>
                  <a:pt x="2202561" y="503926"/>
                </a:lnTo>
                <a:lnTo>
                  <a:pt x="2206466" y="503937"/>
                </a:lnTo>
                <a:lnTo>
                  <a:pt x="2210371" y="503945"/>
                </a:lnTo>
                <a:lnTo>
                  <a:pt x="2214277" y="503951"/>
                </a:lnTo>
                <a:lnTo>
                  <a:pt x="2218182" y="503954"/>
                </a:lnTo>
                <a:lnTo>
                  <a:pt x="2222087" y="503954"/>
                </a:lnTo>
                <a:lnTo>
                  <a:pt x="2225993" y="503954"/>
                </a:lnTo>
                <a:lnTo>
                  <a:pt x="2229898" y="503954"/>
                </a:lnTo>
                <a:lnTo>
                  <a:pt x="2233803" y="503954"/>
                </a:lnTo>
                <a:lnTo>
                  <a:pt x="2237708" y="503954"/>
                </a:lnTo>
                <a:lnTo>
                  <a:pt x="2241614" y="503954"/>
                </a:lnTo>
                <a:lnTo>
                  <a:pt x="2245519" y="503954"/>
                </a:lnTo>
                <a:lnTo>
                  <a:pt x="2249424" y="503954"/>
                </a:lnTo>
                <a:lnTo>
                  <a:pt x="2253329" y="503954"/>
                </a:lnTo>
                <a:lnTo>
                  <a:pt x="2257235" y="503954"/>
                </a:lnTo>
                <a:lnTo>
                  <a:pt x="2261140" y="503954"/>
                </a:lnTo>
                <a:lnTo>
                  <a:pt x="2265045" y="503954"/>
                </a:lnTo>
                <a:lnTo>
                  <a:pt x="2268950" y="503954"/>
                </a:lnTo>
                <a:lnTo>
                  <a:pt x="2272856" y="503954"/>
                </a:lnTo>
                <a:lnTo>
                  <a:pt x="2276761" y="503954"/>
                </a:lnTo>
                <a:lnTo>
                  <a:pt x="2280666" y="503954"/>
                </a:lnTo>
                <a:lnTo>
                  <a:pt x="2284571" y="503954"/>
                </a:lnTo>
                <a:lnTo>
                  <a:pt x="2288477" y="503954"/>
                </a:lnTo>
                <a:lnTo>
                  <a:pt x="2292382" y="503954"/>
                </a:lnTo>
                <a:lnTo>
                  <a:pt x="2296287" y="503954"/>
                </a:lnTo>
                <a:lnTo>
                  <a:pt x="2300192" y="503954"/>
                </a:lnTo>
                <a:lnTo>
                  <a:pt x="2304098" y="503954"/>
                </a:lnTo>
                <a:lnTo>
                  <a:pt x="2308003" y="503954"/>
                </a:lnTo>
                <a:lnTo>
                  <a:pt x="2311908" y="503954"/>
                </a:lnTo>
                <a:lnTo>
                  <a:pt x="2315813" y="503954"/>
                </a:lnTo>
                <a:lnTo>
                  <a:pt x="2319718" y="503954"/>
                </a:lnTo>
                <a:lnTo>
                  <a:pt x="2323624" y="503954"/>
                </a:lnTo>
                <a:lnTo>
                  <a:pt x="2327529" y="503954"/>
                </a:lnTo>
                <a:lnTo>
                  <a:pt x="2331434" y="503954"/>
                </a:lnTo>
                <a:lnTo>
                  <a:pt x="2335340" y="503954"/>
                </a:lnTo>
                <a:lnTo>
                  <a:pt x="2339245" y="503954"/>
                </a:lnTo>
                <a:lnTo>
                  <a:pt x="2343150" y="503954"/>
                </a:lnTo>
              </a:path>
            </a:pathLst>
          </a:custGeom>
          <a:noFill xmlns:a="http://schemas.openxmlformats.org/drawingml/2006/main"/>
          <a:ln xmlns:a="http://schemas.openxmlformats.org/drawingml/2006/main" w="21908">
            <a:solidFill>
              <a:srgbClr val="202020"/>
            </a:solidFill>
          </a:ln>
        </p:spPr>
      </p:sp>
      <p:sp>
        <p:nvSpPr>
          <p:cNvPr id="43" name="sum-width-3">
            <a:extLst xmlns:a="http://schemas.openxmlformats.org/drawingml/2006/main">
              <a:ext uri="{FF2B5EF4-FFF2-40B4-BE49-F238E27FC236}">
                <a16:creationId xmlns:a16="http://schemas.microsoft.com/office/drawing/2014/main" id="{3ABDB3F8-1F1D-4389-94F3-7AB90C0E16B1}"/>
              </a:ext>
            </a:extLst>
          </p:cNvPr>
          <p:cNvSpPr>
            <a:spLocks xmlns:a="http://schemas.openxmlformats.org/drawingml/2006/main" noGrp="1"/>
          </p:cNvSpPr>
          <p:nvPr/>
        </p:nvSpPr>
        <p:spPr>
          <a:xfrm xmlns:a="http://schemas.openxmlformats.org/drawingml/2006/main">
            <a:off x="9247353" y="6048375"/>
            <a:ext cx="2098343"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4" name="sum-width-3-l">
            <a:extLst xmlns:a="http://schemas.openxmlformats.org/drawingml/2006/main">
              <a:ext uri="{FF2B5EF4-FFF2-40B4-BE49-F238E27FC236}">
                <a16:creationId xmlns:a16="http://schemas.microsoft.com/office/drawing/2014/main" id="{6E72AF8D-CFB8-43CD-8B1C-870A0CAFB392}"/>
              </a:ext>
            </a:extLst>
          </p:cNvPr>
          <p:cNvSpPr>
            <a:spLocks xmlns:a="http://schemas.openxmlformats.org/drawingml/2006/main" noGrp="1"/>
          </p:cNvSpPr>
          <p:nvPr/>
        </p:nvSpPr>
        <p:spPr>
          <a:xfrm xmlns:a="http://schemas.openxmlformats.org/drawingml/2006/main">
            <a:off x="9247353"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5" name="sum-width-3-r">
            <a:extLst xmlns:a="http://schemas.openxmlformats.org/drawingml/2006/main">
              <a:ext uri="{FF2B5EF4-FFF2-40B4-BE49-F238E27FC236}">
                <a16:creationId xmlns:a16="http://schemas.microsoft.com/office/drawing/2014/main" id="{704903A0-571C-412E-BB32-A62617C1F468}"/>
              </a:ext>
            </a:extLst>
          </p:cNvPr>
          <p:cNvSpPr>
            <a:spLocks xmlns:a="http://schemas.openxmlformats.org/drawingml/2006/main" noGrp="1"/>
          </p:cNvSpPr>
          <p:nvPr/>
        </p:nvSpPr>
        <p:spPr>
          <a:xfrm xmlns:a="http://schemas.openxmlformats.org/drawingml/2006/main">
            <a:off x="11345697" y="6000750"/>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6" name="sum-truncation">
            <a:extLst xmlns:a="http://schemas.openxmlformats.org/drawingml/2006/main">
              <a:ext uri="{FF2B5EF4-FFF2-40B4-BE49-F238E27FC236}">
                <a16:creationId xmlns:a16="http://schemas.microsoft.com/office/drawing/2014/main" id="{E39ABA91-40A5-46BC-8411-033AAAA78131}"/>
              </a:ext>
            </a:extLst>
          </p:cNvPr>
          <p:cNvSpPr>
            <a:spLocks xmlns:a="http://schemas.openxmlformats.org/drawingml/2006/main" noGrp="1"/>
          </p:cNvSpPr>
          <p:nvPr/>
        </p:nvSpPr>
        <p:spPr>
          <a:xfrm xmlns:a="http://schemas.openxmlformats.org/drawingml/2006/main">
            <a:off x="6448425" y="6515100"/>
            <a:ext cx="5057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i="0">
                <a:solidFill>
                  <a:srgbClr val="202020"/>
                </a:solidFill>
                <a:latin typeface="Times New Roman"/>
                <a:ea typeface="Times New Roman"/>
                <a:cs typeface="Times New Roman"/>
              </a:defRPr>
            </a:defPPr>
          </a:lstStyle>
          <a:p xmlns:a="http://schemas.openxmlformats.org/drawingml/2006/main">
            <a:pPr algn="ctr">
              <a:defRPr sz="1725" b="1" i="0">
                <a:solidFill>
                  <a:srgbClr val="202020"/>
                </a:solidFill>
                <a:latin typeface="Times New Roman"/>
                <a:ea typeface="Times New Roman"/>
                <a:cs typeface="Times New Roman"/>
              </a:defRPr>
            </a:pPr>
            <a:r>
              <a:rPr sz="1725" b="1" i="0">
                <a:solidFill>
                  <a:srgbClr val="202020"/>
                </a:solidFill>
                <a:latin typeface="Times New Roman"/>
                <a:ea typeface="Times New Roman"/>
                <a:cs typeface="Times New Roman"/>
              </a:rPr>
              <a:t>Through cubic order; carrier weight 1/2</a:t>
            </a:r>
          </a:p>
        </p:txBody>
      </p:sp>
      <p:pic>
        <p:nvPicPr>
          <p:cNvPr id="47"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AB517D0-73B9-4A96-978C-BDD2F88C2153}"/>
              </a:ext>
            </a:extLst>
          </p:cNvPr>
          <p:cNvPicPr>
            <a:picLocks xmlns:a="http://schemas.openxmlformats.org/drawingml/2006/main" noChangeAspect="1"/>
          </p:cNvPicPr>
          <p:nvPr/>
        </p:nvPicPr>
        <p:blipFill>
          <a:blip xmlns:r="http://schemas.openxmlformats.org/officeDocument/2006/relationships" xmlns:a="http://schemas.openxmlformats.org/drawingml/2006/main" r:embed="Ree597aea702d4d1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48"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7A1F3D46-CCF8-4679-92BE-76C7F0F33565}"/>
              </a:ext>
            </a:extLst>
          </p:cNvPr>
          <p:cNvPicPr>
            <a:picLocks xmlns:a="http://schemas.openxmlformats.org/drawingml/2006/main" noChangeAspect="1"/>
          </p:cNvPicPr>
          <p:nvPr/>
        </p:nvPicPr>
        <p:blipFill>
          <a:blip xmlns:r="http://schemas.openxmlformats.org/officeDocument/2006/relationships" xmlns:a="http://schemas.openxmlformats.org/drawingml/2006/main" r:embed="Rc793b04327334e8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49"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778B576-883F-40D2-BCCD-8FBC16BF9372}"/>
              </a:ext>
            </a:extLst>
          </p:cNvPr>
          <p:cNvPicPr>
            <a:picLocks xmlns:a="http://schemas.openxmlformats.org/drawingml/2006/main" noChangeAspect="1"/>
          </p:cNvPicPr>
          <p:nvPr/>
        </p:nvPicPr>
        <p:blipFill>
          <a:blip xmlns:r="http://schemas.openxmlformats.org/officeDocument/2006/relationships" xmlns:a="http://schemas.openxmlformats.org/drawingml/2006/main" r:embed="R27c6254cc94b4af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50" name="signal-main" descr="\color[HTML]{777777}s(t)=A_c\cos(2\pi f_ct)[1-\frac{k_p^2m^2(t)}{2!}+\cdots]+A_c\sin(2\pi f_ct)[-k_pm(t)+\frac{k_p^3m^3(t)}{3!}+\cdots]">
            <a:extLst xmlns:a="http://schemas.openxmlformats.org/drawingml/2006/main">
              <a:ext uri="{FF2B5EF4-FFF2-40B4-BE49-F238E27FC236}">
                <a16:creationId xmlns:a16="http://schemas.microsoft.com/office/drawing/2014/main" id="{DE423CD6-BE4A-4CFD-B1BA-ACDF17F06EFC}"/>
              </a:ext>
            </a:extLst>
          </p:cNvPr>
          <p:cNvPicPr>
            <a:picLocks xmlns:a="http://schemas.openxmlformats.org/drawingml/2006/main" noChangeAspect="1"/>
          </p:cNvPicPr>
          <p:nvPr/>
        </p:nvPicPr>
        <p:blipFill>
          <a:blip xmlns:r="http://schemas.openxmlformats.org/officeDocument/2006/relationships" xmlns:a="http://schemas.openxmlformats.org/drawingml/2006/main" r:embed="R1473e088a00a40f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550795"/>
            <a:ext cx="8938260" cy="365760"/>
          </a:xfrm>
          <a:prstGeom xmlns:a="http://schemas.openxmlformats.org/drawingml/2006/main" prst="rect">
            <a:avLst/>
          </a:prstGeom>
        </p:spPr>
      </p:pic>
      <p:pic>
        <p:nvPicPr>
          <p:cNvPr id="51" name="sum-message" descr="M(f)=1\ \mathrm{ms}\ (|f|\le W),\ W=1\ \mathrm{kHz}">
            <a:extLst xmlns:a="http://schemas.openxmlformats.org/drawingml/2006/main">
              <a:ext uri="{FF2B5EF4-FFF2-40B4-BE49-F238E27FC236}">
                <a16:creationId xmlns:a16="http://schemas.microsoft.com/office/drawing/2014/main" id="{1F7BDF14-729C-4668-9673-43B3E4E97C30}"/>
              </a:ext>
            </a:extLst>
          </p:cNvPr>
          <p:cNvPicPr>
            <a:picLocks xmlns:a="http://schemas.openxmlformats.org/drawingml/2006/main" noChangeAspect="1"/>
          </p:cNvPicPr>
          <p:nvPr/>
        </p:nvPicPr>
        <p:blipFill>
          <a:blip xmlns:r="http://schemas.openxmlformats.org/officeDocument/2006/relationships" xmlns:a="http://schemas.openxmlformats.org/drawingml/2006/main" r:embed="Ra72c754faf5b448c">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3115419"/>
            <a:ext cx="4286250" cy="236637"/>
          </a:xfrm>
          <a:prstGeom xmlns:a="http://schemas.openxmlformats.org/drawingml/2006/main" prst="rect">
            <a:avLst/>
          </a:prstGeom>
        </p:spPr>
      </p:pic>
      <p:pic>
        <p:nvPicPr>
          <p:cNvPr id="52" name="sum-settings" descr="A_c=1,\quad k_p=0.5,\quad f_c=12.25\ \mathrm{kHz}">
            <a:extLst xmlns:a="http://schemas.openxmlformats.org/drawingml/2006/main">
              <a:ext uri="{FF2B5EF4-FFF2-40B4-BE49-F238E27FC236}">
                <a16:creationId xmlns:a16="http://schemas.microsoft.com/office/drawing/2014/main" id="{6294BA6F-2CA7-4513-AA1B-B6377F30EEBE}"/>
              </a:ext>
            </a:extLst>
          </p:cNvPr>
          <p:cNvPicPr>
            <a:picLocks xmlns:a="http://schemas.openxmlformats.org/drawingml/2006/main" noChangeAspect="1"/>
          </p:cNvPicPr>
          <p:nvPr/>
        </p:nvPicPr>
        <p:blipFill>
          <a:blip xmlns:r="http://schemas.openxmlformats.org/officeDocument/2006/relationships" xmlns:a="http://schemas.openxmlformats.org/drawingml/2006/main" r:embed="R361da524617e4601">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7336155" y="3660458"/>
            <a:ext cx="4160520" cy="222885"/>
          </a:xfrm>
          <a:prstGeom xmlns:a="http://schemas.openxmlformats.org/drawingml/2006/main" prst="rect">
            <a:avLst/>
          </a:prstGeom>
        </p:spPr>
      </p:pic>
      <p:pic>
        <p:nvPicPr>
          <p:cNvPr id="53" name="sum-axis--1-domain" descr="f">
            <a:extLst xmlns:a="http://schemas.openxmlformats.org/drawingml/2006/main">
              <a:ext uri="{FF2B5EF4-FFF2-40B4-BE49-F238E27FC236}">
                <a16:creationId xmlns:a16="http://schemas.microsoft.com/office/drawing/2014/main" id="{AF64ADBA-F4AE-4897-9410-42B9924AF921}"/>
              </a:ext>
            </a:extLst>
          </p:cNvPr>
          <p:cNvPicPr>
            <a:picLocks xmlns:a="http://schemas.openxmlformats.org/drawingml/2006/main" noChangeAspect="1"/>
          </p:cNvPicPr>
          <p:nvPr/>
        </p:nvPicPr>
        <p:blipFill>
          <a:blip xmlns:r="http://schemas.openxmlformats.org/officeDocument/2006/relationships" xmlns:a="http://schemas.openxmlformats.org/drawingml/2006/main" r:embed="R708a2ec430ba440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924925" y="5405140"/>
            <a:ext cx="95250" cy="143470"/>
          </a:xfrm>
          <a:prstGeom xmlns:a="http://schemas.openxmlformats.org/drawingml/2006/main" prst="rect">
            <a:avLst/>
          </a:prstGeom>
        </p:spPr>
      </p:pic>
      <p:pic>
        <p:nvPicPr>
          <p:cNvPr id="54" name="sum-axis--1-ticklabel-0" descr="-f_c">
            <a:extLst xmlns:a="http://schemas.openxmlformats.org/drawingml/2006/main">
              <a:ext uri="{FF2B5EF4-FFF2-40B4-BE49-F238E27FC236}">
                <a16:creationId xmlns:a16="http://schemas.microsoft.com/office/drawing/2014/main" id="{8957E042-8EAA-4802-B8D2-A06BFC585059}"/>
              </a:ext>
            </a:extLst>
          </p:cNvPr>
          <p:cNvPicPr>
            <a:picLocks xmlns:a="http://schemas.openxmlformats.org/drawingml/2006/main" noChangeAspect="1"/>
          </p:cNvPicPr>
          <p:nvPr/>
        </p:nvPicPr>
        <p:blipFill>
          <a:blip xmlns:r="http://schemas.openxmlformats.org/officeDocument/2006/relationships" xmlns:a="http://schemas.openxmlformats.org/drawingml/2006/main" r:embed="R768efd75645d4cab">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7572375" y="5779770"/>
            <a:ext cx="304800" cy="156210"/>
          </a:xfrm>
          <a:prstGeom xmlns:a="http://schemas.openxmlformats.org/drawingml/2006/main" prst="rect">
            <a:avLst/>
          </a:prstGeom>
        </p:spPr>
      </p:pic>
      <p:pic>
        <p:nvPicPr>
          <p:cNvPr id="55" name="sum-axis-1-domain" descr="f">
            <a:extLst xmlns:a="http://schemas.openxmlformats.org/drawingml/2006/main">
              <a:ext uri="{FF2B5EF4-FFF2-40B4-BE49-F238E27FC236}">
                <a16:creationId xmlns:a16="http://schemas.microsoft.com/office/drawing/2014/main" id="{1B1E6550-E09C-4F85-9035-3967D6B37DB9}"/>
              </a:ext>
            </a:extLst>
          </p:cNvPr>
          <p:cNvPicPr>
            <a:picLocks xmlns:a="http://schemas.openxmlformats.org/drawingml/2006/main" noChangeAspect="1"/>
          </p:cNvPicPr>
          <p:nvPr/>
        </p:nvPicPr>
        <p:blipFill>
          <a:blip xmlns:r="http://schemas.openxmlformats.org/officeDocument/2006/relationships" xmlns:a="http://schemas.openxmlformats.org/drawingml/2006/main" r:embed="R4502aa7be0db4dde">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1496675" y="5405140"/>
            <a:ext cx="95250" cy="143470"/>
          </a:xfrm>
          <a:prstGeom xmlns:a="http://schemas.openxmlformats.org/drawingml/2006/main" prst="rect">
            <a:avLst/>
          </a:prstGeom>
        </p:spPr>
      </p:pic>
      <p:pic>
        <p:nvPicPr>
          <p:cNvPr id="56" name="sum-axis-1-ticklabel-0" descr="f_c">
            <a:extLst xmlns:a="http://schemas.openxmlformats.org/drawingml/2006/main">
              <a:ext uri="{FF2B5EF4-FFF2-40B4-BE49-F238E27FC236}">
                <a16:creationId xmlns:a16="http://schemas.microsoft.com/office/drawing/2014/main" id="{FFD184BD-DB43-41A9-9F6F-01A8EDBF3A5C}"/>
              </a:ext>
            </a:extLst>
          </p:cNvPr>
          <p:cNvPicPr>
            <a:picLocks xmlns:a="http://schemas.openxmlformats.org/drawingml/2006/main" noChangeAspect="1"/>
          </p:cNvPicPr>
          <p:nvPr/>
        </p:nvPicPr>
        <p:blipFill>
          <a:blip xmlns:r="http://schemas.openxmlformats.org/officeDocument/2006/relationships" xmlns:a="http://schemas.openxmlformats.org/drawingml/2006/main" r:embed="Rd9e495fb776e4748">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0220325" y="5772626"/>
            <a:ext cx="152400" cy="170498"/>
          </a:xfrm>
          <a:prstGeom xmlns:a="http://schemas.openxmlformats.org/drawingml/2006/main" prst="rect">
            <a:avLst/>
          </a:prstGeom>
        </p:spPr>
      </p:pic>
      <p:pic>
        <p:nvPicPr>
          <p:cNvPr id="57" name="source-term-0" descr="A_c\cos(2\pi f_ct)">
            <a:extLst xmlns:a="http://schemas.openxmlformats.org/drawingml/2006/main">
              <a:ext uri="{FF2B5EF4-FFF2-40B4-BE49-F238E27FC236}">
                <a16:creationId xmlns:a16="http://schemas.microsoft.com/office/drawing/2014/main" id="{584A9EF6-79EF-45B9-BAC7-D881C624F0B2}"/>
              </a:ext>
            </a:extLst>
          </p:cNvPr>
          <p:cNvPicPr>
            <a:picLocks xmlns:a="http://schemas.openxmlformats.org/drawingml/2006/main" noChangeAspect="1"/>
          </p:cNvPicPr>
          <p:nvPr/>
        </p:nvPicPr>
        <p:blipFill>
          <a:blip xmlns:r="http://schemas.openxmlformats.org/officeDocument/2006/relationships" xmlns:a="http://schemas.openxmlformats.org/drawingml/2006/main" r:embed="R3401a80d31fa4215">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66750" y="3720316"/>
            <a:ext cx="1645920" cy="255568"/>
          </a:xfrm>
          <a:prstGeom xmlns:a="http://schemas.openxmlformats.org/drawingml/2006/main" prst="rect">
            <a:avLst/>
          </a:prstGeom>
        </p:spPr>
      </p:pic>
      <p:pic>
        <p:nvPicPr>
          <p:cNvPr id="58" name="source-term-1" descr="-A_ck_pm(t)\sin(2\pi f_ct)">
            <a:extLst xmlns:a="http://schemas.openxmlformats.org/drawingml/2006/main">
              <a:ext uri="{FF2B5EF4-FFF2-40B4-BE49-F238E27FC236}">
                <a16:creationId xmlns:a16="http://schemas.microsoft.com/office/drawing/2014/main" id="{4B165F9C-B4BC-4D18-8A3D-1F544DC5C790}"/>
              </a:ext>
            </a:extLst>
          </p:cNvPr>
          <p:cNvPicPr>
            <a:picLocks xmlns:a="http://schemas.openxmlformats.org/drawingml/2006/main" noChangeAspect="1"/>
          </p:cNvPicPr>
          <p:nvPr/>
        </p:nvPicPr>
        <p:blipFill>
          <a:blip xmlns:r="http://schemas.openxmlformats.org/officeDocument/2006/relationships" xmlns:a="http://schemas.openxmlformats.org/drawingml/2006/main" r:embed="R284adf29971f4d66">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66750" y="4401294"/>
            <a:ext cx="2726055" cy="265212"/>
          </a:xfrm>
          <a:prstGeom xmlns:a="http://schemas.openxmlformats.org/drawingml/2006/main" prst="rect">
            <a:avLst/>
          </a:prstGeom>
        </p:spPr>
      </p:pic>
      <p:pic>
        <p:nvPicPr>
          <p:cNvPr id="59" name="sum-width-1-label" descr="B_{\text{through order }1}\le2W">
            <a:extLst xmlns:a="http://schemas.openxmlformats.org/drawingml/2006/main">
              <a:ext uri="{FF2B5EF4-FFF2-40B4-BE49-F238E27FC236}">
                <a16:creationId xmlns:a16="http://schemas.microsoft.com/office/drawing/2014/main" id="{73253042-9059-46B2-BB89-4F21108A665E}"/>
              </a:ext>
            </a:extLst>
          </p:cNvPr>
          <p:cNvPicPr>
            <a:picLocks xmlns:a="http://schemas.openxmlformats.org/drawingml/2006/main" noChangeAspect="1"/>
          </p:cNvPicPr>
          <p:nvPr/>
        </p:nvPicPr>
        <p:blipFill>
          <a:blip xmlns:r="http://schemas.openxmlformats.org/officeDocument/2006/relationships" xmlns:a="http://schemas.openxmlformats.org/drawingml/2006/main" r:embed="R658c5cd86fc24609">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9613426" y="6208375"/>
            <a:ext cx="1366198" cy="127674"/>
          </a:xfrm>
          <a:prstGeom xmlns:a="http://schemas.openxmlformats.org/drawingml/2006/main" prst="rect">
            <a:avLst/>
          </a:prstGeom>
        </p:spPr>
      </p:pic>
      <p:pic>
        <p:nvPicPr>
          <p:cNvPr id="60" name="source-term-2" descr="-\frac{A_ck_p^2}{2!}m^2(t)\cos(2\pi f_ct)">
            <a:extLst xmlns:a="http://schemas.openxmlformats.org/drawingml/2006/main">
              <a:ext uri="{FF2B5EF4-FFF2-40B4-BE49-F238E27FC236}">
                <a16:creationId xmlns:a16="http://schemas.microsoft.com/office/drawing/2014/main" id="{FACAEAE6-489F-4511-A2CA-3AF470875C2F}"/>
              </a:ext>
            </a:extLst>
          </p:cNvPr>
          <p:cNvPicPr>
            <a:picLocks xmlns:a="http://schemas.openxmlformats.org/drawingml/2006/main" noChangeAspect="1"/>
          </p:cNvPicPr>
          <p:nvPr/>
        </p:nvPicPr>
        <p:blipFill>
          <a:blip xmlns:r="http://schemas.openxmlformats.org/officeDocument/2006/relationships" xmlns:a="http://schemas.openxmlformats.org/drawingml/2006/main" r:embed="R00b582643ca7496d">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66750" y="5014764"/>
            <a:ext cx="2828925" cy="409873"/>
          </a:xfrm>
          <a:prstGeom xmlns:a="http://schemas.openxmlformats.org/drawingml/2006/main" prst="rect">
            <a:avLst/>
          </a:prstGeom>
        </p:spPr>
      </p:pic>
      <p:pic>
        <p:nvPicPr>
          <p:cNvPr id="61" name="sum-width-2-label" descr="B_{\text{through order }2}\le4W">
            <a:extLst xmlns:a="http://schemas.openxmlformats.org/drawingml/2006/main">
              <a:ext uri="{FF2B5EF4-FFF2-40B4-BE49-F238E27FC236}">
                <a16:creationId xmlns:a16="http://schemas.microsoft.com/office/drawing/2014/main" id="{C5FDC00F-535F-49CC-B372-5883B1FD92D3}"/>
              </a:ext>
            </a:extLst>
          </p:cNvPr>
          <p:cNvPicPr>
            <a:picLocks xmlns:a="http://schemas.openxmlformats.org/drawingml/2006/main" noChangeAspect="1"/>
          </p:cNvPicPr>
          <p:nvPr/>
        </p:nvPicPr>
        <p:blipFill>
          <a:blip xmlns:r="http://schemas.openxmlformats.org/officeDocument/2006/relationships" xmlns:a="http://schemas.openxmlformats.org/drawingml/2006/main" r:embed="R19e18d9c55df4d57">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9263702" y="6175693"/>
            <a:ext cx="2065646" cy="193039"/>
          </a:xfrm>
          <a:prstGeom xmlns:a="http://schemas.openxmlformats.org/drawingml/2006/main" prst="rect">
            <a:avLst/>
          </a:prstGeom>
        </p:spPr>
      </p:pic>
      <p:pic>
        <p:nvPicPr>
          <p:cNvPr id="62" name="source-term-3" descr="+\frac{A_ck_p^3}{3!}m^3(t)\sin(2\pi f_ct)">
            <a:extLst xmlns:a="http://schemas.openxmlformats.org/drawingml/2006/main">
              <a:ext uri="{FF2B5EF4-FFF2-40B4-BE49-F238E27FC236}">
                <a16:creationId xmlns:a16="http://schemas.microsoft.com/office/drawing/2014/main" id="{48CFB997-9BF1-4C11-BC06-979FBBEDF119}"/>
              </a:ext>
            </a:extLst>
          </p:cNvPr>
          <p:cNvPicPr>
            <a:picLocks xmlns:a="http://schemas.openxmlformats.org/drawingml/2006/main" noChangeAspect="1"/>
          </p:cNvPicPr>
          <p:nvPr/>
        </p:nvPicPr>
        <p:blipFill>
          <a:blip xmlns:r="http://schemas.openxmlformats.org/officeDocument/2006/relationships" xmlns:a="http://schemas.openxmlformats.org/drawingml/2006/main" r:embed="R5993592216d14eb3">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666750" y="5699760"/>
            <a:ext cx="2803208" cy="411480"/>
          </a:xfrm>
          <a:prstGeom xmlns:a="http://schemas.openxmlformats.org/drawingml/2006/main" prst="rect">
            <a:avLst/>
          </a:prstGeom>
        </p:spPr>
      </p:pic>
      <p:pic>
        <p:nvPicPr>
          <p:cNvPr id="63" name="sum-width-3-label" descr="B_{\text{through order }3}\le6W">
            <a:extLst xmlns:a="http://schemas.openxmlformats.org/drawingml/2006/main">
              <a:ext uri="{FF2B5EF4-FFF2-40B4-BE49-F238E27FC236}">
                <a16:creationId xmlns:a16="http://schemas.microsoft.com/office/drawing/2014/main" id="{D407C305-A252-4154-A838-CE231EAC656D}"/>
              </a:ext>
            </a:extLst>
          </p:cNvPr>
          <p:cNvPicPr>
            <a:picLocks xmlns:a="http://schemas.openxmlformats.org/drawingml/2006/main" noChangeAspect="1"/>
          </p:cNvPicPr>
          <p:nvPr/>
        </p:nvPicPr>
        <p:blipFill>
          <a:blip xmlns:r="http://schemas.openxmlformats.org/officeDocument/2006/relationships" xmlns:a="http://schemas.openxmlformats.org/drawingml/2006/main" r:embed="R49e16709f7c74146">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9146381" y="6164729"/>
            <a:ext cx="2300287" cy="214967"/>
          </a:xfrm>
          <a:prstGeom xmlns:a="http://schemas.openxmlformats.org/drawingml/2006/main" prst="rect">
            <a:avLst/>
          </a:prstGeom>
        </p:spPr>
      </p:pic>
    </p:spTree>
    <p:extLst>
      <p:ext uri="{BB962C8B-B14F-4D97-AF65-F5344CB8AC3E}">
        <p14:creationId xmlns:p14="http://schemas.microsoft.com/office/powerpoint/2010/main" val="140046735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4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4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4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400"/>
                                        <p:tgtEl>
                                          <p:spTgt spid="58"/>
                                        </p:tgtEl>
                                      </p:cBhvr>
                                    </p:animEffect>
                                  </p:childTnLst>
                                </p:cTn>
                              </p:par>
                              <p:par>
                                <p:cTn id="19" presetID="10"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400"/>
                                        <p:tgtEl>
                                          <p:spTgt spid="31"/>
                                        </p:tgtEl>
                                      </p:cBhvr>
                                    </p:animEffect>
                                  </p:childTnLst>
                                </p:cTn>
                              </p:par>
                              <p:par>
                                <p:cTn id="22" presetID="10"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400"/>
                                        <p:tgtEl>
                                          <p:spTgt spid="32"/>
                                        </p:tgtEl>
                                      </p:cBhvr>
                                    </p:animEffect>
                                  </p:childTnLst>
                                </p:cTn>
                              </p:par>
                              <p:par>
                                <p:cTn id="25" presetID="10"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par>
                                <p:cTn id="28" presetID="10" presetClass="entr" presetSubtype="0" fill="hold"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400"/>
                                        <p:tgtEl>
                                          <p:spTgt spid="34"/>
                                        </p:tgtEl>
                                      </p:cBhvr>
                                    </p:animEffect>
                                  </p:childTnLst>
                                </p:cTn>
                              </p:par>
                              <p:par>
                                <p:cTn id="31" presetID="10"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400"/>
                                        <p:tgtEl>
                                          <p:spTgt spid="35"/>
                                        </p:tgtEl>
                                      </p:cBhvr>
                                    </p:animEffect>
                                  </p:childTnLst>
                                </p:cTn>
                              </p:par>
                              <p:par>
                                <p:cTn id="34" presetID="10" presetClass="entr" presetSubtype="0" fill="hold" nodeType="with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fade">
                                      <p:cBhvr>
                                        <p:cTn id="36" dur="400"/>
                                        <p:tgtEl>
                                          <p:spTgt spid="5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400"/>
                                        <p:tgtEl>
                                          <p:spTgt spid="60"/>
                                        </p:tgtEl>
                                      </p:cBhvr>
                                    </p:animEffect>
                                  </p:childTnLst>
                                </p:cTn>
                              </p:par>
                              <p:par>
                                <p:cTn id="42" presetID="10" presetClass="entr" presetSubtype="0" fill="hold"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nodeType="with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400"/>
                                        <p:tgtEl>
                                          <p:spTgt spid="61"/>
                                        </p:tgtEl>
                                      </p:cBhvr>
                                    </p:animEffect>
                                  </p:childTnLst>
                                </p:cTn>
                              </p:par>
                              <p:par>
                                <p:cTn id="60" presetID="10" presetClass="exit" presetSubtype="0" fill="hold" nodeType="withEffect">
                                  <p:stCondLst>
                                    <p:cond delay="0"/>
                                  </p:stCondLst>
                                  <p:childTnLst>
                                    <p:animEffect transition="out" filter="fade">
                                      <p:cBhvr>
                                        <p:cTn id="98" dur="200" fill="hold">
                                          <p:stCondLst>
                                            <p:cond delay="0"/>
                                          </p:stCondLst>
                                        </p:cTn>
                                        <p:tgtEl>
                                          <p:spTgt spid="31"/>
                                        </p:tgtEl>
                                      </p:cBhvr>
                                    </p:animEffect>
                                    <p:set>
                                      <p:cBhvr>
                                        <p:cTn id="99" dur="1" fill="hold">
                                          <p:stCondLst>
                                            <p:cond delay="200"/>
                                          </p:stCondLst>
                                        </p:cTn>
                                        <p:tgtEl>
                                          <p:spTgt spid="31"/>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100" dur="200" fill="hold">
                                          <p:stCondLst>
                                            <p:cond delay="0"/>
                                          </p:stCondLst>
                                        </p:cTn>
                                        <p:tgtEl>
                                          <p:spTgt spid="32"/>
                                        </p:tgtEl>
                                      </p:cBhvr>
                                    </p:animEffect>
                                    <p:set>
                                      <p:cBhvr>
                                        <p:cTn id="101" dur="1" fill="hold">
                                          <p:stCondLst>
                                            <p:cond delay="200"/>
                                          </p:stCondLst>
                                        </p:cTn>
                                        <p:tgtEl>
                                          <p:spTgt spid="32"/>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102" dur="200" fill="hold">
                                          <p:stCondLst>
                                            <p:cond delay="0"/>
                                          </p:stCondLst>
                                        </p:cTn>
                                        <p:tgtEl>
                                          <p:spTgt spid="33"/>
                                        </p:tgtEl>
                                      </p:cBhvr>
                                    </p:animEffect>
                                    <p:set>
                                      <p:cBhvr>
                                        <p:cTn id="103" dur="1" fill="hold">
                                          <p:stCondLst>
                                            <p:cond delay="200"/>
                                          </p:stCondLst>
                                        </p:cTn>
                                        <p:tgtEl>
                                          <p:spTgt spid="33"/>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104" dur="200" fill="hold">
                                          <p:stCondLst>
                                            <p:cond delay="0"/>
                                          </p:stCondLst>
                                        </p:cTn>
                                        <p:tgtEl>
                                          <p:spTgt spid="34"/>
                                        </p:tgtEl>
                                      </p:cBhvr>
                                    </p:animEffect>
                                    <p:set>
                                      <p:cBhvr>
                                        <p:cTn id="105" dur="1" fill="hold">
                                          <p:stCondLst>
                                            <p:cond delay="200"/>
                                          </p:stCondLst>
                                        </p:cTn>
                                        <p:tgtEl>
                                          <p:spTgt spid="34"/>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106" dur="200" fill="hold">
                                          <p:stCondLst>
                                            <p:cond delay="0"/>
                                          </p:stCondLst>
                                        </p:cTn>
                                        <p:tgtEl>
                                          <p:spTgt spid="35"/>
                                        </p:tgtEl>
                                      </p:cBhvr>
                                    </p:animEffect>
                                    <p:set>
                                      <p:cBhvr>
                                        <p:cTn id="107" dur="1" fill="hold">
                                          <p:stCondLst>
                                            <p:cond delay="200"/>
                                          </p:stCondLst>
                                        </p:cTn>
                                        <p:tgtEl>
                                          <p:spTgt spid="35"/>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108" dur="200" fill="hold">
                                          <p:stCondLst>
                                            <p:cond delay="0"/>
                                          </p:stCondLst>
                                        </p:cTn>
                                        <p:tgtEl>
                                          <p:spTgt spid="59"/>
                                        </p:tgtEl>
                                      </p:cBhvr>
                                    </p:animEffect>
                                    <p:set>
                                      <p:cBhvr>
                                        <p:cTn id="109" dur="1" fill="hold">
                                          <p:stCondLst>
                                            <p:cond delay="200"/>
                                          </p:stCondLst>
                                        </p:cTn>
                                        <p:tgtEl>
                                          <p:spTgt spid="59"/>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fade">
                                      <p:cBhvr>
                                        <p:cTn id="70" dur="400"/>
                                        <p:tgtEl>
                                          <p:spTgt spid="62"/>
                                        </p:tgtEl>
                                      </p:cBhvr>
                                    </p:animEffect>
                                  </p:childTnLst>
                                </p:cTn>
                              </p:par>
                              <p:par>
                                <p:cTn id="71" presetID="10" presetClass="entr" presetSubtype="0"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400"/>
                                        <p:tgtEl>
                                          <p:spTgt spid="41"/>
                                        </p:tgtEl>
                                      </p:cBhvr>
                                    </p:animEffect>
                                  </p:childTnLst>
                                </p:cTn>
                              </p:par>
                              <p:par>
                                <p:cTn id="74" presetID="10" presetClass="entr" presetSubtype="0" fill="hold"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400"/>
                                        <p:tgtEl>
                                          <p:spTgt spid="42"/>
                                        </p:tgtEl>
                                      </p:cBhvr>
                                    </p:animEffect>
                                  </p:childTnLst>
                                </p:cTn>
                              </p:par>
                              <p:par>
                                <p:cTn id="77" presetID="10" presetClass="entr" presetSubtype="0" fill="hold"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400"/>
                                        <p:tgtEl>
                                          <p:spTgt spid="43"/>
                                        </p:tgtEl>
                                      </p:cBhvr>
                                    </p:animEffect>
                                  </p:childTnLst>
                                </p:cTn>
                              </p:par>
                              <p:par>
                                <p:cTn id="80" presetID="10" presetClass="entr" presetSubtype="0" fill="hold"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400"/>
                                        <p:tgtEl>
                                          <p:spTgt spid="44"/>
                                        </p:tgtEl>
                                      </p:cBhvr>
                                    </p:animEffect>
                                  </p:childTnLst>
                                </p:cTn>
                              </p:par>
                              <p:par>
                                <p:cTn id="83" presetID="10" presetClass="entr" presetSubtype="0" fill="hold" nodeType="withEffect">
                                  <p:stCondLst>
                                    <p:cond delay="0"/>
                                  </p:stCondLst>
                                  <p:childTnLst>
                                    <p:set>
                                      <p:cBhvr>
                                        <p:cTn id="84" dur="1" fill="hold">
                                          <p:stCondLst>
                                            <p:cond delay="0"/>
                                          </p:stCondLst>
                                        </p:cTn>
                                        <p:tgtEl>
                                          <p:spTgt spid="45"/>
                                        </p:tgtEl>
                                        <p:attrNameLst>
                                          <p:attrName>style.visibility</p:attrName>
                                        </p:attrNameLst>
                                      </p:cBhvr>
                                      <p:to>
                                        <p:strVal val="visible"/>
                                      </p:to>
                                    </p:set>
                                    <p:animEffect transition="in" filter="fade">
                                      <p:cBhvr>
                                        <p:cTn id="85" dur="400"/>
                                        <p:tgtEl>
                                          <p:spTgt spid="45"/>
                                        </p:tgtEl>
                                      </p:cBhvr>
                                    </p:animEffect>
                                  </p:childTnLst>
                                </p:cTn>
                              </p:par>
                              <p:par>
                                <p:cTn id="86" presetID="10" presetClass="entr" presetSubtype="0" fill="hold" nodeType="withEffect">
                                  <p:stCondLst>
                                    <p:cond delay="0"/>
                                  </p:stCondLst>
                                  <p:childTnLst>
                                    <p:set>
                                      <p:cBhvr>
                                        <p:cTn id="87" dur="1" fill="hold">
                                          <p:stCondLst>
                                            <p:cond delay="0"/>
                                          </p:stCondLst>
                                        </p:cTn>
                                        <p:tgtEl>
                                          <p:spTgt spid="63"/>
                                        </p:tgtEl>
                                        <p:attrNameLst>
                                          <p:attrName>style.visibility</p:attrName>
                                        </p:attrNameLst>
                                      </p:cBhvr>
                                      <p:to>
                                        <p:strVal val="visible"/>
                                      </p:to>
                                    </p:set>
                                    <p:animEffect transition="in" filter="fade">
                                      <p:cBhvr>
                                        <p:cTn id="88" dur="400"/>
                                        <p:tgtEl>
                                          <p:spTgt spid="63"/>
                                        </p:tgtEl>
                                      </p:cBhvr>
                                    </p:animEffect>
                                  </p:childTnLst>
                                </p:cTn>
                              </p:par>
                              <p:par>
                                <p:cTn id="89" presetID="10" presetClass="exit" presetSubtype="0" fill="hold" nodeType="withEffect">
                                  <p:stCondLst>
                                    <p:cond delay="0"/>
                                  </p:stCondLst>
                                  <p:childTnLst>
                                    <p:animEffect transition="out" filter="fade">
                                      <p:cBhvr>
                                        <p:cTn id="110" dur="200" fill="hold">
                                          <p:stCondLst>
                                            <p:cond delay="0"/>
                                          </p:stCondLst>
                                        </p:cTn>
                                        <p:tgtEl>
                                          <p:spTgt spid="36"/>
                                        </p:tgtEl>
                                      </p:cBhvr>
                                    </p:animEffect>
                                    <p:set>
                                      <p:cBhvr>
                                        <p:cTn id="111" dur="1" fill="hold">
                                          <p:stCondLst>
                                            <p:cond delay="200"/>
                                          </p:stCondLst>
                                        </p:cTn>
                                        <p:tgtEl>
                                          <p:spTgt spid="36"/>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112" dur="200" fill="hold">
                                          <p:stCondLst>
                                            <p:cond delay="0"/>
                                          </p:stCondLst>
                                        </p:cTn>
                                        <p:tgtEl>
                                          <p:spTgt spid="37"/>
                                        </p:tgtEl>
                                      </p:cBhvr>
                                    </p:animEffect>
                                    <p:set>
                                      <p:cBhvr>
                                        <p:cTn id="113" dur="1" fill="hold">
                                          <p:stCondLst>
                                            <p:cond delay="200"/>
                                          </p:stCondLst>
                                        </p:cTn>
                                        <p:tgtEl>
                                          <p:spTgt spid="37"/>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114" dur="200" fill="hold">
                                          <p:stCondLst>
                                            <p:cond delay="0"/>
                                          </p:stCondLst>
                                        </p:cTn>
                                        <p:tgtEl>
                                          <p:spTgt spid="38"/>
                                        </p:tgtEl>
                                      </p:cBhvr>
                                    </p:animEffect>
                                    <p:set>
                                      <p:cBhvr>
                                        <p:cTn id="115" dur="1" fill="hold">
                                          <p:stCondLst>
                                            <p:cond delay="200"/>
                                          </p:stCondLst>
                                        </p:cTn>
                                        <p:tgtEl>
                                          <p:spTgt spid="38"/>
                                        </p:tgtEl>
                                        <p:attrNameLst>
                                          <p:attrName>style.visibility</p:attrName>
                                        </p:attrNameLst>
                                      </p:cBhvr>
                                      <p:to>
                                        <p:strVal val="hidden"/>
                                      </p:to>
                                    </p:set>
                                  </p:childTnLst>
                                </p:cTn>
                              </p:par>
                              <p:par>
                                <p:cTn id="92" presetID="10" presetClass="exit" presetSubtype="0" fill="hold" nodeType="withEffect">
                                  <p:stCondLst>
                                    <p:cond delay="0"/>
                                  </p:stCondLst>
                                  <p:childTnLst>
                                    <p:animEffect transition="out" filter="fade">
                                      <p:cBhvr>
                                        <p:cTn id="116" dur="200" fill="hold">
                                          <p:stCondLst>
                                            <p:cond delay="0"/>
                                          </p:stCondLst>
                                        </p:cTn>
                                        <p:tgtEl>
                                          <p:spTgt spid="39"/>
                                        </p:tgtEl>
                                      </p:cBhvr>
                                    </p:animEffect>
                                    <p:set>
                                      <p:cBhvr>
                                        <p:cTn id="117" dur="1" fill="hold">
                                          <p:stCondLst>
                                            <p:cond delay="200"/>
                                          </p:stCondLst>
                                        </p:cTn>
                                        <p:tgtEl>
                                          <p:spTgt spid="39"/>
                                        </p:tgtEl>
                                        <p:attrNameLst>
                                          <p:attrName>style.visibility</p:attrName>
                                        </p:attrNameLst>
                                      </p:cBhvr>
                                      <p:to>
                                        <p:strVal val="hidden"/>
                                      </p:to>
                                    </p:set>
                                  </p:childTnLst>
                                </p:cTn>
                              </p:par>
                              <p:par>
                                <p:cTn id="93" presetID="10" presetClass="exit" presetSubtype="0" fill="hold" nodeType="withEffect">
                                  <p:stCondLst>
                                    <p:cond delay="0"/>
                                  </p:stCondLst>
                                  <p:childTnLst>
                                    <p:animEffect transition="out" filter="fade">
                                      <p:cBhvr>
                                        <p:cTn id="118" dur="200" fill="hold">
                                          <p:stCondLst>
                                            <p:cond delay="0"/>
                                          </p:stCondLst>
                                        </p:cTn>
                                        <p:tgtEl>
                                          <p:spTgt spid="40"/>
                                        </p:tgtEl>
                                      </p:cBhvr>
                                    </p:animEffect>
                                    <p:set>
                                      <p:cBhvr>
                                        <p:cTn id="119" dur="1" fill="hold">
                                          <p:stCondLst>
                                            <p:cond delay="200"/>
                                          </p:stCondLst>
                                        </p:cTn>
                                        <p:tgtEl>
                                          <p:spTgt spid="40"/>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120" dur="200" fill="hold">
                                          <p:stCondLst>
                                            <p:cond delay="0"/>
                                          </p:stCondLst>
                                        </p:cTn>
                                        <p:tgtEl>
                                          <p:spTgt spid="61"/>
                                        </p:tgtEl>
                                      </p:cBhvr>
                                    </p:animEffect>
                                    <p:set>
                                      <p:cBhvr>
                                        <p:cTn id="121" dur="1" fill="hold">
                                          <p:stCondLst>
                                            <p:cond delay="200"/>
                                          </p:stCondLst>
                                        </p:cTn>
                                        <p:tgtEl>
                                          <p:spTgt spid="61"/>
                                        </p:tgtEl>
                                        <p:attrNameLst>
                                          <p:attrName>style.visibility</p:attrName>
                                        </p:attrNameLst>
                                      </p:cBhvr>
                                      <p:to>
                                        <p:strVal val="hidden"/>
                                      </p:to>
                                    </p:set>
                                  </p:childTnLst>
                                </p:cTn>
                              </p:par>
                              <p:par>
                                <p:cTn id="95" presetID="10" presetClass="entr" presetSubtype="0" fill="hold" nodeType="with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fade">
                                      <p:cBhvr>
                                        <p:cTn id="9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E19DC54F-65EF-479A-982A-0A8CF310DDB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FC985C47-BC41-4296-A0C0-53DD51BB8FB8}"/>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57B61298-074D-4B5A-A60C-F4B40B1EE3FD}"/>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DC0E843C-9173-4FE7-8717-7A57A242F012}"/>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37F3A2C8-8544-444C-9CBC-C335D0A5B9A3}"/>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F04703D4-D34F-4554-A563-9E9656A427C6}"/>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C4FC8DED-2025-48A8-9AF0-7B720E990FD5}"/>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DD58130F-111F-40EF-B649-3EA26F7683BE}"/>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18972AC0-BB78-402E-8E85-3E398C513B6A}"/>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FB0F327A-74AF-4A70-95D5-AA8B90F9E4D0}"/>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10728EFF-07F3-4DF1-9310-97A853E8B017}"/>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4AC29BE4-25D9-466E-91D5-B8CE1FEC4915}"/>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55FB17DA-1E8D-4580-A16A-A5C1FF8F7538}"/>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C8E1EFB5-995E-4661-B339-CB714E901FEB}"/>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63D64B8A-01A7-4757-8231-590EF4B0F074}"/>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71EB86DD-4EF0-4231-A147-074EF955B775}"/>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7A2AC583-1F4F-4AD0-8913-E5B372F9B839}"/>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6948CCAA-F1EF-49D3-BC0B-2C30E4082FA1}"/>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17FEF218-20AC-4207-BFF8-E9537ABDB972}"/>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FM bandwidth: one cosine message</a:t>
            </a:r>
          </a:p>
        </p:txBody>
      </p:sp>
      <p:sp>
        <p:nvSpPr>
          <p:cNvPr id="22" name="tone-message-axis-shaft">
            <a:extLst xmlns:a="http://schemas.openxmlformats.org/drawingml/2006/main">
              <a:ext uri="{FF2B5EF4-FFF2-40B4-BE49-F238E27FC236}">
                <a16:creationId xmlns:a16="http://schemas.microsoft.com/office/drawing/2014/main" id="{BC6FE4CB-5B66-4CF5-AC16-E9E790738ED0}"/>
              </a:ext>
            </a:extLst>
          </p:cNvPr>
          <p:cNvSpPr>
            <a:spLocks xmlns:a="http://schemas.openxmlformats.org/drawingml/2006/main" noGrp="1"/>
          </p:cNvSpPr>
          <p:nvPr/>
        </p:nvSpPr>
        <p:spPr>
          <a:xfrm xmlns:a="http://schemas.openxmlformats.org/drawingml/2006/main">
            <a:off x="952500" y="3505200"/>
            <a:ext cx="35814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tone-message-axis-head">
            <a:extLst xmlns:a="http://schemas.openxmlformats.org/drawingml/2006/main">
              <a:ext uri="{FF2B5EF4-FFF2-40B4-BE49-F238E27FC236}">
                <a16:creationId xmlns:a16="http://schemas.microsoft.com/office/drawing/2014/main" id="{78C9229B-8EF0-4AB9-A937-DF6EEF9827E5}"/>
              </a:ext>
            </a:extLst>
          </p:cNvPr>
          <p:cNvSpPr>
            <a:spLocks xmlns:a="http://schemas.openxmlformats.org/drawingml/2006/main" noGrp="1"/>
          </p:cNvSpPr>
          <p:nvPr/>
        </p:nvSpPr>
        <p:spPr>
          <a:xfrm xmlns:a="http://schemas.openxmlformats.org/drawingml/2006/main" rot="5400000">
            <a:off x="4514850" y="34623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tone-message-tick-0">
            <a:extLst xmlns:a="http://schemas.openxmlformats.org/drawingml/2006/main">
              <a:ext uri="{FF2B5EF4-FFF2-40B4-BE49-F238E27FC236}">
                <a16:creationId xmlns:a16="http://schemas.microsoft.com/office/drawing/2014/main" id="{1BCFA2F7-FEEE-4A65-9A1F-C167589E11F6}"/>
              </a:ext>
            </a:extLst>
          </p:cNvPr>
          <p:cNvSpPr>
            <a:spLocks xmlns:a="http://schemas.openxmlformats.org/drawingml/2006/main" noGrp="1"/>
          </p:cNvSpPr>
          <p:nvPr/>
        </p:nvSpPr>
        <p:spPr>
          <a:xfrm xmlns:a="http://schemas.openxmlformats.org/drawingml/2006/main">
            <a:off x="952500" y="35052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tone-message-tick-1">
            <a:extLst xmlns:a="http://schemas.openxmlformats.org/drawingml/2006/main">
              <a:ext uri="{FF2B5EF4-FFF2-40B4-BE49-F238E27FC236}">
                <a16:creationId xmlns:a16="http://schemas.microsoft.com/office/drawing/2014/main" id="{7B0764DA-56C3-4125-BCB4-AE8B5A8F1857}"/>
              </a:ext>
            </a:extLst>
          </p:cNvPr>
          <p:cNvSpPr>
            <a:spLocks xmlns:a="http://schemas.openxmlformats.org/drawingml/2006/main" noGrp="1"/>
          </p:cNvSpPr>
          <p:nvPr/>
        </p:nvSpPr>
        <p:spPr>
          <a:xfrm xmlns:a="http://schemas.openxmlformats.org/drawingml/2006/main">
            <a:off x="4619625" y="35052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tone-message-wave">
            <a:extLst xmlns:a="http://schemas.openxmlformats.org/drawingml/2006/main">
              <a:ext uri="{FF2B5EF4-FFF2-40B4-BE49-F238E27FC236}">
                <a16:creationId xmlns:a16="http://schemas.microsoft.com/office/drawing/2014/main" id="{D78EAC37-84C9-40FF-862C-6BF93E1B305E}"/>
              </a:ext>
            </a:extLst>
          </p:cNvPr>
          <p:cNvSpPr>
            <a:spLocks xmlns:a="http://schemas.openxmlformats.org/drawingml/2006/main" noGrp="1"/>
          </p:cNvSpPr>
          <p:nvPr/>
        </p:nvSpPr>
        <p:spPr>
          <a:xfrm xmlns:a="http://schemas.openxmlformats.org/drawingml/2006/main">
            <a:off x="952500" y="3057525"/>
            <a:ext cx="3667125" cy="895350"/>
          </a:xfrm>
          <a:custGeom xmlns:a="http://schemas.openxmlformats.org/drawingml/2006/main">
            <a:pathLst>
              <a:path w="3667125" h="895350">
                <a:moveTo>
                  <a:pt x="0" y="0"/>
                </a:moveTo>
                <a:lnTo>
                  <a:pt x="4075" y="11"/>
                </a:lnTo>
                <a:lnTo>
                  <a:pt x="8149" y="44"/>
                </a:lnTo>
                <a:lnTo>
                  <a:pt x="12224" y="98"/>
                </a:lnTo>
                <a:lnTo>
                  <a:pt x="16298" y="175"/>
                </a:lnTo>
                <a:lnTo>
                  <a:pt x="20373" y="273"/>
                </a:lnTo>
                <a:lnTo>
                  <a:pt x="24447" y="393"/>
                </a:lnTo>
                <a:lnTo>
                  <a:pt x="28522" y="534"/>
                </a:lnTo>
                <a:lnTo>
                  <a:pt x="32597" y="698"/>
                </a:lnTo>
                <a:lnTo>
                  <a:pt x="36671" y="883"/>
                </a:lnTo>
                <a:lnTo>
                  <a:pt x="40746" y="1091"/>
                </a:lnTo>
                <a:lnTo>
                  <a:pt x="44820" y="1319"/>
                </a:lnTo>
                <a:lnTo>
                  <a:pt x="48895" y="1570"/>
                </a:lnTo>
                <a:lnTo>
                  <a:pt x="52970" y="1842"/>
                </a:lnTo>
                <a:lnTo>
                  <a:pt x="57044" y="2137"/>
                </a:lnTo>
                <a:lnTo>
                  <a:pt x="61119" y="2452"/>
                </a:lnTo>
                <a:lnTo>
                  <a:pt x="65193" y="2790"/>
                </a:lnTo>
                <a:lnTo>
                  <a:pt x="69268" y="3149"/>
                </a:lnTo>
                <a:lnTo>
                  <a:pt x="73343" y="3530"/>
                </a:lnTo>
                <a:lnTo>
                  <a:pt x="77417" y="3933"/>
                </a:lnTo>
                <a:lnTo>
                  <a:pt x="81492" y="4357"/>
                </a:lnTo>
                <a:lnTo>
                  <a:pt x="85566" y="4803"/>
                </a:lnTo>
                <a:lnTo>
                  <a:pt x="89641" y="5270"/>
                </a:lnTo>
                <a:lnTo>
                  <a:pt x="93715" y="5759"/>
                </a:lnTo>
                <a:lnTo>
                  <a:pt x="97790" y="6269"/>
                </a:lnTo>
                <a:lnTo>
                  <a:pt x="101865" y="6801"/>
                </a:lnTo>
                <a:lnTo>
                  <a:pt x="105939" y="7355"/>
                </a:lnTo>
                <a:lnTo>
                  <a:pt x="110014" y="7930"/>
                </a:lnTo>
                <a:lnTo>
                  <a:pt x="114088" y="8526"/>
                </a:lnTo>
                <a:lnTo>
                  <a:pt x="118163" y="9144"/>
                </a:lnTo>
                <a:lnTo>
                  <a:pt x="122237" y="9783"/>
                </a:lnTo>
                <a:lnTo>
                  <a:pt x="126312" y="10443"/>
                </a:lnTo>
                <a:lnTo>
                  <a:pt x="130387" y="11125"/>
                </a:lnTo>
                <a:lnTo>
                  <a:pt x="134461" y="11828"/>
                </a:lnTo>
                <a:lnTo>
                  <a:pt x="138536" y="12552"/>
                </a:lnTo>
                <a:lnTo>
                  <a:pt x="142610" y="13298"/>
                </a:lnTo>
                <a:lnTo>
                  <a:pt x="146685" y="14065"/>
                </a:lnTo>
                <a:lnTo>
                  <a:pt x="150760" y="14852"/>
                </a:lnTo>
                <a:lnTo>
                  <a:pt x="154834" y="15661"/>
                </a:lnTo>
                <a:lnTo>
                  <a:pt x="158909" y="16491"/>
                </a:lnTo>
                <a:lnTo>
                  <a:pt x="162983" y="17342"/>
                </a:lnTo>
                <a:lnTo>
                  <a:pt x="167058" y="18214"/>
                </a:lnTo>
                <a:lnTo>
                  <a:pt x="171133" y="19107"/>
                </a:lnTo>
                <a:lnTo>
                  <a:pt x="175207" y="20021"/>
                </a:lnTo>
                <a:lnTo>
                  <a:pt x="179282" y="20955"/>
                </a:lnTo>
                <a:lnTo>
                  <a:pt x="183356" y="21911"/>
                </a:lnTo>
                <a:lnTo>
                  <a:pt x="187431" y="22887"/>
                </a:lnTo>
                <a:lnTo>
                  <a:pt x="191505" y="23884"/>
                </a:lnTo>
                <a:lnTo>
                  <a:pt x="195580" y="24901"/>
                </a:lnTo>
                <a:lnTo>
                  <a:pt x="199655" y="25939"/>
                </a:lnTo>
                <a:lnTo>
                  <a:pt x="203729" y="26998"/>
                </a:lnTo>
                <a:lnTo>
                  <a:pt x="207804" y="28077"/>
                </a:lnTo>
                <a:lnTo>
                  <a:pt x="211878" y="29177"/>
                </a:lnTo>
                <a:lnTo>
                  <a:pt x="215953" y="30297"/>
                </a:lnTo>
                <a:lnTo>
                  <a:pt x="220027" y="31437"/>
                </a:lnTo>
                <a:lnTo>
                  <a:pt x="224102" y="32598"/>
                </a:lnTo>
                <a:lnTo>
                  <a:pt x="228177" y="33779"/>
                </a:lnTo>
                <a:lnTo>
                  <a:pt x="232251" y="34980"/>
                </a:lnTo>
                <a:lnTo>
                  <a:pt x="236326" y="36201"/>
                </a:lnTo>
                <a:lnTo>
                  <a:pt x="240400" y="37442"/>
                </a:lnTo>
                <a:lnTo>
                  <a:pt x="244475" y="38704"/>
                </a:lnTo>
                <a:lnTo>
                  <a:pt x="248550" y="39985"/>
                </a:lnTo>
                <a:lnTo>
                  <a:pt x="252624" y="41286"/>
                </a:lnTo>
                <a:lnTo>
                  <a:pt x="256699" y="42607"/>
                </a:lnTo>
                <a:lnTo>
                  <a:pt x="260773" y="43947"/>
                </a:lnTo>
                <a:lnTo>
                  <a:pt x="264848" y="45307"/>
                </a:lnTo>
                <a:lnTo>
                  <a:pt x="268923" y="46687"/>
                </a:lnTo>
                <a:lnTo>
                  <a:pt x="272997" y="48087"/>
                </a:lnTo>
                <a:lnTo>
                  <a:pt x="277072" y="49506"/>
                </a:lnTo>
                <a:lnTo>
                  <a:pt x="281146" y="50944"/>
                </a:lnTo>
                <a:lnTo>
                  <a:pt x="285221" y="52401"/>
                </a:lnTo>
                <a:lnTo>
                  <a:pt x="289295" y="53878"/>
                </a:lnTo>
                <a:lnTo>
                  <a:pt x="293370" y="55374"/>
                </a:lnTo>
                <a:lnTo>
                  <a:pt x="297445" y="56890"/>
                </a:lnTo>
                <a:lnTo>
                  <a:pt x="301519" y="58424"/>
                </a:lnTo>
                <a:lnTo>
                  <a:pt x="305594" y="59977"/>
                </a:lnTo>
                <a:lnTo>
                  <a:pt x="309668" y="61549"/>
                </a:lnTo>
                <a:lnTo>
                  <a:pt x="313743" y="63140"/>
                </a:lnTo>
                <a:lnTo>
                  <a:pt x="317818" y="64750"/>
                </a:lnTo>
                <a:lnTo>
                  <a:pt x="321892" y="66378"/>
                </a:lnTo>
                <a:lnTo>
                  <a:pt x="325967" y="68025"/>
                </a:lnTo>
                <a:lnTo>
                  <a:pt x="330041" y="69690"/>
                </a:lnTo>
                <a:lnTo>
                  <a:pt x="334116" y="71374"/>
                </a:lnTo>
                <a:lnTo>
                  <a:pt x="338190" y="73077"/>
                </a:lnTo>
                <a:lnTo>
                  <a:pt x="342265" y="74797"/>
                </a:lnTo>
                <a:lnTo>
                  <a:pt x="346340" y="76536"/>
                </a:lnTo>
                <a:lnTo>
                  <a:pt x="350414" y="78292"/>
                </a:lnTo>
                <a:lnTo>
                  <a:pt x="354489" y="80067"/>
                </a:lnTo>
                <a:lnTo>
                  <a:pt x="358563" y="81860"/>
                </a:lnTo>
                <a:lnTo>
                  <a:pt x="362638" y="83670"/>
                </a:lnTo>
                <a:lnTo>
                  <a:pt x="366713" y="85498"/>
                </a:lnTo>
                <a:lnTo>
                  <a:pt x="370787" y="87344"/>
                </a:lnTo>
                <a:lnTo>
                  <a:pt x="374862" y="89208"/>
                </a:lnTo>
                <a:lnTo>
                  <a:pt x="378936" y="91088"/>
                </a:lnTo>
                <a:lnTo>
                  <a:pt x="383011" y="92987"/>
                </a:lnTo>
                <a:lnTo>
                  <a:pt x="387085" y="94902"/>
                </a:lnTo>
                <a:lnTo>
                  <a:pt x="391160" y="96835"/>
                </a:lnTo>
                <a:lnTo>
                  <a:pt x="395235" y="98785"/>
                </a:lnTo>
                <a:lnTo>
                  <a:pt x="399309" y="100752"/>
                </a:lnTo>
                <a:lnTo>
                  <a:pt x="403384" y="102735"/>
                </a:lnTo>
                <a:lnTo>
                  <a:pt x="407458" y="104736"/>
                </a:lnTo>
                <a:lnTo>
                  <a:pt x="411533" y="106753"/>
                </a:lnTo>
                <a:lnTo>
                  <a:pt x="415607" y="108787"/>
                </a:lnTo>
                <a:lnTo>
                  <a:pt x="419682" y="110838"/>
                </a:lnTo>
                <a:lnTo>
                  <a:pt x="423757" y="112904"/>
                </a:lnTo>
                <a:lnTo>
                  <a:pt x="427831" y="114988"/>
                </a:lnTo>
                <a:lnTo>
                  <a:pt x="431906" y="117087"/>
                </a:lnTo>
                <a:lnTo>
                  <a:pt x="435980" y="119202"/>
                </a:lnTo>
                <a:lnTo>
                  <a:pt x="440055" y="121334"/>
                </a:lnTo>
                <a:lnTo>
                  <a:pt x="444130" y="123481"/>
                </a:lnTo>
                <a:lnTo>
                  <a:pt x="448204" y="125645"/>
                </a:lnTo>
                <a:lnTo>
                  <a:pt x="452279" y="127823"/>
                </a:lnTo>
                <a:lnTo>
                  <a:pt x="456353" y="130018"/>
                </a:lnTo>
                <a:lnTo>
                  <a:pt x="460428" y="132228"/>
                </a:lnTo>
                <a:lnTo>
                  <a:pt x="464502" y="134453"/>
                </a:lnTo>
                <a:lnTo>
                  <a:pt x="468577" y="136694"/>
                </a:lnTo>
                <a:lnTo>
                  <a:pt x="472652" y="138950"/>
                </a:lnTo>
                <a:lnTo>
                  <a:pt x="476726" y="141220"/>
                </a:lnTo>
                <a:lnTo>
                  <a:pt x="480801" y="143506"/>
                </a:lnTo>
                <a:lnTo>
                  <a:pt x="484875" y="145807"/>
                </a:lnTo>
                <a:lnTo>
                  <a:pt x="488950" y="148122"/>
                </a:lnTo>
                <a:lnTo>
                  <a:pt x="493025" y="150452"/>
                </a:lnTo>
                <a:lnTo>
                  <a:pt x="497099" y="152796"/>
                </a:lnTo>
                <a:lnTo>
                  <a:pt x="501174" y="155155"/>
                </a:lnTo>
                <a:lnTo>
                  <a:pt x="505248" y="157528"/>
                </a:lnTo>
                <a:lnTo>
                  <a:pt x="509323" y="159915"/>
                </a:lnTo>
                <a:lnTo>
                  <a:pt x="513398" y="162316"/>
                </a:lnTo>
                <a:lnTo>
                  <a:pt x="517472" y="164731"/>
                </a:lnTo>
                <a:lnTo>
                  <a:pt x="521547" y="167160"/>
                </a:lnTo>
                <a:lnTo>
                  <a:pt x="525621" y="169603"/>
                </a:lnTo>
                <a:lnTo>
                  <a:pt x="529696" y="172059"/>
                </a:lnTo>
                <a:lnTo>
                  <a:pt x="533770" y="174528"/>
                </a:lnTo>
                <a:lnTo>
                  <a:pt x="537845" y="177011"/>
                </a:lnTo>
                <a:lnTo>
                  <a:pt x="541920" y="179507"/>
                </a:lnTo>
                <a:lnTo>
                  <a:pt x="545994" y="182016"/>
                </a:lnTo>
                <a:lnTo>
                  <a:pt x="550069" y="184538"/>
                </a:lnTo>
                <a:lnTo>
                  <a:pt x="554143" y="187073"/>
                </a:lnTo>
                <a:lnTo>
                  <a:pt x="558218" y="189621"/>
                </a:lnTo>
                <a:lnTo>
                  <a:pt x="562293" y="192181"/>
                </a:lnTo>
                <a:lnTo>
                  <a:pt x="566367" y="194753"/>
                </a:lnTo>
                <a:lnTo>
                  <a:pt x="570442" y="197338"/>
                </a:lnTo>
                <a:lnTo>
                  <a:pt x="574516" y="199935"/>
                </a:lnTo>
                <a:lnTo>
                  <a:pt x="578591" y="202545"/>
                </a:lnTo>
                <a:lnTo>
                  <a:pt x="582665" y="205166"/>
                </a:lnTo>
                <a:lnTo>
                  <a:pt x="586740" y="207799"/>
                </a:lnTo>
                <a:lnTo>
                  <a:pt x="590815" y="210443"/>
                </a:lnTo>
                <a:lnTo>
                  <a:pt x="594889" y="213100"/>
                </a:lnTo>
                <a:lnTo>
                  <a:pt x="598964" y="215767"/>
                </a:lnTo>
                <a:lnTo>
                  <a:pt x="603038" y="218446"/>
                </a:lnTo>
                <a:lnTo>
                  <a:pt x="607113" y="221136"/>
                </a:lnTo>
                <a:lnTo>
                  <a:pt x="611188" y="223838"/>
                </a:lnTo>
                <a:lnTo>
                  <a:pt x="615262" y="226550"/>
                </a:lnTo>
                <a:lnTo>
                  <a:pt x="619337" y="229272"/>
                </a:lnTo>
                <a:lnTo>
                  <a:pt x="623411" y="232006"/>
                </a:lnTo>
                <a:lnTo>
                  <a:pt x="627486" y="234750"/>
                </a:lnTo>
                <a:lnTo>
                  <a:pt x="631560" y="237504"/>
                </a:lnTo>
                <a:lnTo>
                  <a:pt x="635635" y="240269"/>
                </a:lnTo>
                <a:lnTo>
                  <a:pt x="639710" y="243044"/>
                </a:lnTo>
                <a:lnTo>
                  <a:pt x="643784" y="245828"/>
                </a:lnTo>
                <a:lnTo>
                  <a:pt x="647859" y="248623"/>
                </a:lnTo>
                <a:lnTo>
                  <a:pt x="651933" y="251427"/>
                </a:lnTo>
                <a:lnTo>
                  <a:pt x="656008" y="254241"/>
                </a:lnTo>
                <a:lnTo>
                  <a:pt x="660083" y="257064"/>
                </a:lnTo>
                <a:lnTo>
                  <a:pt x="664157" y="259897"/>
                </a:lnTo>
                <a:lnTo>
                  <a:pt x="668232" y="262738"/>
                </a:lnTo>
                <a:lnTo>
                  <a:pt x="672306" y="265589"/>
                </a:lnTo>
                <a:lnTo>
                  <a:pt x="676381" y="268449"/>
                </a:lnTo>
                <a:lnTo>
                  <a:pt x="680455" y="271317"/>
                </a:lnTo>
                <a:lnTo>
                  <a:pt x="684530" y="274194"/>
                </a:lnTo>
                <a:lnTo>
                  <a:pt x="688605" y="277079"/>
                </a:lnTo>
                <a:lnTo>
                  <a:pt x="692679" y="279973"/>
                </a:lnTo>
                <a:lnTo>
                  <a:pt x="696754" y="282875"/>
                </a:lnTo>
                <a:lnTo>
                  <a:pt x="700828" y="285785"/>
                </a:lnTo>
                <a:lnTo>
                  <a:pt x="704903" y="288702"/>
                </a:lnTo>
                <a:lnTo>
                  <a:pt x="708978" y="291628"/>
                </a:lnTo>
                <a:lnTo>
                  <a:pt x="713052" y="294561"/>
                </a:lnTo>
                <a:lnTo>
                  <a:pt x="717127" y="297502"/>
                </a:lnTo>
                <a:lnTo>
                  <a:pt x="721201" y="300450"/>
                </a:lnTo>
                <a:lnTo>
                  <a:pt x="725276" y="303405"/>
                </a:lnTo>
                <a:lnTo>
                  <a:pt x="729350" y="306367"/>
                </a:lnTo>
                <a:lnTo>
                  <a:pt x="733425" y="309336"/>
                </a:lnTo>
                <a:lnTo>
                  <a:pt x="737500" y="312312"/>
                </a:lnTo>
                <a:lnTo>
                  <a:pt x="741574" y="315294"/>
                </a:lnTo>
                <a:lnTo>
                  <a:pt x="745649" y="318283"/>
                </a:lnTo>
                <a:lnTo>
                  <a:pt x="749723" y="321278"/>
                </a:lnTo>
                <a:lnTo>
                  <a:pt x="753798" y="324279"/>
                </a:lnTo>
                <a:lnTo>
                  <a:pt x="757873" y="327286"/>
                </a:lnTo>
                <a:lnTo>
                  <a:pt x="761947" y="330299"/>
                </a:lnTo>
                <a:lnTo>
                  <a:pt x="766022" y="333318"/>
                </a:lnTo>
                <a:lnTo>
                  <a:pt x="770096" y="336343"/>
                </a:lnTo>
                <a:lnTo>
                  <a:pt x="774171" y="339373"/>
                </a:lnTo>
                <a:lnTo>
                  <a:pt x="778245" y="342408"/>
                </a:lnTo>
                <a:lnTo>
                  <a:pt x="782320" y="345448"/>
                </a:lnTo>
                <a:lnTo>
                  <a:pt x="786395" y="348493"/>
                </a:lnTo>
                <a:lnTo>
                  <a:pt x="790469" y="351543"/>
                </a:lnTo>
                <a:lnTo>
                  <a:pt x="794544" y="354598"/>
                </a:lnTo>
                <a:lnTo>
                  <a:pt x="798618" y="357657"/>
                </a:lnTo>
                <a:lnTo>
                  <a:pt x="802693" y="360721"/>
                </a:lnTo>
                <a:lnTo>
                  <a:pt x="806767" y="363789"/>
                </a:lnTo>
                <a:lnTo>
                  <a:pt x="810842" y="366861"/>
                </a:lnTo>
                <a:lnTo>
                  <a:pt x="814917" y="369937"/>
                </a:lnTo>
                <a:lnTo>
                  <a:pt x="818991" y="373017"/>
                </a:lnTo>
                <a:lnTo>
                  <a:pt x="823066" y="376100"/>
                </a:lnTo>
                <a:lnTo>
                  <a:pt x="827140" y="379187"/>
                </a:lnTo>
                <a:lnTo>
                  <a:pt x="831215" y="382277"/>
                </a:lnTo>
                <a:lnTo>
                  <a:pt x="835290" y="385371"/>
                </a:lnTo>
                <a:lnTo>
                  <a:pt x="839364" y="388467"/>
                </a:lnTo>
                <a:lnTo>
                  <a:pt x="843439" y="391566"/>
                </a:lnTo>
                <a:lnTo>
                  <a:pt x="847513" y="394669"/>
                </a:lnTo>
                <a:lnTo>
                  <a:pt x="851588" y="397773"/>
                </a:lnTo>
                <a:lnTo>
                  <a:pt x="855662" y="400880"/>
                </a:lnTo>
                <a:lnTo>
                  <a:pt x="859737" y="403990"/>
                </a:lnTo>
                <a:lnTo>
                  <a:pt x="863812" y="407101"/>
                </a:lnTo>
                <a:lnTo>
                  <a:pt x="867886" y="410215"/>
                </a:lnTo>
                <a:lnTo>
                  <a:pt x="871961" y="413330"/>
                </a:lnTo>
                <a:lnTo>
                  <a:pt x="876035" y="416447"/>
                </a:lnTo>
                <a:lnTo>
                  <a:pt x="880110" y="419565"/>
                </a:lnTo>
                <a:lnTo>
                  <a:pt x="884185" y="422685"/>
                </a:lnTo>
                <a:lnTo>
                  <a:pt x="888259" y="425806"/>
                </a:lnTo>
                <a:lnTo>
                  <a:pt x="892334" y="428928"/>
                </a:lnTo>
                <a:lnTo>
                  <a:pt x="896408" y="432051"/>
                </a:lnTo>
                <a:lnTo>
                  <a:pt x="900483" y="435175"/>
                </a:lnTo>
                <a:lnTo>
                  <a:pt x="904558" y="438300"/>
                </a:lnTo>
                <a:lnTo>
                  <a:pt x="908632" y="441424"/>
                </a:lnTo>
                <a:lnTo>
                  <a:pt x="912707" y="444550"/>
                </a:lnTo>
                <a:lnTo>
                  <a:pt x="916781" y="447675"/>
                </a:lnTo>
                <a:lnTo>
                  <a:pt x="920856" y="450800"/>
                </a:lnTo>
                <a:lnTo>
                  <a:pt x="924930" y="453926"/>
                </a:lnTo>
                <a:lnTo>
                  <a:pt x="929005" y="457050"/>
                </a:lnTo>
                <a:lnTo>
                  <a:pt x="933080" y="460175"/>
                </a:lnTo>
                <a:lnTo>
                  <a:pt x="937154" y="463299"/>
                </a:lnTo>
                <a:lnTo>
                  <a:pt x="941229" y="466422"/>
                </a:lnTo>
                <a:lnTo>
                  <a:pt x="945303" y="469544"/>
                </a:lnTo>
                <a:lnTo>
                  <a:pt x="949378" y="472665"/>
                </a:lnTo>
                <a:lnTo>
                  <a:pt x="953453" y="475785"/>
                </a:lnTo>
                <a:lnTo>
                  <a:pt x="957527" y="478903"/>
                </a:lnTo>
                <a:lnTo>
                  <a:pt x="961602" y="482020"/>
                </a:lnTo>
                <a:lnTo>
                  <a:pt x="965676" y="485135"/>
                </a:lnTo>
                <a:lnTo>
                  <a:pt x="969751" y="488249"/>
                </a:lnTo>
                <a:lnTo>
                  <a:pt x="973825" y="491360"/>
                </a:lnTo>
                <a:lnTo>
                  <a:pt x="977900" y="494470"/>
                </a:lnTo>
                <a:lnTo>
                  <a:pt x="981975" y="497577"/>
                </a:lnTo>
                <a:lnTo>
                  <a:pt x="986049" y="500681"/>
                </a:lnTo>
                <a:lnTo>
                  <a:pt x="990124" y="503784"/>
                </a:lnTo>
                <a:lnTo>
                  <a:pt x="994198" y="506883"/>
                </a:lnTo>
                <a:lnTo>
                  <a:pt x="998273" y="509979"/>
                </a:lnTo>
                <a:lnTo>
                  <a:pt x="1002348" y="513073"/>
                </a:lnTo>
                <a:lnTo>
                  <a:pt x="1006422" y="516163"/>
                </a:lnTo>
                <a:lnTo>
                  <a:pt x="1010497" y="519250"/>
                </a:lnTo>
                <a:lnTo>
                  <a:pt x="1014571" y="522333"/>
                </a:lnTo>
                <a:lnTo>
                  <a:pt x="1018646" y="525413"/>
                </a:lnTo>
                <a:lnTo>
                  <a:pt x="1022720" y="528489"/>
                </a:lnTo>
                <a:lnTo>
                  <a:pt x="1026795" y="531561"/>
                </a:lnTo>
                <a:lnTo>
                  <a:pt x="1030870" y="534629"/>
                </a:lnTo>
                <a:lnTo>
                  <a:pt x="1034944" y="537693"/>
                </a:lnTo>
                <a:lnTo>
                  <a:pt x="1039019" y="540752"/>
                </a:lnTo>
                <a:lnTo>
                  <a:pt x="1043093" y="543807"/>
                </a:lnTo>
                <a:lnTo>
                  <a:pt x="1047168" y="546857"/>
                </a:lnTo>
                <a:lnTo>
                  <a:pt x="1051243" y="549902"/>
                </a:lnTo>
                <a:lnTo>
                  <a:pt x="1055317" y="552942"/>
                </a:lnTo>
                <a:lnTo>
                  <a:pt x="1059392" y="555977"/>
                </a:lnTo>
                <a:lnTo>
                  <a:pt x="1063466" y="559007"/>
                </a:lnTo>
                <a:lnTo>
                  <a:pt x="1067541" y="562032"/>
                </a:lnTo>
                <a:lnTo>
                  <a:pt x="1071615" y="565051"/>
                </a:lnTo>
                <a:lnTo>
                  <a:pt x="1075690" y="568064"/>
                </a:lnTo>
                <a:lnTo>
                  <a:pt x="1079765" y="571071"/>
                </a:lnTo>
                <a:lnTo>
                  <a:pt x="1083839" y="574072"/>
                </a:lnTo>
                <a:lnTo>
                  <a:pt x="1087914" y="577067"/>
                </a:lnTo>
                <a:lnTo>
                  <a:pt x="1091988" y="580056"/>
                </a:lnTo>
                <a:lnTo>
                  <a:pt x="1096063" y="583038"/>
                </a:lnTo>
                <a:lnTo>
                  <a:pt x="1100138" y="586014"/>
                </a:lnTo>
                <a:lnTo>
                  <a:pt x="1104212" y="588983"/>
                </a:lnTo>
                <a:lnTo>
                  <a:pt x="1108287" y="591945"/>
                </a:lnTo>
                <a:lnTo>
                  <a:pt x="1112361" y="594900"/>
                </a:lnTo>
                <a:lnTo>
                  <a:pt x="1116436" y="597848"/>
                </a:lnTo>
                <a:lnTo>
                  <a:pt x="1120510" y="600789"/>
                </a:lnTo>
                <a:lnTo>
                  <a:pt x="1124585" y="603722"/>
                </a:lnTo>
                <a:lnTo>
                  <a:pt x="1128660" y="606648"/>
                </a:lnTo>
                <a:lnTo>
                  <a:pt x="1132734" y="609565"/>
                </a:lnTo>
                <a:lnTo>
                  <a:pt x="1136809" y="612475"/>
                </a:lnTo>
                <a:lnTo>
                  <a:pt x="1140883" y="615377"/>
                </a:lnTo>
                <a:lnTo>
                  <a:pt x="1144958" y="618271"/>
                </a:lnTo>
                <a:lnTo>
                  <a:pt x="1149033" y="621156"/>
                </a:lnTo>
                <a:lnTo>
                  <a:pt x="1153107" y="624033"/>
                </a:lnTo>
                <a:lnTo>
                  <a:pt x="1157182" y="626901"/>
                </a:lnTo>
                <a:lnTo>
                  <a:pt x="1161256" y="629761"/>
                </a:lnTo>
                <a:lnTo>
                  <a:pt x="1165331" y="632612"/>
                </a:lnTo>
                <a:lnTo>
                  <a:pt x="1169405" y="635453"/>
                </a:lnTo>
                <a:lnTo>
                  <a:pt x="1173480" y="638286"/>
                </a:lnTo>
                <a:lnTo>
                  <a:pt x="1177555" y="641109"/>
                </a:lnTo>
                <a:lnTo>
                  <a:pt x="1181629" y="643923"/>
                </a:lnTo>
                <a:lnTo>
                  <a:pt x="1185704" y="646727"/>
                </a:lnTo>
                <a:lnTo>
                  <a:pt x="1189778" y="649522"/>
                </a:lnTo>
                <a:lnTo>
                  <a:pt x="1193853" y="652306"/>
                </a:lnTo>
                <a:lnTo>
                  <a:pt x="1197927" y="655081"/>
                </a:lnTo>
                <a:lnTo>
                  <a:pt x="1202002" y="657846"/>
                </a:lnTo>
                <a:lnTo>
                  <a:pt x="1206077" y="660600"/>
                </a:lnTo>
                <a:lnTo>
                  <a:pt x="1210151" y="663344"/>
                </a:lnTo>
                <a:lnTo>
                  <a:pt x="1214226" y="666078"/>
                </a:lnTo>
                <a:lnTo>
                  <a:pt x="1218300" y="668800"/>
                </a:lnTo>
                <a:lnTo>
                  <a:pt x="1222375" y="671513"/>
                </a:lnTo>
                <a:lnTo>
                  <a:pt x="1226450" y="674214"/>
                </a:lnTo>
                <a:lnTo>
                  <a:pt x="1230524" y="676904"/>
                </a:lnTo>
                <a:lnTo>
                  <a:pt x="1234599" y="679583"/>
                </a:lnTo>
                <a:lnTo>
                  <a:pt x="1238673" y="682250"/>
                </a:lnTo>
                <a:lnTo>
                  <a:pt x="1242748" y="684907"/>
                </a:lnTo>
                <a:lnTo>
                  <a:pt x="1246823" y="687551"/>
                </a:lnTo>
                <a:lnTo>
                  <a:pt x="1250897" y="690184"/>
                </a:lnTo>
                <a:lnTo>
                  <a:pt x="1254972" y="692805"/>
                </a:lnTo>
                <a:lnTo>
                  <a:pt x="1259046" y="695415"/>
                </a:lnTo>
                <a:lnTo>
                  <a:pt x="1263121" y="698012"/>
                </a:lnTo>
                <a:lnTo>
                  <a:pt x="1267195" y="700597"/>
                </a:lnTo>
                <a:lnTo>
                  <a:pt x="1271270" y="703169"/>
                </a:lnTo>
                <a:lnTo>
                  <a:pt x="1275345" y="705729"/>
                </a:lnTo>
                <a:lnTo>
                  <a:pt x="1279419" y="708277"/>
                </a:lnTo>
                <a:lnTo>
                  <a:pt x="1283494" y="710812"/>
                </a:lnTo>
                <a:lnTo>
                  <a:pt x="1287568" y="713334"/>
                </a:lnTo>
                <a:lnTo>
                  <a:pt x="1291643" y="715843"/>
                </a:lnTo>
                <a:lnTo>
                  <a:pt x="1295718" y="718339"/>
                </a:lnTo>
                <a:lnTo>
                  <a:pt x="1299792" y="720822"/>
                </a:lnTo>
                <a:lnTo>
                  <a:pt x="1303867" y="723291"/>
                </a:lnTo>
                <a:lnTo>
                  <a:pt x="1307941" y="725747"/>
                </a:lnTo>
                <a:lnTo>
                  <a:pt x="1312016" y="728190"/>
                </a:lnTo>
                <a:lnTo>
                  <a:pt x="1316090" y="730619"/>
                </a:lnTo>
                <a:lnTo>
                  <a:pt x="1320165" y="733034"/>
                </a:lnTo>
                <a:lnTo>
                  <a:pt x="1324240" y="735435"/>
                </a:lnTo>
                <a:lnTo>
                  <a:pt x="1328314" y="737822"/>
                </a:lnTo>
                <a:lnTo>
                  <a:pt x="1332389" y="740195"/>
                </a:lnTo>
                <a:lnTo>
                  <a:pt x="1336463" y="742554"/>
                </a:lnTo>
                <a:lnTo>
                  <a:pt x="1340538" y="744898"/>
                </a:lnTo>
                <a:lnTo>
                  <a:pt x="1344613" y="747228"/>
                </a:lnTo>
                <a:lnTo>
                  <a:pt x="1348687" y="749543"/>
                </a:lnTo>
                <a:lnTo>
                  <a:pt x="1352762" y="751844"/>
                </a:lnTo>
                <a:lnTo>
                  <a:pt x="1356836" y="754130"/>
                </a:lnTo>
                <a:lnTo>
                  <a:pt x="1360911" y="756400"/>
                </a:lnTo>
                <a:lnTo>
                  <a:pt x="1364985" y="758656"/>
                </a:lnTo>
                <a:lnTo>
                  <a:pt x="1369060" y="760897"/>
                </a:lnTo>
                <a:lnTo>
                  <a:pt x="1373135" y="763122"/>
                </a:lnTo>
                <a:lnTo>
                  <a:pt x="1377209" y="765332"/>
                </a:lnTo>
                <a:lnTo>
                  <a:pt x="1381284" y="767527"/>
                </a:lnTo>
                <a:lnTo>
                  <a:pt x="1385358" y="769705"/>
                </a:lnTo>
                <a:lnTo>
                  <a:pt x="1389433" y="771869"/>
                </a:lnTo>
                <a:lnTo>
                  <a:pt x="1393508" y="774016"/>
                </a:lnTo>
                <a:lnTo>
                  <a:pt x="1397582" y="776148"/>
                </a:lnTo>
                <a:lnTo>
                  <a:pt x="1401657" y="778263"/>
                </a:lnTo>
                <a:lnTo>
                  <a:pt x="1405731" y="780362"/>
                </a:lnTo>
                <a:lnTo>
                  <a:pt x="1409806" y="782446"/>
                </a:lnTo>
                <a:lnTo>
                  <a:pt x="1413880" y="784512"/>
                </a:lnTo>
                <a:lnTo>
                  <a:pt x="1417955" y="786563"/>
                </a:lnTo>
                <a:lnTo>
                  <a:pt x="1422030" y="788597"/>
                </a:lnTo>
                <a:lnTo>
                  <a:pt x="1426104" y="790614"/>
                </a:lnTo>
                <a:lnTo>
                  <a:pt x="1430179" y="792615"/>
                </a:lnTo>
                <a:lnTo>
                  <a:pt x="1434253" y="794598"/>
                </a:lnTo>
                <a:lnTo>
                  <a:pt x="1438328" y="796565"/>
                </a:lnTo>
                <a:lnTo>
                  <a:pt x="1442403" y="798515"/>
                </a:lnTo>
                <a:lnTo>
                  <a:pt x="1446477" y="800448"/>
                </a:lnTo>
                <a:lnTo>
                  <a:pt x="1450552" y="802363"/>
                </a:lnTo>
                <a:lnTo>
                  <a:pt x="1454626" y="804262"/>
                </a:lnTo>
                <a:lnTo>
                  <a:pt x="1458701" y="806142"/>
                </a:lnTo>
                <a:lnTo>
                  <a:pt x="1462775" y="808006"/>
                </a:lnTo>
                <a:lnTo>
                  <a:pt x="1466850" y="809852"/>
                </a:lnTo>
                <a:lnTo>
                  <a:pt x="1470925" y="811680"/>
                </a:lnTo>
                <a:lnTo>
                  <a:pt x="1474999" y="813490"/>
                </a:lnTo>
                <a:lnTo>
                  <a:pt x="1479074" y="815283"/>
                </a:lnTo>
                <a:lnTo>
                  <a:pt x="1483148" y="817058"/>
                </a:lnTo>
                <a:lnTo>
                  <a:pt x="1487223" y="818814"/>
                </a:lnTo>
                <a:lnTo>
                  <a:pt x="1491298" y="820553"/>
                </a:lnTo>
                <a:lnTo>
                  <a:pt x="1495372" y="822273"/>
                </a:lnTo>
                <a:lnTo>
                  <a:pt x="1499447" y="823976"/>
                </a:lnTo>
                <a:lnTo>
                  <a:pt x="1503521" y="825660"/>
                </a:lnTo>
                <a:lnTo>
                  <a:pt x="1507596" y="827325"/>
                </a:lnTo>
                <a:lnTo>
                  <a:pt x="1511670" y="828972"/>
                </a:lnTo>
                <a:lnTo>
                  <a:pt x="1515745" y="830600"/>
                </a:lnTo>
                <a:lnTo>
                  <a:pt x="1519820" y="832210"/>
                </a:lnTo>
                <a:lnTo>
                  <a:pt x="1523894" y="833801"/>
                </a:lnTo>
                <a:lnTo>
                  <a:pt x="1527969" y="835373"/>
                </a:lnTo>
                <a:lnTo>
                  <a:pt x="1532043" y="836926"/>
                </a:lnTo>
                <a:lnTo>
                  <a:pt x="1536118" y="838460"/>
                </a:lnTo>
                <a:lnTo>
                  <a:pt x="1540193" y="839976"/>
                </a:lnTo>
                <a:lnTo>
                  <a:pt x="1544267" y="841472"/>
                </a:lnTo>
                <a:lnTo>
                  <a:pt x="1548342" y="842949"/>
                </a:lnTo>
                <a:lnTo>
                  <a:pt x="1552416" y="844406"/>
                </a:lnTo>
                <a:lnTo>
                  <a:pt x="1556491" y="845844"/>
                </a:lnTo>
                <a:lnTo>
                  <a:pt x="1560565" y="847263"/>
                </a:lnTo>
                <a:lnTo>
                  <a:pt x="1564640" y="848663"/>
                </a:lnTo>
                <a:lnTo>
                  <a:pt x="1568715" y="850043"/>
                </a:lnTo>
                <a:lnTo>
                  <a:pt x="1572789" y="851403"/>
                </a:lnTo>
                <a:lnTo>
                  <a:pt x="1576864" y="852743"/>
                </a:lnTo>
                <a:lnTo>
                  <a:pt x="1580938" y="854064"/>
                </a:lnTo>
                <a:lnTo>
                  <a:pt x="1585013" y="855365"/>
                </a:lnTo>
                <a:lnTo>
                  <a:pt x="1589088" y="856646"/>
                </a:lnTo>
                <a:lnTo>
                  <a:pt x="1593162" y="857908"/>
                </a:lnTo>
                <a:lnTo>
                  <a:pt x="1597237" y="859149"/>
                </a:lnTo>
                <a:lnTo>
                  <a:pt x="1601311" y="860370"/>
                </a:lnTo>
                <a:lnTo>
                  <a:pt x="1605386" y="861571"/>
                </a:lnTo>
                <a:lnTo>
                  <a:pt x="1609460" y="862752"/>
                </a:lnTo>
                <a:lnTo>
                  <a:pt x="1613535" y="863913"/>
                </a:lnTo>
                <a:lnTo>
                  <a:pt x="1617610" y="865053"/>
                </a:lnTo>
                <a:lnTo>
                  <a:pt x="1621684" y="866173"/>
                </a:lnTo>
                <a:lnTo>
                  <a:pt x="1625759" y="867273"/>
                </a:lnTo>
                <a:lnTo>
                  <a:pt x="1629833" y="868352"/>
                </a:lnTo>
                <a:lnTo>
                  <a:pt x="1633908" y="869411"/>
                </a:lnTo>
                <a:lnTo>
                  <a:pt x="1637983" y="870449"/>
                </a:lnTo>
                <a:lnTo>
                  <a:pt x="1642057" y="871466"/>
                </a:lnTo>
                <a:lnTo>
                  <a:pt x="1646132" y="872463"/>
                </a:lnTo>
                <a:lnTo>
                  <a:pt x="1650206" y="873439"/>
                </a:lnTo>
                <a:lnTo>
                  <a:pt x="1654281" y="874395"/>
                </a:lnTo>
                <a:lnTo>
                  <a:pt x="1658355" y="875329"/>
                </a:lnTo>
                <a:lnTo>
                  <a:pt x="1662430" y="876243"/>
                </a:lnTo>
                <a:lnTo>
                  <a:pt x="1666505" y="877136"/>
                </a:lnTo>
                <a:lnTo>
                  <a:pt x="1670579" y="878008"/>
                </a:lnTo>
                <a:lnTo>
                  <a:pt x="1674654" y="878859"/>
                </a:lnTo>
                <a:lnTo>
                  <a:pt x="1678728" y="879689"/>
                </a:lnTo>
                <a:lnTo>
                  <a:pt x="1682803" y="880498"/>
                </a:lnTo>
                <a:lnTo>
                  <a:pt x="1686878" y="881285"/>
                </a:lnTo>
                <a:lnTo>
                  <a:pt x="1690952" y="882052"/>
                </a:lnTo>
                <a:lnTo>
                  <a:pt x="1695027" y="882798"/>
                </a:lnTo>
                <a:lnTo>
                  <a:pt x="1699101" y="883522"/>
                </a:lnTo>
                <a:lnTo>
                  <a:pt x="1703176" y="884225"/>
                </a:lnTo>
                <a:lnTo>
                  <a:pt x="1707250" y="884907"/>
                </a:lnTo>
                <a:lnTo>
                  <a:pt x="1711325" y="885567"/>
                </a:lnTo>
                <a:lnTo>
                  <a:pt x="1715400" y="886206"/>
                </a:lnTo>
                <a:lnTo>
                  <a:pt x="1719474" y="886824"/>
                </a:lnTo>
                <a:lnTo>
                  <a:pt x="1723549" y="887420"/>
                </a:lnTo>
                <a:lnTo>
                  <a:pt x="1727623" y="887995"/>
                </a:lnTo>
                <a:lnTo>
                  <a:pt x="1731698" y="888549"/>
                </a:lnTo>
                <a:lnTo>
                  <a:pt x="1735773" y="889081"/>
                </a:lnTo>
                <a:lnTo>
                  <a:pt x="1739847" y="889591"/>
                </a:lnTo>
                <a:lnTo>
                  <a:pt x="1743922" y="890080"/>
                </a:lnTo>
                <a:lnTo>
                  <a:pt x="1747996" y="890547"/>
                </a:lnTo>
                <a:lnTo>
                  <a:pt x="1752071" y="890993"/>
                </a:lnTo>
                <a:lnTo>
                  <a:pt x="1756145" y="891417"/>
                </a:lnTo>
                <a:lnTo>
                  <a:pt x="1760220" y="891820"/>
                </a:lnTo>
                <a:lnTo>
                  <a:pt x="1764295" y="892201"/>
                </a:lnTo>
                <a:lnTo>
                  <a:pt x="1768369" y="892560"/>
                </a:lnTo>
                <a:lnTo>
                  <a:pt x="1772444" y="892898"/>
                </a:lnTo>
                <a:lnTo>
                  <a:pt x="1776518" y="893213"/>
                </a:lnTo>
                <a:lnTo>
                  <a:pt x="1780593" y="893508"/>
                </a:lnTo>
                <a:lnTo>
                  <a:pt x="1784668" y="893780"/>
                </a:lnTo>
                <a:lnTo>
                  <a:pt x="1788742" y="894031"/>
                </a:lnTo>
                <a:lnTo>
                  <a:pt x="1792817" y="894259"/>
                </a:lnTo>
                <a:lnTo>
                  <a:pt x="1796891" y="894467"/>
                </a:lnTo>
                <a:lnTo>
                  <a:pt x="1800966" y="894652"/>
                </a:lnTo>
                <a:lnTo>
                  <a:pt x="1805040" y="894816"/>
                </a:lnTo>
                <a:lnTo>
                  <a:pt x="1809115" y="894957"/>
                </a:lnTo>
                <a:lnTo>
                  <a:pt x="1813190" y="895077"/>
                </a:lnTo>
                <a:lnTo>
                  <a:pt x="1817264" y="895175"/>
                </a:lnTo>
                <a:lnTo>
                  <a:pt x="1821339" y="895252"/>
                </a:lnTo>
                <a:lnTo>
                  <a:pt x="1825413" y="895306"/>
                </a:lnTo>
                <a:lnTo>
                  <a:pt x="1829488" y="895339"/>
                </a:lnTo>
                <a:lnTo>
                  <a:pt x="1833563" y="895350"/>
                </a:lnTo>
                <a:lnTo>
                  <a:pt x="1837637" y="895339"/>
                </a:lnTo>
                <a:lnTo>
                  <a:pt x="1841712" y="895306"/>
                </a:lnTo>
                <a:lnTo>
                  <a:pt x="1845786" y="895252"/>
                </a:lnTo>
                <a:lnTo>
                  <a:pt x="1849861" y="895175"/>
                </a:lnTo>
                <a:lnTo>
                  <a:pt x="1853935" y="895077"/>
                </a:lnTo>
                <a:lnTo>
                  <a:pt x="1858010" y="894957"/>
                </a:lnTo>
                <a:lnTo>
                  <a:pt x="1862085" y="894816"/>
                </a:lnTo>
                <a:lnTo>
                  <a:pt x="1866159" y="894652"/>
                </a:lnTo>
                <a:lnTo>
                  <a:pt x="1870234" y="894467"/>
                </a:lnTo>
                <a:lnTo>
                  <a:pt x="1874308" y="894259"/>
                </a:lnTo>
                <a:lnTo>
                  <a:pt x="1878383" y="894031"/>
                </a:lnTo>
                <a:lnTo>
                  <a:pt x="1882458" y="893780"/>
                </a:lnTo>
                <a:lnTo>
                  <a:pt x="1886532" y="893508"/>
                </a:lnTo>
                <a:lnTo>
                  <a:pt x="1890607" y="893213"/>
                </a:lnTo>
                <a:lnTo>
                  <a:pt x="1894681" y="892898"/>
                </a:lnTo>
                <a:lnTo>
                  <a:pt x="1898756" y="892560"/>
                </a:lnTo>
                <a:lnTo>
                  <a:pt x="1902830" y="892201"/>
                </a:lnTo>
                <a:lnTo>
                  <a:pt x="1906905" y="891820"/>
                </a:lnTo>
                <a:lnTo>
                  <a:pt x="1910980" y="891417"/>
                </a:lnTo>
                <a:lnTo>
                  <a:pt x="1915054" y="890993"/>
                </a:lnTo>
                <a:lnTo>
                  <a:pt x="1919129" y="890547"/>
                </a:lnTo>
                <a:lnTo>
                  <a:pt x="1923203" y="890080"/>
                </a:lnTo>
                <a:lnTo>
                  <a:pt x="1927278" y="889591"/>
                </a:lnTo>
                <a:lnTo>
                  <a:pt x="1931352" y="889081"/>
                </a:lnTo>
                <a:lnTo>
                  <a:pt x="1935427" y="888549"/>
                </a:lnTo>
                <a:lnTo>
                  <a:pt x="1939502" y="887995"/>
                </a:lnTo>
                <a:lnTo>
                  <a:pt x="1943576" y="887420"/>
                </a:lnTo>
                <a:lnTo>
                  <a:pt x="1947651" y="886824"/>
                </a:lnTo>
                <a:lnTo>
                  <a:pt x="1951725" y="886206"/>
                </a:lnTo>
                <a:lnTo>
                  <a:pt x="1955800" y="885567"/>
                </a:lnTo>
                <a:lnTo>
                  <a:pt x="1959875" y="884907"/>
                </a:lnTo>
                <a:lnTo>
                  <a:pt x="1963949" y="884225"/>
                </a:lnTo>
                <a:lnTo>
                  <a:pt x="1968024" y="883522"/>
                </a:lnTo>
                <a:lnTo>
                  <a:pt x="1972098" y="882798"/>
                </a:lnTo>
                <a:lnTo>
                  <a:pt x="1976173" y="882052"/>
                </a:lnTo>
                <a:lnTo>
                  <a:pt x="1980247" y="881285"/>
                </a:lnTo>
                <a:lnTo>
                  <a:pt x="1984322" y="880498"/>
                </a:lnTo>
                <a:lnTo>
                  <a:pt x="1988397" y="879689"/>
                </a:lnTo>
                <a:lnTo>
                  <a:pt x="1992471" y="878859"/>
                </a:lnTo>
                <a:lnTo>
                  <a:pt x="1996546" y="878008"/>
                </a:lnTo>
                <a:lnTo>
                  <a:pt x="2000620" y="877136"/>
                </a:lnTo>
                <a:lnTo>
                  <a:pt x="2004695" y="876243"/>
                </a:lnTo>
                <a:lnTo>
                  <a:pt x="2008770" y="875329"/>
                </a:lnTo>
                <a:lnTo>
                  <a:pt x="2012844" y="874395"/>
                </a:lnTo>
                <a:lnTo>
                  <a:pt x="2016919" y="873439"/>
                </a:lnTo>
                <a:lnTo>
                  <a:pt x="2020993" y="872463"/>
                </a:lnTo>
                <a:lnTo>
                  <a:pt x="2025068" y="871466"/>
                </a:lnTo>
                <a:lnTo>
                  <a:pt x="2029142" y="870449"/>
                </a:lnTo>
                <a:lnTo>
                  <a:pt x="2033217" y="869411"/>
                </a:lnTo>
                <a:lnTo>
                  <a:pt x="2037292" y="868352"/>
                </a:lnTo>
                <a:lnTo>
                  <a:pt x="2041366" y="867273"/>
                </a:lnTo>
                <a:lnTo>
                  <a:pt x="2045441" y="866173"/>
                </a:lnTo>
                <a:lnTo>
                  <a:pt x="2049515" y="865053"/>
                </a:lnTo>
                <a:lnTo>
                  <a:pt x="2053590" y="863913"/>
                </a:lnTo>
                <a:lnTo>
                  <a:pt x="2057665" y="862752"/>
                </a:lnTo>
                <a:lnTo>
                  <a:pt x="2061739" y="861571"/>
                </a:lnTo>
                <a:lnTo>
                  <a:pt x="2065814" y="860370"/>
                </a:lnTo>
                <a:lnTo>
                  <a:pt x="2069888" y="859149"/>
                </a:lnTo>
                <a:lnTo>
                  <a:pt x="2073963" y="857908"/>
                </a:lnTo>
                <a:lnTo>
                  <a:pt x="2078037" y="856646"/>
                </a:lnTo>
                <a:lnTo>
                  <a:pt x="2082112" y="855365"/>
                </a:lnTo>
                <a:lnTo>
                  <a:pt x="2086187" y="854064"/>
                </a:lnTo>
                <a:lnTo>
                  <a:pt x="2090261" y="852743"/>
                </a:lnTo>
                <a:lnTo>
                  <a:pt x="2094336" y="851403"/>
                </a:lnTo>
                <a:lnTo>
                  <a:pt x="2098410" y="850043"/>
                </a:lnTo>
                <a:lnTo>
                  <a:pt x="2102485" y="848663"/>
                </a:lnTo>
                <a:lnTo>
                  <a:pt x="2106560" y="847263"/>
                </a:lnTo>
                <a:lnTo>
                  <a:pt x="2110634" y="845844"/>
                </a:lnTo>
                <a:lnTo>
                  <a:pt x="2114709" y="844406"/>
                </a:lnTo>
                <a:lnTo>
                  <a:pt x="2118783" y="842949"/>
                </a:lnTo>
                <a:lnTo>
                  <a:pt x="2122858" y="841472"/>
                </a:lnTo>
                <a:lnTo>
                  <a:pt x="2126933" y="839976"/>
                </a:lnTo>
                <a:lnTo>
                  <a:pt x="2131007" y="838460"/>
                </a:lnTo>
                <a:lnTo>
                  <a:pt x="2135082" y="836926"/>
                </a:lnTo>
                <a:lnTo>
                  <a:pt x="2139156" y="835373"/>
                </a:lnTo>
                <a:lnTo>
                  <a:pt x="2143231" y="833801"/>
                </a:lnTo>
                <a:lnTo>
                  <a:pt x="2147305" y="832210"/>
                </a:lnTo>
                <a:lnTo>
                  <a:pt x="2151380" y="830600"/>
                </a:lnTo>
                <a:lnTo>
                  <a:pt x="2155455" y="828972"/>
                </a:lnTo>
                <a:lnTo>
                  <a:pt x="2159529" y="827325"/>
                </a:lnTo>
                <a:lnTo>
                  <a:pt x="2163604" y="825660"/>
                </a:lnTo>
                <a:lnTo>
                  <a:pt x="2167678" y="823976"/>
                </a:lnTo>
                <a:lnTo>
                  <a:pt x="2171753" y="822273"/>
                </a:lnTo>
                <a:lnTo>
                  <a:pt x="2175828" y="820553"/>
                </a:lnTo>
                <a:lnTo>
                  <a:pt x="2179902" y="818814"/>
                </a:lnTo>
                <a:lnTo>
                  <a:pt x="2183977" y="817058"/>
                </a:lnTo>
                <a:lnTo>
                  <a:pt x="2188051" y="815283"/>
                </a:lnTo>
                <a:lnTo>
                  <a:pt x="2192126" y="813490"/>
                </a:lnTo>
                <a:lnTo>
                  <a:pt x="2196200" y="811680"/>
                </a:lnTo>
                <a:lnTo>
                  <a:pt x="2200275" y="809852"/>
                </a:lnTo>
                <a:lnTo>
                  <a:pt x="2204350" y="808006"/>
                </a:lnTo>
                <a:lnTo>
                  <a:pt x="2208424" y="806142"/>
                </a:lnTo>
                <a:lnTo>
                  <a:pt x="2212499" y="804262"/>
                </a:lnTo>
                <a:lnTo>
                  <a:pt x="2216573" y="802363"/>
                </a:lnTo>
                <a:lnTo>
                  <a:pt x="2220648" y="800448"/>
                </a:lnTo>
                <a:lnTo>
                  <a:pt x="2224723" y="798515"/>
                </a:lnTo>
                <a:lnTo>
                  <a:pt x="2228797" y="796565"/>
                </a:lnTo>
                <a:lnTo>
                  <a:pt x="2232872" y="794598"/>
                </a:lnTo>
                <a:lnTo>
                  <a:pt x="2236946" y="792615"/>
                </a:lnTo>
                <a:lnTo>
                  <a:pt x="2241021" y="790614"/>
                </a:lnTo>
                <a:lnTo>
                  <a:pt x="2245095" y="788597"/>
                </a:lnTo>
                <a:lnTo>
                  <a:pt x="2249170" y="786563"/>
                </a:lnTo>
                <a:lnTo>
                  <a:pt x="2253245" y="784512"/>
                </a:lnTo>
                <a:lnTo>
                  <a:pt x="2257319" y="782446"/>
                </a:lnTo>
                <a:lnTo>
                  <a:pt x="2261394" y="780362"/>
                </a:lnTo>
                <a:lnTo>
                  <a:pt x="2265468" y="778263"/>
                </a:lnTo>
                <a:lnTo>
                  <a:pt x="2269543" y="776148"/>
                </a:lnTo>
                <a:lnTo>
                  <a:pt x="2273618" y="774016"/>
                </a:lnTo>
                <a:lnTo>
                  <a:pt x="2277692" y="771869"/>
                </a:lnTo>
                <a:lnTo>
                  <a:pt x="2281767" y="769705"/>
                </a:lnTo>
                <a:lnTo>
                  <a:pt x="2285841" y="767527"/>
                </a:lnTo>
                <a:lnTo>
                  <a:pt x="2289916" y="765332"/>
                </a:lnTo>
                <a:lnTo>
                  <a:pt x="2293990" y="763122"/>
                </a:lnTo>
                <a:lnTo>
                  <a:pt x="2298065" y="760897"/>
                </a:lnTo>
                <a:lnTo>
                  <a:pt x="2302140" y="758656"/>
                </a:lnTo>
                <a:lnTo>
                  <a:pt x="2306214" y="756400"/>
                </a:lnTo>
                <a:lnTo>
                  <a:pt x="2310289" y="754130"/>
                </a:lnTo>
                <a:lnTo>
                  <a:pt x="2314363" y="751844"/>
                </a:lnTo>
                <a:lnTo>
                  <a:pt x="2318438" y="749543"/>
                </a:lnTo>
                <a:lnTo>
                  <a:pt x="2322513" y="747228"/>
                </a:lnTo>
                <a:lnTo>
                  <a:pt x="2326587" y="744898"/>
                </a:lnTo>
                <a:lnTo>
                  <a:pt x="2330662" y="742554"/>
                </a:lnTo>
                <a:lnTo>
                  <a:pt x="2334736" y="740195"/>
                </a:lnTo>
                <a:lnTo>
                  <a:pt x="2338811" y="737822"/>
                </a:lnTo>
                <a:lnTo>
                  <a:pt x="2342885" y="735435"/>
                </a:lnTo>
                <a:lnTo>
                  <a:pt x="2346960" y="733034"/>
                </a:lnTo>
                <a:lnTo>
                  <a:pt x="2351035" y="730619"/>
                </a:lnTo>
                <a:lnTo>
                  <a:pt x="2355109" y="728190"/>
                </a:lnTo>
                <a:lnTo>
                  <a:pt x="2359184" y="725747"/>
                </a:lnTo>
                <a:lnTo>
                  <a:pt x="2363258" y="723291"/>
                </a:lnTo>
                <a:lnTo>
                  <a:pt x="2367333" y="720822"/>
                </a:lnTo>
                <a:lnTo>
                  <a:pt x="2371408" y="718339"/>
                </a:lnTo>
                <a:lnTo>
                  <a:pt x="2375482" y="715843"/>
                </a:lnTo>
                <a:lnTo>
                  <a:pt x="2379557" y="713334"/>
                </a:lnTo>
                <a:lnTo>
                  <a:pt x="2383631" y="710812"/>
                </a:lnTo>
                <a:lnTo>
                  <a:pt x="2387706" y="708277"/>
                </a:lnTo>
                <a:lnTo>
                  <a:pt x="2391780" y="705729"/>
                </a:lnTo>
                <a:lnTo>
                  <a:pt x="2395855" y="703169"/>
                </a:lnTo>
                <a:lnTo>
                  <a:pt x="2399930" y="700597"/>
                </a:lnTo>
                <a:lnTo>
                  <a:pt x="2404004" y="698012"/>
                </a:lnTo>
                <a:lnTo>
                  <a:pt x="2408079" y="695415"/>
                </a:lnTo>
                <a:lnTo>
                  <a:pt x="2412153" y="692805"/>
                </a:lnTo>
                <a:lnTo>
                  <a:pt x="2416228" y="690184"/>
                </a:lnTo>
                <a:lnTo>
                  <a:pt x="2420303" y="687551"/>
                </a:lnTo>
                <a:lnTo>
                  <a:pt x="2424377" y="684907"/>
                </a:lnTo>
                <a:lnTo>
                  <a:pt x="2428452" y="682250"/>
                </a:lnTo>
                <a:lnTo>
                  <a:pt x="2432526" y="679583"/>
                </a:lnTo>
                <a:lnTo>
                  <a:pt x="2436601" y="676904"/>
                </a:lnTo>
                <a:lnTo>
                  <a:pt x="2440675" y="674214"/>
                </a:lnTo>
                <a:lnTo>
                  <a:pt x="2444750" y="671513"/>
                </a:lnTo>
                <a:lnTo>
                  <a:pt x="2448825" y="668800"/>
                </a:lnTo>
                <a:lnTo>
                  <a:pt x="2452899" y="666078"/>
                </a:lnTo>
                <a:lnTo>
                  <a:pt x="2456974" y="663344"/>
                </a:lnTo>
                <a:lnTo>
                  <a:pt x="2461048" y="660600"/>
                </a:lnTo>
                <a:lnTo>
                  <a:pt x="2465123" y="657846"/>
                </a:lnTo>
                <a:lnTo>
                  <a:pt x="2469198" y="655081"/>
                </a:lnTo>
                <a:lnTo>
                  <a:pt x="2473272" y="652306"/>
                </a:lnTo>
                <a:lnTo>
                  <a:pt x="2477347" y="649522"/>
                </a:lnTo>
                <a:lnTo>
                  <a:pt x="2481421" y="646727"/>
                </a:lnTo>
                <a:lnTo>
                  <a:pt x="2485496" y="643923"/>
                </a:lnTo>
                <a:lnTo>
                  <a:pt x="2489570" y="641109"/>
                </a:lnTo>
                <a:lnTo>
                  <a:pt x="2493645" y="638286"/>
                </a:lnTo>
                <a:lnTo>
                  <a:pt x="2497720" y="635453"/>
                </a:lnTo>
                <a:lnTo>
                  <a:pt x="2501794" y="632612"/>
                </a:lnTo>
                <a:lnTo>
                  <a:pt x="2505869" y="629761"/>
                </a:lnTo>
                <a:lnTo>
                  <a:pt x="2509943" y="626901"/>
                </a:lnTo>
                <a:lnTo>
                  <a:pt x="2514018" y="624033"/>
                </a:lnTo>
                <a:lnTo>
                  <a:pt x="2518093" y="621156"/>
                </a:lnTo>
                <a:lnTo>
                  <a:pt x="2522167" y="618271"/>
                </a:lnTo>
                <a:lnTo>
                  <a:pt x="2526242" y="615377"/>
                </a:lnTo>
                <a:lnTo>
                  <a:pt x="2530316" y="612475"/>
                </a:lnTo>
                <a:lnTo>
                  <a:pt x="2534391" y="609565"/>
                </a:lnTo>
                <a:lnTo>
                  <a:pt x="2538465" y="606648"/>
                </a:lnTo>
                <a:lnTo>
                  <a:pt x="2542540" y="603722"/>
                </a:lnTo>
                <a:lnTo>
                  <a:pt x="2546615" y="600789"/>
                </a:lnTo>
                <a:lnTo>
                  <a:pt x="2550689" y="597848"/>
                </a:lnTo>
                <a:lnTo>
                  <a:pt x="2554764" y="594900"/>
                </a:lnTo>
                <a:lnTo>
                  <a:pt x="2558838" y="591945"/>
                </a:lnTo>
                <a:lnTo>
                  <a:pt x="2562913" y="588983"/>
                </a:lnTo>
                <a:lnTo>
                  <a:pt x="2566988" y="586014"/>
                </a:lnTo>
                <a:lnTo>
                  <a:pt x="2571062" y="583038"/>
                </a:lnTo>
                <a:lnTo>
                  <a:pt x="2575137" y="580056"/>
                </a:lnTo>
                <a:lnTo>
                  <a:pt x="2579211" y="577067"/>
                </a:lnTo>
                <a:lnTo>
                  <a:pt x="2583286" y="574072"/>
                </a:lnTo>
                <a:lnTo>
                  <a:pt x="2587360" y="571071"/>
                </a:lnTo>
                <a:lnTo>
                  <a:pt x="2591435" y="568064"/>
                </a:lnTo>
                <a:lnTo>
                  <a:pt x="2595510" y="565051"/>
                </a:lnTo>
                <a:lnTo>
                  <a:pt x="2599584" y="562032"/>
                </a:lnTo>
                <a:lnTo>
                  <a:pt x="2603659" y="559007"/>
                </a:lnTo>
                <a:lnTo>
                  <a:pt x="2607733" y="555977"/>
                </a:lnTo>
                <a:lnTo>
                  <a:pt x="2611808" y="552942"/>
                </a:lnTo>
                <a:lnTo>
                  <a:pt x="2615883" y="549902"/>
                </a:lnTo>
                <a:lnTo>
                  <a:pt x="2619957" y="546857"/>
                </a:lnTo>
                <a:lnTo>
                  <a:pt x="2624032" y="543807"/>
                </a:lnTo>
                <a:lnTo>
                  <a:pt x="2628106" y="540752"/>
                </a:lnTo>
                <a:lnTo>
                  <a:pt x="2632181" y="537693"/>
                </a:lnTo>
                <a:lnTo>
                  <a:pt x="2636255" y="534629"/>
                </a:lnTo>
                <a:lnTo>
                  <a:pt x="2640330" y="531561"/>
                </a:lnTo>
                <a:lnTo>
                  <a:pt x="2644405" y="528489"/>
                </a:lnTo>
                <a:lnTo>
                  <a:pt x="2648479" y="525413"/>
                </a:lnTo>
                <a:lnTo>
                  <a:pt x="2652554" y="522333"/>
                </a:lnTo>
                <a:lnTo>
                  <a:pt x="2656628" y="519250"/>
                </a:lnTo>
                <a:lnTo>
                  <a:pt x="2660703" y="516163"/>
                </a:lnTo>
                <a:lnTo>
                  <a:pt x="2664778" y="513073"/>
                </a:lnTo>
                <a:lnTo>
                  <a:pt x="2668852" y="509979"/>
                </a:lnTo>
                <a:lnTo>
                  <a:pt x="2672927" y="506883"/>
                </a:lnTo>
                <a:lnTo>
                  <a:pt x="2677001" y="503784"/>
                </a:lnTo>
                <a:lnTo>
                  <a:pt x="2681076" y="500681"/>
                </a:lnTo>
                <a:lnTo>
                  <a:pt x="2685150" y="497577"/>
                </a:lnTo>
                <a:lnTo>
                  <a:pt x="2689225" y="494470"/>
                </a:lnTo>
                <a:lnTo>
                  <a:pt x="2693300" y="491360"/>
                </a:lnTo>
                <a:lnTo>
                  <a:pt x="2697374" y="488249"/>
                </a:lnTo>
                <a:lnTo>
                  <a:pt x="2701449" y="485135"/>
                </a:lnTo>
                <a:lnTo>
                  <a:pt x="2705523" y="482020"/>
                </a:lnTo>
                <a:lnTo>
                  <a:pt x="2709598" y="478903"/>
                </a:lnTo>
                <a:lnTo>
                  <a:pt x="2713673" y="475785"/>
                </a:lnTo>
                <a:lnTo>
                  <a:pt x="2717747" y="472665"/>
                </a:lnTo>
                <a:lnTo>
                  <a:pt x="2721822" y="469544"/>
                </a:lnTo>
                <a:lnTo>
                  <a:pt x="2725896" y="466422"/>
                </a:lnTo>
                <a:lnTo>
                  <a:pt x="2729971" y="463299"/>
                </a:lnTo>
                <a:lnTo>
                  <a:pt x="2734045" y="460175"/>
                </a:lnTo>
                <a:lnTo>
                  <a:pt x="2738120" y="457050"/>
                </a:lnTo>
                <a:lnTo>
                  <a:pt x="2742195" y="453926"/>
                </a:lnTo>
                <a:lnTo>
                  <a:pt x="2746269" y="450800"/>
                </a:lnTo>
                <a:lnTo>
                  <a:pt x="2750344" y="447675"/>
                </a:lnTo>
                <a:lnTo>
                  <a:pt x="2754418" y="444550"/>
                </a:lnTo>
                <a:lnTo>
                  <a:pt x="2758493" y="441424"/>
                </a:lnTo>
                <a:lnTo>
                  <a:pt x="2762568" y="438300"/>
                </a:lnTo>
                <a:lnTo>
                  <a:pt x="2766642" y="435175"/>
                </a:lnTo>
                <a:lnTo>
                  <a:pt x="2770717" y="432051"/>
                </a:lnTo>
                <a:lnTo>
                  <a:pt x="2774791" y="428928"/>
                </a:lnTo>
                <a:lnTo>
                  <a:pt x="2778866" y="425806"/>
                </a:lnTo>
                <a:lnTo>
                  <a:pt x="2782940" y="422685"/>
                </a:lnTo>
                <a:lnTo>
                  <a:pt x="2787015" y="419565"/>
                </a:lnTo>
                <a:lnTo>
                  <a:pt x="2791090" y="416447"/>
                </a:lnTo>
                <a:lnTo>
                  <a:pt x="2795164" y="413330"/>
                </a:lnTo>
                <a:lnTo>
                  <a:pt x="2799239" y="410215"/>
                </a:lnTo>
                <a:lnTo>
                  <a:pt x="2803313" y="407101"/>
                </a:lnTo>
                <a:lnTo>
                  <a:pt x="2807388" y="403990"/>
                </a:lnTo>
                <a:lnTo>
                  <a:pt x="2811463" y="400880"/>
                </a:lnTo>
                <a:lnTo>
                  <a:pt x="2815537" y="397773"/>
                </a:lnTo>
                <a:lnTo>
                  <a:pt x="2819612" y="394669"/>
                </a:lnTo>
                <a:lnTo>
                  <a:pt x="2823686" y="391566"/>
                </a:lnTo>
                <a:lnTo>
                  <a:pt x="2827761" y="388467"/>
                </a:lnTo>
                <a:lnTo>
                  <a:pt x="2831835" y="385371"/>
                </a:lnTo>
                <a:lnTo>
                  <a:pt x="2835910" y="382277"/>
                </a:lnTo>
                <a:lnTo>
                  <a:pt x="2839985" y="379187"/>
                </a:lnTo>
                <a:lnTo>
                  <a:pt x="2844059" y="376100"/>
                </a:lnTo>
                <a:lnTo>
                  <a:pt x="2848134" y="373017"/>
                </a:lnTo>
                <a:lnTo>
                  <a:pt x="2852208" y="369937"/>
                </a:lnTo>
                <a:lnTo>
                  <a:pt x="2856283" y="366861"/>
                </a:lnTo>
                <a:lnTo>
                  <a:pt x="2860358" y="363789"/>
                </a:lnTo>
                <a:lnTo>
                  <a:pt x="2864432" y="360721"/>
                </a:lnTo>
                <a:lnTo>
                  <a:pt x="2868507" y="357657"/>
                </a:lnTo>
                <a:lnTo>
                  <a:pt x="2872581" y="354598"/>
                </a:lnTo>
                <a:lnTo>
                  <a:pt x="2876656" y="351543"/>
                </a:lnTo>
                <a:lnTo>
                  <a:pt x="2880730" y="348493"/>
                </a:lnTo>
                <a:lnTo>
                  <a:pt x="2884805" y="345448"/>
                </a:lnTo>
                <a:lnTo>
                  <a:pt x="2888880" y="342408"/>
                </a:lnTo>
                <a:lnTo>
                  <a:pt x="2892954" y="339373"/>
                </a:lnTo>
                <a:lnTo>
                  <a:pt x="2897029" y="336343"/>
                </a:lnTo>
                <a:lnTo>
                  <a:pt x="2901103" y="333318"/>
                </a:lnTo>
                <a:lnTo>
                  <a:pt x="2905178" y="330299"/>
                </a:lnTo>
                <a:lnTo>
                  <a:pt x="2909253" y="327286"/>
                </a:lnTo>
                <a:lnTo>
                  <a:pt x="2913327" y="324279"/>
                </a:lnTo>
                <a:lnTo>
                  <a:pt x="2917402" y="321278"/>
                </a:lnTo>
                <a:lnTo>
                  <a:pt x="2921476" y="318283"/>
                </a:lnTo>
                <a:lnTo>
                  <a:pt x="2925551" y="315294"/>
                </a:lnTo>
                <a:lnTo>
                  <a:pt x="2929625" y="312312"/>
                </a:lnTo>
                <a:lnTo>
                  <a:pt x="2933700" y="309336"/>
                </a:lnTo>
                <a:lnTo>
                  <a:pt x="2937775" y="306367"/>
                </a:lnTo>
                <a:lnTo>
                  <a:pt x="2941849" y="303405"/>
                </a:lnTo>
                <a:lnTo>
                  <a:pt x="2945924" y="300450"/>
                </a:lnTo>
                <a:lnTo>
                  <a:pt x="2949998" y="297502"/>
                </a:lnTo>
                <a:lnTo>
                  <a:pt x="2954073" y="294561"/>
                </a:lnTo>
                <a:lnTo>
                  <a:pt x="2958148" y="291628"/>
                </a:lnTo>
                <a:lnTo>
                  <a:pt x="2962222" y="288702"/>
                </a:lnTo>
                <a:lnTo>
                  <a:pt x="2966297" y="285785"/>
                </a:lnTo>
                <a:lnTo>
                  <a:pt x="2970371" y="282875"/>
                </a:lnTo>
                <a:lnTo>
                  <a:pt x="2974446" y="279973"/>
                </a:lnTo>
                <a:lnTo>
                  <a:pt x="2978520" y="277079"/>
                </a:lnTo>
                <a:lnTo>
                  <a:pt x="2982595" y="274194"/>
                </a:lnTo>
                <a:lnTo>
                  <a:pt x="2986670" y="271317"/>
                </a:lnTo>
                <a:lnTo>
                  <a:pt x="2990744" y="268449"/>
                </a:lnTo>
                <a:lnTo>
                  <a:pt x="2994819" y="265589"/>
                </a:lnTo>
                <a:lnTo>
                  <a:pt x="2998893" y="262738"/>
                </a:lnTo>
                <a:lnTo>
                  <a:pt x="3002968" y="259897"/>
                </a:lnTo>
                <a:lnTo>
                  <a:pt x="3007043" y="257064"/>
                </a:lnTo>
                <a:lnTo>
                  <a:pt x="3011117" y="254241"/>
                </a:lnTo>
                <a:lnTo>
                  <a:pt x="3015192" y="251427"/>
                </a:lnTo>
                <a:lnTo>
                  <a:pt x="3019266" y="248623"/>
                </a:lnTo>
                <a:lnTo>
                  <a:pt x="3023341" y="245828"/>
                </a:lnTo>
                <a:lnTo>
                  <a:pt x="3027415" y="243044"/>
                </a:lnTo>
                <a:lnTo>
                  <a:pt x="3031490" y="240269"/>
                </a:lnTo>
                <a:lnTo>
                  <a:pt x="3035565" y="237504"/>
                </a:lnTo>
                <a:lnTo>
                  <a:pt x="3039639" y="234750"/>
                </a:lnTo>
                <a:lnTo>
                  <a:pt x="3043714" y="232006"/>
                </a:lnTo>
                <a:lnTo>
                  <a:pt x="3047788" y="229272"/>
                </a:lnTo>
                <a:lnTo>
                  <a:pt x="3051863" y="226550"/>
                </a:lnTo>
                <a:lnTo>
                  <a:pt x="3055938" y="223838"/>
                </a:lnTo>
                <a:lnTo>
                  <a:pt x="3060012" y="221136"/>
                </a:lnTo>
                <a:lnTo>
                  <a:pt x="3064087" y="218446"/>
                </a:lnTo>
                <a:lnTo>
                  <a:pt x="3068161" y="215767"/>
                </a:lnTo>
                <a:lnTo>
                  <a:pt x="3072236" y="213100"/>
                </a:lnTo>
                <a:lnTo>
                  <a:pt x="3076310" y="210443"/>
                </a:lnTo>
                <a:lnTo>
                  <a:pt x="3080385" y="207799"/>
                </a:lnTo>
                <a:lnTo>
                  <a:pt x="3084460" y="205166"/>
                </a:lnTo>
                <a:lnTo>
                  <a:pt x="3088534" y="202545"/>
                </a:lnTo>
                <a:lnTo>
                  <a:pt x="3092609" y="199935"/>
                </a:lnTo>
                <a:lnTo>
                  <a:pt x="3096683" y="197338"/>
                </a:lnTo>
                <a:lnTo>
                  <a:pt x="3100758" y="194753"/>
                </a:lnTo>
                <a:lnTo>
                  <a:pt x="3104832" y="192181"/>
                </a:lnTo>
                <a:lnTo>
                  <a:pt x="3108907" y="189621"/>
                </a:lnTo>
                <a:lnTo>
                  <a:pt x="3112982" y="187073"/>
                </a:lnTo>
                <a:lnTo>
                  <a:pt x="3117056" y="184538"/>
                </a:lnTo>
                <a:lnTo>
                  <a:pt x="3121131" y="182016"/>
                </a:lnTo>
                <a:lnTo>
                  <a:pt x="3125205" y="179507"/>
                </a:lnTo>
                <a:lnTo>
                  <a:pt x="3129280" y="177011"/>
                </a:lnTo>
                <a:lnTo>
                  <a:pt x="3133355" y="174528"/>
                </a:lnTo>
                <a:lnTo>
                  <a:pt x="3137429" y="172059"/>
                </a:lnTo>
                <a:lnTo>
                  <a:pt x="3141504" y="169603"/>
                </a:lnTo>
                <a:lnTo>
                  <a:pt x="3145578" y="167160"/>
                </a:lnTo>
                <a:lnTo>
                  <a:pt x="3149653" y="164731"/>
                </a:lnTo>
                <a:lnTo>
                  <a:pt x="3153728" y="162316"/>
                </a:lnTo>
                <a:lnTo>
                  <a:pt x="3157802" y="159915"/>
                </a:lnTo>
                <a:lnTo>
                  <a:pt x="3161877" y="157528"/>
                </a:lnTo>
                <a:lnTo>
                  <a:pt x="3165951" y="155155"/>
                </a:lnTo>
                <a:lnTo>
                  <a:pt x="3170026" y="152796"/>
                </a:lnTo>
                <a:lnTo>
                  <a:pt x="3174100" y="150452"/>
                </a:lnTo>
                <a:lnTo>
                  <a:pt x="3178175" y="148122"/>
                </a:lnTo>
                <a:lnTo>
                  <a:pt x="3182250" y="145807"/>
                </a:lnTo>
                <a:lnTo>
                  <a:pt x="3186324" y="143506"/>
                </a:lnTo>
                <a:lnTo>
                  <a:pt x="3190399" y="141220"/>
                </a:lnTo>
                <a:lnTo>
                  <a:pt x="3194473" y="138950"/>
                </a:lnTo>
                <a:lnTo>
                  <a:pt x="3198548" y="136694"/>
                </a:lnTo>
                <a:lnTo>
                  <a:pt x="3202623" y="134453"/>
                </a:lnTo>
                <a:lnTo>
                  <a:pt x="3206697" y="132228"/>
                </a:lnTo>
                <a:lnTo>
                  <a:pt x="3210772" y="130018"/>
                </a:lnTo>
                <a:lnTo>
                  <a:pt x="3214846" y="127823"/>
                </a:lnTo>
                <a:lnTo>
                  <a:pt x="3218921" y="125645"/>
                </a:lnTo>
                <a:lnTo>
                  <a:pt x="3222995" y="123481"/>
                </a:lnTo>
                <a:lnTo>
                  <a:pt x="3227070" y="121334"/>
                </a:lnTo>
                <a:lnTo>
                  <a:pt x="3231145" y="119202"/>
                </a:lnTo>
                <a:lnTo>
                  <a:pt x="3235219" y="117087"/>
                </a:lnTo>
                <a:lnTo>
                  <a:pt x="3239294" y="114988"/>
                </a:lnTo>
                <a:lnTo>
                  <a:pt x="3243368" y="112904"/>
                </a:lnTo>
                <a:lnTo>
                  <a:pt x="3247443" y="110838"/>
                </a:lnTo>
                <a:lnTo>
                  <a:pt x="3251518" y="108787"/>
                </a:lnTo>
                <a:lnTo>
                  <a:pt x="3255592" y="106753"/>
                </a:lnTo>
                <a:lnTo>
                  <a:pt x="3259667" y="104736"/>
                </a:lnTo>
                <a:lnTo>
                  <a:pt x="3263741" y="102735"/>
                </a:lnTo>
                <a:lnTo>
                  <a:pt x="3267816" y="100752"/>
                </a:lnTo>
                <a:lnTo>
                  <a:pt x="3271890" y="98785"/>
                </a:lnTo>
                <a:lnTo>
                  <a:pt x="3275965" y="96835"/>
                </a:lnTo>
                <a:lnTo>
                  <a:pt x="3280040" y="94902"/>
                </a:lnTo>
                <a:lnTo>
                  <a:pt x="3284114" y="92987"/>
                </a:lnTo>
                <a:lnTo>
                  <a:pt x="3288189" y="91088"/>
                </a:lnTo>
                <a:lnTo>
                  <a:pt x="3292263" y="89208"/>
                </a:lnTo>
                <a:lnTo>
                  <a:pt x="3296338" y="87344"/>
                </a:lnTo>
                <a:lnTo>
                  <a:pt x="3300413" y="85498"/>
                </a:lnTo>
                <a:lnTo>
                  <a:pt x="3304487" y="83670"/>
                </a:lnTo>
                <a:lnTo>
                  <a:pt x="3308562" y="81860"/>
                </a:lnTo>
                <a:lnTo>
                  <a:pt x="3312636" y="80067"/>
                </a:lnTo>
                <a:lnTo>
                  <a:pt x="3316711" y="78292"/>
                </a:lnTo>
                <a:lnTo>
                  <a:pt x="3320785" y="76536"/>
                </a:lnTo>
                <a:lnTo>
                  <a:pt x="3324860" y="74797"/>
                </a:lnTo>
                <a:lnTo>
                  <a:pt x="3328935" y="73077"/>
                </a:lnTo>
                <a:lnTo>
                  <a:pt x="3333009" y="71374"/>
                </a:lnTo>
                <a:lnTo>
                  <a:pt x="3337084" y="69690"/>
                </a:lnTo>
                <a:lnTo>
                  <a:pt x="3341158" y="68025"/>
                </a:lnTo>
                <a:lnTo>
                  <a:pt x="3345233" y="66378"/>
                </a:lnTo>
                <a:lnTo>
                  <a:pt x="3349308" y="64750"/>
                </a:lnTo>
                <a:lnTo>
                  <a:pt x="3353382" y="63140"/>
                </a:lnTo>
                <a:lnTo>
                  <a:pt x="3357457" y="61549"/>
                </a:lnTo>
                <a:lnTo>
                  <a:pt x="3361531" y="59977"/>
                </a:lnTo>
                <a:lnTo>
                  <a:pt x="3365606" y="58424"/>
                </a:lnTo>
                <a:lnTo>
                  <a:pt x="3369680" y="56890"/>
                </a:lnTo>
                <a:lnTo>
                  <a:pt x="3373755" y="55374"/>
                </a:lnTo>
                <a:lnTo>
                  <a:pt x="3377830" y="53878"/>
                </a:lnTo>
                <a:lnTo>
                  <a:pt x="3381904" y="52401"/>
                </a:lnTo>
                <a:lnTo>
                  <a:pt x="3385979" y="50944"/>
                </a:lnTo>
                <a:lnTo>
                  <a:pt x="3390053" y="49506"/>
                </a:lnTo>
                <a:lnTo>
                  <a:pt x="3394128" y="48087"/>
                </a:lnTo>
                <a:lnTo>
                  <a:pt x="3398203" y="46687"/>
                </a:lnTo>
                <a:lnTo>
                  <a:pt x="3402277" y="45307"/>
                </a:lnTo>
                <a:lnTo>
                  <a:pt x="3406352" y="43947"/>
                </a:lnTo>
                <a:lnTo>
                  <a:pt x="3410426" y="42607"/>
                </a:lnTo>
                <a:lnTo>
                  <a:pt x="3414501" y="41286"/>
                </a:lnTo>
                <a:lnTo>
                  <a:pt x="3418575" y="39985"/>
                </a:lnTo>
                <a:lnTo>
                  <a:pt x="3422650" y="38704"/>
                </a:lnTo>
                <a:lnTo>
                  <a:pt x="3426725" y="37442"/>
                </a:lnTo>
                <a:lnTo>
                  <a:pt x="3430799" y="36201"/>
                </a:lnTo>
                <a:lnTo>
                  <a:pt x="3434874" y="34980"/>
                </a:lnTo>
                <a:lnTo>
                  <a:pt x="3438948" y="33779"/>
                </a:lnTo>
                <a:lnTo>
                  <a:pt x="3443023" y="32598"/>
                </a:lnTo>
                <a:lnTo>
                  <a:pt x="3447098" y="31437"/>
                </a:lnTo>
                <a:lnTo>
                  <a:pt x="3451172" y="30297"/>
                </a:lnTo>
                <a:lnTo>
                  <a:pt x="3455247" y="29177"/>
                </a:lnTo>
                <a:lnTo>
                  <a:pt x="3459321" y="28077"/>
                </a:lnTo>
                <a:lnTo>
                  <a:pt x="3463396" y="26998"/>
                </a:lnTo>
                <a:lnTo>
                  <a:pt x="3467470" y="25939"/>
                </a:lnTo>
                <a:lnTo>
                  <a:pt x="3471545" y="24901"/>
                </a:lnTo>
                <a:lnTo>
                  <a:pt x="3475620" y="23884"/>
                </a:lnTo>
                <a:lnTo>
                  <a:pt x="3479694" y="22887"/>
                </a:lnTo>
                <a:lnTo>
                  <a:pt x="3483769" y="21911"/>
                </a:lnTo>
                <a:lnTo>
                  <a:pt x="3487843" y="20955"/>
                </a:lnTo>
                <a:lnTo>
                  <a:pt x="3491918" y="20021"/>
                </a:lnTo>
                <a:lnTo>
                  <a:pt x="3495993" y="19107"/>
                </a:lnTo>
                <a:lnTo>
                  <a:pt x="3500067" y="18214"/>
                </a:lnTo>
                <a:lnTo>
                  <a:pt x="3504142" y="17342"/>
                </a:lnTo>
                <a:lnTo>
                  <a:pt x="3508216" y="16491"/>
                </a:lnTo>
                <a:lnTo>
                  <a:pt x="3512291" y="15661"/>
                </a:lnTo>
                <a:lnTo>
                  <a:pt x="3516365" y="14852"/>
                </a:lnTo>
                <a:lnTo>
                  <a:pt x="3520440" y="14065"/>
                </a:lnTo>
                <a:lnTo>
                  <a:pt x="3524515" y="13298"/>
                </a:lnTo>
                <a:lnTo>
                  <a:pt x="3528589" y="12552"/>
                </a:lnTo>
                <a:lnTo>
                  <a:pt x="3532664" y="11828"/>
                </a:lnTo>
                <a:lnTo>
                  <a:pt x="3536738" y="11125"/>
                </a:lnTo>
                <a:lnTo>
                  <a:pt x="3540813" y="10443"/>
                </a:lnTo>
                <a:lnTo>
                  <a:pt x="3544888" y="9783"/>
                </a:lnTo>
                <a:lnTo>
                  <a:pt x="3548962" y="9144"/>
                </a:lnTo>
                <a:lnTo>
                  <a:pt x="3553037" y="8526"/>
                </a:lnTo>
                <a:lnTo>
                  <a:pt x="3557111" y="7930"/>
                </a:lnTo>
                <a:lnTo>
                  <a:pt x="3561186" y="7355"/>
                </a:lnTo>
                <a:lnTo>
                  <a:pt x="3565260" y="6801"/>
                </a:lnTo>
                <a:lnTo>
                  <a:pt x="3569335" y="6269"/>
                </a:lnTo>
                <a:lnTo>
                  <a:pt x="3573410" y="5759"/>
                </a:lnTo>
                <a:lnTo>
                  <a:pt x="3577484" y="5270"/>
                </a:lnTo>
                <a:lnTo>
                  <a:pt x="3581559" y="4803"/>
                </a:lnTo>
                <a:lnTo>
                  <a:pt x="3585633" y="4357"/>
                </a:lnTo>
                <a:lnTo>
                  <a:pt x="3589708" y="3933"/>
                </a:lnTo>
                <a:lnTo>
                  <a:pt x="3593783" y="3530"/>
                </a:lnTo>
                <a:lnTo>
                  <a:pt x="3597857" y="3149"/>
                </a:lnTo>
                <a:lnTo>
                  <a:pt x="3601932" y="2790"/>
                </a:lnTo>
                <a:lnTo>
                  <a:pt x="3606006" y="2452"/>
                </a:lnTo>
                <a:lnTo>
                  <a:pt x="3610081" y="2137"/>
                </a:lnTo>
                <a:lnTo>
                  <a:pt x="3614155" y="1842"/>
                </a:lnTo>
                <a:lnTo>
                  <a:pt x="3618230" y="1570"/>
                </a:lnTo>
                <a:lnTo>
                  <a:pt x="3622305" y="1319"/>
                </a:lnTo>
                <a:lnTo>
                  <a:pt x="3626379" y="1091"/>
                </a:lnTo>
                <a:lnTo>
                  <a:pt x="3630454" y="883"/>
                </a:lnTo>
                <a:lnTo>
                  <a:pt x="3634528" y="698"/>
                </a:lnTo>
                <a:lnTo>
                  <a:pt x="3638603" y="534"/>
                </a:lnTo>
                <a:lnTo>
                  <a:pt x="3642678" y="393"/>
                </a:lnTo>
                <a:lnTo>
                  <a:pt x="3646752" y="273"/>
                </a:lnTo>
                <a:lnTo>
                  <a:pt x="3650827" y="175"/>
                </a:lnTo>
                <a:lnTo>
                  <a:pt x="3654901" y="98"/>
                </a:lnTo>
                <a:lnTo>
                  <a:pt x="3658976" y="44"/>
                </a:lnTo>
                <a:lnTo>
                  <a:pt x="3663050" y="11"/>
                </a:lnTo>
                <a:lnTo>
                  <a:pt x="3667125" y="0"/>
                </a:lnTo>
              </a:path>
            </a:pathLst>
          </a:custGeom>
          <a:noFill xmlns:a="http://schemas.openxmlformats.org/drawingml/2006/main"/>
          <a:ln xmlns:a="http://schemas.openxmlformats.org/drawingml/2006/main" w="19050">
            <a:solidFill>
              <a:srgbClr val="202020"/>
            </a:solidFill>
          </a:ln>
        </p:spPr>
      </p:sp>
      <p:sp>
        <p:nvSpPr>
          <p:cNvPr id="27" name="tone-message-y">
            <a:extLst xmlns:a="http://schemas.openxmlformats.org/drawingml/2006/main">
              <a:ext uri="{FF2B5EF4-FFF2-40B4-BE49-F238E27FC236}">
                <a16:creationId xmlns:a16="http://schemas.microsoft.com/office/drawing/2014/main" id="{6F2787EA-90B6-4157-85CF-43DE56DC0492}"/>
              </a:ext>
            </a:extLst>
          </p:cNvPr>
          <p:cNvSpPr>
            <a:spLocks xmlns:a="http://schemas.openxmlformats.org/drawingml/2006/main" noGrp="1"/>
          </p:cNvSpPr>
          <p:nvPr/>
        </p:nvSpPr>
        <p:spPr>
          <a:xfrm xmlns:a="http://schemas.openxmlformats.org/drawingml/2006/main">
            <a:off x="952500" y="2967990"/>
            <a:ext cx="95" cy="1074420"/>
          </a:xfrm>
          <a:custGeom xmlns:a="http://schemas.openxmlformats.org/drawingml/2006/main">
            <a:pathLst>
              <a:path w="95" h="1074420">
                <a:moveTo>
                  <a:pt x="0" y="0"/>
                </a:moveTo>
                <a:lnTo>
                  <a:pt x="0" y="1074420"/>
                </a:lnTo>
              </a:path>
            </a:pathLst>
          </a:custGeom>
          <a:noFill xmlns:a="http://schemas.openxmlformats.org/drawingml/2006/main"/>
          <a:ln xmlns:a="http://schemas.openxmlformats.org/drawingml/2006/main" w="9525">
            <a:solidFill>
              <a:srgbClr val="777777"/>
            </a:solidFill>
          </a:ln>
        </p:spPr>
      </p:sp>
      <p:sp>
        <p:nvSpPr>
          <p:cNvPr id="28" name="tone-message-y-tick-0">
            <a:extLst xmlns:a="http://schemas.openxmlformats.org/drawingml/2006/main">
              <a:ext uri="{FF2B5EF4-FFF2-40B4-BE49-F238E27FC236}">
                <a16:creationId xmlns:a16="http://schemas.microsoft.com/office/drawing/2014/main" id="{7D63AEFA-1E66-4CA3-948D-A202F5ADDBE6}"/>
              </a:ext>
            </a:extLst>
          </p:cNvPr>
          <p:cNvSpPr>
            <a:spLocks xmlns:a="http://schemas.openxmlformats.org/drawingml/2006/main" noGrp="1"/>
          </p:cNvSpPr>
          <p:nvPr/>
        </p:nvSpPr>
        <p:spPr>
          <a:xfrm xmlns:a="http://schemas.openxmlformats.org/drawingml/2006/main">
            <a:off x="904875" y="3952875"/>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tone-message-y-tick-1">
            <a:extLst xmlns:a="http://schemas.openxmlformats.org/drawingml/2006/main">
              <a:ext uri="{FF2B5EF4-FFF2-40B4-BE49-F238E27FC236}">
                <a16:creationId xmlns:a16="http://schemas.microsoft.com/office/drawing/2014/main" id="{17A946B8-7A73-4C34-BC9A-1AB5BD2F7482}"/>
              </a:ext>
            </a:extLst>
          </p:cNvPr>
          <p:cNvSpPr>
            <a:spLocks xmlns:a="http://schemas.openxmlformats.org/drawingml/2006/main" noGrp="1"/>
          </p:cNvSpPr>
          <p:nvPr/>
        </p:nvSpPr>
        <p:spPr>
          <a:xfrm xmlns:a="http://schemas.openxmlformats.org/drawingml/2006/main">
            <a:off x="904875" y="35052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tone-message-y-tick-2">
            <a:extLst xmlns:a="http://schemas.openxmlformats.org/drawingml/2006/main">
              <a:ext uri="{FF2B5EF4-FFF2-40B4-BE49-F238E27FC236}">
                <a16:creationId xmlns:a16="http://schemas.microsoft.com/office/drawing/2014/main" id="{48F40842-AF9D-41C6-8AEC-1223812CBEF7}"/>
              </a:ext>
            </a:extLst>
          </p:cNvPr>
          <p:cNvSpPr>
            <a:spLocks xmlns:a="http://schemas.openxmlformats.org/drawingml/2006/main" noGrp="1"/>
          </p:cNvSpPr>
          <p:nvPr/>
        </p:nvSpPr>
        <p:spPr>
          <a:xfrm xmlns:a="http://schemas.openxmlformats.org/drawingml/2006/main">
            <a:off x="904875" y="3057525"/>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1" name="tone-frequency-label">
            <a:extLst xmlns:a="http://schemas.openxmlformats.org/drawingml/2006/main">
              <a:ext uri="{FF2B5EF4-FFF2-40B4-BE49-F238E27FC236}">
                <a16:creationId xmlns:a16="http://schemas.microsoft.com/office/drawing/2014/main" id="{073EFB19-37F1-44F4-A56A-D13B8F737702}"/>
              </a:ext>
            </a:extLst>
          </p:cNvPr>
          <p:cNvSpPr>
            <a:spLocks xmlns:a="http://schemas.openxmlformats.org/drawingml/2006/main" noGrp="1"/>
          </p:cNvSpPr>
          <p:nvPr/>
        </p:nvSpPr>
        <p:spPr>
          <a:xfrm xmlns:a="http://schemas.openxmlformats.org/drawingml/2006/main">
            <a:off x="4876800" y="3048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r>
              <a:t/>
            </a:r>
          </a:p>
        </p:txBody>
      </p:sp>
      <p:sp>
        <p:nvSpPr>
          <p:cNvPr id="32" name="tone-frequency-shaft">
            <a:extLst xmlns:a="http://schemas.openxmlformats.org/drawingml/2006/main">
              <a:ext uri="{FF2B5EF4-FFF2-40B4-BE49-F238E27FC236}">
                <a16:creationId xmlns:a16="http://schemas.microsoft.com/office/drawing/2014/main" id="{34455F24-57AA-4509-83EB-5F6FD9825AD0}"/>
              </a:ext>
            </a:extLst>
          </p:cNvPr>
          <p:cNvSpPr>
            <a:spLocks xmlns:a="http://schemas.openxmlformats.org/drawingml/2006/main" noGrp="1"/>
          </p:cNvSpPr>
          <p:nvPr/>
        </p:nvSpPr>
        <p:spPr>
          <a:xfrm xmlns:a="http://schemas.openxmlformats.org/drawingml/2006/main">
            <a:off x="5067300" y="3505200"/>
            <a:ext cx="11525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3" name="tone-frequency-head">
            <a:extLst xmlns:a="http://schemas.openxmlformats.org/drawingml/2006/main">
              <a:ext uri="{FF2B5EF4-FFF2-40B4-BE49-F238E27FC236}">
                <a16:creationId xmlns:a16="http://schemas.microsoft.com/office/drawing/2014/main" id="{E98089F7-9AB6-403E-AD64-A5C05F6C9591}"/>
              </a:ext>
            </a:extLst>
          </p:cNvPr>
          <p:cNvSpPr>
            <a:spLocks xmlns:a="http://schemas.openxmlformats.org/drawingml/2006/main" noGrp="1"/>
          </p:cNvSpPr>
          <p:nvPr/>
        </p:nvSpPr>
        <p:spPr>
          <a:xfrm xmlns:a="http://schemas.openxmlformats.org/drawingml/2006/main" rot="5400000">
            <a:off x="6200775" y="34623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4" name="tone-fi-axis-shaft">
            <a:extLst xmlns:a="http://schemas.openxmlformats.org/drawingml/2006/main">
              <a:ext uri="{FF2B5EF4-FFF2-40B4-BE49-F238E27FC236}">
                <a16:creationId xmlns:a16="http://schemas.microsoft.com/office/drawing/2014/main" id="{990ED23C-F703-48E1-B6B3-B3D706D8EC26}"/>
              </a:ext>
            </a:extLst>
          </p:cNvPr>
          <p:cNvSpPr>
            <a:spLocks xmlns:a="http://schemas.openxmlformats.org/drawingml/2006/main" noGrp="1"/>
          </p:cNvSpPr>
          <p:nvPr/>
        </p:nvSpPr>
        <p:spPr>
          <a:xfrm xmlns:a="http://schemas.openxmlformats.org/drawingml/2006/main">
            <a:off x="7810500" y="4095750"/>
            <a:ext cx="329565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5" name="tone-fi-axis-head">
            <a:extLst xmlns:a="http://schemas.openxmlformats.org/drawingml/2006/main">
              <a:ext uri="{FF2B5EF4-FFF2-40B4-BE49-F238E27FC236}">
                <a16:creationId xmlns:a16="http://schemas.microsoft.com/office/drawing/2014/main" id="{B9C12313-07B9-4D16-A6D9-9CF47AFEDC21}"/>
              </a:ext>
            </a:extLst>
          </p:cNvPr>
          <p:cNvSpPr>
            <a:spLocks xmlns:a="http://schemas.openxmlformats.org/drawingml/2006/main" noGrp="1"/>
          </p:cNvSpPr>
          <p:nvPr/>
        </p:nvSpPr>
        <p:spPr>
          <a:xfrm xmlns:a="http://schemas.openxmlformats.org/drawingml/2006/main" rot="5400000">
            <a:off x="11087100" y="40528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6" name="tone-fi-tick-0">
            <a:extLst xmlns:a="http://schemas.openxmlformats.org/drawingml/2006/main">
              <a:ext uri="{FF2B5EF4-FFF2-40B4-BE49-F238E27FC236}">
                <a16:creationId xmlns:a16="http://schemas.microsoft.com/office/drawing/2014/main" id="{8C6912BD-7504-4E1B-A0E6-D3156C8D1C70}"/>
              </a:ext>
            </a:extLst>
          </p:cNvPr>
          <p:cNvSpPr>
            <a:spLocks xmlns:a="http://schemas.openxmlformats.org/drawingml/2006/main" noGrp="1"/>
          </p:cNvSpPr>
          <p:nvPr/>
        </p:nvSpPr>
        <p:spPr>
          <a:xfrm xmlns:a="http://schemas.openxmlformats.org/drawingml/2006/main">
            <a:off x="7810500" y="4095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7" name="tone-fi-tick-1">
            <a:extLst xmlns:a="http://schemas.openxmlformats.org/drawingml/2006/main">
              <a:ext uri="{FF2B5EF4-FFF2-40B4-BE49-F238E27FC236}">
                <a16:creationId xmlns:a16="http://schemas.microsoft.com/office/drawing/2014/main" id="{82719291-69FD-4A56-8DF0-C061513D12E2}"/>
              </a:ext>
            </a:extLst>
          </p:cNvPr>
          <p:cNvSpPr>
            <a:spLocks xmlns:a="http://schemas.openxmlformats.org/drawingml/2006/main" noGrp="1"/>
          </p:cNvSpPr>
          <p:nvPr/>
        </p:nvSpPr>
        <p:spPr>
          <a:xfrm xmlns:a="http://schemas.openxmlformats.org/drawingml/2006/main">
            <a:off x="11191875" y="40957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8" name="tone-fi-wave">
            <a:extLst xmlns:a="http://schemas.openxmlformats.org/drawingml/2006/main">
              <a:ext uri="{FF2B5EF4-FFF2-40B4-BE49-F238E27FC236}">
                <a16:creationId xmlns:a16="http://schemas.microsoft.com/office/drawing/2014/main" id="{78F2B046-16AE-47FB-BEEC-01BD3E0F3243}"/>
              </a:ext>
            </a:extLst>
          </p:cNvPr>
          <p:cNvSpPr>
            <a:spLocks xmlns:a="http://schemas.openxmlformats.org/drawingml/2006/main" noGrp="1"/>
          </p:cNvSpPr>
          <p:nvPr/>
        </p:nvSpPr>
        <p:spPr>
          <a:xfrm xmlns:a="http://schemas.openxmlformats.org/drawingml/2006/main">
            <a:off x="7810500" y="3027759"/>
            <a:ext cx="3381375" cy="619125"/>
          </a:xfrm>
          <a:custGeom xmlns:a="http://schemas.openxmlformats.org/drawingml/2006/main">
            <a:pathLst>
              <a:path w="3381375" h="619125">
                <a:moveTo>
                  <a:pt x="0" y="0"/>
                </a:moveTo>
                <a:lnTo>
                  <a:pt x="3757" y="8"/>
                </a:lnTo>
                <a:lnTo>
                  <a:pt x="7514" y="30"/>
                </a:lnTo>
                <a:lnTo>
                  <a:pt x="11271" y="68"/>
                </a:lnTo>
                <a:lnTo>
                  <a:pt x="15028" y="121"/>
                </a:lnTo>
                <a:lnTo>
                  <a:pt x="18785" y="189"/>
                </a:lnTo>
                <a:lnTo>
                  <a:pt x="22543" y="272"/>
                </a:lnTo>
                <a:lnTo>
                  <a:pt x="26300" y="370"/>
                </a:lnTo>
                <a:lnTo>
                  <a:pt x="30057" y="483"/>
                </a:lnTo>
                <a:lnTo>
                  <a:pt x="33814" y="611"/>
                </a:lnTo>
                <a:lnTo>
                  <a:pt x="37571" y="754"/>
                </a:lnTo>
                <a:lnTo>
                  <a:pt x="41328" y="912"/>
                </a:lnTo>
                <a:lnTo>
                  <a:pt x="45085" y="1086"/>
                </a:lnTo>
                <a:lnTo>
                  <a:pt x="48842" y="1274"/>
                </a:lnTo>
                <a:lnTo>
                  <a:pt x="52599" y="1477"/>
                </a:lnTo>
                <a:lnTo>
                  <a:pt x="56356" y="1696"/>
                </a:lnTo>
                <a:lnTo>
                  <a:pt x="60113" y="1929"/>
                </a:lnTo>
                <a:lnTo>
                  <a:pt x="63870" y="2178"/>
                </a:lnTo>
                <a:lnTo>
                  <a:pt x="67628" y="2441"/>
                </a:lnTo>
                <a:lnTo>
                  <a:pt x="71385" y="2719"/>
                </a:lnTo>
                <a:lnTo>
                  <a:pt x="75142" y="3013"/>
                </a:lnTo>
                <a:lnTo>
                  <a:pt x="78899" y="3321"/>
                </a:lnTo>
                <a:lnTo>
                  <a:pt x="82656" y="3644"/>
                </a:lnTo>
                <a:lnTo>
                  <a:pt x="86413" y="3982"/>
                </a:lnTo>
                <a:lnTo>
                  <a:pt x="90170" y="4335"/>
                </a:lnTo>
                <a:lnTo>
                  <a:pt x="93927" y="4703"/>
                </a:lnTo>
                <a:lnTo>
                  <a:pt x="97684" y="5086"/>
                </a:lnTo>
                <a:lnTo>
                  <a:pt x="101441" y="5483"/>
                </a:lnTo>
                <a:lnTo>
                  <a:pt x="105198" y="5896"/>
                </a:lnTo>
                <a:lnTo>
                  <a:pt x="108955" y="6323"/>
                </a:lnTo>
                <a:lnTo>
                  <a:pt x="112713" y="6765"/>
                </a:lnTo>
                <a:lnTo>
                  <a:pt x="116470" y="7221"/>
                </a:lnTo>
                <a:lnTo>
                  <a:pt x="120227" y="7693"/>
                </a:lnTo>
                <a:lnTo>
                  <a:pt x="123984" y="8179"/>
                </a:lnTo>
                <a:lnTo>
                  <a:pt x="127741" y="8680"/>
                </a:lnTo>
                <a:lnTo>
                  <a:pt x="131498" y="9195"/>
                </a:lnTo>
                <a:lnTo>
                  <a:pt x="135255" y="9725"/>
                </a:lnTo>
                <a:lnTo>
                  <a:pt x="139012" y="10270"/>
                </a:lnTo>
                <a:lnTo>
                  <a:pt x="142769" y="10830"/>
                </a:lnTo>
                <a:lnTo>
                  <a:pt x="146526" y="11403"/>
                </a:lnTo>
                <a:lnTo>
                  <a:pt x="150283" y="11992"/>
                </a:lnTo>
                <a:lnTo>
                  <a:pt x="154040" y="12595"/>
                </a:lnTo>
                <a:lnTo>
                  <a:pt x="157798" y="13212"/>
                </a:lnTo>
                <a:lnTo>
                  <a:pt x="161555" y="13844"/>
                </a:lnTo>
                <a:lnTo>
                  <a:pt x="165312" y="14490"/>
                </a:lnTo>
                <a:lnTo>
                  <a:pt x="169069" y="15151"/>
                </a:lnTo>
                <a:lnTo>
                  <a:pt x="172826" y="15826"/>
                </a:lnTo>
                <a:lnTo>
                  <a:pt x="176583" y="16515"/>
                </a:lnTo>
                <a:lnTo>
                  <a:pt x="180340" y="17219"/>
                </a:lnTo>
                <a:lnTo>
                  <a:pt x="184097" y="17937"/>
                </a:lnTo>
                <a:lnTo>
                  <a:pt x="187854" y="18669"/>
                </a:lnTo>
                <a:lnTo>
                  <a:pt x="191611" y="19415"/>
                </a:lnTo>
                <a:lnTo>
                  <a:pt x="195368" y="20176"/>
                </a:lnTo>
                <a:lnTo>
                  <a:pt x="199125" y="20950"/>
                </a:lnTo>
                <a:lnTo>
                  <a:pt x="202882" y="21739"/>
                </a:lnTo>
                <a:lnTo>
                  <a:pt x="206640" y="22541"/>
                </a:lnTo>
                <a:lnTo>
                  <a:pt x="210397" y="23358"/>
                </a:lnTo>
                <a:lnTo>
                  <a:pt x="214154" y="24188"/>
                </a:lnTo>
                <a:lnTo>
                  <a:pt x="217911" y="25033"/>
                </a:lnTo>
                <a:lnTo>
                  <a:pt x="221668" y="25891"/>
                </a:lnTo>
                <a:lnTo>
                  <a:pt x="225425" y="26763"/>
                </a:lnTo>
                <a:lnTo>
                  <a:pt x="229182" y="27649"/>
                </a:lnTo>
                <a:lnTo>
                  <a:pt x="232939" y="28549"/>
                </a:lnTo>
                <a:lnTo>
                  <a:pt x="236696" y="29462"/>
                </a:lnTo>
                <a:lnTo>
                  <a:pt x="240453" y="30389"/>
                </a:lnTo>
                <a:lnTo>
                  <a:pt x="244210" y="31330"/>
                </a:lnTo>
                <a:lnTo>
                  <a:pt x="247967" y="32284"/>
                </a:lnTo>
                <a:lnTo>
                  <a:pt x="251725" y="33251"/>
                </a:lnTo>
                <a:lnTo>
                  <a:pt x="255482" y="34233"/>
                </a:lnTo>
                <a:lnTo>
                  <a:pt x="259239" y="35227"/>
                </a:lnTo>
                <a:lnTo>
                  <a:pt x="262996" y="36235"/>
                </a:lnTo>
                <a:lnTo>
                  <a:pt x="266753" y="37256"/>
                </a:lnTo>
                <a:lnTo>
                  <a:pt x="270510" y="38291"/>
                </a:lnTo>
                <a:lnTo>
                  <a:pt x="274267" y="39339"/>
                </a:lnTo>
                <a:lnTo>
                  <a:pt x="278024" y="40399"/>
                </a:lnTo>
                <a:lnTo>
                  <a:pt x="281781" y="41474"/>
                </a:lnTo>
                <a:lnTo>
                  <a:pt x="285538" y="42561"/>
                </a:lnTo>
                <a:lnTo>
                  <a:pt x="289295" y="43661"/>
                </a:lnTo>
                <a:lnTo>
                  <a:pt x="293052" y="44774"/>
                </a:lnTo>
                <a:lnTo>
                  <a:pt x="296810" y="45900"/>
                </a:lnTo>
                <a:lnTo>
                  <a:pt x="300567" y="47039"/>
                </a:lnTo>
                <a:lnTo>
                  <a:pt x="304324" y="48190"/>
                </a:lnTo>
                <a:lnTo>
                  <a:pt x="308081" y="49355"/>
                </a:lnTo>
                <a:lnTo>
                  <a:pt x="311838" y="50532"/>
                </a:lnTo>
                <a:lnTo>
                  <a:pt x="315595" y="51721"/>
                </a:lnTo>
                <a:lnTo>
                  <a:pt x="319352" y="52924"/>
                </a:lnTo>
                <a:lnTo>
                  <a:pt x="323109" y="54138"/>
                </a:lnTo>
                <a:lnTo>
                  <a:pt x="326866" y="55365"/>
                </a:lnTo>
                <a:lnTo>
                  <a:pt x="330623" y="56605"/>
                </a:lnTo>
                <a:lnTo>
                  <a:pt x="334380" y="57857"/>
                </a:lnTo>
                <a:lnTo>
                  <a:pt x="338138" y="59121"/>
                </a:lnTo>
                <a:lnTo>
                  <a:pt x="341895" y="60398"/>
                </a:lnTo>
                <a:lnTo>
                  <a:pt x="345652" y="61686"/>
                </a:lnTo>
                <a:lnTo>
                  <a:pt x="349409" y="62987"/>
                </a:lnTo>
                <a:lnTo>
                  <a:pt x="353166" y="64299"/>
                </a:lnTo>
                <a:lnTo>
                  <a:pt x="356923" y="65624"/>
                </a:lnTo>
                <a:lnTo>
                  <a:pt x="360680" y="66960"/>
                </a:lnTo>
                <a:lnTo>
                  <a:pt x="364437" y="68309"/>
                </a:lnTo>
                <a:lnTo>
                  <a:pt x="368194" y="69669"/>
                </a:lnTo>
                <a:lnTo>
                  <a:pt x="371951" y="71040"/>
                </a:lnTo>
                <a:lnTo>
                  <a:pt x="375708" y="72424"/>
                </a:lnTo>
                <a:lnTo>
                  <a:pt x="379465" y="73819"/>
                </a:lnTo>
                <a:lnTo>
                  <a:pt x="383223" y="75225"/>
                </a:lnTo>
                <a:lnTo>
                  <a:pt x="386980" y="76643"/>
                </a:lnTo>
                <a:lnTo>
                  <a:pt x="390737" y="78072"/>
                </a:lnTo>
                <a:lnTo>
                  <a:pt x="394494" y="79513"/>
                </a:lnTo>
                <a:lnTo>
                  <a:pt x="398251" y="80964"/>
                </a:lnTo>
                <a:lnTo>
                  <a:pt x="402008" y="82427"/>
                </a:lnTo>
                <a:lnTo>
                  <a:pt x="405765" y="83901"/>
                </a:lnTo>
                <a:lnTo>
                  <a:pt x="409522" y="85386"/>
                </a:lnTo>
                <a:lnTo>
                  <a:pt x="413279" y="86882"/>
                </a:lnTo>
                <a:lnTo>
                  <a:pt x="417036" y="88389"/>
                </a:lnTo>
                <a:lnTo>
                  <a:pt x="420793" y="89906"/>
                </a:lnTo>
                <a:lnTo>
                  <a:pt x="424550" y="91434"/>
                </a:lnTo>
                <a:lnTo>
                  <a:pt x="428308" y="92973"/>
                </a:lnTo>
                <a:lnTo>
                  <a:pt x="432065" y="94522"/>
                </a:lnTo>
                <a:lnTo>
                  <a:pt x="435822" y="96082"/>
                </a:lnTo>
                <a:lnTo>
                  <a:pt x="439579" y="97652"/>
                </a:lnTo>
                <a:lnTo>
                  <a:pt x="443336" y="99233"/>
                </a:lnTo>
                <a:lnTo>
                  <a:pt x="447093" y="100824"/>
                </a:lnTo>
                <a:lnTo>
                  <a:pt x="450850" y="102425"/>
                </a:lnTo>
                <a:lnTo>
                  <a:pt x="454607" y="104036"/>
                </a:lnTo>
                <a:lnTo>
                  <a:pt x="458364" y="105657"/>
                </a:lnTo>
                <a:lnTo>
                  <a:pt x="462121" y="107288"/>
                </a:lnTo>
                <a:lnTo>
                  <a:pt x="465878" y="108929"/>
                </a:lnTo>
                <a:lnTo>
                  <a:pt x="469635" y="110580"/>
                </a:lnTo>
                <a:lnTo>
                  <a:pt x="473393" y="112240"/>
                </a:lnTo>
                <a:lnTo>
                  <a:pt x="477150" y="113910"/>
                </a:lnTo>
                <a:lnTo>
                  <a:pt x="480907" y="115589"/>
                </a:lnTo>
                <a:lnTo>
                  <a:pt x="484664" y="117278"/>
                </a:lnTo>
                <a:lnTo>
                  <a:pt x="488421" y="118977"/>
                </a:lnTo>
                <a:lnTo>
                  <a:pt x="492178" y="120684"/>
                </a:lnTo>
                <a:lnTo>
                  <a:pt x="495935" y="122401"/>
                </a:lnTo>
                <a:lnTo>
                  <a:pt x="499692" y="124127"/>
                </a:lnTo>
                <a:lnTo>
                  <a:pt x="503449" y="125862"/>
                </a:lnTo>
                <a:lnTo>
                  <a:pt x="507206" y="127606"/>
                </a:lnTo>
                <a:lnTo>
                  <a:pt x="510963" y="129359"/>
                </a:lnTo>
                <a:lnTo>
                  <a:pt x="514720" y="131121"/>
                </a:lnTo>
                <a:lnTo>
                  <a:pt x="518477" y="132891"/>
                </a:lnTo>
                <a:lnTo>
                  <a:pt x="522235" y="134670"/>
                </a:lnTo>
                <a:lnTo>
                  <a:pt x="525992" y="136457"/>
                </a:lnTo>
                <a:lnTo>
                  <a:pt x="529749" y="138253"/>
                </a:lnTo>
                <a:lnTo>
                  <a:pt x="533506" y="140057"/>
                </a:lnTo>
                <a:lnTo>
                  <a:pt x="537263" y="141870"/>
                </a:lnTo>
                <a:lnTo>
                  <a:pt x="541020" y="143691"/>
                </a:lnTo>
                <a:lnTo>
                  <a:pt x="544777" y="145519"/>
                </a:lnTo>
                <a:lnTo>
                  <a:pt x="548534" y="147356"/>
                </a:lnTo>
                <a:lnTo>
                  <a:pt x="552291" y="149201"/>
                </a:lnTo>
                <a:lnTo>
                  <a:pt x="556048" y="151053"/>
                </a:lnTo>
                <a:lnTo>
                  <a:pt x="559805" y="152913"/>
                </a:lnTo>
                <a:lnTo>
                  <a:pt x="563562" y="154781"/>
                </a:lnTo>
                <a:lnTo>
                  <a:pt x="567320" y="156657"/>
                </a:lnTo>
                <a:lnTo>
                  <a:pt x="571077" y="158539"/>
                </a:lnTo>
                <a:lnTo>
                  <a:pt x="574834" y="160430"/>
                </a:lnTo>
                <a:lnTo>
                  <a:pt x="578591" y="162327"/>
                </a:lnTo>
                <a:lnTo>
                  <a:pt x="582348" y="164232"/>
                </a:lnTo>
                <a:lnTo>
                  <a:pt x="586105" y="166143"/>
                </a:lnTo>
                <a:lnTo>
                  <a:pt x="589862" y="168062"/>
                </a:lnTo>
                <a:lnTo>
                  <a:pt x="593619" y="169988"/>
                </a:lnTo>
                <a:lnTo>
                  <a:pt x="597376" y="171920"/>
                </a:lnTo>
                <a:lnTo>
                  <a:pt x="601133" y="173859"/>
                </a:lnTo>
                <a:lnTo>
                  <a:pt x="604890" y="175805"/>
                </a:lnTo>
                <a:lnTo>
                  <a:pt x="608647" y="177757"/>
                </a:lnTo>
                <a:lnTo>
                  <a:pt x="612405" y="179716"/>
                </a:lnTo>
                <a:lnTo>
                  <a:pt x="616162" y="181681"/>
                </a:lnTo>
                <a:lnTo>
                  <a:pt x="619919" y="183652"/>
                </a:lnTo>
                <a:lnTo>
                  <a:pt x="623676" y="185629"/>
                </a:lnTo>
                <a:lnTo>
                  <a:pt x="627433" y="187613"/>
                </a:lnTo>
                <a:lnTo>
                  <a:pt x="631190" y="189602"/>
                </a:lnTo>
                <a:lnTo>
                  <a:pt x="634947" y="191597"/>
                </a:lnTo>
                <a:lnTo>
                  <a:pt x="638704" y="193598"/>
                </a:lnTo>
                <a:lnTo>
                  <a:pt x="642461" y="195605"/>
                </a:lnTo>
                <a:lnTo>
                  <a:pt x="646218" y="197617"/>
                </a:lnTo>
                <a:lnTo>
                  <a:pt x="649975" y="199635"/>
                </a:lnTo>
                <a:lnTo>
                  <a:pt x="653732" y="201658"/>
                </a:lnTo>
                <a:lnTo>
                  <a:pt x="657490" y="203686"/>
                </a:lnTo>
                <a:lnTo>
                  <a:pt x="661247" y="205719"/>
                </a:lnTo>
                <a:lnTo>
                  <a:pt x="665004" y="207758"/>
                </a:lnTo>
                <a:lnTo>
                  <a:pt x="668761" y="209801"/>
                </a:lnTo>
                <a:lnTo>
                  <a:pt x="672518" y="211849"/>
                </a:lnTo>
                <a:lnTo>
                  <a:pt x="676275" y="213902"/>
                </a:lnTo>
                <a:lnTo>
                  <a:pt x="680032" y="215960"/>
                </a:lnTo>
                <a:lnTo>
                  <a:pt x="683789" y="218022"/>
                </a:lnTo>
                <a:lnTo>
                  <a:pt x="687546" y="220089"/>
                </a:lnTo>
                <a:lnTo>
                  <a:pt x="691303" y="222160"/>
                </a:lnTo>
                <a:lnTo>
                  <a:pt x="695060" y="224236"/>
                </a:lnTo>
                <a:lnTo>
                  <a:pt x="698818" y="226315"/>
                </a:lnTo>
                <a:lnTo>
                  <a:pt x="702575" y="228399"/>
                </a:lnTo>
                <a:lnTo>
                  <a:pt x="706332" y="230486"/>
                </a:lnTo>
                <a:lnTo>
                  <a:pt x="710089" y="232577"/>
                </a:lnTo>
                <a:lnTo>
                  <a:pt x="713846" y="234673"/>
                </a:lnTo>
                <a:lnTo>
                  <a:pt x="717603" y="236771"/>
                </a:lnTo>
                <a:lnTo>
                  <a:pt x="721360" y="238874"/>
                </a:lnTo>
                <a:lnTo>
                  <a:pt x="725117" y="240979"/>
                </a:lnTo>
                <a:lnTo>
                  <a:pt x="728874" y="243088"/>
                </a:lnTo>
                <a:lnTo>
                  <a:pt x="732631" y="245201"/>
                </a:lnTo>
                <a:lnTo>
                  <a:pt x="736388" y="247316"/>
                </a:lnTo>
                <a:lnTo>
                  <a:pt x="740145" y="249435"/>
                </a:lnTo>
                <a:lnTo>
                  <a:pt x="743903" y="251556"/>
                </a:lnTo>
                <a:lnTo>
                  <a:pt x="747660" y="253681"/>
                </a:lnTo>
                <a:lnTo>
                  <a:pt x="751417" y="255808"/>
                </a:lnTo>
                <a:lnTo>
                  <a:pt x="755174" y="257937"/>
                </a:lnTo>
                <a:lnTo>
                  <a:pt x="758931" y="260069"/>
                </a:lnTo>
                <a:lnTo>
                  <a:pt x="762688" y="262204"/>
                </a:lnTo>
                <a:lnTo>
                  <a:pt x="766445" y="264341"/>
                </a:lnTo>
                <a:lnTo>
                  <a:pt x="770202" y="266480"/>
                </a:lnTo>
                <a:lnTo>
                  <a:pt x="773959" y="268621"/>
                </a:lnTo>
                <a:lnTo>
                  <a:pt x="777716" y="270764"/>
                </a:lnTo>
                <a:lnTo>
                  <a:pt x="781473" y="272909"/>
                </a:lnTo>
                <a:lnTo>
                  <a:pt x="785230" y="275056"/>
                </a:lnTo>
                <a:lnTo>
                  <a:pt x="788988" y="277204"/>
                </a:lnTo>
                <a:lnTo>
                  <a:pt x="792745" y="279354"/>
                </a:lnTo>
                <a:lnTo>
                  <a:pt x="796502" y="281506"/>
                </a:lnTo>
                <a:lnTo>
                  <a:pt x="800259" y="283659"/>
                </a:lnTo>
                <a:lnTo>
                  <a:pt x="804016" y="285813"/>
                </a:lnTo>
                <a:lnTo>
                  <a:pt x="807773" y="287969"/>
                </a:lnTo>
                <a:lnTo>
                  <a:pt x="811530" y="290125"/>
                </a:lnTo>
                <a:lnTo>
                  <a:pt x="815287" y="292282"/>
                </a:lnTo>
                <a:lnTo>
                  <a:pt x="819044" y="294440"/>
                </a:lnTo>
                <a:lnTo>
                  <a:pt x="822801" y="296599"/>
                </a:lnTo>
                <a:lnTo>
                  <a:pt x="826558" y="298759"/>
                </a:lnTo>
                <a:lnTo>
                  <a:pt x="830315" y="300919"/>
                </a:lnTo>
                <a:lnTo>
                  <a:pt x="834072" y="303080"/>
                </a:lnTo>
                <a:lnTo>
                  <a:pt x="837830" y="305240"/>
                </a:lnTo>
                <a:lnTo>
                  <a:pt x="841587" y="307401"/>
                </a:lnTo>
                <a:lnTo>
                  <a:pt x="845344" y="309563"/>
                </a:lnTo>
                <a:lnTo>
                  <a:pt x="849101" y="311724"/>
                </a:lnTo>
                <a:lnTo>
                  <a:pt x="852858" y="313885"/>
                </a:lnTo>
                <a:lnTo>
                  <a:pt x="856615" y="316045"/>
                </a:lnTo>
                <a:lnTo>
                  <a:pt x="860372" y="318206"/>
                </a:lnTo>
                <a:lnTo>
                  <a:pt x="864129" y="320366"/>
                </a:lnTo>
                <a:lnTo>
                  <a:pt x="867886" y="322526"/>
                </a:lnTo>
                <a:lnTo>
                  <a:pt x="871643" y="324685"/>
                </a:lnTo>
                <a:lnTo>
                  <a:pt x="875400" y="326843"/>
                </a:lnTo>
                <a:lnTo>
                  <a:pt x="879157" y="329000"/>
                </a:lnTo>
                <a:lnTo>
                  <a:pt x="882915" y="331156"/>
                </a:lnTo>
                <a:lnTo>
                  <a:pt x="886672" y="333312"/>
                </a:lnTo>
                <a:lnTo>
                  <a:pt x="890429" y="335466"/>
                </a:lnTo>
                <a:lnTo>
                  <a:pt x="894186" y="337619"/>
                </a:lnTo>
                <a:lnTo>
                  <a:pt x="897943" y="339771"/>
                </a:lnTo>
                <a:lnTo>
                  <a:pt x="901700" y="341921"/>
                </a:lnTo>
                <a:lnTo>
                  <a:pt x="905457" y="344069"/>
                </a:lnTo>
                <a:lnTo>
                  <a:pt x="909214" y="346216"/>
                </a:lnTo>
                <a:lnTo>
                  <a:pt x="912971" y="348361"/>
                </a:lnTo>
                <a:lnTo>
                  <a:pt x="916728" y="350504"/>
                </a:lnTo>
                <a:lnTo>
                  <a:pt x="920485" y="352645"/>
                </a:lnTo>
                <a:lnTo>
                  <a:pt x="924242" y="354784"/>
                </a:lnTo>
                <a:lnTo>
                  <a:pt x="928000" y="356921"/>
                </a:lnTo>
                <a:lnTo>
                  <a:pt x="931757" y="359056"/>
                </a:lnTo>
                <a:lnTo>
                  <a:pt x="935514" y="361188"/>
                </a:lnTo>
                <a:lnTo>
                  <a:pt x="939271" y="363317"/>
                </a:lnTo>
                <a:lnTo>
                  <a:pt x="943028" y="365444"/>
                </a:lnTo>
                <a:lnTo>
                  <a:pt x="946785" y="367569"/>
                </a:lnTo>
                <a:lnTo>
                  <a:pt x="950542" y="369690"/>
                </a:lnTo>
                <a:lnTo>
                  <a:pt x="954299" y="371809"/>
                </a:lnTo>
                <a:lnTo>
                  <a:pt x="958056" y="373924"/>
                </a:lnTo>
                <a:lnTo>
                  <a:pt x="961813" y="376037"/>
                </a:lnTo>
                <a:lnTo>
                  <a:pt x="965570" y="378146"/>
                </a:lnTo>
                <a:lnTo>
                  <a:pt x="969327" y="380251"/>
                </a:lnTo>
                <a:lnTo>
                  <a:pt x="973085" y="382354"/>
                </a:lnTo>
                <a:lnTo>
                  <a:pt x="976842" y="384452"/>
                </a:lnTo>
                <a:lnTo>
                  <a:pt x="980599" y="386548"/>
                </a:lnTo>
                <a:lnTo>
                  <a:pt x="984356" y="388639"/>
                </a:lnTo>
                <a:lnTo>
                  <a:pt x="988113" y="390726"/>
                </a:lnTo>
                <a:lnTo>
                  <a:pt x="991870" y="392810"/>
                </a:lnTo>
                <a:lnTo>
                  <a:pt x="995627" y="394889"/>
                </a:lnTo>
                <a:lnTo>
                  <a:pt x="999384" y="396965"/>
                </a:lnTo>
                <a:lnTo>
                  <a:pt x="1003141" y="399036"/>
                </a:lnTo>
                <a:lnTo>
                  <a:pt x="1006898" y="401103"/>
                </a:lnTo>
                <a:lnTo>
                  <a:pt x="1010655" y="403165"/>
                </a:lnTo>
                <a:lnTo>
                  <a:pt x="1014413" y="405223"/>
                </a:lnTo>
                <a:lnTo>
                  <a:pt x="1018170" y="407276"/>
                </a:lnTo>
                <a:lnTo>
                  <a:pt x="1021927" y="409324"/>
                </a:lnTo>
                <a:lnTo>
                  <a:pt x="1025684" y="411367"/>
                </a:lnTo>
                <a:lnTo>
                  <a:pt x="1029441" y="413406"/>
                </a:lnTo>
                <a:lnTo>
                  <a:pt x="1033198" y="415439"/>
                </a:lnTo>
                <a:lnTo>
                  <a:pt x="1036955" y="417467"/>
                </a:lnTo>
                <a:lnTo>
                  <a:pt x="1040712" y="419490"/>
                </a:lnTo>
                <a:lnTo>
                  <a:pt x="1044469" y="421508"/>
                </a:lnTo>
                <a:lnTo>
                  <a:pt x="1048226" y="423520"/>
                </a:lnTo>
                <a:lnTo>
                  <a:pt x="1051983" y="425527"/>
                </a:lnTo>
                <a:lnTo>
                  <a:pt x="1055740" y="427528"/>
                </a:lnTo>
                <a:lnTo>
                  <a:pt x="1059498" y="429523"/>
                </a:lnTo>
                <a:lnTo>
                  <a:pt x="1063255" y="431512"/>
                </a:lnTo>
                <a:lnTo>
                  <a:pt x="1067012" y="433496"/>
                </a:lnTo>
                <a:lnTo>
                  <a:pt x="1070769" y="435473"/>
                </a:lnTo>
                <a:lnTo>
                  <a:pt x="1074526" y="437444"/>
                </a:lnTo>
                <a:lnTo>
                  <a:pt x="1078283" y="439409"/>
                </a:lnTo>
                <a:lnTo>
                  <a:pt x="1082040" y="441368"/>
                </a:lnTo>
                <a:lnTo>
                  <a:pt x="1085797" y="443320"/>
                </a:lnTo>
                <a:lnTo>
                  <a:pt x="1089554" y="445266"/>
                </a:lnTo>
                <a:lnTo>
                  <a:pt x="1093311" y="447205"/>
                </a:lnTo>
                <a:lnTo>
                  <a:pt x="1097068" y="449137"/>
                </a:lnTo>
                <a:lnTo>
                  <a:pt x="1100825" y="451063"/>
                </a:lnTo>
                <a:lnTo>
                  <a:pt x="1104583" y="452982"/>
                </a:lnTo>
                <a:lnTo>
                  <a:pt x="1108340" y="454893"/>
                </a:lnTo>
                <a:lnTo>
                  <a:pt x="1112097" y="456798"/>
                </a:lnTo>
                <a:lnTo>
                  <a:pt x="1115854" y="458695"/>
                </a:lnTo>
                <a:lnTo>
                  <a:pt x="1119611" y="460586"/>
                </a:lnTo>
                <a:lnTo>
                  <a:pt x="1123368" y="462468"/>
                </a:lnTo>
                <a:lnTo>
                  <a:pt x="1127125" y="464344"/>
                </a:lnTo>
                <a:lnTo>
                  <a:pt x="1130882" y="466212"/>
                </a:lnTo>
                <a:lnTo>
                  <a:pt x="1134639" y="468072"/>
                </a:lnTo>
                <a:lnTo>
                  <a:pt x="1138396" y="469924"/>
                </a:lnTo>
                <a:lnTo>
                  <a:pt x="1142153" y="471769"/>
                </a:lnTo>
                <a:lnTo>
                  <a:pt x="1145910" y="473606"/>
                </a:lnTo>
                <a:lnTo>
                  <a:pt x="1149668" y="475434"/>
                </a:lnTo>
                <a:lnTo>
                  <a:pt x="1153425" y="477255"/>
                </a:lnTo>
                <a:lnTo>
                  <a:pt x="1157182" y="479068"/>
                </a:lnTo>
                <a:lnTo>
                  <a:pt x="1160939" y="480872"/>
                </a:lnTo>
                <a:lnTo>
                  <a:pt x="1164696" y="482668"/>
                </a:lnTo>
                <a:lnTo>
                  <a:pt x="1168453" y="484455"/>
                </a:lnTo>
                <a:lnTo>
                  <a:pt x="1172210" y="486234"/>
                </a:lnTo>
                <a:lnTo>
                  <a:pt x="1175967" y="488004"/>
                </a:lnTo>
                <a:lnTo>
                  <a:pt x="1179724" y="489766"/>
                </a:lnTo>
                <a:lnTo>
                  <a:pt x="1183481" y="491519"/>
                </a:lnTo>
                <a:lnTo>
                  <a:pt x="1187238" y="493263"/>
                </a:lnTo>
                <a:lnTo>
                  <a:pt x="1190995" y="494998"/>
                </a:lnTo>
                <a:lnTo>
                  <a:pt x="1194753" y="496724"/>
                </a:lnTo>
                <a:lnTo>
                  <a:pt x="1198510" y="498441"/>
                </a:lnTo>
                <a:lnTo>
                  <a:pt x="1202267" y="500148"/>
                </a:lnTo>
                <a:lnTo>
                  <a:pt x="1206024" y="501847"/>
                </a:lnTo>
                <a:lnTo>
                  <a:pt x="1209781" y="503536"/>
                </a:lnTo>
                <a:lnTo>
                  <a:pt x="1213538" y="505215"/>
                </a:lnTo>
                <a:lnTo>
                  <a:pt x="1217295" y="506885"/>
                </a:lnTo>
                <a:lnTo>
                  <a:pt x="1221052" y="508545"/>
                </a:lnTo>
                <a:lnTo>
                  <a:pt x="1224809" y="510196"/>
                </a:lnTo>
                <a:lnTo>
                  <a:pt x="1228566" y="511837"/>
                </a:lnTo>
                <a:lnTo>
                  <a:pt x="1232323" y="513468"/>
                </a:lnTo>
                <a:lnTo>
                  <a:pt x="1236080" y="515089"/>
                </a:lnTo>
                <a:lnTo>
                  <a:pt x="1239837" y="516700"/>
                </a:lnTo>
                <a:lnTo>
                  <a:pt x="1243595" y="518301"/>
                </a:lnTo>
                <a:lnTo>
                  <a:pt x="1247352" y="519892"/>
                </a:lnTo>
                <a:lnTo>
                  <a:pt x="1251109" y="521473"/>
                </a:lnTo>
                <a:lnTo>
                  <a:pt x="1254866" y="523043"/>
                </a:lnTo>
                <a:lnTo>
                  <a:pt x="1258623" y="524603"/>
                </a:lnTo>
                <a:lnTo>
                  <a:pt x="1262380" y="526152"/>
                </a:lnTo>
                <a:lnTo>
                  <a:pt x="1266137" y="527691"/>
                </a:lnTo>
                <a:lnTo>
                  <a:pt x="1269894" y="529219"/>
                </a:lnTo>
                <a:lnTo>
                  <a:pt x="1273651" y="530736"/>
                </a:lnTo>
                <a:lnTo>
                  <a:pt x="1277408" y="532243"/>
                </a:lnTo>
                <a:lnTo>
                  <a:pt x="1281165" y="533739"/>
                </a:lnTo>
                <a:lnTo>
                  <a:pt x="1284922" y="535224"/>
                </a:lnTo>
                <a:lnTo>
                  <a:pt x="1288680" y="536698"/>
                </a:lnTo>
                <a:lnTo>
                  <a:pt x="1292437" y="538161"/>
                </a:lnTo>
                <a:lnTo>
                  <a:pt x="1296194" y="539612"/>
                </a:lnTo>
                <a:lnTo>
                  <a:pt x="1299951" y="541053"/>
                </a:lnTo>
                <a:lnTo>
                  <a:pt x="1303708" y="542482"/>
                </a:lnTo>
                <a:lnTo>
                  <a:pt x="1307465" y="543900"/>
                </a:lnTo>
                <a:lnTo>
                  <a:pt x="1311222" y="545306"/>
                </a:lnTo>
                <a:lnTo>
                  <a:pt x="1314979" y="546701"/>
                </a:lnTo>
                <a:lnTo>
                  <a:pt x="1318736" y="548085"/>
                </a:lnTo>
                <a:lnTo>
                  <a:pt x="1322493" y="549456"/>
                </a:lnTo>
                <a:lnTo>
                  <a:pt x="1326250" y="550816"/>
                </a:lnTo>
                <a:lnTo>
                  <a:pt x="1330008" y="552165"/>
                </a:lnTo>
                <a:lnTo>
                  <a:pt x="1333765" y="553501"/>
                </a:lnTo>
                <a:lnTo>
                  <a:pt x="1337522" y="554826"/>
                </a:lnTo>
                <a:lnTo>
                  <a:pt x="1341279" y="556138"/>
                </a:lnTo>
                <a:lnTo>
                  <a:pt x="1345036" y="557439"/>
                </a:lnTo>
                <a:lnTo>
                  <a:pt x="1348793" y="558727"/>
                </a:lnTo>
                <a:lnTo>
                  <a:pt x="1352550" y="560004"/>
                </a:lnTo>
                <a:lnTo>
                  <a:pt x="1356307" y="561268"/>
                </a:lnTo>
                <a:lnTo>
                  <a:pt x="1360064" y="562520"/>
                </a:lnTo>
                <a:lnTo>
                  <a:pt x="1363821" y="563760"/>
                </a:lnTo>
                <a:lnTo>
                  <a:pt x="1367578" y="564987"/>
                </a:lnTo>
                <a:lnTo>
                  <a:pt x="1371335" y="566201"/>
                </a:lnTo>
                <a:lnTo>
                  <a:pt x="1375093" y="567404"/>
                </a:lnTo>
                <a:lnTo>
                  <a:pt x="1378850" y="568593"/>
                </a:lnTo>
                <a:lnTo>
                  <a:pt x="1382607" y="569770"/>
                </a:lnTo>
                <a:lnTo>
                  <a:pt x="1386364" y="570935"/>
                </a:lnTo>
                <a:lnTo>
                  <a:pt x="1390121" y="572086"/>
                </a:lnTo>
                <a:lnTo>
                  <a:pt x="1393878" y="573225"/>
                </a:lnTo>
                <a:lnTo>
                  <a:pt x="1397635" y="574351"/>
                </a:lnTo>
                <a:lnTo>
                  <a:pt x="1401392" y="575464"/>
                </a:lnTo>
                <a:lnTo>
                  <a:pt x="1405149" y="576564"/>
                </a:lnTo>
                <a:lnTo>
                  <a:pt x="1408906" y="577651"/>
                </a:lnTo>
                <a:lnTo>
                  <a:pt x="1412663" y="578726"/>
                </a:lnTo>
                <a:lnTo>
                  <a:pt x="1416420" y="579786"/>
                </a:lnTo>
                <a:lnTo>
                  <a:pt x="1420178" y="580834"/>
                </a:lnTo>
                <a:lnTo>
                  <a:pt x="1423935" y="581869"/>
                </a:lnTo>
                <a:lnTo>
                  <a:pt x="1427692" y="582890"/>
                </a:lnTo>
                <a:lnTo>
                  <a:pt x="1431449" y="583898"/>
                </a:lnTo>
                <a:lnTo>
                  <a:pt x="1435206" y="584892"/>
                </a:lnTo>
                <a:lnTo>
                  <a:pt x="1438963" y="585874"/>
                </a:lnTo>
                <a:lnTo>
                  <a:pt x="1442720" y="586841"/>
                </a:lnTo>
                <a:lnTo>
                  <a:pt x="1446477" y="587795"/>
                </a:lnTo>
                <a:lnTo>
                  <a:pt x="1450234" y="588736"/>
                </a:lnTo>
                <a:lnTo>
                  <a:pt x="1453991" y="589663"/>
                </a:lnTo>
                <a:lnTo>
                  <a:pt x="1457748" y="590576"/>
                </a:lnTo>
                <a:lnTo>
                  <a:pt x="1461505" y="591476"/>
                </a:lnTo>
                <a:lnTo>
                  <a:pt x="1465263" y="592362"/>
                </a:lnTo>
                <a:lnTo>
                  <a:pt x="1469020" y="593234"/>
                </a:lnTo>
                <a:lnTo>
                  <a:pt x="1472777" y="594092"/>
                </a:lnTo>
                <a:lnTo>
                  <a:pt x="1476534" y="594937"/>
                </a:lnTo>
                <a:lnTo>
                  <a:pt x="1480291" y="595767"/>
                </a:lnTo>
                <a:lnTo>
                  <a:pt x="1484048" y="596584"/>
                </a:lnTo>
                <a:lnTo>
                  <a:pt x="1487805" y="597386"/>
                </a:lnTo>
                <a:lnTo>
                  <a:pt x="1491562" y="598175"/>
                </a:lnTo>
                <a:lnTo>
                  <a:pt x="1495319" y="598949"/>
                </a:lnTo>
                <a:lnTo>
                  <a:pt x="1499076" y="599710"/>
                </a:lnTo>
                <a:lnTo>
                  <a:pt x="1502833" y="600456"/>
                </a:lnTo>
                <a:lnTo>
                  <a:pt x="1506590" y="601188"/>
                </a:lnTo>
                <a:lnTo>
                  <a:pt x="1510347" y="601906"/>
                </a:lnTo>
                <a:lnTo>
                  <a:pt x="1514105" y="602610"/>
                </a:lnTo>
                <a:lnTo>
                  <a:pt x="1517862" y="603299"/>
                </a:lnTo>
                <a:lnTo>
                  <a:pt x="1521619" y="603974"/>
                </a:lnTo>
                <a:lnTo>
                  <a:pt x="1525376" y="604635"/>
                </a:lnTo>
                <a:lnTo>
                  <a:pt x="1529133" y="605281"/>
                </a:lnTo>
                <a:lnTo>
                  <a:pt x="1532890" y="605913"/>
                </a:lnTo>
                <a:lnTo>
                  <a:pt x="1536647" y="606530"/>
                </a:lnTo>
                <a:lnTo>
                  <a:pt x="1540404" y="607133"/>
                </a:lnTo>
                <a:lnTo>
                  <a:pt x="1544161" y="607722"/>
                </a:lnTo>
                <a:lnTo>
                  <a:pt x="1547918" y="608295"/>
                </a:lnTo>
                <a:lnTo>
                  <a:pt x="1551675" y="608855"/>
                </a:lnTo>
                <a:lnTo>
                  <a:pt x="1555432" y="609400"/>
                </a:lnTo>
                <a:lnTo>
                  <a:pt x="1559190" y="609930"/>
                </a:lnTo>
                <a:lnTo>
                  <a:pt x="1562947" y="610445"/>
                </a:lnTo>
                <a:lnTo>
                  <a:pt x="1566704" y="610946"/>
                </a:lnTo>
                <a:lnTo>
                  <a:pt x="1570461" y="611432"/>
                </a:lnTo>
                <a:lnTo>
                  <a:pt x="1574218" y="611904"/>
                </a:lnTo>
                <a:lnTo>
                  <a:pt x="1577975" y="612360"/>
                </a:lnTo>
                <a:lnTo>
                  <a:pt x="1581732" y="612802"/>
                </a:lnTo>
                <a:lnTo>
                  <a:pt x="1585489" y="613229"/>
                </a:lnTo>
                <a:lnTo>
                  <a:pt x="1589246" y="613642"/>
                </a:lnTo>
                <a:lnTo>
                  <a:pt x="1593003" y="614039"/>
                </a:lnTo>
                <a:lnTo>
                  <a:pt x="1596760" y="614422"/>
                </a:lnTo>
                <a:lnTo>
                  <a:pt x="1600517" y="614790"/>
                </a:lnTo>
                <a:lnTo>
                  <a:pt x="1604275" y="615143"/>
                </a:lnTo>
                <a:lnTo>
                  <a:pt x="1608032" y="615481"/>
                </a:lnTo>
                <a:lnTo>
                  <a:pt x="1611789" y="615804"/>
                </a:lnTo>
                <a:lnTo>
                  <a:pt x="1615546" y="616112"/>
                </a:lnTo>
                <a:lnTo>
                  <a:pt x="1619303" y="616406"/>
                </a:lnTo>
                <a:lnTo>
                  <a:pt x="1623060" y="616684"/>
                </a:lnTo>
                <a:lnTo>
                  <a:pt x="1626817" y="616947"/>
                </a:lnTo>
                <a:lnTo>
                  <a:pt x="1630574" y="617196"/>
                </a:lnTo>
                <a:lnTo>
                  <a:pt x="1634331" y="617429"/>
                </a:lnTo>
                <a:lnTo>
                  <a:pt x="1638088" y="617648"/>
                </a:lnTo>
                <a:lnTo>
                  <a:pt x="1641845" y="617851"/>
                </a:lnTo>
                <a:lnTo>
                  <a:pt x="1645602" y="618039"/>
                </a:lnTo>
                <a:lnTo>
                  <a:pt x="1649360" y="618213"/>
                </a:lnTo>
                <a:lnTo>
                  <a:pt x="1653117" y="618371"/>
                </a:lnTo>
                <a:lnTo>
                  <a:pt x="1656874" y="618514"/>
                </a:lnTo>
                <a:lnTo>
                  <a:pt x="1660631" y="618642"/>
                </a:lnTo>
                <a:lnTo>
                  <a:pt x="1664388" y="618755"/>
                </a:lnTo>
                <a:lnTo>
                  <a:pt x="1668145" y="618853"/>
                </a:lnTo>
                <a:lnTo>
                  <a:pt x="1671902" y="618936"/>
                </a:lnTo>
                <a:lnTo>
                  <a:pt x="1675659" y="619004"/>
                </a:lnTo>
                <a:lnTo>
                  <a:pt x="1679416" y="619057"/>
                </a:lnTo>
                <a:lnTo>
                  <a:pt x="1683173" y="619095"/>
                </a:lnTo>
                <a:lnTo>
                  <a:pt x="1686930" y="619117"/>
                </a:lnTo>
                <a:lnTo>
                  <a:pt x="1690688" y="619125"/>
                </a:lnTo>
                <a:lnTo>
                  <a:pt x="1694445" y="619117"/>
                </a:lnTo>
                <a:lnTo>
                  <a:pt x="1698202" y="619095"/>
                </a:lnTo>
                <a:lnTo>
                  <a:pt x="1701959" y="619057"/>
                </a:lnTo>
                <a:lnTo>
                  <a:pt x="1705716" y="619004"/>
                </a:lnTo>
                <a:lnTo>
                  <a:pt x="1709473" y="618936"/>
                </a:lnTo>
                <a:lnTo>
                  <a:pt x="1713230" y="618853"/>
                </a:lnTo>
                <a:lnTo>
                  <a:pt x="1716987" y="618755"/>
                </a:lnTo>
                <a:lnTo>
                  <a:pt x="1720744" y="618642"/>
                </a:lnTo>
                <a:lnTo>
                  <a:pt x="1724501" y="618514"/>
                </a:lnTo>
                <a:lnTo>
                  <a:pt x="1728258" y="618371"/>
                </a:lnTo>
                <a:lnTo>
                  <a:pt x="1732015" y="618213"/>
                </a:lnTo>
                <a:lnTo>
                  <a:pt x="1735773" y="618039"/>
                </a:lnTo>
                <a:lnTo>
                  <a:pt x="1739530" y="617851"/>
                </a:lnTo>
                <a:lnTo>
                  <a:pt x="1743287" y="617648"/>
                </a:lnTo>
                <a:lnTo>
                  <a:pt x="1747044" y="617429"/>
                </a:lnTo>
                <a:lnTo>
                  <a:pt x="1750801" y="617196"/>
                </a:lnTo>
                <a:lnTo>
                  <a:pt x="1754558" y="616947"/>
                </a:lnTo>
                <a:lnTo>
                  <a:pt x="1758315" y="616684"/>
                </a:lnTo>
                <a:lnTo>
                  <a:pt x="1762072" y="616406"/>
                </a:lnTo>
                <a:lnTo>
                  <a:pt x="1765829" y="616112"/>
                </a:lnTo>
                <a:lnTo>
                  <a:pt x="1769586" y="615804"/>
                </a:lnTo>
                <a:lnTo>
                  <a:pt x="1773343" y="615481"/>
                </a:lnTo>
                <a:lnTo>
                  <a:pt x="1777100" y="615143"/>
                </a:lnTo>
                <a:lnTo>
                  <a:pt x="1780858" y="614790"/>
                </a:lnTo>
                <a:lnTo>
                  <a:pt x="1784615" y="614422"/>
                </a:lnTo>
                <a:lnTo>
                  <a:pt x="1788372" y="614039"/>
                </a:lnTo>
                <a:lnTo>
                  <a:pt x="1792129" y="613642"/>
                </a:lnTo>
                <a:lnTo>
                  <a:pt x="1795886" y="613229"/>
                </a:lnTo>
                <a:lnTo>
                  <a:pt x="1799643" y="612802"/>
                </a:lnTo>
                <a:lnTo>
                  <a:pt x="1803400" y="612360"/>
                </a:lnTo>
                <a:lnTo>
                  <a:pt x="1807157" y="611904"/>
                </a:lnTo>
                <a:lnTo>
                  <a:pt x="1810914" y="611432"/>
                </a:lnTo>
                <a:lnTo>
                  <a:pt x="1814671" y="610946"/>
                </a:lnTo>
                <a:lnTo>
                  <a:pt x="1818428" y="610445"/>
                </a:lnTo>
                <a:lnTo>
                  <a:pt x="1822185" y="609930"/>
                </a:lnTo>
                <a:lnTo>
                  <a:pt x="1825943" y="609400"/>
                </a:lnTo>
                <a:lnTo>
                  <a:pt x="1829700" y="608855"/>
                </a:lnTo>
                <a:lnTo>
                  <a:pt x="1833457" y="608295"/>
                </a:lnTo>
                <a:lnTo>
                  <a:pt x="1837214" y="607722"/>
                </a:lnTo>
                <a:lnTo>
                  <a:pt x="1840971" y="607133"/>
                </a:lnTo>
                <a:lnTo>
                  <a:pt x="1844728" y="606530"/>
                </a:lnTo>
                <a:lnTo>
                  <a:pt x="1848485" y="605913"/>
                </a:lnTo>
                <a:lnTo>
                  <a:pt x="1852242" y="605281"/>
                </a:lnTo>
                <a:lnTo>
                  <a:pt x="1855999" y="604635"/>
                </a:lnTo>
                <a:lnTo>
                  <a:pt x="1859756" y="603974"/>
                </a:lnTo>
                <a:lnTo>
                  <a:pt x="1863513" y="603299"/>
                </a:lnTo>
                <a:lnTo>
                  <a:pt x="1867270" y="602610"/>
                </a:lnTo>
                <a:lnTo>
                  <a:pt x="1871028" y="601906"/>
                </a:lnTo>
                <a:lnTo>
                  <a:pt x="1874785" y="601188"/>
                </a:lnTo>
                <a:lnTo>
                  <a:pt x="1878542" y="600456"/>
                </a:lnTo>
                <a:lnTo>
                  <a:pt x="1882299" y="599710"/>
                </a:lnTo>
                <a:lnTo>
                  <a:pt x="1886056" y="598949"/>
                </a:lnTo>
                <a:lnTo>
                  <a:pt x="1889813" y="598175"/>
                </a:lnTo>
                <a:lnTo>
                  <a:pt x="1893570" y="597386"/>
                </a:lnTo>
                <a:lnTo>
                  <a:pt x="1897327" y="596584"/>
                </a:lnTo>
                <a:lnTo>
                  <a:pt x="1901084" y="595767"/>
                </a:lnTo>
                <a:lnTo>
                  <a:pt x="1904841" y="594937"/>
                </a:lnTo>
                <a:lnTo>
                  <a:pt x="1908598" y="594092"/>
                </a:lnTo>
                <a:lnTo>
                  <a:pt x="1912355" y="593234"/>
                </a:lnTo>
                <a:lnTo>
                  <a:pt x="1916112" y="592362"/>
                </a:lnTo>
                <a:lnTo>
                  <a:pt x="1919870" y="591476"/>
                </a:lnTo>
                <a:lnTo>
                  <a:pt x="1923627" y="590576"/>
                </a:lnTo>
                <a:lnTo>
                  <a:pt x="1927384" y="589663"/>
                </a:lnTo>
                <a:lnTo>
                  <a:pt x="1931141" y="588736"/>
                </a:lnTo>
                <a:lnTo>
                  <a:pt x="1934898" y="587795"/>
                </a:lnTo>
                <a:lnTo>
                  <a:pt x="1938655" y="586841"/>
                </a:lnTo>
                <a:lnTo>
                  <a:pt x="1942412" y="585874"/>
                </a:lnTo>
                <a:lnTo>
                  <a:pt x="1946169" y="584892"/>
                </a:lnTo>
                <a:lnTo>
                  <a:pt x="1949926" y="583898"/>
                </a:lnTo>
                <a:lnTo>
                  <a:pt x="1953683" y="582890"/>
                </a:lnTo>
                <a:lnTo>
                  <a:pt x="1957440" y="581869"/>
                </a:lnTo>
                <a:lnTo>
                  <a:pt x="1961198" y="580834"/>
                </a:lnTo>
                <a:lnTo>
                  <a:pt x="1964955" y="579786"/>
                </a:lnTo>
                <a:lnTo>
                  <a:pt x="1968712" y="578726"/>
                </a:lnTo>
                <a:lnTo>
                  <a:pt x="1972469" y="577651"/>
                </a:lnTo>
                <a:lnTo>
                  <a:pt x="1976226" y="576564"/>
                </a:lnTo>
                <a:lnTo>
                  <a:pt x="1979983" y="575464"/>
                </a:lnTo>
                <a:lnTo>
                  <a:pt x="1983740" y="574351"/>
                </a:lnTo>
                <a:lnTo>
                  <a:pt x="1987497" y="573225"/>
                </a:lnTo>
                <a:lnTo>
                  <a:pt x="1991254" y="572086"/>
                </a:lnTo>
                <a:lnTo>
                  <a:pt x="1995011" y="570935"/>
                </a:lnTo>
                <a:lnTo>
                  <a:pt x="1998768" y="569770"/>
                </a:lnTo>
                <a:lnTo>
                  <a:pt x="2002525" y="568593"/>
                </a:lnTo>
                <a:lnTo>
                  <a:pt x="2006282" y="567404"/>
                </a:lnTo>
                <a:lnTo>
                  <a:pt x="2010040" y="566201"/>
                </a:lnTo>
                <a:lnTo>
                  <a:pt x="2013797" y="564987"/>
                </a:lnTo>
                <a:lnTo>
                  <a:pt x="2017554" y="563760"/>
                </a:lnTo>
                <a:lnTo>
                  <a:pt x="2021311" y="562520"/>
                </a:lnTo>
                <a:lnTo>
                  <a:pt x="2025068" y="561268"/>
                </a:lnTo>
                <a:lnTo>
                  <a:pt x="2028825" y="560004"/>
                </a:lnTo>
                <a:lnTo>
                  <a:pt x="2032582" y="558727"/>
                </a:lnTo>
                <a:lnTo>
                  <a:pt x="2036339" y="557439"/>
                </a:lnTo>
                <a:lnTo>
                  <a:pt x="2040096" y="556138"/>
                </a:lnTo>
                <a:lnTo>
                  <a:pt x="2043853" y="554826"/>
                </a:lnTo>
                <a:lnTo>
                  <a:pt x="2047610" y="553501"/>
                </a:lnTo>
                <a:lnTo>
                  <a:pt x="2051368" y="552165"/>
                </a:lnTo>
                <a:lnTo>
                  <a:pt x="2055125" y="550816"/>
                </a:lnTo>
                <a:lnTo>
                  <a:pt x="2058882" y="549456"/>
                </a:lnTo>
                <a:lnTo>
                  <a:pt x="2062639" y="548085"/>
                </a:lnTo>
                <a:lnTo>
                  <a:pt x="2066396" y="546701"/>
                </a:lnTo>
                <a:lnTo>
                  <a:pt x="2070153" y="545306"/>
                </a:lnTo>
                <a:lnTo>
                  <a:pt x="2073910" y="543900"/>
                </a:lnTo>
                <a:lnTo>
                  <a:pt x="2077667" y="542482"/>
                </a:lnTo>
                <a:lnTo>
                  <a:pt x="2081424" y="541053"/>
                </a:lnTo>
                <a:lnTo>
                  <a:pt x="2085181" y="539612"/>
                </a:lnTo>
                <a:lnTo>
                  <a:pt x="2088938" y="538161"/>
                </a:lnTo>
                <a:lnTo>
                  <a:pt x="2092695" y="536698"/>
                </a:lnTo>
                <a:lnTo>
                  <a:pt x="2096452" y="535224"/>
                </a:lnTo>
                <a:lnTo>
                  <a:pt x="2100210" y="533739"/>
                </a:lnTo>
                <a:lnTo>
                  <a:pt x="2103967" y="532243"/>
                </a:lnTo>
                <a:lnTo>
                  <a:pt x="2107724" y="530736"/>
                </a:lnTo>
                <a:lnTo>
                  <a:pt x="2111481" y="529219"/>
                </a:lnTo>
                <a:lnTo>
                  <a:pt x="2115238" y="527691"/>
                </a:lnTo>
                <a:lnTo>
                  <a:pt x="2118995" y="526152"/>
                </a:lnTo>
                <a:lnTo>
                  <a:pt x="2122752" y="524603"/>
                </a:lnTo>
                <a:lnTo>
                  <a:pt x="2126509" y="523043"/>
                </a:lnTo>
                <a:lnTo>
                  <a:pt x="2130266" y="521473"/>
                </a:lnTo>
                <a:lnTo>
                  <a:pt x="2134023" y="519892"/>
                </a:lnTo>
                <a:lnTo>
                  <a:pt x="2137780" y="518301"/>
                </a:lnTo>
                <a:lnTo>
                  <a:pt x="2141537" y="516700"/>
                </a:lnTo>
                <a:lnTo>
                  <a:pt x="2145295" y="515089"/>
                </a:lnTo>
                <a:lnTo>
                  <a:pt x="2149052" y="513468"/>
                </a:lnTo>
                <a:lnTo>
                  <a:pt x="2152809" y="511837"/>
                </a:lnTo>
                <a:lnTo>
                  <a:pt x="2156566" y="510196"/>
                </a:lnTo>
                <a:lnTo>
                  <a:pt x="2160323" y="508545"/>
                </a:lnTo>
                <a:lnTo>
                  <a:pt x="2164080" y="506885"/>
                </a:lnTo>
                <a:lnTo>
                  <a:pt x="2167837" y="505215"/>
                </a:lnTo>
                <a:lnTo>
                  <a:pt x="2171594" y="503536"/>
                </a:lnTo>
                <a:lnTo>
                  <a:pt x="2175351" y="501847"/>
                </a:lnTo>
                <a:lnTo>
                  <a:pt x="2179108" y="500148"/>
                </a:lnTo>
                <a:lnTo>
                  <a:pt x="2182865" y="498441"/>
                </a:lnTo>
                <a:lnTo>
                  <a:pt x="2186622" y="496724"/>
                </a:lnTo>
                <a:lnTo>
                  <a:pt x="2190380" y="494998"/>
                </a:lnTo>
                <a:lnTo>
                  <a:pt x="2194137" y="493263"/>
                </a:lnTo>
                <a:lnTo>
                  <a:pt x="2197894" y="491519"/>
                </a:lnTo>
                <a:lnTo>
                  <a:pt x="2201651" y="489766"/>
                </a:lnTo>
                <a:lnTo>
                  <a:pt x="2205408" y="488004"/>
                </a:lnTo>
                <a:lnTo>
                  <a:pt x="2209165" y="486234"/>
                </a:lnTo>
                <a:lnTo>
                  <a:pt x="2212922" y="484455"/>
                </a:lnTo>
                <a:lnTo>
                  <a:pt x="2216679" y="482668"/>
                </a:lnTo>
                <a:lnTo>
                  <a:pt x="2220436" y="480872"/>
                </a:lnTo>
                <a:lnTo>
                  <a:pt x="2224193" y="479068"/>
                </a:lnTo>
                <a:lnTo>
                  <a:pt x="2227950" y="477255"/>
                </a:lnTo>
                <a:lnTo>
                  <a:pt x="2231707" y="475434"/>
                </a:lnTo>
                <a:lnTo>
                  <a:pt x="2235465" y="473606"/>
                </a:lnTo>
                <a:lnTo>
                  <a:pt x="2239222" y="471769"/>
                </a:lnTo>
                <a:lnTo>
                  <a:pt x="2242979" y="469924"/>
                </a:lnTo>
                <a:lnTo>
                  <a:pt x="2246736" y="468072"/>
                </a:lnTo>
                <a:lnTo>
                  <a:pt x="2250493" y="466212"/>
                </a:lnTo>
                <a:lnTo>
                  <a:pt x="2254250" y="464344"/>
                </a:lnTo>
                <a:lnTo>
                  <a:pt x="2258007" y="462468"/>
                </a:lnTo>
                <a:lnTo>
                  <a:pt x="2261764" y="460586"/>
                </a:lnTo>
                <a:lnTo>
                  <a:pt x="2265521" y="458695"/>
                </a:lnTo>
                <a:lnTo>
                  <a:pt x="2269278" y="456798"/>
                </a:lnTo>
                <a:lnTo>
                  <a:pt x="2273035" y="454893"/>
                </a:lnTo>
                <a:lnTo>
                  <a:pt x="2276792" y="452982"/>
                </a:lnTo>
                <a:lnTo>
                  <a:pt x="2280550" y="451063"/>
                </a:lnTo>
                <a:lnTo>
                  <a:pt x="2284307" y="449137"/>
                </a:lnTo>
                <a:lnTo>
                  <a:pt x="2288064" y="447205"/>
                </a:lnTo>
                <a:lnTo>
                  <a:pt x="2291821" y="445266"/>
                </a:lnTo>
                <a:lnTo>
                  <a:pt x="2295578" y="443320"/>
                </a:lnTo>
                <a:lnTo>
                  <a:pt x="2299335" y="441368"/>
                </a:lnTo>
                <a:lnTo>
                  <a:pt x="2303092" y="439409"/>
                </a:lnTo>
                <a:lnTo>
                  <a:pt x="2306849" y="437444"/>
                </a:lnTo>
                <a:lnTo>
                  <a:pt x="2310606" y="435473"/>
                </a:lnTo>
                <a:lnTo>
                  <a:pt x="2314363" y="433496"/>
                </a:lnTo>
                <a:lnTo>
                  <a:pt x="2318120" y="431512"/>
                </a:lnTo>
                <a:lnTo>
                  <a:pt x="2321878" y="429523"/>
                </a:lnTo>
                <a:lnTo>
                  <a:pt x="2325635" y="427528"/>
                </a:lnTo>
                <a:lnTo>
                  <a:pt x="2329392" y="425527"/>
                </a:lnTo>
                <a:lnTo>
                  <a:pt x="2333149" y="423520"/>
                </a:lnTo>
                <a:lnTo>
                  <a:pt x="2336906" y="421508"/>
                </a:lnTo>
                <a:lnTo>
                  <a:pt x="2340663" y="419490"/>
                </a:lnTo>
                <a:lnTo>
                  <a:pt x="2344420" y="417467"/>
                </a:lnTo>
                <a:lnTo>
                  <a:pt x="2348177" y="415439"/>
                </a:lnTo>
                <a:lnTo>
                  <a:pt x="2351934" y="413406"/>
                </a:lnTo>
                <a:lnTo>
                  <a:pt x="2355691" y="411367"/>
                </a:lnTo>
                <a:lnTo>
                  <a:pt x="2359448" y="409324"/>
                </a:lnTo>
                <a:lnTo>
                  <a:pt x="2363205" y="407276"/>
                </a:lnTo>
                <a:lnTo>
                  <a:pt x="2366963" y="405223"/>
                </a:lnTo>
                <a:lnTo>
                  <a:pt x="2370720" y="403165"/>
                </a:lnTo>
                <a:lnTo>
                  <a:pt x="2374477" y="401103"/>
                </a:lnTo>
                <a:lnTo>
                  <a:pt x="2378234" y="399036"/>
                </a:lnTo>
                <a:lnTo>
                  <a:pt x="2381991" y="396965"/>
                </a:lnTo>
                <a:lnTo>
                  <a:pt x="2385748" y="394889"/>
                </a:lnTo>
                <a:lnTo>
                  <a:pt x="2389505" y="392810"/>
                </a:lnTo>
                <a:lnTo>
                  <a:pt x="2393262" y="390726"/>
                </a:lnTo>
                <a:lnTo>
                  <a:pt x="2397019" y="388639"/>
                </a:lnTo>
                <a:lnTo>
                  <a:pt x="2400776" y="386548"/>
                </a:lnTo>
                <a:lnTo>
                  <a:pt x="2404533" y="384452"/>
                </a:lnTo>
                <a:lnTo>
                  <a:pt x="2408290" y="382354"/>
                </a:lnTo>
                <a:lnTo>
                  <a:pt x="2412048" y="380251"/>
                </a:lnTo>
                <a:lnTo>
                  <a:pt x="2415805" y="378146"/>
                </a:lnTo>
                <a:lnTo>
                  <a:pt x="2419562" y="376037"/>
                </a:lnTo>
                <a:lnTo>
                  <a:pt x="2423319" y="373924"/>
                </a:lnTo>
                <a:lnTo>
                  <a:pt x="2427076" y="371809"/>
                </a:lnTo>
                <a:lnTo>
                  <a:pt x="2430833" y="369690"/>
                </a:lnTo>
                <a:lnTo>
                  <a:pt x="2434590" y="367569"/>
                </a:lnTo>
                <a:lnTo>
                  <a:pt x="2438347" y="365444"/>
                </a:lnTo>
                <a:lnTo>
                  <a:pt x="2442104" y="363317"/>
                </a:lnTo>
                <a:lnTo>
                  <a:pt x="2445861" y="361188"/>
                </a:lnTo>
                <a:lnTo>
                  <a:pt x="2449618" y="359056"/>
                </a:lnTo>
                <a:lnTo>
                  <a:pt x="2453375" y="356921"/>
                </a:lnTo>
                <a:lnTo>
                  <a:pt x="2457133" y="354784"/>
                </a:lnTo>
                <a:lnTo>
                  <a:pt x="2460890" y="352645"/>
                </a:lnTo>
                <a:lnTo>
                  <a:pt x="2464647" y="350504"/>
                </a:lnTo>
                <a:lnTo>
                  <a:pt x="2468404" y="348361"/>
                </a:lnTo>
                <a:lnTo>
                  <a:pt x="2472161" y="346216"/>
                </a:lnTo>
                <a:lnTo>
                  <a:pt x="2475918" y="344069"/>
                </a:lnTo>
                <a:lnTo>
                  <a:pt x="2479675" y="341921"/>
                </a:lnTo>
                <a:lnTo>
                  <a:pt x="2483432" y="339771"/>
                </a:lnTo>
                <a:lnTo>
                  <a:pt x="2487189" y="337619"/>
                </a:lnTo>
                <a:lnTo>
                  <a:pt x="2490946" y="335466"/>
                </a:lnTo>
                <a:lnTo>
                  <a:pt x="2494703" y="333312"/>
                </a:lnTo>
                <a:lnTo>
                  <a:pt x="2498460" y="331156"/>
                </a:lnTo>
                <a:lnTo>
                  <a:pt x="2502218" y="329000"/>
                </a:lnTo>
                <a:lnTo>
                  <a:pt x="2505975" y="326843"/>
                </a:lnTo>
                <a:lnTo>
                  <a:pt x="2509732" y="324685"/>
                </a:lnTo>
                <a:lnTo>
                  <a:pt x="2513489" y="322526"/>
                </a:lnTo>
                <a:lnTo>
                  <a:pt x="2517246" y="320366"/>
                </a:lnTo>
                <a:lnTo>
                  <a:pt x="2521003" y="318206"/>
                </a:lnTo>
                <a:lnTo>
                  <a:pt x="2524760" y="316045"/>
                </a:lnTo>
                <a:lnTo>
                  <a:pt x="2528517" y="313885"/>
                </a:lnTo>
                <a:lnTo>
                  <a:pt x="2532274" y="311724"/>
                </a:lnTo>
                <a:lnTo>
                  <a:pt x="2536031" y="309563"/>
                </a:lnTo>
                <a:lnTo>
                  <a:pt x="2539788" y="307401"/>
                </a:lnTo>
                <a:lnTo>
                  <a:pt x="2543545" y="305240"/>
                </a:lnTo>
                <a:lnTo>
                  <a:pt x="2547303" y="303080"/>
                </a:lnTo>
                <a:lnTo>
                  <a:pt x="2551060" y="300919"/>
                </a:lnTo>
                <a:lnTo>
                  <a:pt x="2554817" y="298759"/>
                </a:lnTo>
                <a:lnTo>
                  <a:pt x="2558574" y="296599"/>
                </a:lnTo>
                <a:lnTo>
                  <a:pt x="2562331" y="294440"/>
                </a:lnTo>
                <a:lnTo>
                  <a:pt x="2566088" y="292282"/>
                </a:lnTo>
                <a:lnTo>
                  <a:pt x="2569845" y="290125"/>
                </a:lnTo>
                <a:lnTo>
                  <a:pt x="2573602" y="287969"/>
                </a:lnTo>
                <a:lnTo>
                  <a:pt x="2577359" y="285813"/>
                </a:lnTo>
                <a:lnTo>
                  <a:pt x="2581116" y="283659"/>
                </a:lnTo>
                <a:lnTo>
                  <a:pt x="2584873" y="281506"/>
                </a:lnTo>
                <a:lnTo>
                  <a:pt x="2588630" y="279354"/>
                </a:lnTo>
                <a:lnTo>
                  <a:pt x="2592388" y="277204"/>
                </a:lnTo>
                <a:lnTo>
                  <a:pt x="2596145" y="275056"/>
                </a:lnTo>
                <a:lnTo>
                  <a:pt x="2599902" y="272909"/>
                </a:lnTo>
                <a:lnTo>
                  <a:pt x="2603659" y="270764"/>
                </a:lnTo>
                <a:lnTo>
                  <a:pt x="2607416" y="268621"/>
                </a:lnTo>
                <a:lnTo>
                  <a:pt x="2611173" y="266480"/>
                </a:lnTo>
                <a:lnTo>
                  <a:pt x="2614930" y="264341"/>
                </a:lnTo>
                <a:lnTo>
                  <a:pt x="2618687" y="262204"/>
                </a:lnTo>
                <a:lnTo>
                  <a:pt x="2622444" y="260069"/>
                </a:lnTo>
                <a:lnTo>
                  <a:pt x="2626201" y="257937"/>
                </a:lnTo>
                <a:lnTo>
                  <a:pt x="2629958" y="255808"/>
                </a:lnTo>
                <a:lnTo>
                  <a:pt x="2633715" y="253681"/>
                </a:lnTo>
                <a:lnTo>
                  <a:pt x="2637473" y="251556"/>
                </a:lnTo>
                <a:lnTo>
                  <a:pt x="2641230" y="249435"/>
                </a:lnTo>
                <a:lnTo>
                  <a:pt x="2644987" y="247316"/>
                </a:lnTo>
                <a:lnTo>
                  <a:pt x="2648744" y="245201"/>
                </a:lnTo>
                <a:lnTo>
                  <a:pt x="2652501" y="243088"/>
                </a:lnTo>
                <a:lnTo>
                  <a:pt x="2656258" y="240979"/>
                </a:lnTo>
                <a:lnTo>
                  <a:pt x="2660015" y="238874"/>
                </a:lnTo>
                <a:lnTo>
                  <a:pt x="2663772" y="236771"/>
                </a:lnTo>
                <a:lnTo>
                  <a:pt x="2667529" y="234673"/>
                </a:lnTo>
                <a:lnTo>
                  <a:pt x="2671286" y="232577"/>
                </a:lnTo>
                <a:lnTo>
                  <a:pt x="2675043" y="230486"/>
                </a:lnTo>
                <a:lnTo>
                  <a:pt x="2678800" y="228399"/>
                </a:lnTo>
                <a:lnTo>
                  <a:pt x="2682557" y="226315"/>
                </a:lnTo>
                <a:lnTo>
                  <a:pt x="2686315" y="224236"/>
                </a:lnTo>
                <a:lnTo>
                  <a:pt x="2690072" y="222160"/>
                </a:lnTo>
                <a:lnTo>
                  <a:pt x="2693829" y="220089"/>
                </a:lnTo>
                <a:lnTo>
                  <a:pt x="2697586" y="218022"/>
                </a:lnTo>
                <a:lnTo>
                  <a:pt x="2701343" y="215960"/>
                </a:lnTo>
                <a:lnTo>
                  <a:pt x="2705100" y="213902"/>
                </a:lnTo>
                <a:lnTo>
                  <a:pt x="2708857" y="211849"/>
                </a:lnTo>
                <a:lnTo>
                  <a:pt x="2712614" y="209801"/>
                </a:lnTo>
                <a:lnTo>
                  <a:pt x="2716371" y="207758"/>
                </a:lnTo>
                <a:lnTo>
                  <a:pt x="2720128" y="205719"/>
                </a:lnTo>
                <a:lnTo>
                  <a:pt x="2723885" y="203686"/>
                </a:lnTo>
                <a:lnTo>
                  <a:pt x="2727643" y="201658"/>
                </a:lnTo>
                <a:lnTo>
                  <a:pt x="2731400" y="199635"/>
                </a:lnTo>
                <a:lnTo>
                  <a:pt x="2735157" y="197617"/>
                </a:lnTo>
                <a:lnTo>
                  <a:pt x="2738914" y="195605"/>
                </a:lnTo>
                <a:lnTo>
                  <a:pt x="2742671" y="193598"/>
                </a:lnTo>
                <a:lnTo>
                  <a:pt x="2746428" y="191597"/>
                </a:lnTo>
                <a:lnTo>
                  <a:pt x="2750185" y="189602"/>
                </a:lnTo>
                <a:lnTo>
                  <a:pt x="2753942" y="187613"/>
                </a:lnTo>
                <a:lnTo>
                  <a:pt x="2757699" y="185629"/>
                </a:lnTo>
                <a:lnTo>
                  <a:pt x="2761456" y="183652"/>
                </a:lnTo>
                <a:lnTo>
                  <a:pt x="2765213" y="181681"/>
                </a:lnTo>
                <a:lnTo>
                  <a:pt x="2768970" y="179716"/>
                </a:lnTo>
                <a:lnTo>
                  <a:pt x="2772727" y="177757"/>
                </a:lnTo>
                <a:lnTo>
                  <a:pt x="2776485" y="175805"/>
                </a:lnTo>
                <a:lnTo>
                  <a:pt x="2780242" y="173859"/>
                </a:lnTo>
                <a:lnTo>
                  <a:pt x="2783999" y="171920"/>
                </a:lnTo>
                <a:lnTo>
                  <a:pt x="2787756" y="169988"/>
                </a:lnTo>
                <a:lnTo>
                  <a:pt x="2791513" y="168062"/>
                </a:lnTo>
                <a:lnTo>
                  <a:pt x="2795270" y="166143"/>
                </a:lnTo>
                <a:lnTo>
                  <a:pt x="2799027" y="164232"/>
                </a:lnTo>
                <a:lnTo>
                  <a:pt x="2802784" y="162327"/>
                </a:lnTo>
                <a:lnTo>
                  <a:pt x="2806541" y="160430"/>
                </a:lnTo>
                <a:lnTo>
                  <a:pt x="2810298" y="158539"/>
                </a:lnTo>
                <a:lnTo>
                  <a:pt x="2814055" y="156657"/>
                </a:lnTo>
                <a:lnTo>
                  <a:pt x="2817812" y="154781"/>
                </a:lnTo>
                <a:lnTo>
                  <a:pt x="2821570" y="152913"/>
                </a:lnTo>
                <a:lnTo>
                  <a:pt x="2825327" y="151053"/>
                </a:lnTo>
                <a:lnTo>
                  <a:pt x="2829084" y="149201"/>
                </a:lnTo>
                <a:lnTo>
                  <a:pt x="2832841" y="147356"/>
                </a:lnTo>
                <a:lnTo>
                  <a:pt x="2836598" y="145519"/>
                </a:lnTo>
                <a:lnTo>
                  <a:pt x="2840355" y="143691"/>
                </a:lnTo>
                <a:lnTo>
                  <a:pt x="2844112" y="141870"/>
                </a:lnTo>
                <a:lnTo>
                  <a:pt x="2847869" y="140057"/>
                </a:lnTo>
                <a:lnTo>
                  <a:pt x="2851626" y="138253"/>
                </a:lnTo>
                <a:lnTo>
                  <a:pt x="2855383" y="136457"/>
                </a:lnTo>
                <a:lnTo>
                  <a:pt x="2859140" y="134670"/>
                </a:lnTo>
                <a:lnTo>
                  <a:pt x="2862897" y="132891"/>
                </a:lnTo>
                <a:lnTo>
                  <a:pt x="2866655" y="131121"/>
                </a:lnTo>
                <a:lnTo>
                  <a:pt x="2870412" y="129359"/>
                </a:lnTo>
                <a:lnTo>
                  <a:pt x="2874169" y="127606"/>
                </a:lnTo>
                <a:lnTo>
                  <a:pt x="2877926" y="125862"/>
                </a:lnTo>
                <a:lnTo>
                  <a:pt x="2881683" y="124127"/>
                </a:lnTo>
                <a:lnTo>
                  <a:pt x="2885440" y="122401"/>
                </a:lnTo>
                <a:lnTo>
                  <a:pt x="2889197" y="120684"/>
                </a:lnTo>
                <a:lnTo>
                  <a:pt x="2892954" y="118977"/>
                </a:lnTo>
                <a:lnTo>
                  <a:pt x="2896711" y="117278"/>
                </a:lnTo>
                <a:lnTo>
                  <a:pt x="2900468" y="115589"/>
                </a:lnTo>
                <a:lnTo>
                  <a:pt x="2904225" y="113910"/>
                </a:lnTo>
                <a:lnTo>
                  <a:pt x="2907982" y="112240"/>
                </a:lnTo>
                <a:lnTo>
                  <a:pt x="2911740" y="110580"/>
                </a:lnTo>
                <a:lnTo>
                  <a:pt x="2915497" y="108929"/>
                </a:lnTo>
                <a:lnTo>
                  <a:pt x="2919254" y="107288"/>
                </a:lnTo>
                <a:lnTo>
                  <a:pt x="2923011" y="105657"/>
                </a:lnTo>
                <a:lnTo>
                  <a:pt x="2926768" y="104036"/>
                </a:lnTo>
                <a:lnTo>
                  <a:pt x="2930525" y="102425"/>
                </a:lnTo>
                <a:lnTo>
                  <a:pt x="2934282" y="100824"/>
                </a:lnTo>
                <a:lnTo>
                  <a:pt x="2938039" y="99233"/>
                </a:lnTo>
                <a:lnTo>
                  <a:pt x="2941796" y="97652"/>
                </a:lnTo>
                <a:lnTo>
                  <a:pt x="2945553" y="96082"/>
                </a:lnTo>
                <a:lnTo>
                  <a:pt x="2949310" y="94522"/>
                </a:lnTo>
                <a:lnTo>
                  <a:pt x="2953067" y="92973"/>
                </a:lnTo>
                <a:lnTo>
                  <a:pt x="2956825" y="91434"/>
                </a:lnTo>
                <a:lnTo>
                  <a:pt x="2960582" y="89906"/>
                </a:lnTo>
                <a:lnTo>
                  <a:pt x="2964339" y="88389"/>
                </a:lnTo>
                <a:lnTo>
                  <a:pt x="2968096" y="86882"/>
                </a:lnTo>
                <a:lnTo>
                  <a:pt x="2971853" y="85386"/>
                </a:lnTo>
                <a:lnTo>
                  <a:pt x="2975610" y="83901"/>
                </a:lnTo>
                <a:lnTo>
                  <a:pt x="2979367" y="82427"/>
                </a:lnTo>
                <a:lnTo>
                  <a:pt x="2983124" y="80964"/>
                </a:lnTo>
                <a:lnTo>
                  <a:pt x="2986881" y="79513"/>
                </a:lnTo>
                <a:lnTo>
                  <a:pt x="2990638" y="78072"/>
                </a:lnTo>
                <a:lnTo>
                  <a:pt x="2994395" y="76643"/>
                </a:lnTo>
                <a:lnTo>
                  <a:pt x="2998153" y="75225"/>
                </a:lnTo>
                <a:lnTo>
                  <a:pt x="3001910" y="73819"/>
                </a:lnTo>
                <a:lnTo>
                  <a:pt x="3005667" y="72424"/>
                </a:lnTo>
                <a:lnTo>
                  <a:pt x="3009424" y="71040"/>
                </a:lnTo>
                <a:lnTo>
                  <a:pt x="3013181" y="69669"/>
                </a:lnTo>
                <a:lnTo>
                  <a:pt x="3016938" y="68309"/>
                </a:lnTo>
                <a:lnTo>
                  <a:pt x="3020695" y="66960"/>
                </a:lnTo>
                <a:lnTo>
                  <a:pt x="3024452" y="65624"/>
                </a:lnTo>
                <a:lnTo>
                  <a:pt x="3028209" y="64299"/>
                </a:lnTo>
                <a:lnTo>
                  <a:pt x="3031966" y="62987"/>
                </a:lnTo>
                <a:lnTo>
                  <a:pt x="3035723" y="61686"/>
                </a:lnTo>
                <a:lnTo>
                  <a:pt x="3039480" y="60398"/>
                </a:lnTo>
                <a:lnTo>
                  <a:pt x="3043238" y="59121"/>
                </a:lnTo>
                <a:lnTo>
                  <a:pt x="3046995" y="57857"/>
                </a:lnTo>
                <a:lnTo>
                  <a:pt x="3050752" y="56605"/>
                </a:lnTo>
                <a:lnTo>
                  <a:pt x="3054509" y="55365"/>
                </a:lnTo>
                <a:lnTo>
                  <a:pt x="3058266" y="54138"/>
                </a:lnTo>
                <a:lnTo>
                  <a:pt x="3062023" y="52924"/>
                </a:lnTo>
                <a:lnTo>
                  <a:pt x="3065780" y="51721"/>
                </a:lnTo>
                <a:lnTo>
                  <a:pt x="3069537" y="50532"/>
                </a:lnTo>
                <a:lnTo>
                  <a:pt x="3073294" y="49355"/>
                </a:lnTo>
                <a:lnTo>
                  <a:pt x="3077051" y="48190"/>
                </a:lnTo>
                <a:lnTo>
                  <a:pt x="3080808" y="47039"/>
                </a:lnTo>
                <a:lnTo>
                  <a:pt x="3084565" y="45900"/>
                </a:lnTo>
                <a:lnTo>
                  <a:pt x="3088323" y="44774"/>
                </a:lnTo>
                <a:lnTo>
                  <a:pt x="3092080" y="43661"/>
                </a:lnTo>
                <a:lnTo>
                  <a:pt x="3095837" y="42561"/>
                </a:lnTo>
                <a:lnTo>
                  <a:pt x="3099594" y="41474"/>
                </a:lnTo>
                <a:lnTo>
                  <a:pt x="3103351" y="40399"/>
                </a:lnTo>
                <a:lnTo>
                  <a:pt x="3107108" y="39339"/>
                </a:lnTo>
                <a:lnTo>
                  <a:pt x="3110865" y="38291"/>
                </a:lnTo>
                <a:lnTo>
                  <a:pt x="3114622" y="37256"/>
                </a:lnTo>
                <a:lnTo>
                  <a:pt x="3118379" y="36235"/>
                </a:lnTo>
                <a:lnTo>
                  <a:pt x="3122136" y="35227"/>
                </a:lnTo>
                <a:lnTo>
                  <a:pt x="3125893" y="34233"/>
                </a:lnTo>
                <a:lnTo>
                  <a:pt x="3129650" y="33251"/>
                </a:lnTo>
                <a:lnTo>
                  <a:pt x="3133408" y="32284"/>
                </a:lnTo>
                <a:lnTo>
                  <a:pt x="3137165" y="31330"/>
                </a:lnTo>
                <a:lnTo>
                  <a:pt x="3140922" y="30389"/>
                </a:lnTo>
                <a:lnTo>
                  <a:pt x="3144679" y="29462"/>
                </a:lnTo>
                <a:lnTo>
                  <a:pt x="3148436" y="28549"/>
                </a:lnTo>
                <a:lnTo>
                  <a:pt x="3152193" y="27649"/>
                </a:lnTo>
                <a:lnTo>
                  <a:pt x="3155950" y="26763"/>
                </a:lnTo>
                <a:lnTo>
                  <a:pt x="3159707" y="25891"/>
                </a:lnTo>
                <a:lnTo>
                  <a:pt x="3163464" y="25033"/>
                </a:lnTo>
                <a:lnTo>
                  <a:pt x="3167221" y="24188"/>
                </a:lnTo>
                <a:lnTo>
                  <a:pt x="3170978" y="23358"/>
                </a:lnTo>
                <a:lnTo>
                  <a:pt x="3174735" y="22541"/>
                </a:lnTo>
                <a:lnTo>
                  <a:pt x="3178493" y="21739"/>
                </a:lnTo>
                <a:lnTo>
                  <a:pt x="3182250" y="20950"/>
                </a:lnTo>
                <a:lnTo>
                  <a:pt x="3186007" y="20176"/>
                </a:lnTo>
                <a:lnTo>
                  <a:pt x="3189764" y="19415"/>
                </a:lnTo>
                <a:lnTo>
                  <a:pt x="3193521" y="18669"/>
                </a:lnTo>
                <a:lnTo>
                  <a:pt x="3197278" y="17937"/>
                </a:lnTo>
                <a:lnTo>
                  <a:pt x="3201035" y="17219"/>
                </a:lnTo>
                <a:lnTo>
                  <a:pt x="3204792" y="16515"/>
                </a:lnTo>
                <a:lnTo>
                  <a:pt x="3208549" y="15826"/>
                </a:lnTo>
                <a:lnTo>
                  <a:pt x="3212306" y="15151"/>
                </a:lnTo>
                <a:lnTo>
                  <a:pt x="3216063" y="14490"/>
                </a:lnTo>
                <a:lnTo>
                  <a:pt x="3219820" y="13844"/>
                </a:lnTo>
                <a:lnTo>
                  <a:pt x="3223578" y="13212"/>
                </a:lnTo>
                <a:lnTo>
                  <a:pt x="3227335" y="12595"/>
                </a:lnTo>
                <a:lnTo>
                  <a:pt x="3231092" y="11992"/>
                </a:lnTo>
                <a:lnTo>
                  <a:pt x="3234849" y="11403"/>
                </a:lnTo>
                <a:lnTo>
                  <a:pt x="3238606" y="10830"/>
                </a:lnTo>
                <a:lnTo>
                  <a:pt x="3242363" y="10270"/>
                </a:lnTo>
                <a:lnTo>
                  <a:pt x="3246120" y="9725"/>
                </a:lnTo>
                <a:lnTo>
                  <a:pt x="3249877" y="9195"/>
                </a:lnTo>
                <a:lnTo>
                  <a:pt x="3253634" y="8680"/>
                </a:lnTo>
                <a:lnTo>
                  <a:pt x="3257391" y="8179"/>
                </a:lnTo>
                <a:lnTo>
                  <a:pt x="3261148" y="7693"/>
                </a:lnTo>
                <a:lnTo>
                  <a:pt x="3264905" y="7221"/>
                </a:lnTo>
                <a:lnTo>
                  <a:pt x="3268663" y="6765"/>
                </a:lnTo>
                <a:lnTo>
                  <a:pt x="3272420" y="6323"/>
                </a:lnTo>
                <a:lnTo>
                  <a:pt x="3276177" y="5896"/>
                </a:lnTo>
                <a:lnTo>
                  <a:pt x="3279934" y="5483"/>
                </a:lnTo>
                <a:lnTo>
                  <a:pt x="3283691" y="5086"/>
                </a:lnTo>
                <a:lnTo>
                  <a:pt x="3287448" y="4703"/>
                </a:lnTo>
                <a:lnTo>
                  <a:pt x="3291205" y="4335"/>
                </a:lnTo>
                <a:lnTo>
                  <a:pt x="3294962" y="3982"/>
                </a:lnTo>
                <a:lnTo>
                  <a:pt x="3298719" y="3644"/>
                </a:lnTo>
                <a:lnTo>
                  <a:pt x="3302476" y="3321"/>
                </a:lnTo>
                <a:lnTo>
                  <a:pt x="3306233" y="3013"/>
                </a:lnTo>
                <a:lnTo>
                  <a:pt x="3309990" y="2719"/>
                </a:lnTo>
                <a:lnTo>
                  <a:pt x="3313748" y="2441"/>
                </a:lnTo>
                <a:lnTo>
                  <a:pt x="3317505" y="2178"/>
                </a:lnTo>
                <a:lnTo>
                  <a:pt x="3321262" y="1929"/>
                </a:lnTo>
                <a:lnTo>
                  <a:pt x="3325019" y="1696"/>
                </a:lnTo>
                <a:lnTo>
                  <a:pt x="3328776" y="1477"/>
                </a:lnTo>
                <a:lnTo>
                  <a:pt x="3332533" y="1274"/>
                </a:lnTo>
                <a:lnTo>
                  <a:pt x="3336290" y="1086"/>
                </a:lnTo>
                <a:lnTo>
                  <a:pt x="3340047" y="912"/>
                </a:lnTo>
                <a:lnTo>
                  <a:pt x="3343804" y="754"/>
                </a:lnTo>
                <a:lnTo>
                  <a:pt x="3347561" y="611"/>
                </a:lnTo>
                <a:lnTo>
                  <a:pt x="3351318" y="483"/>
                </a:lnTo>
                <a:lnTo>
                  <a:pt x="3355075" y="370"/>
                </a:lnTo>
                <a:lnTo>
                  <a:pt x="3358832" y="272"/>
                </a:lnTo>
                <a:lnTo>
                  <a:pt x="3362590" y="189"/>
                </a:lnTo>
                <a:lnTo>
                  <a:pt x="3366347" y="121"/>
                </a:lnTo>
                <a:lnTo>
                  <a:pt x="3370104" y="68"/>
                </a:lnTo>
                <a:lnTo>
                  <a:pt x="3373861" y="30"/>
                </a:lnTo>
                <a:lnTo>
                  <a:pt x="3377618" y="8"/>
                </a:lnTo>
                <a:lnTo>
                  <a:pt x="3381375" y="0"/>
                </a:lnTo>
              </a:path>
            </a:pathLst>
          </a:custGeom>
          <a:noFill xmlns:a="http://schemas.openxmlformats.org/drawingml/2006/main"/>
          <a:ln xmlns:a="http://schemas.openxmlformats.org/drawingml/2006/main" w="19050">
            <a:solidFill>
              <a:srgbClr val="202020"/>
            </a:solidFill>
          </a:ln>
        </p:spPr>
      </p:sp>
      <p:sp>
        <p:nvSpPr>
          <p:cNvPr id="39" name="tone-fi-y">
            <a:extLst xmlns:a="http://schemas.openxmlformats.org/drawingml/2006/main">
              <a:ext uri="{FF2B5EF4-FFF2-40B4-BE49-F238E27FC236}">
                <a16:creationId xmlns:a16="http://schemas.microsoft.com/office/drawing/2014/main" id="{4C439530-BD6B-4976-AA98-11C8DC82979F}"/>
              </a:ext>
            </a:extLst>
          </p:cNvPr>
          <p:cNvSpPr>
            <a:spLocks xmlns:a="http://schemas.openxmlformats.org/drawingml/2006/main" noGrp="1"/>
          </p:cNvSpPr>
          <p:nvPr/>
        </p:nvSpPr>
        <p:spPr>
          <a:xfrm xmlns:a="http://schemas.openxmlformats.org/drawingml/2006/main">
            <a:off x="7810500" y="2857500"/>
            <a:ext cx="95" cy="1238250"/>
          </a:xfrm>
          <a:custGeom xmlns:a="http://schemas.openxmlformats.org/drawingml/2006/main">
            <a:pathLst>
              <a:path w="95" h="1238250">
                <a:moveTo>
                  <a:pt x="0" y="0"/>
                </a:moveTo>
                <a:lnTo>
                  <a:pt x="0" y="1238250"/>
                </a:lnTo>
              </a:path>
            </a:pathLst>
          </a:custGeom>
          <a:noFill xmlns:a="http://schemas.openxmlformats.org/drawingml/2006/main"/>
          <a:ln xmlns:a="http://schemas.openxmlformats.org/drawingml/2006/main" w="9525">
            <a:solidFill>
              <a:srgbClr val="777777"/>
            </a:solidFill>
          </a:ln>
        </p:spPr>
      </p:sp>
      <p:sp>
        <p:nvSpPr>
          <p:cNvPr id="40" name="tone-fi-y-tick-0">
            <a:extLst xmlns:a="http://schemas.openxmlformats.org/drawingml/2006/main">
              <a:ext uri="{FF2B5EF4-FFF2-40B4-BE49-F238E27FC236}">
                <a16:creationId xmlns:a16="http://schemas.microsoft.com/office/drawing/2014/main" id="{AC338423-8D43-4FA7-B176-19F27C79A397}"/>
              </a:ext>
            </a:extLst>
          </p:cNvPr>
          <p:cNvSpPr>
            <a:spLocks xmlns:a="http://schemas.openxmlformats.org/drawingml/2006/main" noGrp="1"/>
          </p:cNvSpPr>
          <p:nvPr/>
        </p:nvSpPr>
        <p:spPr>
          <a:xfrm xmlns:a="http://schemas.openxmlformats.org/drawingml/2006/main">
            <a:off x="7762875" y="409575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1" name="tone-fi-y-tick-1">
            <a:extLst xmlns:a="http://schemas.openxmlformats.org/drawingml/2006/main">
              <a:ext uri="{FF2B5EF4-FFF2-40B4-BE49-F238E27FC236}">
                <a16:creationId xmlns:a16="http://schemas.microsoft.com/office/drawing/2014/main" id="{03EC3FAB-324F-4788-922E-3CFD2F88D6AB}"/>
              </a:ext>
            </a:extLst>
          </p:cNvPr>
          <p:cNvSpPr>
            <a:spLocks xmlns:a="http://schemas.openxmlformats.org/drawingml/2006/main" noGrp="1"/>
          </p:cNvSpPr>
          <p:nvPr/>
        </p:nvSpPr>
        <p:spPr>
          <a:xfrm xmlns:a="http://schemas.openxmlformats.org/drawingml/2006/main">
            <a:off x="7762875" y="3646884"/>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2" name="tone-fi-y-tick-2">
            <a:extLst xmlns:a="http://schemas.openxmlformats.org/drawingml/2006/main">
              <a:ext uri="{FF2B5EF4-FFF2-40B4-BE49-F238E27FC236}">
                <a16:creationId xmlns:a16="http://schemas.microsoft.com/office/drawing/2014/main" id="{C80016FB-A22A-4889-B60D-B58E64266C7D}"/>
              </a:ext>
            </a:extLst>
          </p:cNvPr>
          <p:cNvSpPr>
            <a:spLocks xmlns:a="http://schemas.openxmlformats.org/drawingml/2006/main" noGrp="1"/>
          </p:cNvSpPr>
          <p:nvPr/>
        </p:nvSpPr>
        <p:spPr>
          <a:xfrm xmlns:a="http://schemas.openxmlformats.org/drawingml/2006/main">
            <a:off x="7762875" y="3337322"/>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3" name="tone-fi-y-tick-3">
            <a:extLst xmlns:a="http://schemas.openxmlformats.org/drawingml/2006/main">
              <a:ext uri="{FF2B5EF4-FFF2-40B4-BE49-F238E27FC236}">
                <a16:creationId xmlns:a16="http://schemas.microsoft.com/office/drawing/2014/main" id="{DD1703D4-43E3-48AB-BD31-E1EDAE2E8395}"/>
              </a:ext>
            </a:extLst>
          </p:cNvPr>
          <p:cNvSpPr>
            <a:spLocks xmlns:a="http://schemas.openxmlformats.org/drawingml/2006/main" noGrp="1"/>
          </p:cNvSpPr>
          <p:nvPr/>
        </p:nvSpPr>
        <p:spPr>
          <a:xfrm xmlns:a="http://schemas.openxmlformats.org/drawingml/2006/main">
            <a:off x="7762875" y="3027759"/>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4" name="tone-fi-carrier">
            <a:extLst xmlns:a="http://schemas.openxmlformats.org/drawingml/2006/main">
              <a:ext uri="{FF2B5EF4-FFF2-40B4-BE49-F238E27FC236}">
                <a16:creationId xmlns:a16="http://schemas.microsoft.com/office/drawing/2014/main" id="{C0C2D66D-48BF-4F63-ACE2-B636CC03425A}"/>
              </a:ext>
            </a:extLst>
          </p:cNvPr>
          <p:cNvSpPr>
            <a:spLocks xmlns:a="http://schemas.openxmlformats.org/drawingml/2006/main" noGrp="1"/>
          </p:cNvSpPr>
          <p:nvPr/>
        </p:nvSpPr>
        <p:spPr>
          <a:xfrm xmlns:a="http://schemas.openxmlformats.org/drawingml/2006/main">
            <a:off x="7810500" y="3337322"/>
            <a:ext cx="3381375" cy="9525"/>
          </a:xfrm>
          <a:prstGeom xmlns:a="http://schemas.openxmlformats.org/drawingml/2006/main" prst="rect">
            <a:avLst/>
          </a:prstGeom>
          <a:solidFill xmlns:a="http://schemas.openxmlformats.org/drawingml/2006/main">
            <a:srgbClr val="B5B5B5"/>
          </a:solidFill>
          <a:ln xmlns:a="http://schemas.openxmlformats.org/drawingml/2006/main" w="0">
            <a:noFill/>
          </a:ln>
        </p:spPr>
      </p:sp>
      <p:pic>
        <p:nvPicPr>
          <p:cNvPr id="45"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612BED4-E21B-4FC5-AF43-A34D1F5B0ECB}"/>
              </a:ext>
            </a:extLst>
          </p:cNvPr>
          <p:cNvPicPr>
            <a:picLocks xmlns:a="http://schemas.openxmlformats.org/drawingml/2006/main" noChangeAspect="1"/>
          </p:cNvPicPr>
          <p:nvPr/>
        </p:nvPicPr>
        <p:blipFill>
          <a:blip xmlns:r="http://schemas.openxmlformats.org/officeDocument/2006/relationships" xmlns:a="http://schemas.openxmlformats.org/drawingml/2006/main" r:embed="R72fe4bd1b71f431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46"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E0FD4290-1762-4F75-8BCB-C4AFE42691EA}"/>
              </a:ext>
            </a:extLst>
          </p:cNvPr>
          <p:cNvPicPr>
            <a:picLocks xmlns:a="http://schemas.openxmlformats.org/drawingml/2006/main" noChangeAspect="1"/>
          </p:cNvPicPr>
          <p:nvPr/>
        </p:nvPicPr>
        <p:blipFill>
          <a:blip xmlns:r="http://schemas.openxmlformats.org/officeDocument/2006/relationships" xmlns:a="http://schemas.openxmlformats.org/drawingml/2006/main" r:embed="Rc3a8ba9e050f497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47"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00E0F552-E1FA-4478-9644-E694C6BD2B1F}"/>
              </a:ext>
            </a:extLst>
          </p:cNvPr>
          <p:cNvPicPr>
            <a:picLocks xmlns:a="http://schemas.openxmlformats.org/drawingml/2006/main" noChangeAspect="1"/>
          </p:cNvPicPr>
          <p:nvPr/>
        </p:nvPicPr>
        <p:blipFill>
          <a:blip xmlns:r="http://schemas.openxmlformats.org/officeDocument/2006/relationships" xmlns:a="http://schemas.openxmlformats.org/drawingml/2006/main" r:embed="R88a196343dd44ca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48" name="tone-message-domain" descr="t\ (\mathrm{ms})">
            <a:extLst xmlns:a="http://schemas.openxmlformats.org/drawingml/2006/main">
              <a:ext uri="{FF2B5EF4-FFF2-40B4-BE49-F238E27FC236}">
                <a16:creationId xmlns:a16="http://schemas.microsoft.com/office/drawing/2014/main" id="{87897CB0-535E-499B-AD93-2792508FD2E8}"/>
              </a:ext>
            </a:extLst>
          </p:cNvPr>
          <p:cNvPicPr>
            <a:picLocks xmlns:a="http://schemas.openxmlformats.org/drawingml/2006/main" noChangeAspect="1"/>
          </p:cNvPicPr>
          <p:nvPr/>
        </p:nvPicPr>
        <p:blipFill>
          <a:blip xmlns:r="http://schemas.openxmlformats.org/officeDocument/2006/relationships" xmlns:a="http://schemas.openxmlformats.org/drawingml/2006/main" r:embed="R63e4eb4e38e74eac">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4088130" y="4106347"/>
            <a:ext cx="531495" cy="169307"/>
          </a:xfrm>
          <a:prstGeom xmlns:a="http://schemas.openxmlformats.org/drawingml/2006/main" prst="rect">
            <a:avLst/>
          </a:prstGeom>
        </p:spPr>
      </p:pic>
      <p:pic>
        <p:nvPicPr>
          <p:cNvPr id="49" name="tone-message-ticklabel-0" descr="0">
            <a:extLst xmlns:a="http://schemas.openxmlformats.org/drawingml/2006/main">
              <a:ext uri="{FF2B5EF4-FFF2-40B4-BE49-F238E27FC236}">
                <a16:creationId xmlns:a16="http://schemas.microsoft.com/office/drawing/2014/main" id="{B5D75C12-192B-4CE9-8A70-3D2DB0E92C95}"/>
              </a:ext>
            </a:extLst>
          </p:cNvPr>
          <p:cNvPicPr>
            <a:picLocks xmlns:a="http://schemas.openxmlformats.org/drawingml/2006/main" noChangeAspect="1"/>
          </p:cNvPicPr>
          <p:nvPr/>
        </p:nvPicPr>
        <p:blipFill>
          <a:blip xmlns:r="http://schemas.openxmlformats.org/officeDocument/2006/relationships" xmlns:a="http://schemas.openxmlformats.org/drawingml/2006/main" r:embed="R89f76169892341a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895350" y="3679388"/>
            <a:ext cx="114300" cy="127873"/>
          </a:xfrm>
          <a:prstGeom xmlns:a="http://schemas.openxmlformats.org/drawingml/2006/main" prst="rect">
            <a:avLst/>
          </a:prstGeom>
        </p:spPr>
      </p:pic>
      <p:pic>
        <p:nvPicPr>
          <p:cNvPr id="50" name="tone-message-ticklabel-1" descr="1">
            <a:extLst xmlns:a="http://schemas.openxmlformats.org/drawingml/2006/main">
              <a:ext uri="{FF2B5EF4-FFF2-40B4-BE49-F238E27FC236}">
                <a16:creationId xmlns:a16="http://schemas.microsoft.com/office/drawing/2014/main" id="{B5B1F4EB-41B8-4C77-8809-5F6CE114FAFA}"/>
              </a:ext>
            </a:extLst>
          </p:cNvPr>
          <p:cNvPicPr>
            <a:picLocks xmlns:a="http://schemas.openxmlformats.org/drawingml/2006/main" noChangeAspect="1"/>
          </p:cNvPicPr>
          <p:nvPr/>
        </p:nvPicPr>
        <p:blipFill>
          <a:blip xmlns:r="http://schemas.openxmlformats.org/officeDocument/2006/relationships" xmlns:a="http://schemas.openxmlformats.org/drawingml/2006/main" r:embed="R6d4fd681f1994749">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4562475" y="3679388"/>
            <a:ext cx="114300" cy="127873"/>
          </a:xfrm>
          <a:prstGeom xmlns:a="http://schemas.openxmlformats.org/drawingml/2006/main" prst="rect">
            <a:avLst/>
          </a:prstGeom>
        </p:spPr>
      </p:pic>
      <p:pic>
        <p:nvPicPr>
          <p:cNvPr id="51" name="tone-message-label" descr="m(t)=A_m\cos(2\pi f_mt)">
            <a:extLst xmlns:a="http://schemas.openxmlformats.org/drawingml/2006/main">
              <a:ext uri="{FF2B5EF4-FFF2-40B4-BE49-F238E27FC236}">
                <a16:creationId xmlns:a16="http://schemas.microsoft.com/office/drawing/2014/main" id="{FBC2753B-8260-4AD7-94B5-14F35EAD58AF}"/>
              </a:ext>
            </a:extLst>
          </p:cNvPr>
          <p:cNvPicPr>
            <a:picLocks xmlns:a="http://schemas.openxmlformats.org/drawingml/2006/main" noChangeAspect="1"/>
          </p:cNvPicPr>
          <p:nvPr/>
        </p:nvPicPr>
        <p:blipFill>
          <a:blip xmlns:r="http://schemas.openxmlformats.org/officeDocument/2006/relationships" xmlns:a="http://schemas.openxmlformats.org/drawingml/2006/main" r:embed="R3806b964dee64e5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52500" y="2572464"/>
            <a:ext cx="2491740" cy="227171"/>
          </a:xfrm>
          <a:prstGeom xmlns:a="http://schemas.openxmlformats.org/drawingml/2006/main" prst="rect">
            <a:avLst/>
          </a:prstGeom>
        </p:spPr>
      </p:pic>
      <p:pic>
        <p:nvPicPr>
          <p:cNvPr id="52" name="tone-message-y-value-0" descr="-A_m">
            <a:extLst xmlns:a="http://schemas.openxmlformats.org/drawingml/2006/main">
              <a:ext uri="{FF2B5EF4-FFF2-40B4-BE49-F238E27FC236}">
                <a16:creationId xmlns:a16="http://schemas.microsoft.com/office/drawing/2014/main" id="{9F8CF934-2CC8-4E7D-B72F-A1A750CB6E11}"/>
              </a:ext>
            </a:extLst>
          </p:cNvPr>
          <p:cNvPicPr>
            <a:picLocks xmlns:a="http://schemas.openxmlformats.org/drawingml/2006/main" noChangeAspect="1"/>
          </p:cNvPicPr>
          <p:nvPr/>
        </p:nvPicPr>
        <p:blipFill>
          <a:blip xmlns:r="http://schemas.openxmlformats.org/officeDocument/2006/relationships" xmlns:a="http://schemas.openxmlformats.org/drawingml/2006/main" r:embed="R970933b0e32e443e">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257175" y="3873698"/>
            <a:ext cx="476250" cy="158353"/>
          </a:xfrm>
          <a:prstGeom xmlns:a="http://schemas.openxmlformats.org/drawingml/2006/main" prst="rect">
            <a:avLst/>
          </a:prstGeom>
        </p:spPr>
      </p:pic>
      <p:pic>
        <p:nvPicPr>
          <p:cNvPr id="53" name="tone-message-y-value-1" descr="0">
            <a:extLst xmlns:a="http://schemas.openxmlformats.org/drawingml/2006/main">
              <a:ext uri="{FF2B5EF4-FFF2-40B4-BE49-F238E27FC236}">
                <a16:creationId xmlns:a16="http://schemas.microsoft.com/office/drawing/2014/main" id="{94F7DD47-697F-4D45-8632-C26BC1390CC8}"/>
              </a:ext>
            </a:extLst>
          </p:cNvPr>
          <p:cNvPicPr>
            <a:picLocks xmlns:a="http://schemas.openxmlformats.org/drawingml/2006/main" noChangeAspect="1"/>
          </p:cNvPicPr>
          <p:nvPr/>
        </p:nvPicPr>
        <p:blipFill>
          <a:blip xmlns:r="http://schemas.openxmlformats.org/officeDocument/2006/relationships" xmlns:a="http://schemas.openxmlformats.org/drawingml/2006/main" r:embed="R6322c366cd5740e3">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19125" y="3441263"/>
            <a:ext cx="114300" cy="127873"/>
          </a:xfrm>
          <a:prstGeom xmlns:a="http://schemas.openxmlformats.org/drawingml/2006/main" prst="rect">
            <a:avLst/>
          </a:prstGeom>
        </p:spPr>
      </p:pic>
      <p:pic>
        <p:nvPicPr>
          <p:cNvPr id="54" name="tone-message-y-value-2" descr="A_m">
            <a:extLst xmlns:a="http://schemas.openxmlformats.org/drawingml/2006/main">
              <a:ext uri="{FF2B5EF4-FFF2-40B4-BE49-F238E27FC236}">
                <a16:creationId xmlns:a16="http://schemas.microsoft.com/office/drawing/2014/main" id="{2591F7F9-86D6-4BF8-912F-5337E7DE1323}"/>
              </a:ext>
            </a:extLst>
          </p:cNvPr>
          <p:cNvPicPr>
            <a:picLocks xmlns:a="http://schemas.openxmlformats.org/drawingml/2006/main" noChangeAspect="1"/>
          </p:cNvPicPr>
          <p:nvPr/>
        </p:nvPicPr>
        <p:blipFill>
          <a:blip xmlns:r="http://schemas.openxmlformats.org/officeDocument/2006/relationships" xmlns:a="http://schemas.openxmlformats.org/drawingml/2006/main" r:embed="Rc31daa89a6e840e4">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428625" y="2978944"/>
            <a:ext cx="304800" cy="157163"/>
          </a:xfrm>
          <a:prstGeom xmlns:a="http://schemas.openxmlformats.org/drawingml/2006/main" prst="rect">
            <a:avLst/>
          </a:prstGeom>
        </p:spPr>
      </p:pic>
      <p:pic>
        <p:nvPicPr>
          <p:cNvPr id="55" name="tone-frequency-rule" descr="f_c+k_fm(t)">
            <a:extLst xmlns:a="http://schemas.openxmlformats.org/drawingml/2006/main">
              <a:ext uri="{FF2B5EF4-FFF2-40B4-BE49-F238E27FC236}">
                <a16:creationId xmlns:a16="http://schemas.microsoft.com/office/drawing/2014/main" id="{46C2BAE2-6C21-487D-9814-3D941398DAB4}"/>
              </a:ext>
            </a:extLst>
          </p:cNvPr>
          <p:cNvPicPr>
            <a:picLocks xmlns:a="http://schemas.openxmlformats.org/drawingml/2006/main" noChangeAspect="1"/>
          </p:cNvPicPr>
          <p:nvPr/>
        </p:nvPicPr>
        <p:blipFill>
          <a:blip xmlns:r="http://schemas.openxmlformats.org/officeDocument/2006/relationships" xmlns:a="http://schemas.openxmlformats.org/drawingml/2006/main" r:embed="Rfb4950085f2846d0">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5298281" y="3072557"/>
            <a:ext cx="1309688" cy="236637"/>
          </a:xfrm>
          <a:prstGeom xmlns:a="http://schemas.openxmlformats.org/drawingml/2006/main" prst="rect">
            <a:avLst/>
          </a:prstGeom>
        </p:spPr>
      </p:pic>
      <p:pic>
        <p:nvPicPr>
          <p:cNvPr id="56" name="tone-fi-domain" descr="t\ (\mathrm{ms})">
            <a:extLst xmlns:a="http://schemas.openxmlformats.org/drawingml/2006/main">
              <a:ext uri="{FF2B5EF4-FFF2-40B4-BE49-F238E27FC236}">
                <a16:creationId xmlns:a16="http://schemas.microsoft.com/office/drawing/2014/main" id="{F69B7128-78DE-4A1E-B0D6-862240083D73}"/>
              </a:ext>
            </a:extLst>
          </p:cNvPr>
          <p:cNvPicPr>
            <a:picLocks xmlns:a="http://schemas.openxmlformats.org/drawingml/2006/main" noChangeAspect="1"/>
          </p:cNvPicPr>
          <p:nvPr/>
        </p:nvPicPr>
        <p:blipFill>
          <a:blip xmlns:r="http://schemas.openxmlformats.org/officeDocument/2006/relationships" xmlns:a="http://schemas.openxmlformats.org/drawingml/2006/main" r:embed="Rf7c81205af0b48b3">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0660380" y="4563547"/>
            <a:ext cx="531495" cy="169307"/>
          </a:xfrm>
          <a:prstGeom xmlns:a="http://schemas.openxmlformats.org/drawingml/2006/main" prst="rect">
            <a:avLst/>
          </a:prstGeom>
        </p:spPr>
      </p:pic>
      <p:pic>
        <p:nvPicPr>
          <p:cNvPr id="57" name="tone-fi-ticklabel-0" descr="0">
            <a:extLst xmlns:a="http://schemas.openxmlformats.org/drawingml/2006/main">
              <a:ext uri="{FF2B5EF4-FFF2-40B4-BE49-F238E27FC236}">
                <a16:creationId xmlns:a16="http://schemas.microsoft.com/office/drawing/2014/main" id="{7A16989F-F810-4E96-92AD-161C576BC453}"/>
              </a:ext>
            </a:extLst>
          </p:cNvPr>
          <p:cNvPicPr>
            <a:picLocks xmlns:a="http://schemas.openxmlformats.org/drawingml/2006/main" noChangeAspect="1"/>
          </p:cNvPicPr>
          <p:nvPr/>
        </p:nvPicPr>
        <p:blipFill>
          <a:blip xmlns:r="http://schemas.openxmlformats.org/officeDocument/2006/relationships" xmlns:a="http://schemas.openxmlformats.org/drawingml/2006/main" r:embed="R44e48c0525984008">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7753350" y="4269938"/>
            <a:ext cx="114300" cy="127873"/>
          </a:xfrm>
          <a:prstGeom xmlns:a="http://schemas.openxmlformats.org/drawingml/2006/main" prst="rect">
            <a:avLst/>
          </a:prstGeom>
        </p:spPr>
      </p:pic>
      <p:pic>
        <p:nvPicPr>
          <p:cNvPr id="58" name="tone-fi-ticklabel-1" descr="1">
            <a:extLst xmlns:a="http://schemas.openxmlformats.org/drawingml/2006/main">
              <a:ext uri="{FF2B5EF4-FFF2-40B4-BE49-F238E27FC236}">
                <a16:creationId xmlns:a16="http://schemas.microsoft.com/office/drawing/2014/main" id="{C0BC55A9-D142-4F7D-8234-D66E2A2AC176}"/>
              </a:ext>
            </a:extLst>
          </p:cNvPr>
          <p:cNvPicPr>
            <a:picLocks xmlns:a="http://schemas.openxmlformats.org/drawingml/2006/main" noChangeAspect="1"/>
          </p:cNvPicPr>
          <p:nvPr/>
        </p:nvPicPr>
        <p:blipFill>
          <a:blip xmlns:r="http://schemas.openxmlformats.org/officeDocument/2006/relationships" xmlns:a="http://schemas.openxmlformats.org/drawingml/2006/main" r:embed="Re4f9ce129fba4d21">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11134725" y="4269938"/>
            <a:ext cx="114300" cy="127873"/>
          </a:xfrm>
          <a:prstGeom xmlns:a="http://schemas.openxmlformats.org/drawingml/2006/main" prst="rect">
            <a:avLst/>
          </a:prstGeom>
        </p:spPr>
      </p:pic>
      <p:pic>
        <p:nvPicPr>
          <p:cNvPr id="59" name="tone-fi-label" descr="f_i(t)\ (\mathrm{kHz})">
            <a:extLst xmlns:a="http://schemas.openxmlformats.org/drawingml/2006/main">
              <a:ext uri="{FF2B5EF4-FFF2-40B4-BE49-F238E27FC236}">
                <a16:creationId xmlns:a16="http://schemas.microsoft.com/office/drawing/2014/main" id="{AC715E1C-5EFD-4AA3-8D75-249F39270E9E}"/>
              </a:ext>
            </a:extLst>
          </p:cNvPr>
          <p:cNvPicPr>
            <a:picLocks xmlns:a="http://schemas.openxmlformats.org/drawingml/2006/main" noChangeAspect="1"/>
          </p:cNvPicPr>
          <p:nvPr/>
        </p:nvPicPr>
        <p:blipFill>
          <a:blip xmlns:r="http://schemas.openxmlformats.org/officeDocument/2006/relationships" xmlns:a="http://schemas.openxmlformats.org/drawingml/2006/main" r:embed="R157a17dbf0da4ec2">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7810500" y="2571750"/>
            <a:ext cx="1211580" cy="228600"/>
          </a:xfrm>
          <a:prstGeom xmlns:a="http://schemas.openxmlformats.org/drawingml/2006/main" prst="rect">
            <a:avLst/>
          </a:prstGeom>
        </p:spPr>
      </p:pic>
      <p:pic>
        <p:nvPicPr>
          <p:cNvPr id="60" name="tone-fi-y-value-0" descr="0">
            <a:extLst xmlns:a="http://schemas.openxmlformats.org/drawingml/2006/main">
              <a:ext uri="{FF2B5EF4-FFF2-40B4-BE49-F238E27FC236}">
                <a16:creationId xmlns:a16="http://schemas.microsoft.com/office/drawing/2014/main" id="{B762C8D4-BBBA-47F0-B065-915F9E4F4DFB}"/>
              </a:ext>
            </a:extLst>
          </p:cNvPr>
          <p:cNvPicPr>
            <a:picLocks xmlns:a="http://schemas.openxmlformats.org/drawingml/2006/main" noChangeAspect="1"/>
          </p:cNvPicPr>
          <p:nvPr/>
        </p:nvPicPr>
        <p:blipFill>
          <a:blip xmlns:r="http://schemas.openxmlformats.org/officeDocument/2006/relationships" xmlns:a="http://schemas.openxmlformats.org/drawingml/2006/main" r:embed="R0c19a0ca7f12416a">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7477125" y="4031813"/>
            <a:ext cx="114300" cy="127873"/>
          </a:xfrm>
          <a:prstGeom xmlns:a="http://schemas.openxmlformats.org/drawingml/2006/main" prst="rect">
            <a:avLst/>
          </a:prstGeom>
        </p:spPr>
      </p:pic>
      <p:pic>
        <p:nvPicPr>
          <p:cNvPr id="61" name="tone-fi-y-value-1" descr="f_c-\Delta f">
            <a:extLst xmlns:a="http://schemas.openxmlformats.org/drawingml/2006/main">
              <a:ext uri="{FF2B5EF4-FFF2-40B4-BE49-F238E27FC236}">
                <a16:creationId xmlns:a16="http://schemas.microsoft.com/office/drawing/2014/main" id="{E7442805-E9A5-4039-9859-9FD094306161}"/>
              </a:ext>
            </a:extLst>
          </p:cNvPr>
          <p:cNvPicPr>
            <a:picLocks xmlns:a="http://schemas.openxmlformats.org/drawingml/2006/main" noChangeAspect="1"/>
          </p:cNvPicPr>
          <p:nvPr/>
        </p:nvPicPr>
        <p:blipFill>
          <a:blip xmlns:r="http://schemas.openxmlformats.org/officeDocument/2006/relationships" xmlns:a="http://schemas.openxmlformats.org/drawingml/2006/main" r:embed="R32470524881b4992">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7010400" y="3575324"/>
            <a:ext cx="581025" cy="143120"/>
          </a:xfrm>
          <a:prstGeom xmlns:a="http://schemas.openxmlformats.org/drawingml/2006/main" prst="rect">
            <a:avLst/>
          </a:prstGeom>
        </p:spPr>
      </p:pic>
      <p:pic>
        <p:nvPicPr>
          <p:cNvPr id="62" name="tone-fi-y-value-2" descr="f_c">
            <a:extLst xmlns:a="http://schemas.openxmlformats.org/drawingml/2006/main">
              <a:ext uri="{FF2B5EF4-FFF2-40B4-BE49-F238E27FC236}">
                <a16:creationId xmlns:a16="http://schemas.microsoft.com/office/drawing/2014/main" id="{5AC918CB-7851-4665-A965-D2EE470CC13F}"/>
              </a:ext>
            </a:extLst>
          </p:cNvPr>
          <p:cNvPicPr>
            <a:picLocks xmlns:a="http://schemas.openxmlformats.org/drawingml/2006/main" noChangeAspect="1"/>
          </p:cNvPicPr>
          <p:nvPr/>
        </p:nvPicPr>
        <p:blipFill>
          <a:blip xmlns:r="http://schemas.openxmlformats.org/officeDocument/2006/relationships" xmlns:a="http://schemas.openxmlformats.org/drawingml/2006/main" r:embed="R3add56e5cacb43a0">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7439025" y="3252073"/>
            <a:ext cx="152400" cy="170498"/>
          </a:xfrm>
          <a:prstGeom xmlns:a="http://schemas.openxmlformats.org/drawingml/2006/main" prst="rect">
            <a:avLst/>
          </a:prstGeom>
        </p:spPr>
      </p:pic>
      <p:pic>
        <p:nvPicPr>
          <p:cNvPr id="63" name="tone-fi-y-value-3" descr="f_c+\Delta f">
            <a:extLst xmlns:a="http://schemas.openxmlformats.org/drawingml/2006/main">
              <a:ext uri="{FF2B5EF4-FFF2-40B4-BE49-F238E27FC236}">
                <a16:creationId xmlns:a16="http://schemas.microsoft.com/office/drawing/2014/main" id="{B35DA72F-4C40-43B5-80AA-15F0BFB195C0}"/>
              </a:ext>
            </a:extLst>
          </p:cNvPr>
          <p:cNvPicPr>
            <a:picLocks xmlns:a="http://schemas.openxmlformats.org/drawingml/2006/main" noChangeAspect="1"/>
          </p:cNvPicPr>
          <p:nvPr/>
        </p:nvPicPr>
        <p:blipFill>
          <a:blip xmlns:r="http://schemas.openxmlformats.org/officeDocument/2006/relationships" xmlns:a="http://schemas.openxmlformats.org/drawingml/2006/main" r:embed="R425bbfa4a8684bb5">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7010400" y="2956199"/>
            <a:ext cx="581025" cy="143120"/>
          </a:xfrm>
          <a:prstGeom xmlns:a="http://schemas.openxmlformats.org/drawingml/2006/main" prst="rect">
            <a:avLst/>
          </a:prstGeom>
        </p:spPr>
      </p:pic>
      <p:pic>
        <p:nvPicPr>
          <p:cNvPr id="64" name="tone-parameters" descr="A_m=1,\quad k_f=5\ \mathrm{kHz/unit}">
            <a:extLst xmlns:a="http://schemas.openxmlformats.org/drawingml/2006/main">
              <a:ext uri="{FF2B5EF4-FFF2-40B4-BE49-F238E27FC236}">
                <a16:creationId xmlns:a16="http://schemas.microsoft.com/office/drawing/2014/main" id="{68874B11-E6EF-4A9F-BFF1-0534BF76722A}"/>
              </a:ext>
            </a:extLst>
          </p:cNvPr>
          <p:cNvPicPr>
            <a:picLocks xmlns:a="http://schemas.openxmlformats.org/drawingml/2006/main" noChangeAspect="1"/>
          </p:cNvPicPr>
          <p:nvPr/>
        </p:nvPicPr>
        <p:blipFill>
          <a:blip xmlns:r="http://schemas.openxmlformats.org/officeDocument/2006/relationships" xmlns:a="http://schemas.openxmlformats.org/drawingml/2006/main" r:embed="Redd85f71cf9a47da">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4810125" y="4591794"/>
            <a:ext cx="3214688" cy="236637"/>
          </a:xfrm>
          <a:prstGeom xmlns:a="http://schemas.openxmlformats.org/drawingml/2006/main" prst="rect">
            <a:avLst/>
          </a:prstGeom>
        </p:spPr>
      </p:pic>
      <p:pic>
        <p:nvPicPr>
          <p:cNvPr id="65" name="message-main" descr="m(t)=A_m\cos(2\pi f_mt)">
            <a:extLst xmlns:a="http://schemas.openxmlformats.org/drawingml/2006/main">
              <a:ext uri="{FF2B5EF4-FFF2-40B4-BE49-F238E27FC236}">
                <a16:creationId xmlns:a16="http://schemas.microsoft.com/office/drawing/2014/main" id="{C3D94A47-64A0-43B7-AB0F-61375AAD6919}"/>
              </a:ext>
            </a:extLst>
          </p:cNvPr>
          <p:cNvPicPr>
            <a:picLocks xmlns:a="http://schemas.openxmlformats.org/drawingml/2006/main" noChangeAspect="1"/>
          </p:cNvPicPr>
          <p:nvPr/>
        </p:nvPicPr>
        <p:blipFill>
          <a:blip xmlns:r="http://schemas.openxmlformats.org/officeDocument/2006/relationships" xmlns:a="http://schemas.openxmlformats.org/drawingml/2006/main" r:embed="Rdf69b63039474916">
            <a:extLst>
              <a:ext uri="{96DAC541-7B7A-43D3-8B79-37D633B846F1}">
                <ns20:svgBlip xmlns:ns20="http://schemas.microsoft.com/office/drawing/2016/SVG/main" r:embed="rIdMathSvg20"/>
              </a:ext>
            </a:extLst>
          </a:blip>
          <a:stretch xmlns:a="http://schemas.openxmlformats.org/drawingml/2006/main"/>
        </p:blipFill>
        <p:spPr>
          <a:xfrm xmlns:a="http://schemas.openxmlformats.org/drawingml/2006/main">
            <a:off x="609600" y="4949041"/>
            <a:ext cx="2803208" cy="255568"/>
          </a:xfrm>
          <a:prstGeom xmlns:a="http://schemas.openxmlformats.org/drawingml/2006/main" prst="rect">
            <a:avLst/>
          </a:prstGeom>
        </p:spPr>
      </p:pic>
      <p:pic>
        <p:nvPicPr>
          <p:cNvPr id="66" name="signal-integral" descr="s(t)=A_c\cos[2\pi f_ct+2\pi k_f\int_0^t m(\tau)\,d\tau]">
            <a:extLst xmlns:a="http://schemas.openxmlformats.org/drawingml/2006/main">
              <a:ext uri="{FF2B5EF4-FFF2-40B4-BE49-F238E27FC236}">
                <a16:creationId xmlns:a16="http://schemas.microsoft.com/office/drawing/2014/main" id="{0DBEF582-3D38-469B-9445-137662E135E7}"/>
              </a:ext>
            </a:extLst>
          </p:cNvPr>
          <p:cNvPicPr>
            <a:picLocks xmlns:a="http://schemas.openxmlformats.org/drawingml/2006/main" noChangeAspect="1"/>
          </p:cNvPicPr>
          <p:nvPr/>
        </p:nvPicPr>
        <p:blipFill>
          <a:blip xmlns:r="http://schemas.openxmlformats.org/officeDocument/2006/relationships" xmlns:a="http://schemas.openxmlformats.org/drawingml/2006/main" r:embed="Re3134d50ff504d70">
            <a:extLst>
              <a:ext uri="{96DAC541-7B7A-43D3-8B79-37D633B846F1}">
                <ns21:svgBlip xmlns:ns21="http://schemas.microsoft.com/office/drawing/2016/SVG/main" r:embed="rIdMathSvg21"/>
              </a:ext>
            </a:extLst>
          </a:blip>
          <a:stretch xmlns:a="http://schemas.openxmlformats.org/drawingml/2006/main"/>
        </p:blipFill>
        <p:spPr>
          <a:xfrm xmlns:a="http://schemas.openxmlformats.org/drawingml/2006/main">
            <a:off x="609600" y="5354080"/>
            <a:ext cx="4732020" cy="347186"/>
          </a:xfrm>
          <a:prstGeom xmlns:a="http://schemas.openxmlformats.org/drawingml/2006/main" prst="rect">
            <a:avLst/>
          </a:prstGeom>
        </p:spPr>
      </p:pic>
      <p:pic>
        <p:nvPicPr>
          <p:cNvPr id="67" name="signal-tone-integral" descr="s(t)=A_c\cos[2\pi f_ct+2\pi k_f\int_0^t A_m\cos(2\pi f_m\tau)\,d\tau]">
            <a:extLst xmlns:a="http://schemas.openxmlformats.org/drawingml/2006/main">
              <a:ext uri="{FF2B5EF4-FFF2-40B4-BE49-F238E27FC236}">
                <a16:creationId xmlns:a16="http://schemas.microsoft.com/office/drawing/2014/main" id="{E37CB8FE-00F6-463F-B115-0C026DB89A22}"/>
              </a:ext>
            </a:extLst>
          </p:cNvPr>
          <p:cNvPicPr>
            <a:picLocks xmlns:a="http://schemas.openxmlformats.org/drawingml/2006/main" noChangeAspect="1"/>
          </p:cNvPicPr>
          <p:nvPr/>
        </p:nvPicPr>
        <p:blipFill>
          <a:blip xmlns:r="http://schemas.openxmlformats.org/officeDocument/2006/relationships" xmlns:a="http://schemas.openxmlformats.org/drawingml/2006/main" r:embed="Rd8d28bdb02e74f05">
            <a:extLst>
              <a:ext uri="{96DAC541-7B7A-43D3-8B79-37D633B846F1}">
                <ns22:svgBlip xmlns:ns22="http://schemas.microsoft.com/office/drawing/2016/SVG/main" r:embed="rIdMathSvg22"/>
              </a:ext>
            </a:extLst>
          </a:blip>
          <a:stretch xmlns:a="http://schemas.openxmlformats.org/drawingml/2006/main"/>
        </p:blipFill>
        <p:spPr>
          <a:xfrm xmlns:a="http://schemas.openxmlformats.org/drawingml/2006/main">
            <a:off x="609600" y="5354255"/>
            <a:ext cx="5966460" cy="347186"/>
          </a:xfrm>
          <a:prstGeom xmlns:a="http://schemas.openxmlformats.org/drawingml/2006/main" prst="rect">
            <a:avLst/>
          </a:prstGeom>
        </p:spPr>
      </p:pic>
      <p:pic>
        <p:nvPicPr>
          <p:cNvPr id="68" name="support-0" descr="\int_0^t A_m\cos(2\pi f_m\tau)\,d\tau=\frac{A_m}{2\pi f_m}\sin(2\pi f_mt)">
            <a:extLst xmlns:a="http://schemas.openxmlformats.org/drawingml/2006/main">
              <a:ext uri="{FF2B5EF4-FFF2-40B4-BE49-F238E27FC236}">
                <a16:creationId xmlns:a16="http://schemas.microsoft.com/office/drawing/2014/main" id="{3A7605B4-429E-4C7F-8759-885243E6FBA7}"/>
              </a:ext>
            </a:extLst>
          </p:cNvPr>
          <p:cNvPicPr>
            <a:picLocks xmlns:a="http://schemas.openxmlformats.org/drawingml/2006/main" noChangeAspect="1"/>
          </p:cNvPicPr>
          <p:nvPr/>
        </p:nvPicPr>
        <p:blipFill>
          <a:blip xmlns:r="http://schemas.openxmlformats.org/officeDocument/2006/relationships" xmlns:a="http://schemas.openxmlformats.org/drawingml/2006/main" r:embed="R7c34fa9a52ff4270">
            <a:extLst>
              <a:ext uri="{96DAC541-7B7A-43D3-8B79-37D633B846F1}">
                <ns23:svgBlip xmlns:ns23="http://schemas.microsoft.com/office/drawing/2016/SVG/main" r:embed="rIdMathSvg23"/>
              </a:ext>
            </a:extLst>
          </a:blip>
          <a:stretch xmlns:a="http://schemas.openxmlformats.org/drawingml/2006/main"/>
        </p:blipFill>
        <p:spPr>
          <a:xfrm xmlns:a="http://schemas.openxmlformats.org/drawingml/2006/main">
            <a:off x="1181100" y="5859214"/>
            <a:ext cx="4500563" cy="349746"/>
          </a:xfrm>
          <a:prstGeom xmlns:a="http://schemas.openxmlformats.org/drawingml/2006/main" prst="rect">
            <a:avLst/>
          </a:prstGeom>
        </p:spPr>
      </p:pic>
      <p:pic>
        <p:nvPicPr>
          <p:cNvPr id="69" name="signal-substituted" descr="s(t)=A_c\cos[2\pi f_ct+\frac{k_fA_m}{f_m}\sin(2\pi f_mt)]">
            <a:extLst xmlns:a="http://schemas.openxmlformats.org/drawingml/2006/main">
              <a:ext uri="{FF2B5EF4-FFF2-40B4-BE49-F238E27FC236}">
                <a16:creationId xmlns:a16="http://schemas.microsoft.com/office/drawing/2014/main" id="{4F4DC0E1-E6B7-4871-82D2-B9337E6137D8}"/>
              </a:ext>
            </a:extLst>
          </p:cNvPr>
          <p:cNvPicPr>
            <a:picLocks xmlns:a="http://schemas.openxmlformats.org/drawingml/2006/main" noChangeAspect="1"/>
          </p:cNvPicPr>
          <p:nvPr/>
        </p:nvPicPr>
        <p:blipFill>
          <a:blip xmlns:r="http://schemas.openxmlformats.org/officeDocument/2006/relationships" xmlns:a="http://schemas.openxmlformats.org/drawingml/2006/main" r:embed="R0d845f7d510943f1">
            <a:extLst>
              <a:ext uri="{96DAC541-7B7A-43D3-8B79-37D633B846F1}">
                <ns24:svgBlip xmlns:ns24="http://schemas.microsoft.com/office/drawing/2016/SVG/main" r:embed="rIdMathSvg24"/>
              </a:ext>
            </a:extLst>
          </a:blip>
          <a:stretch xmlns:a="http://schemas.openxmlformats.org/drawingml/2006/main"/>
        </p:blipFill>
        <p:spPr>
          <a:xfrm xmlns:a="http://schemas.openxmlformats.org/drawingml/2006/main">
            <a:off x="609600" y="5377797"/>
            <a:ext cx="4783455" cy="355223"/>
          </a:xfrm>
          <a:prstGeom xmlns:a="http://schemas.openxmlformats.org/drawingml/2006/main" prst="rect">
            <a:avLst/>
          </a:prstGeom>
        </p:spPr>
      </p:pic>
      <p:pic>
        <p:nvPicPr>
          <p:cNvPr id="70" name="support-1" descr="\Delta f=k_fA_m=5\ \mathrm{kHz},\qquad\beta=\Delta f/f_m\quad\text{(modulation index)}">
            <a:extLst xmlns:a="http://schemas.openxmlformats.org/drawingml/2006/main">
              <a:ext uri="{FF2B5EF4-FFF2-40B4-BE49-F238E27FC236}">
                <a16:creationId xmlns:a16="http://schemas.microsoft.com/office/drawing/2014/main" id="{66B554AD-780D-43AA-A8D8-6E75C5903AF5}"/>
              </a:ext>
            </a:extLst>
          </p:cNvPr>
          <p:cNvPicPr>
            <a:picLocks xmlns:a="http://schemas.openxmlformats.org/drawingml/2006/main" noChangeAspect="1"/>
          </p:cNvPicPr>
          <p:nvPr/>
        </p:nvPicPr>
        <p:blipFill>
          <a:blip xmlns:r="http://schemas.openxmlformats.org/officeDocument/2006/relationships" xmlns:a="http://schemas.openxmlformats.org/drawingml/2006/main" r:embed="R54190738d3484654">
            <a:extLst>
              <a:ext uri="{96DAC541-7B7A-43D3-8B79-37D633B846F1}">
                <ns25:svgBlip xmlns:ns25="http://schemas.microsoft.com/office/drawing/2016/SVG/main" r:embed="rIdMathSvg25"/>
              </a:ext>
            </a:extLst>
          </a:blip>
          <a:stretch xmlns:a="http://schemas.openxmlformats.org/drawingml/2006/main"/>
        </p:blipFill>
        <p:spPr>
          <a:xfrm xmlns:a="http://schemas.openxmlformats.org/drawingml/2006/main">
            <a:off x="1181100" y="6411069"/>
            <a:ext cx="6834188" cy="236637"/>
          </a:xfrm>
          <a:prstGeom xmlns:a="http://schemas.openxmlformats.org/drawingml/2006/main" prst="rect">
            <a:avLst/>
          </a:prstGeom>
        </p:spPr>
      </p:pic>
      <p:pic>
        <p:nvPicPr>
          <p:cNvPr id="71" name="signal-main" descr="s(t)=A_c\cos[2\pi f_ct+\beta\sin(2\pi f_mt)]">
            <a:extLst xmlns:a="http://schemas.openxmlformats.org/drawingml/2006/main">
              <a:ext uri="{FF2B5EF4-FFF2-40B4-BE49-F238E27FC236}">
                <a16:creationId xmlns:a16="http://schemas.microsoft.com/office/drawing/2014/main" id="{69E54DA0-A41C-4F5C-ABCC-75762A720AD1}"/>
              </a:ext>
            </a:extLst>
          </p:cNvPr>
          <p:cNvPicPr>
            <a:picLocks xmlns:a="http://schemas.openxmlformats.org/drawingml/2006/main" noChangeAspect="1"/>
          </p:cNvPicPr>
          <p:nvPr/>
        </p:nvPicPr>
        <p:blipFill>
          <a:blip xmlns:r="http://schemas.openxmlformats.org/officeDocument/2006/relationships" xmlns:a="http://schemas.openxmlformats.org/drawingml/2006/main" r:embed="Recc3354d37184919">
            <a:extLst>
              <a:ext uri="{96DAC541-7B7A-43D3-8B79-37D633B846F1}">
                <ns26:svgBlip xmlns:ns26="http://schemas.microsoft.com/office/drawing/2016/SVG/main" r:embed="rIdMathSvg26"/>
              </a:ext>
            </a:extLst>
          </a:blip>
          <a:stretch xmlns:a="http://schemas.openxmlformats.org/drawingml/2006/main"/>
        </p:blipFill>
        <p:spPr>
          <a:xfrm xmlns:a="http://schemas.openxmlformats.org/drawingml/2006/main">
            <a:off x="609600" y="5418650"/>
            <a:ext cx="4346258" cy="255568"/>
          </a:xfrm>
          <a:prstGeom xmlns:a="http://schemas.openxmlformats.org/drawingml/2006/main" prst="rect">
            <a:avLst/>
          </a:prstGeom>
        </p:spPr>
      </p:pic>
      <p:pic>
        <p:nvPicPr>
          <p:cNvPr id="72" name="fixed-signal-integral" descr="s(t)=A_c\cos[2\pi f_ct+2\pi k_f\int_0^t m(\tau)\,d\tau]">
            <a:extLst xmlns:a="http://schemas.openxmlformats.org/drawingml/2006/main">
              <a:ext uri="{FF2B5EF4-FFF2-40B4-BE49-F238E27FC236}">
                <a16:creationId xmlns:a16="http://schemas.microsoft.com/office/drawing/2014/main" id="{C4DCFC65-960A-4E2B-804A-BB1FA5895914}"/>
              </a:ext>
            </a:extLst>
          </p:cNvPr>
          <p:cNvPicPr>
            <a:picLocks xmlns:a="http://schemas.openxmlformats.org/drawingml/2006/main" noChangeAspect="1"/>
          </p:cNvPicPr>
          <p:nvPr/>
        </p:nvPicPr>
        <p:blipFill>
          <a:blip xmlns:r="http://schemas.openxmlformats.org/officeDocument/2006/relationships" xmlns:a="http://schemas.openxmlformats.org/drawingml/2006/main" r:embed="R6812663924b642ea">
            <a:extLst>
              <a:ext uri="{96DAC541-7B7A-43D3-8B79-37D633B846F1}">
                <ns27:svgBlip xmlns:ns27="http://schemas.microsoft.com/office/drawing/2016/SVG/main" r:embed="rIdMathSvg27"/>
              </a:ext>
            </a:extLst>
          </a:blip>
          <a:stretch xmlns:a="http://schemas.openxmlformats.org/drawingml/2006/main"/>
        </p:blipFill>
        <p:spPr>
          <a:xfrm xmlns:a="http://schemas.openxmlformats.org/drawingml/2006/main">
            <a:off x="609600" y="5354080"/>
            <a:ext cx="4732020" cy="347186"/>
          </a:xfrm>
          <a:prstGeom xmlns:a="http://schemas.openxmlformats.org/drawingml/2006/main" prst="rect">
            <a:avLst/>
          </a:prstGeom>
        </p:spPr>
      </p:pic>
      <p:pic>
        <p:nvPicPr>
          <p:cNvPr id="73" name="signal-tone-integral-stable" descr="s(t)=A_c\cos[2\pi f_ct+2\pi k_f\int_0^t A_m\cos(2\pi f_m\tau)\,d\tau]">
            <a:extLst xmlns:a="http://schemas.openxmlformats.org/drawingml/2006/main">
              <a:ext uri="{FF2B5EF4-FFF2-40B4-BE49-F238E27FC236}">
                <a16:creationId xmlns:a16="http://schemas.microsoft.com/office/drawing/2014/main" id="{D907EF63-08C3-4874-8D3F-B7D01749831B}"/>
              </a:ext>
            </a:extLst>
          </p:cNvPr>
          <p:cNvPicPr>
            <a:picLocks xmlns:a="http://schemas.openxmlformats.org/drawingml/2006/main" noChangeAspect="1"/>
          </p:cNvPicPr>
          <p:nvPr/>
        </p:nvPicPr>
        <p:blipFill>
          <a:blip xmlns:r="http://schemas.openxmlformats.org/officeDocument/2006/relationships" xmlns:a="http://schemas.openxmlformats.org/drawingml/2006/main" r:embed="R709a3bcede824c15">
            <a:extLst>
              <a:ext uri="{96DAC541-7B7A-43D3-8B79-37D633B846F1}">
                <ns28:svgBlip xmlns:ns28="http://schemas.microsoft.com/office/drawing/2016/SVG/main" r:embed="rIdMathSvg28"/>
              </a:ext>
            </a:extLst>
          </a:blip>
          <a:stretch xmlns:a="http://schemas.openxmlformats.org/drawingml/2006/main"/>
        </p:blipFill>
        <p:spPr>
          <a:xfrm xmlns:a="http://schemas.openxmlformats.org/drawingml/2006/main">
            <a:off x="609600" y="5354255"/>
            <a:ext cx="5966460" cy="347186"/>
          </a:xfrm>
          <a:prstGeom xmlns:a="http://schemas.openxmlformats.org/drawingml/2006/main" prst="rect">
            <a:avLst/>
          </a:prstGeom>
        </p:spPr>
      </p:pic>
      <p:pic>
        <p:nvPicPr>
          <p:cNvPr id="74" name="signal-tone-integral-moving0" descr="s(t)=A_c\cos[2\pi f_ct+2\pi k_f\int_0^t A_m\cos(2\pi f_m\tau)\,d\tau]">
            <a:extLst xmlns:a="http://schemas.openxmlformats.org/drawingml/2006/main">
              <a:ext uri="{FF2B5EF4-FFF2-40B4-BE49-F238E27FC236}">
                <a16:creationId xmlns:a16="http://schemas.microsoft.com/office/drawing/2014/main" id="{D713A1F1-3ABF-4708-B1C7-8FB71D9FC0C0}"/>
              </a:ext>
            </a:extLst>
          </p:cNvPr>
          <p:cNvPicPr>
            <a:picLocks xmlns:a="http://schemas.openxmlformats.org/drawingml/2006/main" noChangeAspect="1"/>
          </p:cNvPicPr>
          <p:nvPr/>
        </p:nvPicPr>
        <p:blipFill>
          <a:blip xmlns:r="http://schemas.openxmlformats.org/officeDocument/2006/relationships" xmlns:a="http://schemas.openxmlformats.org/drawingml/2006/main" r:embed="R9c3495d19aad4237">
            <a:extLst>
              <a:ext uri="{96DAC541-7B7A-43D3-8B79-37D633B846F1}">
                <ns29:svgBlip xmlns:ns29="http://schemas.microsoft.com/office/drawing/2016/SVG/main" r:embed="rIdMathSvg29"/>
              </a:ext>
            </a:extLst>
          </a:blip>
          <a:stretch xmlns:a="http://schemas.openxmlformats.org/drawingml/2006/main"/>
        </p:blipFill>
        <p:spPr>
          <a:xfrm xmlns:a="http://schemas.openxmlformats.org/drawingml/2006/main">
            <a:off x="609600" y="5354255"/>
            <a:ext cx="5966460" cy="347186"/>
          </a:xfrm>
          <a:prstGeom xmlns:a="http://schemas.openxmlformats.org/drawingml/2006/main" prst="rect">
            <a:avLst/>
          </a:prstGeom>
        </p:spPr>
      </p:pic>
      <p:pic>
        <p:nvPicPr>
          <p:cNvPr id="75" name="signal-substituted-moving0" descr="s(t)=A_c\cos[2\pi f_ct+\frac{k_fA_m}{f_m}\sin(2\pi f_mt)]">
            <a:extLst xmlns:a="http://schemas.openxmlformats.org/drawingml/2006/main">
              <a:ext uri="{FF2B5EF4-FFF2-40B4-BE49-F238E27FC236}">
                <a16:creationId xmlns:a16="http://schemas.microsoft.com/office/drawing/2014/main" id="{EB164490-349F-438A-BC89-AB7D99472FDC}"/>
              </a:ext>
            </a:extLst>
          </p:cNvPr>
          <p:cNvPicPr>
            <a:picLocks xmlns:a="http://schemas.openxmlformats.org/drawingml/2006/main" noChangeAspect="1"/>
          </p:cNvPicPr>
          <p:nvPr/>
        </p:nvPicPr>
        <p:blipFill>
          <a:blip xmlns:r="http://schemas.openxmlformats.org/officeDocument/2006/relationships" xmlns:a="http://schemas.openxmlformats.org/drawingml/2006/main" r:embed="R4a4798cd6de44dc5">
            <a:extLst>
              <a:ext uri="{96DAC541-7B7A-43D3-8B79-37D633B846F1}">
                <ns30:svgBlip xmlns:ns30="http://schemas.microsoft.com/office/drawing/2016/SVG/main" r:embed="rIdMathSvg30"/>
              </a:ext>
            </a:extLst>
          </a:blip>
          <a:stretch xmlns:a="http://schemas.openxmlformats.org/drawingml/2006/main"/>
        </p:blipFill>
        <p:spPr>
          <a:xfrm xmlns:a="http://schemas.openxmlformats.org/drawingml/2006/main">
            <a:off x="609600" y="5377797"/>
            <a:ext cx="4783455" cy="355223"/>
          </a:xfrm>
          <a:prstGeom xmlns:a="http://schemas.openxmlformats.org/drawingml/2006/main" prst="rect">
            <a:avLst/>
          </a:prstGeom>
        </p:spPr>
      </p:pic>
      <p:pic>
        <p:nvPicPr>
          <p:cNvPr id="76" name="signal-main-moving0" descr="s(t)=A_c\cos[2\pi f_ct+\beta\sin(2\pi f_mt)]">
            <a:extLst xmlns:a="http://schemas.openxmlformats.org/drawingml/2006/main">
              <a:ext uri="{FF2B5EF4-FFF2-40B4-BE49-F238E27FC236}">
                <a16:creationId xmlns:a16="http://schemas.microsoft.com/office/drawing/2014/main" id="{E309A118-F610-4B87-A625-774981CEBFF3}"/>
              </a:ext>
            </a:extLst>
          </p:cNvPr>
          <p:cNvPicPr>
            <a:picLocks xmlns:a="http://schemas.openxmlformats.org/drawingml/2006/main" noChangeAspect="1"/>
          </p:cNvPicPr>
          <p:nvPr/>
        </p:nvPicPr>
        <p:blipFill>
          <a:blip xmlns:r="http://schemas.openxmlformats.org/officeDocument/2006/relationships" xmlns:a="http://schemas.openxmlformats.org/drawingml/2006/main" r:embed="Ra3050d613c3949b0">
            <a:extLst>
              <a:ext uri="{96DAC541-7B7A-43D3-8B79-37D633B846F1}">
                <ns31:svgBlip xmlns:ns31="http://schemas.microsoft.com/office/drawing/2016/SVG/main" r:embed="rIdMathSvg31"/>
              </a:ext>
            </a:extLst>
          </a:blip>
          <a:stretch xmlns:a="http://schemas.openxmlformats.org/drawingml/2006/main"/>
        </p:blipFill>
        <p:spPr>
          <a:xfrm xmlns:a="http://schemas.openxmlformats.org/drawingml/2006/main">
            <a:off x="609600" y="5418650"/>
            <a:ext cx="4346258" cy="255568"/>
          </a:xfrm>
          <a:prstGeom xmlns:a="http://schemas.openxmlformats.org/drawingml/2006/main" prst="rect">
            <a:avLst/>
          </a:prstGeom>
        </p:spPr>
      </p:pic>
    </p:spTree>
    <p:extLst>
      <p:ext uri="{BB962C8B-B14F-4D97-AF65-F5344CB8AC3E}">
        <p14:creationId xmlns:p14="http://schemas.microsoft.com/office/powerpoint/2010/main" val="183599740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73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400"/>
                                        <p:tgtEl>
                                          <p:spTgt spid="67"/>
                                        </p:tgtEl>
                                      </p:cBhvr>
                                    </p:animEffect>
                                  </p:childTnLst>
                                </p:cTn>
                              </p:par>
                              <p:par>
                                <p:cTn id="8" presetID="10" presetClass="exit" presetSubtype="0" fill="hold" nodeType="withEffect">
                                  <p:stCondLst>
                                    <p:cond delay="0"/>
                                  </p:stCondLst>
                                  <p:childTnLst>
                                    <p:animEffect transition="out" filter="fade">
                                      <p:cBhvr>
                                        <p:cTn id="49" dur="1" fill="hold">
                                          <p:stCondLst>
                                            <p:cond delay="0"/>
                                          </p:stCondLst>
                                        </p:cTn>
                                        <p:tgtEl>
                                          <p:spTgt spid="66"/>
                                        </p:tgtEl>
                                      </p:cBhvr>
                                    </p:animEffect>
                                    <p:set>
                                      <p:cBhvr>
                                        <p:cTn id="50" dur="1" fill="hold">
                                          <p:stCondLst>
                                            <p:cond delay="0"/>
                                          </p:stCondLst>
                                        </p:cTn>
                                        <p:tgtEl>
                                          <p:spTgt spid="66"/>
                                        </p:tgtEl>
                                        <p:attrNameLst>
                                          <p:attrName>style.visibility</p:attrName>
                                        </p:attrNameLst>
                                      </p:cBhvr>
                                      <p:to>
                                        <p:strVal val="hidden"/>
                                      </p:to>
                                    </p:set>
                                  </p:childTnLst>
                                </p:cTn>
                              </p:par>
                              <p:par>
                                <p:cTn id="9" presetID="10" presetClass="entr" presetSubtype="0" fill="hold" nodeType="with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74"/>
                                        </p:tgtEl>
                                        <p:attrNameLst>
                                          <p:attrName>style.visibility</p:attrName>
                                        </p:attrNameLst>
                                      </p:cBhvr>
                                      <p:to>
                                        <p:strVal val="visible"/>
                                      </p:to>
                                    </p:set>
                                    <p:animMotion origin="layout" pathEditMode="relative" path="M -0.10151495 0.00000000 L 0.00000000 0.00000000 E">
                                      <p:cBhvr>
                                        <p:cTn id="15" dur="700" fill="hold"/>
                                        <p:tgtEl>
                                          <p:spTgt spid="74"/>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8"/>
                                        </p:tgtEl>
                                        <p:attrNameLst>
                                          <p:attrName>style.visibility</p:attrName>
                                        </p:attrNameLst>
                                      </p:cBhvr>
                                      <p:to>
                                        <p:strVal val="visible"/>
                                      </p:to>
                                    </p:set>
                                    <p:animEffect transition="in" filter="fade">
                                      <p:cBhvr>
                                        <p:cTn id="20" dur="400"/>
                                        <p:tgtEl>
                                          <p:spTgt spid="6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73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400"/>
                                        <p:tgtEl>
                                          <p:spTgt spid="69"/>
                                        </p:tgtEl>
                                      </p:cBhvr>
                                    </p:animEffect>
                                  </p:childTnLst>
                                </p:cTn>
                              </p:par>
                              <p:par>
                                <p:cTn id="26" presetID="10" presetClass="exit" presetSubtype="0" fill="hold" nodeType="withEffect">
                                  <p:stCondLst>
                                    <p:cond delay="0"/>
                                  </p:stCondLst>
                                  <p:childTnLst>
                                    <p:animEffect transition="out" filter="fade">
                                      <p:cBhvr>
                                        <p:cTn id="51" dur="1" fill="hold">
                                          <p:stCondLst>
                                            <p:cond delay="0"/>
                                          </p:stCondLst>
                                        </p:cTn>
                                        <p:tgtEl>
                                          <p:spTgt spid="67"/>
                                        </p:tgtEl>
                                      </p:cBhvr>
                                    </p:animEffect>
                                    <p:set>
                                      <p:cBhvr>
                                        <p:cTn id="52" dur="1" fill="hold">
                                          <p:stCondLst>
                                            <p:cond delay="0"/>
                                          </p:stCondLst>
                                        </p:cTn>
                                        <p:tgtEl>
                                          <p:spTgt spid="67"/>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55" dur="1" fill="hold">
                                          <p:stCondLst>
                                            <p:cond delay="0"/>
                                          </p:stCondLst>
                                        </p:cTn>
                                        <p:tgtEl>
                                          <p:spTgt spid="73"/>
                                        </p:tgtEl>
                                      </p:cBhvr>
                                    </p:animEffect>
                                    <p:set>
                                      <p:cBhvr>
                                        <p:cTn id="56" dur="1" fill="hold">
                                          <p:stCondLst>
                                            <p:cond delay="0"/>
                                          </p:stCondLst>
                                        </p:cTn>
                                        <p:tgtEl>
                                          <p:spTgt spid="73"/>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57" dur="1" fill="hold">
                                          <p:stCondLst>
                                            <p:cond delay="0"/>
                                          </p:stCondLst>
                                        </p:cTn>
                                        <p:tgtEl>
                                          <p:spTgt spid="74"/>
                                        </p:tgtEl>
                                      </p:cBhvr>
                                    </p:animEffect>
                                    <p:set>
                                      <p:cBhvr>
                                        <p:cTn id="58" dur="1" fill="hold">
                                          <p:stCondLst>
                                            <p:cond delay="0"/>
                                          </p:stCondLst>
                                        </p:cTn>
                                        <p:tgtEl>
                                          <p:spTgt spid="74"/>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animMotion origin="layout" pathEditMode="relative" path="M 0.06498049 0.00000000 L 0.00000000 0.00000000 E">
                                      <p:cBhvr>
                                        <p:cTn id="32" dur="700" fill="hold"/>
                                        <p:tgtEl>
                                          <p:spTgt spid="75"/>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400"/>
                                        <p:tgtEl>
                                          <p:spTgt spid="7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730"/>
                                  </p:stCondLst>
                                  <p:childTnLst>
                                    <p:set>
                                      <p:cBhvr>
                                        <p:cTn id="41" dur="1" fill="hold">
                                          <p:stCondLst>
                                            <p:cond delay="0"/>
                                          </p:stCondLst>
                                        </p:cTn>
                                        <p:tgtEl>
                                          <p:spTgt spid="71"/>
                                        </p:tgtEl>
                                        <p:attrNameLst>
                                          <p:attrName>style.visibility</p:attrName>
                                        </p:attrNameLst>
                                      </p:cBhvr>
                                      <p:to>
                                        <p:strVal val="visible"/>
                                      </p:to>
                                    </p:set>
                                    <p:animEffect transition="in" filter="fade">
                                      <p:cBhvr>
                                        <p:cTn id="42" dur="400"/>
                                        <p:tgtEl>
                                          <p:spTgt spid="71"/>
                                        </p:tgtEl>
                                      </p:cBhvr>
                                    </p:animEffect>
                                  </p:childTnLst>
                                </p:cTn>
                              </p:par>
                              <p:par>
                                <p:cTn id="43" presetID="10" presetClass="exit" presetSubtype="0" fill="hold" nodeType="withEffect">
                                  <p:stCondLst>
                                    <p:cond delay="0"/>
                                  </p:stCondLst>
                                  <p:childTnLst>
                                    <p:animEffect transition="out" filter="fade">
                                      <p:cBhvr>
                                        <p:cTn id="53" dur="1" fill="hold">
                                          <p:stCondLst>
                                            <p:cond delay="0"/>
                                          </p:stCondLst>
                                        </p:cTn>
                                        <p:tgtEl>
                                          <p:spTgt spid="69"/>
                                        </p:tgtEl>
                                      </p:cBhvr>
                                    </p:animEffect>
                                    <p:set>
                                      <p:cBhvr>
                                        <p:cTn id="54" dur="1" fill="hold">
                                          <p:stCondLst>
                                            <p:cond delay="0"/>
                                          </p:stCondLst>
                                        </p:cTn>
                                        <p:tgtEl>
                                          <p:spTgt spid="69"/>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59" dur="1" fill="hold">
                                          <p:stCondLst>
                                            <p:cond delay="0"/>
                                          </p:stCondLst>
                                        </p:cTn>
                                        <p:tgtEl>
                                          <p:spTgt spid="75"/>
                                        </p:tgtEl>
                                      </p:cBhvr>
                                    </p:animEffect>
                                    <p:set>
                                      <p:cBhvr>
                                        <p:cTn id="60" dur="1" fill="hold">
                                          <p:stCondLst>
                                            <p:cond delay="0"/>
                                          </p:stCondLst>
                                        </p:cTn>
                                        <p:tgtEl>
                                          <p:spTgt spid="75"/>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76"/>
                                        </p:tgtEl>
                                        <p:attrNameLst>
                                          <p:attrName>style.visibility</p:attrName>
                                        </p:attrNameLst>
                                      </p:cBhvr>
                                      <p:to>
                                        <p:strVal val="visible"/>
                                      </p:to>
                                    </p:set>
                                    <p:animMotion origin="layout" pathEditMode="relative" path="M 0.03614498 0.00000000 L 0.00000000 0.00000000 E">
                                      <p:cBhvr>
                                        <p:cTn id="48" dur="700" fill="hold"/>
                                        <p:tgtEl>
                                          <p:spTgt spid="7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9BD7DDFC-5E54-4619-AB7C-06DB1968AB78}"/>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9474AD8B-CDE8-4028-A7DF-A70C140049F6}"/>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49C8AC72-0C01-4005-B9AC-8852AC7D58B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17E322A1-8160-48FE-AEB7-21C72741D31F}"/>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4F3A558C-618B-45B6-8CDF-F89F087A9936}"/>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B7C9B961-FB89-4212-9D58-2B910DC88416}"/>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5B2E0AD4-1E0E-436F-9B97-5B6EC5CCE1B0}"/>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4EB63C5E-1D82-45AA-9DCD-AD3211ADCF15}"/>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8F7E04E8-583B-4B11-BA82-ADB0C8217DC7}"/>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AF414117-5DF5-4058-AE5A-B09926923DB2}"/>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D67219D9-D821-4A6E-BE52-DF84DED9ED0E}"/>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4C594EB9-7E6D-4EDD-A643-E5C822600933}"/>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5285C17F-01DB-423D-97FD-4562D81CB586}"/>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2C384649-7B60-49FD-B0BC-A1696C34C48E}"/>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B1DCD155-D553-4D87-8A3C-6EBFA69492D6}"/>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4A8AA9E4-20E3-4745-811E-68DB592895C8}"/>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9491CC3F-331E-4CE9-9594-13E7922731DF}"/>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0DB323E3-2587-4014-8C62-5745898475C1}"/>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D60375D8-5ED2-496F-95EC-7582589BB535}"/>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Small phase gives the nearest two sidebands</a:t>
            </a:r>
          </a:p>
        </p:txBody>
      </p:sp>
      <p:sp>
        <p:nvSpPr>
          <p:cNvPr id="22" name="narrow-axis--1-axis-shaft">
            <a:extLst xmlns:a="http://schemas.openxmlformats.org/drawingml/2006/main">
              <a:ext uri="{FF2B5EF4-FFF2-40B4-BE49-F238E27FC236}">
                <a16:creationId xmlns:a16="http://schemas.microsoft.com/office/drawing/2014/main" id="{2E43C66B-81D4-48D5-80DB-5DC031F8B00A}"/>
              </a:ext>
            </a:extLst>
          </p:cNvPr>
          <p:cNvSpPr>
            <a:spLocks xmlns:a="http://schemas.openxmlformats.org/drawingml/2006/main" noGrp="1"/>
          </p:cNvSpPr>
          <p:nvPr/>
        </p:nvSpPr>
        <p:spPr>
          <a:xfrm xmlns:a="http://schemas.openxmlformats.org/drawingml/2006/main">
            <a:off x="981075" y="5657850"/>
            <a:ext cx="43529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narrow-axis--1-axis-head">
            <a:extLst xmlns:a="http://schemas.openxmlformats.org/drawingml/2006/main">
              <a:ext uri="{FF2B5EF4-FFF2-40B4-BE49-F238E27FC236}">
                <a16:creationId xmlns:a16="http://schemas.microsoft.com/office/drawing/2014/main" id="{A1983FF5-8CD5-4A31-A78D-A4942655B444}"/>
              </a:ext>
            </a:extLst>
          </p:cNvPr>
          <p:cNvSpPr>
            <a:spLocks xmlns:a="http://schemas.openxmlformats.org/drawingml/2006/main" noGrp="1"/>
          </p:cNvSpPr>
          <p:nvPr/>
        </p:nvSpPr>
        <p:spPr>
          <a:xfrm xmlns:a="http://schemas.openxmlformats.org/drawingml/2006/main" rot="5400000">
            <a:off x="5314950" y="56149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narrow-axis--1-tick-0">
            <a:extLst xmlns:a="http://schemas.openxmlformats.org/drawingml/2006/main">
              <a:ext uri="{FF2B5EF4-FFF2-40B4-BE49-F238E27FC236}">
                <a16:creationId xmlns:a16="http://schemas.microsoft.com/office/drawing/2014/main" id="{DB4E8922-4671-4514-AA03-5FEEE83E712C}"/>
              </a:ext>
            </a:extLst>
          </p:cNvPr>
          <p:cNvSpPr>
            <a:spLocks xmlns:a="http://schemas.openxmlformats.org/drawingml/2006/main" noGrp="1"/>
          </p:cNvSpPr>
          <p:nvPr/>
        </p:nvSpPr>
        <p:spPr>
          <a:xfrm xmlns:a="http://schemas.openxmlformats.org/drawingml/2006/main">
            <a:off x="1813322" y="5657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narrow-axis--1-tick-1">
            <a:extLst xmlns:a="http://schemas.openxmlformats.org/drawingml/2006/main">
              <a:ext uri="{FF2B5EF4-FFF2-40B4-BE49-F238E27FC236}">
                <a16:creationId xmlns:a16="http://schemas.microsoft.com/office/drawing/2014/main" id="{435DB558-6C20-46BE-A7D6-5C10A2982818}"/>
              </a:ext>
            </a:extLst>
          </p:cNvPr>
          <p:cNvSpPr>
            <a:spLocks xmlns:a="http://schemas.openxmlformats.org/drawingml/2006/main" noGrp="1"/>
          </p:cNvSpPr>
          <p:nvPr/>
        </p:nvSpPr>
        <p:spPr>
          <a:xfrm xmlns:a="http://schemas.openxmlformats.org/drawingml/2006/main">
            <a:off x="3200400" y="5657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narrow-axis--1-tick-2">
            <a:extLst xmlns:a="http://schemas.openxmlformats.org/drawingml/2006/main">
              <a:ext uri="{FF2B5EF4-FFF2-40B4-BE49-F238E27FC236}">
                <a16:creationId xmlns:a16="http://schemas.microsoft.com/office/drawing/2014/main" id="{9F6630DE-1AF5-43D3-AC16-A47FDDC219FB}"/>
              </a:ext>
            </a:extLst>
          </p:cNvPr>
          <p:cNvSpPr>
            <a:spLocks xmlns:a="http://schemas.openxmlformats.org/drawingml/2006/main" noGrp="1"/>
          </p:cNvSpPr>
          <p:nvPr/>
        </p:nvSpPr>
        <p:spPr>
          <a:xfrm xmlns:a="http://schemas.openxmlformats.org/drawingml/2006/main">
            <a:off x="4587478" y="5657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narrow-stem--1-0">
            <a:extLst xmlns:a="http://schemas.openxmlformats.org/drawingml/2006/main">
              <a:ext uri="{FF2B5EF4-FFF2-40B4-BE49-F238E27FC236}">
                <a16:creationId xmlns:a16="http://schemas.microsoft.com/office/drawing/2014/main" id="{E52E683C-6533-417E-A6D2-004777149563}"/>
              </a:ext>
            </a:extLst>
          </p:cNvPr>
          <p:cNvSpPr>
            <a:spLocks xmlns:a="http://schemas.openxmlformats.org/drawingml/2006/main" noGrp="1"/>
          </p:cNvSpPr>
          <p:nvPr/>
        </p:nvSpPr>
        <p:spPr>
          <a:xfrm xmlns:a="http://schemas.openxmlformats.org/drawingml/2006/main">
            <a:off x="3200400" y="4467225"/>
            <a:ext cx="95" cy="1190625"/>
          </a:xfrm>
          <a:custGeom xmlns:a="http://schemas.openxmlformats.org/drawingml/2006/main">
            <a:pathLst>
              <a:path w="95" h="1190625">
                <a:moveTo>
                  <a:pt x="0" y="1190625"/>
                </a:moveTo>
                <a:lnTo>
                  <a:pt x="0" y="0"/>
                </a:lnTo>
              </a:path>
            </a:pathLst>
          </a:custGeom>
          <a:noFill xmlns:a="http://schemas.openxmlformats.org/drawingml/2006/main"/>
          <a:ln xmlns:a="http://schemas.openxmlformats.org/drawingml/2006/main" w="23813">
            <a:solidFill>
              <a:srgbClr val="202020"/>
            </a:solidFill>
          </a:ln>
        </p:spPr>
      </p:sp>
      <p:sp>
        <p:nvSpPr>
          <p:cNvPr id="28" name="narrow-stem--1--1">
            <a:extLst xmlns:a="http://schemas.openxmlformats.org/drawingml/2006/main">
              <a:ext uri="{FF2B5EF4-FFF2-40B4-BE49-F238E27FC236}">
                <a16:creationId xmlns:a16="http://schemas.microsoft.com/office/drawing/2014/main" id="{48129EBB-964E-4C8E-AEAA-B025C72F34C5}"/>
              </a:ext>
            </a:extLst>
          </p:cNvPr>
          <p:cNvSpPr>
            <a:spLocks xmlns:a="http://schemas.openxmlformats.org/drawingml/2006/main" noGrp="1"/>
          </p:cNvSpPr>
          <p:nvPr/>
        </p:nvSpPr>
        <p:spPr>
          <a:xfrm xmlns:a="http://schemas.openxmlformats.org/drawingml/2006/main">
            <a:off x="4587478" y="5538788"/>
            <a:ext cx="95" cy="119063"/>
          </a:xfrm>
          <a:custGeom xmlns:a="http://schemas.openxmlformats.org/drawingml/2006/main">
            <a:pathLst>
              <a:path w="95" h="119063">
                <a:moveTo>
                  <a:pt x="0" y="119063"/>
                </a:moveTo>
                <a:lnTo>
                  <a:pt x="0" y="0"/>
                </a:lnTo>
              </a:path>
            </a:pathLst>
          </a:custGeom>
          <a:noFill xmlns:a="http://schemas.openxmlformats.org/drawingml/2006/main"/>
          <a:ln xmlns:a="http://schemas.openxmlformats.org/drawingml/2006/main" w="23813">
            <a:solidFill>
              <a:srgbClr val="202020"/>
            </a:solidFill>
          </a:ln>
        </p:spPr>
      </p:sp>
      <p:sp>
        <p:nvSpPr>
          <p:cNvPr id="29" name="narrow-stem--1-1">
            <a:extLst xmlns:a="http://schemas.openxmlformats.org/drawingml/2006/main">
              <a:ext uri="{FF2B5EF4-FFF2-40B4-BE49-F238E27FC236}">
                <a16:creationId xmlns:a16="http://schemas.microsoft.com/office/drawing/2014/main" id="{DA10E5B7-E28F-40F2-926F-E5544C5135A5}"/>
              </a:ext>
            </a:extLst>
          </p:cNvPr>
          <p:cNvSpPr>
            <a:spLocks xmlns:a="http://schemas.openxmlformats.org/drawingml/2006/main" noGrp="1"/>
          </p:cNvSpPr>
          <p:nvPr/>
        </p:nvSpPr>
        <p:spPr>
          <a:xfrm xmlns:a="http://schemas.openxmlformats.org/drawingml/2006/main">
            <a:off x="1813322" y="5538788"/>
            <a:ext cx="95" cy="119063"/>
          </a:xfrm>
          <a:custGeom xmlns:a="http://schemas.openxmlformats.org/drawingml/2006/main">
            <a:pathLst>
              <a:path w="95" h="119063">
                <a:moveTo>
                  <a:pt x="0" y="119063"/>
                </a:moveTo>
                <a:lnTo>
                  <a:pt x="0" y="0"/>
                </a:lnTo>
              </a:path>
            </a:pathLst>
          </a:custGeom>
          <a:noFill xmlns:a="http://schemas.openxmlformats.org/drawingml/2006/main"/>
          <a:ln xmlns:a="http://schemas.openxmlformats.org/drawingml/2006/main" w="23813">
            <a:solidFill>
              <a:srgbClr val="202020"/>
            </a:solidFill>
          </a:ln>
        </p:spPr>
      </p:sp>
      <p:sp>
        <p:nvSpPr>
          <p:cNvPr id="30" name="narrow-axis-1-axis-shaft">
            <a:extLst xmlns:a="http://schemas.openxmlformats.org/drawingml/2006/main">
              <a:ext uri="{FF2B5EF4-FFF2-40B4-BE49-F238E27FC236}">
                <a16:creationId xmlns:a16="http://schemas.microsoft.com/office/drawing/2014/main" id="{14563CD8-62CB-4FC5-8D63-ECDA60FC9478}"/>
              </a:ext>
            </a:extLst>
          </p:cNvPr>
          <p:cNvSpPr>
            <a:spLocks xmlns:a="http://schemas.openxmlformats.org/drawingml/2006/main" noGrp="1"/>
          </p:cNvSpPr>
          <p:nvPr/>
        </p:nvSpPr>
        <p:spPr>
          <a:xfrm xmlns:a="http://schemas.openxmlformats.org/drawingml/2006/main">
            <a:off x="6600825" y="5657850"/>
            <a:ext cx="43529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1" name="narrow-axis-1-axis-head">
            <a:extLst xmlns:a="http://schemas.openxmlformats.org/drawingml/2006/main">
              <a:ext uri="{FF2B5EF4-FFF2-40B4-BE49-F238E27FC236}">
                <a16:creationId xmlns:a16="http://schemas.microsoft.com/office/drawing/2014/main" id="{CA66726E-50EF-4C9D-855F-5C976D5AAB6E}"/>
              </a:ext>
            </a:extLst>
          </p:cNvPr>
          <p:cNvSpPr>
            <a:spLocks xmlns:a="http://schemas.openxmlformats.org/drawingml/2006/main" noGrp="1"/>
          </p:cNvSpPr>
          <p:nvPr/>
        </p:nvSpPr>
        <p:spPr>
          <a:xfrm xmlns:a="http://schemas.openxmlformats.org/drawingml/2006/main" rot="5400000">
            <a:off x="10934700" y="56149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2" name="narrow-axis-1-tick-0">
            <a:extLst xmlns:a="http://schemas.openxmlformats.org/drawingml/2006/main">
              <a:ext uri="{FF2B5EF4-FFF2-40B4-BE49-F238E27FC236}">
                <a16:creationId xmlns:a16="http://schemas.microsoft.com/office/drawing/2014/main" id="{E190DDBF-9305-4812-8E28-F6678747DFE2}"/>
              </a:ext>
            </a:extLst>
          </p:cNvPr>
          <p:cNvSpPr>
            <a:spLocks xmlns:a="http://schemas.openxmlformats.org/drawingml/2006/main" noGrp="1"/>
          </p:cNvSpPr>
          <p:nvPr/>
        </p:nvSpPr>
        <p:spPr>
          <a:xfrm xmlns:a="http://schemas.openxmlformats.org/drawingml/2006/main">
            <a:off x="7433072" y="5657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3" name="narrow-axis-1-tick-1">
            <a:extLst xmlns:a="http://schemas.openxmlformats.org/drawingml/2006/main">
              <a:ext uri="{FF2B5EF4-FFF2-40B4-BE49-F238E27FC236}">
                <a16:creationId xmlns:a16="http://schemas.microsoft.com/office/drawing/2014/main" id="{ECB0E7ED-5569-4321-94A5-1A4381AEABF6}"/>
              </a:ext>
            </a:extLst>
          </p:cNvPr>
          <p:cNvSpPr>
            <a:spLocks xmlns:a="http://schemas.openxmlformats.org/drawingml/2006/main" noGrp="1"/>
          </p:cNvSpPr>
          <p:nvPr/>
        </p:nvSpPr>
        <p:spPr>
          <a:xfrm xmlns:a="http://schemas.openxmlformats.org/drawingml/2006/main">
            <a:off x="8820150" y="5657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4" name="narrow-axis-1-tick-2">
            <a:extLst xmlns:a="http://schemas.openxmlformats.org/drawingml/2006/main">
              <a:ext uri="{FF2B5EF4-FFF2-40B4-BE49-F238E27FC236}">
                <a16:creationId xmlns:a16="http://schemas.microsoft.com/office/drawing/2014/main" id="{78CC2CE6-07D6-44AE-A430-ABB688DB6F81}"/>
              </a:ext>
            </a:extLst>
          </p:cNvPr>
          <p:cNvSpPr>
            <a:spLocks xmlns:a="http://schemas.openxmlformats.org/drawingml/2006/main" noGrp="1"/>
          </p:cNvSpPr>
          <p:nvPr/>
        </p:nvSpPr>
        <p:spPr>
          <a:xfrm xmlns:a="http://schemas.openxmlformats.org/drawingml/2006/main">
            <a:off x="10207228" y="56578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5" name="narrow-stem-1-0">
            <a:extLst xmlns:a="http://schemas.openxmlformats.org/drawingml/2006/main">
              <a:ext uri="{FF2B5EF4-FFF2-40B4-BE49-F238E27FC236}">
                <a16:creationId xmlns:a16="http://schemas.microsoft.com/office/drawing/2014/main" id="{9CA7F25C-CFC8-4D02-9960-32CD48C412DD}"/>
              </a:ext>
            </a:extLst>
          </p:cNvPr>
          <p:cNvSpPr>
            <a:spLocks xmlns:a="http://schemas.openxmlformats.org/drawingml/2006/main" noGrp="1"/>
          </p:cNvSpPr>
          <p:nvPr/>
        </p:nvSpPr>
        <p:spPr>
          <a:xfrm xmlns:a="http://schemas.openxmlformats.org/drawingml/2006/main">
            <a:off x="8820150" y="4467225"/>
            <a:ext cx="95" cy="1190625"/>
          </a:xfrm>
          <a:custGeom xmlns:a="http://schemas.openxmlformats.org/drawingml/2006/main">
            <a:pathLst>
              <a:path w="95" h="1190625">
                <a:moveTo>
                  <a:pt x="0" y="1190625"/>
                </a:moveTo>
                <a:lnTo>
                  <a:pt x="0" y="0"/>
                </a:lnTo>
              </a:path>
            </a:pathLst>
          </a:custGeom>
          <a:noFill xmlns:a="http://schemas.openxmlformats.org/drawingml/2006/main"/>
          <a:ln xmlns:a="http://schemas.openxmlformats.org/drawingml/2006/main" w="23813">
            <a:solidFill>
              <a:srgbClr val="202020"/>
            </a:solidFill>
          </a:ln>
        </p:spPr>
      </p:sp>
      <p:sp>
        <p:nvSpPr>
          <p:cNvPr id="36" name="narrow-stem-1--1">
            <a:extLst xmlns:a="http://schemas.openxmlformats.org/drawingml/2006/main">
              <a:ext uri="{FF2B5EF4-FFF2-40B4-BE49-F238E27FC236}">
                <a16:creationId xmlns:a16="http://schemas.microsoft.com/office/drawing/2014/main" id="{361D78B2-7CE0-4B8B-93E2-A8950EE8058D}"/>
              </a:ext>
            </a:extLst>
          </p:cNvPr>
          <p:cNvSpPr>
            <a:spLocks xmlns:a="http://schemas.openxmlformats.org/drawingml/2006/main" noGrp="1"/>
          </p:cNvSpPr>
          <p:nvPr/>
        </p:nvSpPr>
        <p:spPr>
          <a:xfrm xmlns:a="http://schemas.openxmlformats.org/drawingml/2006/main">
            <a:off x="7433072" y="5538788"/>
            <a:ext cx="95" cy="119063"/>
          </a:xfrm>
          <a:custGeom xmlns:a="http://schemas.openxmlformats.org/drawingml/2006/main">
            <a:pathLst>
              <a:path w="95" h="119063">
                <a:moveTo>
                  <a:pt x="0" y="119063"/>
                </a:moveTo>
                <a:lnTo>
                  <a:pt x="0" y="0"/>
                </a:lnTo>
              </a:path>
            </a:pathLst>
          </a:custGeom>
          <a:noFill xmlns:a="http://schemas.openxmlformats.org/drawingml/2006/main"/>
          <a:ln xmlns:a="http://schemas.openxmlformats.org/drawingml/2006/main" w="23813">
            <a:solidFill>
              <a:srgbClr val="202020"/>
            </a:solidFill>
          </a:ln>
        </p:spPr>
      </p:sp>
      <p:sp>
        <p:nvSpPr>
          <p:cNvPr id="37" name="narrow-stem-1-1">
            <a:extLst xmlns:a="http://schemas.openxmlformats.org/drawingml/2006/main">
              <a:ext uri="{FF2B5EF4-FFF2-40B4-BE49-F238E27FC236}">
                <a16:creationId xmlns:a16="http://schemas.microsoft.com/office/drawing/2014/main" id="{53A92B8C-4C26-41FD-AC53-23C35C8BEB15}"/>
              </a:ext>
            </a:extLst>
          </p:cNvPr>
          <p:cNvSpPr>
            <a:spLocks xmlns:a="http://schemas.openxmlformats.org/drawingml/2006/main" noGrp="1"/>
          </p:cNvSpPr>
          <p:nvPr/>
        </p:nvSpPr>
        <p:spPr>
          <a:xfrm xmlns:a="http://schemas.openxmlformats.org/drawingml/2006/main">
            <a:off x="10207228" y="5538788"/>
            <a:ext cx="95" cy="119063"/>
          </a:xfrm>
          <a:custGeom xmlns:a="http://schemas.openxmlformats.org/drawingml/2006/main">
            <a:pathLst>
              <a:path w="95" h="119063">
                <a:moveTo>
                  <a:pt x="0" y="119063"/>
                </a:moveTo>
                <a:lnTo>
                  <a:pt x="0" y="0"/>
                </a:lnTo>
              </a:path>
            </a:pathLst>
          </a:custGeom>
          <a:noFill xmlns:a="http://schemas.openxmlformats.org/drawingml/2006/main"/>
          <a:ln xmlns:a="http://schemas.openxmlformats.org/drawingml/2006/main" w="23813">
            <a:solidFill>
              <a:srgbClr val="202020"/>
            </a:solidFill>
          </a:ln>
        </p:spPr>
      </p:sp>
      <p:sp>
        <p:nvSpPr>
          <p:cNvPr id="38" name="narrow-bandwidth">
            <a:extLst xmlns:a="http://schemas.openxmlformats.org/drawingml/2006/main">
              <a:ext uri="{FF2B5EF4-FFF2-40B4-BE49-F238E27FC236}">
                <a16:creationId xmlns:a16="http://schemas.microsoft.com/office/drawing/2014/main" id="{98975525-8152-42DA-B733-794256D36DD6}"/>
              </a:ext>
            </a:extLst>
          </p:cNvPr>
          <p:cNvSpPr>
            <a:spLocks xmlns:a="http://schemas.openxmlformats.org/drawingml/2006/main" noGrp="1"/>
          </p:cNvSpPr>
          <p:nvPr/>
        </p:nvSpPr>
        <p:spPr>
          <a:xfrm xmlns:a="http://schemas.openxmlformats.org/drawingml/2006/main">
            <a:off x="7433072" y="6172200"/>
            <a:ext cx="2774156"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9" name="narrow-bandwidth-l">
            <a:extLst xmlns:a="http://schemas.openxmlformats.org/drawingml/2006/main">
              <a:ext uri="{FF2B5EF4-FFF2-40B4-BE49-F238E27FC236}">
                <a16:creationId xmlns:a16="http://schemas.microsoft.com/office/drawing/2014/main" id="{30626AC1-C191-49DB-9435-0DA6607D390D}"/>
              </a:ext>
            </a:extLst>
          </p:cNvPr>
          <p:cNvSpPr>
            <a:spLocks xmlns:a="http://schemas.openxmlformats.org/drawingml/2006/main" noGrp="1"/>
          </p:cNvSpPr>
          <p:nvPr/>
        </p:nvSpPr>
        <p:spPr>
          <a:xfrm xmlns:a="http://schemas.openxmlformats.org/drawingml/2006/main">
            <a:off x="7433072" y="6124575"/>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0" name="narrow-bandwidth-r">
            <a:extLst xmlns:a="http://schemas.openxmlformats.org/drawingml/2006/main">
              <a:ext uri="{FF2B5EF4-FFF2-40B4-BE49-F238E27FC236}">
                <a16:creationId xmlns:a16="http://schemas.microsoft.com/office/drawing/2014/main" id="{B6614B45-9E81-4E3F-A39A-FD3EBC73E446}"/>
              </a:ext>
            </a:extLst>
          </p:cNvPr>
          <p:cNvSpPr>
            <a:spLocks xmlns:a="http://schemas.openxmlformats.org/drawingml/2006/main" noGrp="1"/>
          </p:cNvSpPr>
          <p:nvPr/>
        </p:nvSpPr>
        <p:spPr>
          <a:xfrm xmlns:a="http://schemas.openxmlformats.org/drawingml/2006/main">
            <a:off x="10207228" y="6124575"/>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1" name="am-magnitude-match">
            <a:extLst xmlns:a="http://schemas.openxmlformats.org/drawingml/2006/main">
              <a:ext uri="{FF2B5EF4-FFF2-40B4-BE49-F238E27FC236}">
                <a16:creationId xmlns:a16="http://schemas.microsoft.com/office/drawing/2014/main" id="{87DDF098-9D5A-4196-98BC-F7598F101EE5}"/>
              </a:ext>
            </a:extLst>
          </p:cNvPr>
          <p:cNvSpPr>
            <a:spLocks xmlns:a="http://schemas.openxmlformats.org/drawingml/2006/main" noGrp="1"/>
          </p:cNvSpPr>
          <p:nvPr/>
        </p:nvSpPr>
        <p:spPr>
          <a:xfrm xmlns:a="http://schemas.openxmlformats.org/drawingml/2006/main">
            <a:off x="666750" y="620077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i="0">
                <a:solidFill>
                  <a:srgbClr val="202020"/>
                </a:solidFill>
                <a:latin typeface="Times New Roman"/>
                <a:ea typeface="Times New Roman"/>
                <a:cs typeface="Times New Roman"/>
              </a:defRPr>
            </a:defPPr>
          </a:lstStyle>
          <a:p xmlns:a="http://schemas.openxmlformats.org/drawingml/2006/main">
            <a:pPr algn="l">
              <a:defRPr sz="1800" b="0" i="0">
                <a:solidFill>
                  <a:srgbClr val="202020"/>
                </a:solidFill>
                <a:latin typeface="Times New Roman"/>
                <a:ea typeface="Times New Roman"/>
                <a:cs typeface="Times New Roman"/>
              </a:defRPr>
            </a:pPr>
            <a:r>
              <a:rPr sz="1800" b="0" i="0">
                <a:solidFill>
                  <a:srgbClr val="202020"/>
                </a:solidFill>
                <a:latin typeface="Times New Roman"/>
                <a:ea typeface="Times New Roman"/>
                <a:cs typeface="Times New Roman"/>
              </a:rPr>
              <a:t>AM has the same first-order magnitudes</a:t>
            </a:r>
          </a:p>
          <a:p xmlns:a="http://schemas.openxmlformats.org/drawingml/2006/main">
            <a:pPr algn="l">
              <a:defRPr sz="1800" b="0" i="0">
                <a:solidFill>
                  <a:srgbClr val="202020"/>
                </a:solidFill>
                <a:latin typeface="Times New Roman"/>
                <a:ea typeface="Times New Roman"/>
                <a:cs typeface="Times New Roman"/>
              </a:defRPr>
            </a:pPr>
            <a:r>
              <a:rPr sz="1800" b="0" i="0">
                <a:solidFill>
                  <a:srgbClr val="202020"/>
                </a:solidFill>
                <a:latin typeface="Times New Roman"/>
                <a:ea typeface="Times New Roman"/>
                <a:cs typeface="Times New Roman"/>
              </a:rPr>
              <a:t>when the indices match.</a:t>
            </a:r>
          </a:p>
        </p:txBody>
      </p:sp>
      <p:pic>
        <p:nvPicPr>
          <p:cNvPr id="42"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1A91A8E3-F582-425C-85BA-799C6BB3DBC1}"/>
              </a:ext>
            </a:extLst>
          </p:cNvPr>
          <p:cNvPicPr>
            <a:picLocks xmlns:a="http://schemas.openxmlformats.org/drawingml/2006/main" noChangeAspect="1"/>
          </p:cNvPicPr>
          <p:nvPr/>
        </p:nvPicPr>
        <p:blipFill>
          <a:blip xmlns:r="http://schemas.openxmlformats.org/officeDocument/2006/relationships" xmlns:a="http://schemas.openxmlformats.org/drawingml/2006/main" r:embed="Rb490ca9aa141464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4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ACD153C-D907-46DE-AD26-A30AAE108718}"/>
              </a:ext>
            </a:extLst>
          </p:cNvPr>
          <p:cNvPicPr>
            <a:picLocks xmlns:a="http://schemas.openxmlformats.org/drawingml/2006/main" noChangeAspect="1"/>
          </p:cNvPicPr>
          <p:nvPr/>
        </p:nvPicPr>
        <p:blipFill>
          <a:blip xmlns:r="http://schemas.openxmlformats.org/officeDocument/2006/relationships" xmlns:a="http://schemas.openxmlformats.org/drawingml/2006/main" r:embed="Rc3e99811f20741e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4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716495F-9E56-4043-96C8-68A289536EFC}"/>
              </a:ext>
            </a:extLst>
          </p:cNvPr>
          <p:cNvPicPr>
            <a:picLocks xmlns:a="http://schemas.openxmlformats.org/drawingml/2006/main" noChangeAspect="1"/>
          </p:cNvPicPr>
          <p:nvPr/>
        </p:nvPicPr>
        <p:blipFill>
          <a:blip xmlns:r="http://schemas.openxmlformats.org/officeDocument/2006/relationships" xmlns:a="http://schemas.openxmlformats.org/drawingml/2006/main" r:embed="Rde0265f34efc483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45" name="assumption" descr="\beta\ll1">
            <a:extLst xmlns:a="http://schemas.openxmlformats.org/drawingml/2006/main">
              <a:ext uri="{FF2B5EF4-FFF2-40B4-BE49-F238E27FC236}">
                <a16:creationId xmlns:a16="http://schemas.microsoft.com/office/drawing/2014/main" id="{A10C584C-41E8-4D79-B61E-EAA72090B3E1}"/>
              </a:ext>
            </a:extLst>
          </p:cNvPr>
          <p:cNvPicPr>
            <a:picLocks xmlns:a="http://schemas.openxmlformats.org/drawingml/2006/main" noChangeAspect="1"/>
          </p:cNvPicPr>
          <p:nvPr/>
        </p:nvPicPr>
        <p:blipFill>
          <a:blip xmlns:r="http://schemas.openxmlformats.org/officeDocument/2006/relationships" xmlns:a="http://schemas.openxmlformats.org/drawingml/2006/main" r:embed="R97b05a90da4e424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10649903" y="2052161"/>
            <a:ext cx="856297" cy="248602"/>
          </a:xfrm>
          <a:prstGeom xmlns:a="http://schemas.openxmlformats.org/drawingml/2006/main" prst="rect">
            <a:avLst/>
          </a:prstGeom>
        </p:spPr>
      </p:pic>
      <p:pic>
        <p:nvPicPr>
          <p:cNvPr id="46" name="signal-main" descr="s(t)=A_c\cos[2\pi f_ct+\beta\sin(2\pi f_mt)]">
            <a:extLst xmlns:a="http://schemas.openxmlformats.org/drawingml/2006/main">
              <a:ext uri="{FF2B5EF4-FFF2-40B4-BE49-F238E27FC236}">
                <a16:creationId xmlns:a16="http://schemas.microsoft.com/office/drawing/2014/main" id="{70D2C0C8-825E-4C2A-914D-ADA973BE8B95}"/>
              </a:ext>
            </a:extLst>
          </p:cNvPr>
          <p:cNvPicPr>
            <a:picLocks xmlns:a="http://schemas.openxmlformats.org/drawingml/2006/main" noChangeAspect="1"/>
          </p:cNvPicPr>
          <p:nvPr/>
        </p:nvPicPr>
        <p:blipFill>
          <a:blip xmlns:r="http://schemas.openxmlformats.org/officeDocument/2006/relationships" xmlns:a="http://schemas.openxmlformats.org/drawingml/2006/main" r:embed="Re273447ab3e64f3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2586901"/>
            <a:ext cx="4668203" cy="274499"/>
          </a:xfrm>
          <a:prstGeom xmlns:a="http://schemas.openxmlformats.org/drawingml/2006/main" prst="rect">
            <a:avLst/>
          </a:prstGeom>
        </p:spPr>
      </p:pic>
      <p:pic>
        <p:nvPicPr>
          <p:cNvPr id="47" name="narrow-derivation-0" descr="=A_c\cos(2\pi f_ct)\cos[\beta\sin(2\pi f_mt)]-A_c\sin(2\pi f_ct)\sin[\beta\sin(2\pi f_mt)]">
            <a:extLst xmlns:a="http://schemas.openxmlformats.org/drawingml/2006/main">
              <a:ext uri="{FF2B5EF4-FFF2-40B4-BE49-F238E27FC236}">
                <a16:creationId xmlns:a16="http://schemas.microsoft.com/office/drawing/2014/main" id="{1FF3A5C5-1D80-4044-B6F3-257A5D80B313}"/>
              </a:ext>
            </a:extLst>
          </p:cNvPr>
          <p:cNvPicPr>
            <a:picLocks xmlns:a="http://schemas.openxmlformats.org/drawingml/2006/main" noChangeAspect="1"/>
          </p:cNvPicPr>
          <p:nvPr/>
        </p:nvPicPr>
        <p:blipFill>
          <a:blip xmlns:r="http://schemas.openxmlformats.org/officeDocument/2006/relationships" xmlns:a="http://schemas.openxmlformats.org/drawingml/2006/main" r:embed="R4e19f01e862946dc">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52500" y="3258324"/>
            <a:ext cx="7900035" cy="246102"/>
          </a:xfrm>
          <a:prstGeom xmlns:a="http://schemas.openxmlformats.org/drawingml/2006/main" prst="rect">
            <a:avLst/>
          </a:prstGeom>
        </p:spPr>
      </p:pic>
      <p:pic>
        <p:nvPicPr>
          <p:cNvPr id="48" name="narrow-derivation-1" descr="\cos[\beta\sin(2\pi f_mt)]\approx1,\quad\sin[\beta\sin(2\pi f_mt)]\approx\beta\sin(2\pi f_mt)">
            <a:extLst xmlns:a="http://schemas.openxmlformats.org/drawingml/2006/main">
              <a:ext uri="{FF2B5EF4-FFF2-40B4-BE49-F238E27FC236}">
                <a16:creationId xmlns:a16="http://schemas.microsoft.com/office/drawing/2014/main" id="{ADFC4F29-AAC3-4466-921E-AB5AA86E7C5E}"/>
              </a:ext>
            </a:extLst>
          </p:cNvPr>
          <p:cNvPicPr>
            <a:picLocks xmlns:a="http://schemas.openxmlformats.org/drawingml/2006/main" noChangeAspect="1"/>
          </p:cNvPicPr>
          <p:nvPr/>
        </p:nvPicPr>
        <p:blipFill>
          <a:blip xmlns:r="http://schemas.openxmlformats.org/officeDocument/2006/relationships" xmlns:a="http://schemas.openxmlformats.org/drawingml/2006/main" r:embed="Rfffa97062338472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52500" y="3848874"/>
            <a:ext cx="6810375" cy="246102"/>
          </a:xfrm>
          <a:prstGeom xmlns:a="http://schemas.openxmlformats.org/drawingml/2006/main" prst="rect">
            <a:avLst/>
          </a:prstGeom>
        </p:spPr>
      </p:pic>
      <p:pic>
        <p:nvPicPr>
          <p:cNvPr id="49" name="narrow-derivation-2" descr="\approx A_c\cos(2\pi f_ct)-A_c\beta\sin(2\pi f_mt)\sin(2\pi f_ct)">
            <a:extLst xmlns:a="http://schemas.openxmlformats.org/drawingml/2006/main">
              <a:ext uri="{FF2B5EF4-FFF2-40B4-BE49-F238E27FC236}">
                <a16:creationId xmlns:a16="http://schemas.microsoft.com/office/drawing/2014/main" id="{A29322E9-6453-4CBE-AAF2-3531B08E63E7}"/>
              </a:ext>
            </a:extLst>
          </p:cNvPr>
          <p:cNvPicPr>
            <a:picLocks xmlns:a="http://schemas.openxmlformats.org/drawingml/2006/main" noChangeAspect="1"/>
          </p:cNvPicPr>
          <p:nvPr/>
        </p:nvPicPr>
        <p:blipFill>
          <a:blip xmlns:r="http://schemas.openxmlformats.org/officeDocument/2006/relationships" xmlns:a="http://schemas.openxmlformats.org/drawingml/2006/main" r:embed="R872c0f4dd1ab4503">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952500" y="4439424"/>
            <a:ext cx="5274945" cy="246102"/>
          </a:xfrm>
          <a:prstGeom xmlns:a="http://schemas.openxmlformats.org/drawingml/2006/main" prst="rect">
            <a:avLst/>
          </a:prstGeom>
        </p:spPr>
      </p:pic>
      <p:pic>
        <p:nvPicPr>
          <p:cNvPr id="50" name="narrow-derivation-3" descr="\sin a\sin b=\tfrac12[\cos(a-b)-\cos(a+b)]">
            <a:extLst xmlns:a="http://schemas.openxmlformats.org/drawingml/2006/main">
              <a:ext uri="{FF2B5EF4-FFF2-40B4-BE49-F238E27FC236}">
                <a16:creationId xmlns:a16="http://schemas.microsoft.com/office/drawing/2014/main" id="{A5D4B8D7-6865-4BC0-AB84-1FE798025E7E}"/>
              </a:ext>
            </a:extLst>
          </p:cNvPr>
          <p:cNvPicPr>
            <a:picLocks xmlns:a="http://schemas.openxmlformats.org/drawingml/2006/main" noChangeAspect="1"/>
          </p:cNvPicPr>
          <p:nvPr/>
        </p:nvPicPr>
        <p:blipFill>
          <a:blip xmlns:r="http://schemas.openxmlformats.org/officeDocument/2006/relationships" xmlns:a="http://schemas.openxmlformats.org/drawingml/2006/main" r:embed="R2a44b911abf84b53">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952500" y="4998244"/>
            <a:ext cx="4680585" cy="309563"/>
          </a:xfrm>
          <a:prstGeom xmlns:a="http://schemas.openxmlformats.org/drawingml/2006/main" prst="rect">
            <a:avLst/>
          </a:prstGeom>
        </p:spPr>
      </p:pic>
      <p:pic>
        <p:nvPicPr>
          <p:cNvPr id="51" name="narrow-derivation-4" descr="\approx A_c\cos(2\pi f_ct)-\frac{A_c\beta}{2}\cos[2\pi(f_c-f_m)t]+\frac{A_c\beta}{2}\cos[2\pi(f_c+f_m)t]">
            <a:extLst xmlns:a="http://schemas.openxmlformats.org/drawingml/2006/main">
              <a:ext uri="{FF2B5EF4-FFF2-40B4-BE49-F238E27FC236}">
                <a16:creationId xmlns:a16="http://schemas.microsoft.com/office/drawing/2014/main" id="{0E07854D-2EC9-4A39-B01D-3E7525CD3290}"/>
              </a:ext>
            </a:extLst>
          </p:cNvPr>
          <p:cNvPicPr>
            <a:picLocks xmlns:a="http://schemas.openxmlformats.org/drawingml/2006/main" noChangeAspect="1"/>
          </p:cNvPicPr>
          <p:nvPr/>
        </p:nvPicPr>
        <p:blipFill>
          <a:blip xmlns:r="http://schemas.openxmlformats.org/officeDocument/2006/relationships" xmlns:a="http://schemas.openxmlformats.org/drawingml/2006/main" r:embed="Rca28dbada50f4321">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952500" y="5581829"/>
            <a:ext cx="7627620" cy="323493"/>
          </a:xfrm>
          <a:prstGeom xmlns:a="http://schemas.openxmlformats.org/drawingml/2006/main" prst="rect">
            <a:avLst/>
          </a:prstGeom>
        </p:spPr>
      </p:pic>
      <p:pic>
        <p:nvPicPr>
          <p:cNvPr id="52" name="narrow-spectral-settings" descr="|S(f)|:\quad A_c=1,\quad\beta=0.2">
            <a:extLst xmlns:a="http://schemas.openxmlformats.org/drawingml/2006/main">
              <a:ext uri="{FF2B5EF4-FFF2-40B4-BE49-F238E27FC236}">
                <a16:creationId xmlns:a16="http://schemas.microsoft.com/office/drawing/2014/main" id="{87680B65-FFA9-4721-AF02-39709E50FCC3}"/>
              </a:ext>
            </a:extLst>
          </p:cNvPr>
          <p:cNvPicPr>
            <a:picLocks xmlns:a="http://schemas.openxmlformats.org/drawingml/2006/main" noChangeAspect="1"/>
          </p:cNvPicPr>
          <p:nvPr/>
        </p:nvPicPr>
        <p:blipFill>
          <a:blip xmlns:r="http://schemas.openxmlformats.org/officeDocument/2006/relationships" xmlns:a="http://schemas.openxmlformats.org/drawingml/2006/main" r:embed="R40d98183c7e34ad9">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66750" y="4029075"/>
            <a:ext cx="3214688" cy="238125"/>
          </a:xfrm>
          <a:prstGeom xmlns:a="http://schemas.openxmlformats.org/drawingml/2006/main" prst="rect">
            <a:avLst/>
          </a:prstGeom>
        </p:spPr>
      </p:pic>
      <p:pic>
        <p:nvPicPr>
          <p:cNvPr id="53" name="narrow-axis--1-domain" descr="f">
            <a:extLst xmlns:a="http://schemas.openxmlformats.org/drawingml/2006/main">
              <a:ext uri="{FF2B5EF4-FFF2-40B4-BE49-F238E27FC236}">
                <a16:creationId xmlns:a16="http://schemas.microsoft.com/office/drawing/2014/main" id="{C960C8E7-9E41-436B-9A87-EF18C977DE9C}"/>
              </a:ext>
            </a:extLst>
          </p:cNvPr>
          <p:cNvPicPr>
            <a:picLocks xmlns:a="http://schemas.openxmlformats.org/drawingml/2006/main" noChangeAspect="1"/>
          </p:cNvPicPr>
          <p:nvPr/>
        </p:nvPicPr>
        <p:blipFill>
          <a:blip xmlns:r="http://schemas.openxmlformats.org/officeDocument/2006/relationships" xmlns:a="http://schemas.openxmlformats.org/drawingml/2006/main" r:embed="R444d2d7ccbef4315">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5448300" y="5443240"/>
            <a:ext cx="95250" cy="143470"/>
          </a:xfrm>
          <a:prstGeom xmlns:a="http://schemas.openxmlformats.org/drawingml/2006/main" prst="rect">
            <a:avLst/>
          </a:prstGeom>
        </p:spPr>
      </p:pic>
      <p:pic>
        <p:nvPicPr>
          <p:cNvPr id="54" name="narrow-axis--1-ticklabel-0" descr="-f_c-f_m">
            <a:extLst xmlns:a="http://schemas.openxmlformats.org/drawingml/2006/main">
              <a:ext uri="{FF2B5EF4-FFF2-40B4-BE49-F238E27FC236}">
                <a16:creationId xmlns:a16="http://schemas.microsoft.com/office/drawing/2014/main" id="{F834361A-9DD3-4711-A283-D9968EFC8B0D}"/>
              </a:ext>
            </a:extLst>
          </p:cNvPr>
          <p:cNvPicPr>
            <a:picLocks xmlns:a="http://schemas.openxmlformats.org/drawingml/2006/main" noChangeAspect="1"/>
          </p:cNvPicPr>
          <p:nvPr/>
        </p:nvPicPr>
        <p:blipFill>
          <a:blip xmlns:r="http://schemas.openxmlformats.org/officeDocument/2006/relationships" xmlns:a="http://schemas.openxmlformats.org/drawingml/2006/main" r:embed="Re4aa0c98cdf547bf">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1413272" y="5815608"/>
            <a:ext cx="800100" cy="160734"/>
          </a:xfrm>
          <a:prstGeom xmlns:a="http://schemas.openxmlformats.org/drawingml/2006/main" prst="rect">
            <a:avLst/>
          </a:prstGeom>
        </p:spPr>
      </p:pic>
      <p:pic>
        <p:nvPicPr>
          <p:cNvPr id="55" name="narrow-axis--1-ticklabel-1" descr="-f_c">
            <a:extLst xmlns:a="http://schemas.openxmlformats.org/drawingml/2006/main">
              <a:ext uri="{FF2B5EF4-FFF2-40B4-BE49-F238E27FC236}">
                <a16:creationId xmlns:a16="http://schemas.microsoft.com/office/drawing/2014/main" id="{59BBBA4B-7077-4CB2-990C-1A02E76B79AA}"/>
              </a:ext>
            </a:extLst>
          </p:cNvPr>
          <p:cNvPicPr>
            <a:picLocks xmlns:a="http://schemas.openxmlformats.org/drawingml/2006/main" noChangeAspect="1"/>
          </p:cNvPicPr>
          <p:nvPr/>
        </p:nvPicPr>
        <p:blipFill>
          <a:blip xmlns:r="http://schemas.openxmlformats.org/officeDocument/2006/relationships" xmlns:a="http://schemas.openxmlformats.org/drawingml/2006/main" r:embed="R57b35e66dea247bf">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3048000" y="5817870"/>
            <a:ext cx="304800" cy="156210"/>
          </a:xfrm>
          <a:prstGeom xmlns:a="http://schemas.openxmlformats.org/drawingml/2006/main" prst="rect">
            <a:avLst/>
          </a:prstGeom>
        </p:spPr>
      </p:pic>
      <p:pic>
        <p:nvPicPr>
          <p:cNvPr id="56" name="narrow-axis--1-ticklabel-2" descr="-f_c+f_m">
            <a:extLst xmlns:a="http://schemas.openxmlformats.org/drawingml/2006/main">
              <a:ext uri="{FF2B5EF4-FFF2-40B4-BE49-F238E27FC236}">
                <a16:creationId xmlns:a16="http://schemas.microsoft.com/office/drawing/2014/main" id="{50CFCD05-FB88-48E5-B6CD-104E9D9F9F99}"/>
              </a:ext>
            </a:extLst>
          </p:cNvPr>
          <p:cNvPicPr>
            <a:picLocks xmlns:a="http://schemas.openxmlformats.org/drawingml/2006/main" noChangeAspect="1"/>
          </p:cNvPicPr>
          <p:nvPr/>
        </p:nvPicPr>
        <p:blipFill>
          <a:blip xmlns:r="http://schemas.openxmlformats.org/officeDocument/2006/relationships" xmlns:a="http://schemas.openxmlformats.org/drawingml/2006/main" r:embed="Rf9d3fbed2ddb43e4">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4187428" y="5815608"/>
            <a:ext cx="800100" cy="160734"/>
          </a:xfrm>
          <a:prstGeom xmlns:a="http://schemas.openxmlformats.org/drawingml/2006/main" prst="rect">
            <a:avLst/>
          </a:prstGeom>
        </p:spPr>
      </p:pic>
      <p:pic>
        <p:nvPicPr>
          <p:cNvPr id="57" name="narrow-axis-1-domain" descr="f">
            <a:extLst xmlns:a="http://schemas.openxmlformats.org/drawingml/2006/main">
              <a:ext uri="{FF2B5EF4-FFF2-40B4-BE49-F238E27FC236}">
                <a16:creationId xmlns:a16="http://schemas.microsoft.com/office/drawing/2014/main" id="{90C1F786-8B66-4114-AA0B-8CDC06172605}"/>
              </a:ext>
            </a:extLst>
          </p:cNvPr>
          <p:cNvPicPr>
            <a:picLocks xmlns:a="http://schemas.openxmlformats.org/drawingml/2006/main" noChangeAspect="1"/>
          </p:cNvPicPr>
          <p:nvPr/>
        </p:nvPicPr>
        <p:blipFill>
          <a:blip xmlns:r="http://schemas.openxmlformats.org/officeDocument/2006/relationships" xmlns:a="http://schemas.openxmlformats.org/drawingml/2006/main" r:embed="Rb861777ad7a047e0">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11068050" y="5443240"/>
            <a:ext cx="95250" cy="143470"/>
          </a:xfrm>
          <a:prstGeom xmlns:a="http://schemas.openxmlformats.org/drawingml/2006/main" prst="rect">
            <a:avLst/>
          </a:prstGeom>
        </p:spPr>
      </p:pic>
      <p:pic>
        <p:nvPicPr>
          <p:cNvPr id="58" name="narrow-axis-1-ticklabel-0" descr="f_c-f_m">
            <a:extLst xmlns:a="http://schemas.openxmlformats.org/drawingml/2006/main">
              <a:ext uri="{FF2B5EF4-FFF2-40B4-BE49-F238E27FC236}">
                <a16:creationId xmlns:a16="http://schemas.microsoft.com/office/drawing/2014/main" id="{8B9FFF07-F180-4089-B0E7-2CB7DCE34193}"/>
              </a:ext>
            </a:extLst>
          </p:cNvPr>
          <p:cNvPicPr>
            <a:picLocks xmlns:a="http://schemas.openxmlformats.org/drawingml/2006/main" noChangeAspect="1"/>
          </p:cNvPicPr>
          <p:nvPr/>
        </p:nvPicPr>
        <p:blipFill>
          <a:blip xmlns:r="http://schemas.openxmlformats.org/officeDocument/2006/relationships" xmlns:a="http://schemas.openxmlformats.org/drawingml/2006/main" r:embed="R72240a2de7804de6">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7118747" y="5815608"/>
            <a:ext cx="628650" cy="160734"/>
          </a:xfrm>
          <a:prstGeom xmlns:a="http://schemas.openxmlformats.org/drawingml/2006/main" prst="rect">
            <a:avLst/>
          </a:prstGeom>
        </p:spPr>
      </p:pic>
      <p:pic>
        <p:nvPicPr>
          <p:cNvPr id="59" name="narrow-axis-1-ticklabel-1" descr="f_c">
            <a:extLst xmlns:a="http://schemas.openxmlformats.org/drawingml/2006/main">
              <a:ext uri="{FF2B5EF4-FFF2-40B4-BE49-F238E27FC236}">
                <a16:creationId xmlns:a16="http://schemas.microsoft.com/office/drawing/2014/main" id="{BC1EE88B-FF37-4957-B5CC-8ABC819B6283}"/>
              </a:ext>
            </a:extLst>
          </p:cNvPr>
          <p:cNvPicPr>
            <a:picLocks xmlns:a="http://schemas.openxmlformats.org/drawingml/2006/main" noChangeAspect="1"/>
          </p:cNvPicPr>
          <p:nvPr/>
        </p:nvPicPr>
        <p:blipFill>
          <a:blip xmlns:r="http://schemas.openxmlformats.org/officeDocument/2006/relationships" xmlns:a="http://schemas.openxmlformats.org/drawingml/2006/main" r:embed="R7c2f19de9e284428">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8743950" y="5810726"/>
            <a:ext cx="152400" cy="170498"/>
          </a:xfrm>
          <a:prstGeom xmlns:a="http://schemas.openxmlformats.org/drawingml/2006/main" prst="rect">
            <a:avLst/>
          </a:prstGeom>
        </p:spPr>
      </p:pic>
      <p:pic>
        <p:nvPicPr>
          <p:cNvPr id="60" name="narrow-axis-1-ticklabel-2" descr="f_c+f_m">
            <a:extLst xmlns:a="http://schemas.openxmlformats.org/drawingml/2006/main">
              <a:ext uri="{FF2B5EF4-FFF2-40B4-BE49-F238E27FC236}">
                <a16:creationId xmlns:a16="http://schemas.microsoft.com/office/drawing/2014/main" id="{F6E286C7-A7C5-4591-A6A1-D7DD0A8519DC}"/>
              </a:ext>
            </a:extLst>
          </p:cNvPr>
          <p:cNvPicPr>
            <a:picLocks xmlns:a="http://schemas.openxmlformats.org/drawingml/2006/main" noChangeAspect="1"/>
          </p:cNvPicPr>
          <p:nvPr/>
        </p:nvPicPr>
        <p:blipFill>
          <a:blip xmlns:r="http://schemas.openxmlformats.org/officeDocument/2006/relationships" xmlns:a="http://schemas.openxmlformats.org/drawingml/2006/main" r:embed="R031828511f2044ed">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9892903" y="5815608"/>
            <a:ext cx="628650" cy="160734"/>
          </a:xfrm>
          <a:prstGeom xmlns:a="http://schemas.openxmlformats.org/drawingml/2006/main" prst="rect">
            <a:avLst/>
          </a:prstGeom>
        </p:spPr>
      </p:pic>
      <p:pic>
        <p:nvPicPr>
          <p:cNvPr id="61" name="narrow-bandwidth-label" descr="B_T\approx2f_m">
            <a:extLst xmlns:a="http://schemas.openxmlformats.org/drawingml/2006/main">
              <a:ext uri="{FF2B5EF4-FFF2-40B4-BE49-F238E27FC236}">
                <a16:creationId xmlns:a16="http://schemas.microsoft.com/office/drawing/2014/main" id="{1CC1D83D-191A-46DF-AF20-A6758B028CAC}"/>
              </a:ext>
            </a:extLst>
          </p:cNvPr>
          <p:cNvPicPr>
            <a:picLocks xmlns:a="http://schemas.openxmlformats.org/drawingml/2006/main" noChangeAspect="1"/>
          </p:cNvPicPr>
          <p:nvPr/>
        </p:nvPicPr>
        <p:blipFill>
          <a:blip xmlns:r="http://schemas.openxmlformats.org/officeDocument/2006/relationships" xmlns:a="http://schemas.openxmlformats.org/drawingml/2006/main" r:embed="R7571540264774df5">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8305324" y="6303615"/>
            <a:ext cx="1029653" cy="184845"/>
          </a:xfrm>
          <a:prstGeom xmlns:a="http://schemas.openxmlformats.org/drawingml/2006/main" prst="rect">
            <a:avLst/>
          </a:prstGeom>
        </p:spPr>
      </p:pic>
    </p:spTree>
    <p:extLst>
      <p:ext uri="{BB962C8B-B14F-4D97-AF65-F5344CB8AC3E}">
        <p14:creationId xmlns:p14="http://schemas.microsoft.com/office/powerpoint/2010/main" val="60607569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4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4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4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4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130" dur="200" fill="hold">
                                          <p:stCondLst>
                                            <p:cond delay="0"/>
                                          </p:stCondLst>
                                        </p:cTn>
                                        <p:tgtEl>
                                          <p:spTgt spid="47"/>
                                        </p:tgtEl>
                                      </p:cBhvr>
                                    </p:animEffect>
                                    <p:set>
                                      <p:cBhvr>
                                        <p:cTn id="131" dur="1" fill="hold">
                                          <p:stCondLst>
                                            <p:cond delay="200"/>
                                          </p:stCondLst>
                                        </p:cTn>
                                        <p:tgtEl>
                                          <p:spTgt spid="47"/>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132" dur="200" fill="hold">
                                          <p:stCondLst>
                                            <p:cond delay="0"/>
                                          </p:stCondLst>
                                        </p:cTn>
                                        <p:tgtEl>
                                          <p:spTgt spid="48"/>
                                        </p:tgtEl>
                                      </p:cBhvr>
                                    </p:animEffect>
                                    <p:set>
                                      <p:cBhvr>
                                        <p:cTn id="133" dur="1" fill="hold">
                                          <p:stCondLst>
                                            <p:cond delay="200"/>
                                          </p:stCondLst>
                                        </p:cTn>
                                        <p:tgtEl>
                                          <p:spTgt spid="48"/>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134" dur="200" fill="hold">
                                          <p:stCondLst>
                                            <p:cond delay="0"/>
                                          </p:stCondLst>
                                        </p:cTn>
                                        <p:tgtEl>
                                          <p:spTgt spid="49"/>
                                        </p:tgtEl>
                                      </p:cBhvr>
                                    </p:animEffect>
                                    <p:set>
                                      <p:cBhvr>
                                        <p:cTn id="135" dur="1" fill="hold">
                                          <p:stCondLst>
                                            <p:cond delay="200"/>
                                          </p:stCondLst>
                                        </p:cTn>
                                        <p:tgtEl>
                                          <p:spTgt spid="49"/>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136" dur="200" fill="hold">
                                          <p:stCondLst>
                                            <p:cond delay="0"/>
                                          </p:stCondLst>
                                        </p:cTn>
                                        <p:tgtEl>
                                          <p:spTgt spid="50"/>
                                        </p:tgtEl>
                                      </p:cBhvr>
                                    </p:animEffect>
                                    <p:set>
                                      <p:cBhvr>
                                        <p:cTn id="137" dur="1" fill="hold">
                                          <p:stCondLst>
                                            <p:cond delay="200"/>
                                          </p:stCondLst>
                                        </p:cTn>
                                        <p:tgtEl>
                                          <p:spTgt spid="50"/>
                                        </p:tgtEl>
                                        <p:attrNameLst>
                                          <p:attrName>style.visibility</p:attrName>
                                        </p:attrNameLst>
                                      </p:cBhvr>
                                      <p:to>
                                        <p:strVal val="hidden"/>
                                      </p:to>
                                    </p:set>
                                  </p:childTnLst>
                                </p:cTn>
                              </p:par>
                              <p:par>
                                <p:cTn id="34" presetID="0" presetClass="path" presetSubtype="0" fill="hold" nodeType="withEffect">
                                  <p:stCondLst>
                                    <p:cond delay="0"/>
                                  </p:stCondLst>
                                  <p:childTnLst>
                                    <p:animMotion origin="layout" pathEditMode="relative" path="M 0.00000000 0.00000000 L 0.00000000 -0.34444444 E">
                                      <p:cBhvr>
                                        <p:cTn id="35" dur="700" fill="hold"/>
                                        <p:tgtEl>
                                          <p:spTgt spid="51"/>
                                        </p:tgtEl>
                                        <p:attrNameLst>
                                          <p:attrName>ppt_x</p:attrName>
                                          <p:attrName>ppt_y</p:attrName>
                                        </p:attrNameLst>
                                      </p:cBhvr>
                                    </p:animMotion>
                                  </p:childTnLst>
                                </p:cTn>
                              </p:par>
                              <p:par>
                                <p:cTn id="36" presetID="10" presetClass="entr" presetSubtype="0" fill="hold" nodeType="withEffect">
                                  <p:stCondLst>
                                    <p:cond delay="75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par>
                                <p:cTn id="39" presetID="10" presetClass="entr" presetSubtype="0" fill="hold" nodeType="withEffect">
                                  <p:stCondLst>
                                    <p:cond delay="75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00"/>
                                        <p:tgtEl>
                                          <p:spTgt spid="23"/>
                                        </p:tgtEl>
                                      </p:cBhvr>
                                    </p:animEffect>
                                  </p:childTnLst>
                                </p:cTn>
                              </p:par>
                              <p:par>
                                <p:cTn id="42" presetID="10" presetClass="entr" presetSubtype="0" fill="hold" nodeType="withEffect">
                                  <p:stCondLst>
                                    <p:cond delay="750"/>
                                  </p:stCondLst>
                                  <p:childTnLst>
                                    <p:set>
                                      <p:cBhvr>
                                        <p:cTn id="43" dur="1" fill="hold">
                                          <p:stCondLst>
                                            <p:cond delay="0"/>
                                          </p:stCondLst>
                                        </p:cTn>
                                        <p:tgtEl>
                                          <p:spTgt spid="53"/>
                                        </p:tgtEl>
                                        <p:attrNameLst>
                                          <p:attrName>style.visibility</p:attrName>
                                        </p:attrNameLst>
                                      </p:cBhvr>
                                      <p:to>
                                        <p:strVal val="visible"/>
                                      </p:to>
                                    </p:set>
                                    <p:animEffect transition="in" filter="fade">
                                      <p:cBhvr>
                                        <p:cTn id="44" dur="400"/>
                                        <p:tgtEl>
                                          <p:spTgt spid="53"/>
                                        </p:tgtEl>
                                      </p:cBhvr>
                                    </p:animEffect>
                                  </p:childTnLst>
                                </p:cTn>
                              </p:par>
                              <p:par>
                                <p:cTn id="45" presetID="10" presetClass="entr" presetSubtype="0" fill="hold" nodeType="withEffect">
                                  <p:stCondLst>
                                    <p:cond delay="75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nodeType="withEffect">
                                  <p:stCondLst>
                                    <p:cond delay="750"/>
                                  </p:stCondLst>
                                  <p:childTnLst>
                                    <p:set>
                                      <p:cBhvr>
                                        <p:cTn id="49" dur="1" fill="hold">
                                          <p:stCondLst>
                                            <p:cond delay="0"/>
                                          </p:stCondLst>
                                        </p:cTn>
                                        <p:tgtEl>
                                          <p:spTgt spid="54"/>
                                        </p:tgtEl>
                                        <p:attrNameLst>
                                          <p:attrName>style.visibility</p:attrName>
                                        </p:attrNameLst>
                                      </p:cBhvr>
                                      <p:to>
                                        <p:strVal val="visible"/>
                                      </p:to>
                                    </p:set>
                                    <p:animEffect transition="in" filter="fade">
                                      <p:cBhvr>
                                        <p:cTn id="50" dur="400"/>
                                        <p:tgtEl>
                                          <p:spTgt spid="54"/>
                                        </p:tgtEl>
                                      </p:cBhvr>
                                    </p:animEffect>
                                  </p:childTnLst>
                                </p:cTn>
                              </p:par>
                              <p:par>
                                <p:cTn id="51" presetID="10" presetClass="entr" presetSubtype="0" fill="hold" nodeType="withEffect">
                                  <p:stCondLst>
                                    <p:cond delay="75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nodeType="withEffect">
                                  <p:stCondLst>
                                    <p:cond delay="750"/>
                                  </p:stCondLst>
                                  <p:childTnLst>
                                    <p:set>
                                      <p:cBhvr>
                                        <p:cTn id="55" dur="1" fill="hold">
                                          <p:stCondLst>
                                            <p:cond delay="0"/>
                                          </p:stCondLst>
                                        </p:cTn>
                                        <p:tgtEl>
                                          <p:spTgt spid="55"/>
                                        </p:tgtEl>
                                        <p:attrNameLst>
                                          <p:attrName>style.visibility</p:attrName>
                                        </p:attrNameLst>
                                      </p:cBhvr>
                                      <p:to>
                                        <p:strVal val="visible"/>
                                      </p:to>
                                    </p:set>
                                    <p:animEffect transition="in" filter="fade">
                                      <p:cBhvr>
                                        <p:cTn id="56" dur="400"/>
                                        <p:tgtEl>
                                          <p:spTgt spid="55"/>
                                        </p:tgtEl>
                                      </p:cBhvr>
                                    </p:animEffect>
                                  </p:childTnLst>
                                </p:cTn>
                              </p:par>
                              <p:par>
                                <p:cTn id="57" presetID="10" presetClass="entr" presetSubtype="0" fill="hold" nodeType="withEffect">
                                  <p:stCondLst>
                                    <p:cond delay="75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par>
                                <p:cTn id="60" presetID="10" presetClass="entr" presetSubtype="0" fill="hold" nodeType="withEffect">
                                  <p:stCondLst>
                                    <p:cond delay="750"/>
                                  </p:stCondLst>
                                  <p:childTnLst>
                                    <p:set>
                                      <p:cBhvr>
                                        <p:cTn id="61" dur="1" fill="hold">
                                          <p:stCondLst>
                                            <p:cond delay="0"/>
                                          </p:stCondLst>
                                        </p:cTn>
                                        <p:tgtEl>
                                          <p:spTgt spid="56"/>
                                        </p:tgtEl>
                                        <p:attrNameLst>
                                          <p:attrName>style.visibility</p:attrName>
                                        </p:attrNameLst>
                                      </p:cBhvr>
                                      <p:to>
                                        <p:strVal val="visible"/>
                                      </p:to>
                                    </p:set>
                                    <p:animEffect transition="in" filter="fade">
                                      <p:cBhvr>
                                        <p:cTn id="62" dur="400"/>
                                        <p:tgtEl>
                                          <p:spTgt spid="56"/>
                                        </p:tgtEl>
                                      </p:cBhvr>
                                    </p:animEffect>
                                  </p:childTnLst>
                                </p:cTn>
                              </p:par>
                              <p:par>
                                <p:cTn id="63" presetID="10" presetClass="entr" presetSubtype="0" fill="hold" nodeType="withEffect">
                                  <p:stCondLst>
                                    <p:cond delay="75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00"/>
                                        <p:tgtEl>
                                          <p:spTgt spid="30"/>
                                        </p:tgtEl>
                                      </p:cBhvr>
                                    </p:animEffect>
                                  </p:childTnLst>
                                </p:cTn>
                              </p:par>
                              <p:par>
                                <p:cTn id="66" presetID="10" presetClass="entr" presetSubtype="0" fill="hold" nodeType="withEffect">
                                  <p:stCondLst>
                                    <p:cond delay="75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00"/>
                                        <p:tgtEl>
                                          <p:spTgt spid="31"/>
                                        </p:tgtEl>
                                      </p:cBhvr>
                                    </p:animEffect>
                                  </p:childTnLst>
                                </p:cTn>
                              </p:par>
                              <p:par>
                                <p:cTn id="69" presetID="10" presetClass="entr" presetSubtype="0" fill="hold" nodeType="withEffect">
                                  <p:stCondLst>
                                    <p:cond delay="750"/>
                                  </p:stCondLst>
                                  <p:childTnLst>
                                    <p:set>
                                      <p:cBhvr>
                                        <p:cTn id="70" dur="1" fill="hold">
                                          <p:stCondLst>
                                            <p:cond delay="0"/>
                                          </p:stCondLst>
                                        </p:cTn>
                                        <p:tgtEl>
                                          <p:spTgt spid="57"/>
                                        </p:tgtEl>
                                        <p:attrNameLst>
                                          <p:attrName>style.visibility</p:attrName>
                                        </p:attrNameLst>
                                      </p:cBhvr>
                                      <p:to>
                                        <p:strVal val="visible"/>
                                      </p:to>
                                    </p:set>
                                    <p:animEffect transition="in" filter="fade">
                                      <p:cBhvr>
                                        <p:cTn id="71" dur="400"/>
                                        <p:tgtEl>
                                          <p:spTgt spid="57"/>
                                        </p:tgtEl>
                                      </p:cBhvr>
                                    </p:animEffect>
                                  </p:childTnLst>
                                </p:cTn>
                              </p:par>
                              <p:par>
                                <p:cTn id="72" presetID="10" presetClass="entr" presetSubtype="0" fill="hold" nodeType="withEffect">
                                  <p:stCondLst>
                                    <p:cond delay="75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400"/>
                                        <p:tgtEl>
                                          <p:spTgt spid="32"/>
                                        </p:tgtEl>
                                      </p:cBhvr>
                                    </p:animEffect>
                                  </p:childTnLst>
                                </p:cTn>
                              </p:par>
                              <p:par>
                                <p:cTn id="75" presetID="10" presetClass="entr" presetSubtype="0" fill="hold" nodeType="withEffect">
                                  <p:stCondLst>
                                    <p:cond delay="750"/>
                                  </p:stCondLst>
                                  <p:childTnLst>
                                    <p:set>
                                      <p:cBhvr>
                                        <p:cTn id="76" dur="1" fill="hold">
                                          <p:stCondLst>
                                            <p:cond delay="0"/>
                                          </p:stCondLst>
                                        </p:cTn>
                                        <p:tgtEl>
                                          <p:spTgt spid="58"/>
                                        </p:tgtEl>
                                        <p:attrNameLst>
                                          <p:attrName>style.visibility</p:attrName>
                                        </p:attrNameLst>
                                      </p:cBhvr>
                                      <p:to>
                                        <p:strVal val="visible"/>
                                      </p:to>
                                    </p:set>
                                    <p:animEffect transition="in" filter="fade">
                                      <p:cBhvr>
                                        <p:cTn id="77" dur="400"/>
                                        <p:tgtEl>
                                          <p:spTgt spid="58"/>
                                        </p:tgtEl>
                                      </p:cBhvr>
                                    </p:animEffect>
                                  </p:childTnLst>
                                </p:cTn>
                              </p:par>
                              <p:par>
                                <p:cTn id="78" presetID="10" presetClass="entr" presetSubtype="0" fill="hold" nodeType="withEffect">
                                  <p:stCondLst>
                                    <p:cond delay="75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400"/>
                                        <p:tgtEl>
                                          <p:spTgt spid="33"/>
                                        </p:tgtEl>
                                      </p:cBhvr>
                                    </p:animEffect>
                                  </p:childTnLst>
                                </p:cTn>
                              </p:par>
                              <p:par>
                                <p:cTn id="81" presetID="10" presetClass="entr" presetSubtype="0" fill="hold" nodeType="withEffect">
                                  <p:stCondLst>
                                    <p:cond delay="750"/>
                                  </p:stCondLst>
                                  <p:childTnLst>
                                    <p:set>
                                      <p:cBhvr>
                                        <p:cTn id="82" dur="1" fill="hold">
                                          <p:stCondLst>
                                            <p:cond delay="0"/>
                                          </p:stCondLst>
                                        </p:cTn>
                                        <p:tgtEl>
                                          <p:spTgt spid="59"/>
                                        </p:tgtEl>
                                        <p:attrNameLst>
                                          <p:attrName>style.visibility</p:attrName>
                                        </p:attrNameLst>
                                      </p:cBhvr>
                                      <p:to>
                                        <p:strVal val="visible"/>
                                      </p:to>
                                    </p:set>
                                    <p:animEffect transition="in" filter="fade">
                                      <p:cBhvr>
                                        <p:cTn id="83" dur="400"/>
                                        <p:tgtEl>
                                          <p:spTgt spid="59"/>
                                        </p:tgtEl>
                                      </p:cBhvr>
                                    </p:animEffect>
                                  </p:childTnLst>
                                </p:cTn>
                              </p:par>
                              <p:par>
                                <p:cTn id="84" presetID="10" presetClass="entr" presetSubtype="0" fill="hold" nodeType="withEffect">
                                  <p:stCondLst>
                                    <p:cond delay="75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00"/>
                                        <p:tgtEl>
                                          <p:spTgt spid="34"/>
                                        </p:tgtEl>
                                      </p:cBhvr>
                                    </p:animEffect>
                                  </p:childTnLst>
                                </p:cTn>
                              </p:par>
                              <p:par>
                                <p:cTn id="87" presetID="10" presetClass="entr" presetSubtype="0" fill="hold" nodeType="withEffect">
                                  <p:stCondLst>
                                    <p:cond delay="750"/>
                                  </p:stCondLst>
                                  <p:childTnLst>
                                    <p:set>
                                      <p:cBhvr>
                                        <p:cTn id="88" dur="1" fill="hold">
                                          <p:stCondLst>
                                            <p:cond delay="0"/>
                                          </p:stCondLst>
                                        </p:cTn>
                                        <p:tgtEl>
                                          <p:spTgt spid="60"/>
                                        </p:tgtEl>
                                        <p:attrNameLst>
                                          <p:attrName>style.visibility</p:attrName>
                                        </p:attrNameLst>
                                      </p:cBhvr>
                                      <p:to>
                                        <p:strVal val="visible"/>
                                      </p:to>
                                    </p:set>
                                    <p:animEffect transition="in" filter="fade">
                                      <p:cBhvr>
                                        <p:cTn id="89" dur="400"/>
                                        <p:tgtEl>
                                          <p:spTgt spid="6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nodeType="with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400"/>
                                        <p:tgtEl>
                                          <p:spTgt spid="27"/>
                                        </p:tgtEl>
                                      </p:cBhvr>
                                    </p:animEffect>
                                  </p:childTnLst>
                                </p:cTn>
                              </p:par>
                              <p:par>
                                <p:cTn id="98" presetID="10" presetClass="entr" presetSubtype="0" fill="hold" nodeType="withEffect">
                                  <p:stCondLst>
                                    <p:cond delay="20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0" dur="400"/>
                                        <p:tgtEl>
                                          <p:spTgt spid="28"/>
                                        </p:tgtEl>
                                      </p:cBhvr>
                                    </p:animEffect>
                                  </p:childTnLst>
                                </p:cTn>
                              </p:par>
                              <p:par>
                                <p:cTn id="101" presetID="10" presetClass="entr" presetSubtype="0" fill="hold" nodeType="withEffect">
                                  <p:stCondLst>
                                    <p:cond delay="4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400"/>
                                        <p:tgtEl>
                                          <p:spTgt spid="29"/>
                                        </p:tgtEl>
                                      </p:cBhvr>
                                    </p:animEffect>
                                  </p:childTnLst>
                                </p:cTn>
                              </p:par>
                              <p:par>
                                <p:cTn id="104" presetID="10" presetClass="entr" presetSubtype="0" fill="hold"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00"/>
                                        <p:tgtEl>
                                          <p:spTgt spid="35"/>
                                        </p:tgtEl>
                                      </p:cBhvr>
                                    </p:animEffect>
                                  </p:childTnLst>
                                </p:cTn>
                              </p:par>
                              <p:par>
                                <p:cTn id="107" presetID="10" presetClass="entr" presetSubtype="0" fill="hold" nodeType="withEffect">
                                  <p:stCondLst>
                                    <p:cond delay="20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00"/>
                                        <p:tgtEl>
                                          <p:spTgt spid="36"/>
                                        </p:tgtEl>
                                      </p:cBhvr>
                                    </p:animEffect>
                                  </p:childTnLst>
                                </p:cTn>
                              </p:par>
                              <p:par>
                                <p:cTn id="110" presetID="10" presetClass="entr" presetSubtype="0" fill="hold" nodeType="withEffect">
                                  <p:stCondLst>
                                    <p:cond delay="40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00"/>
                                        <p:tgtEl>
                                          <p:spTgt spid="37"/>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7" dur="400"/>
                                        <p:tgtEl>
                                          <p:spTgt spid="38"/>
                                        </p:tgtEl>
                                      </p:cBhvr>
                                    </p:animEffect>
                                  </p:childTnLst>
                                </p:cTn>
                              </p:par>
                              <p:par>
                                <p:cTn id="118" presetID="10" presetClass="entr" presetSubtype="0" fill="hold" nodeType="with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400"/>
                                        <p:tgtEl>
                                          <p:spTgt spid="39"/>
                                        </p:tgtEl>
                                      </p:cBhvr>
                                    </p:animEffect>
                                  </p:childTnLst>
                                </p:cTn>
                              </p:par>
                              <p:par>
                                <p:cTn id="121" presetID="10" presetClass="entr" presetSubtype="0" fill="hold" nodeType="with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400"/>
                                        <p:tgtEl>
                                          <p:spTgt spid="40"/>
                                        </p:tgtEl>
                                      </p:cBhvr>
                                    </p:animEffect>
                                  </p:childTnLst>
                                </p:cTn>
                              </p:par>
                              <p:par>
                                <p:cTn id="124" presetID="10" presetClass="entr" presetSubtype="0" fill="hold" nodeType="withEffect">
                                  <p:stCondLst>
                                    <p:cond delay="0"/>
                                  </p:stCondLst>
                                  <p:childTnLst>
                                    <p:set>
                                      <p:cBhvr>
                                        <p:cTn id="125" dur="1" fill="hold">
                                          <p:stCondLst>
                                            <p:cond delay="0"/>
                                          </p:stCondLst>
                                        </p:cTn>
                                        <p:tgtEl>
                                          <p:spTgt spid="61"/>
                                        </p:tgtEl>
                                        <p:attrNameLst>
                                          <p:attrName>style.visibility</p:attrName>
                                        </p:attrNameLst>
                                      </p:cBhvr>
                                      <p:to>
                                        <p:strVal val="visible"/>
                                      </p:to>
                                    </p:set>
                                    <p:animEffect transition="in" filter="fade">
                                      <p:cBhvr>
                                        <p:cTn id="126" dur="400"/>
                                        <p:tgtEl>
                                          <p:spTgt spid="61"/>
                                        </p:tgtEl>
                                      </p:cBhvr>
                                    </p:animEffect>
                                  </p:childTnLst>
                                </p:cTn>
                              </p:par>
                              <p:par>
                                <p:cTn id="127" presetID="10" presetClass="entr" presetSubtype="0" fill="hold"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AB4F04F7-7A66-423F-AECD-BF80A5EB3FB1}"/>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61749D99-A3CB-4CF0-9A81-8DBF13867388}"/>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5C26DA96-B420-4AA0-85A3-84CF9264EDD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FE137657-50DF-41A6-AE8A-A977468689E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3B6868BF-8E80-46B2-81CB-51A77397BF9D}"/>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B5D23FE0-55D6-444D-9344-3527AD2E8C0F}"/>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AB778804-4E96-4866-B282-4881CCF0EE5F}"/>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BFFA32FA-5A5F-4A29-B613-3D5756916839}"/>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7068E251-D29D-4969-80B3-9FD497A456A8}"/>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F349EB12-D5DB-4C75-B2EC-9753161E1AF9}"/>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D966F7AA-55A7-46A4-8D29-7620BD948FD3}"/>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BC692D60-ABF4-4379-98C8-B7A7D6101AB6}"/>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D06F79F6-2100-4322-8A28-6EC3D2CCD587}"/>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1C6F6E98-D827-4FEB-A703-28F65F40350D}"/>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7C4581CD-530B-445C-AE2F-504A55223A48}"/>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D3D67AF8-8C56-41A1-86BB-F48FE5242111}"/>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F8E32064-1A89-4C9F-8D71-0B10BDB3363F}"/>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CBA199D5-A798-4CE7-B171-0B22E696C080}"/>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92EC73CE-01D6-47E8-B683-1C47394E23D8}"/>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The frequency components of the same s(t)</a:t>
            </a:r>
          </a:p>
        </p:txBody>
      </p:sp>
      <p:sp>
        <p:nvSpPr>
          <p:cNvPr id="22" name="factor-reason">
            <a:extLst xmlns:a="http://schemas.openxmlformats.org/drawingml/2006/main">
              <a:ext uri="{FF2B5EF4-FFF2-40B4-BE49-F238E27FC236}">
                <a16:creationId xmlns:a16="http://schemas.microsoft.com/office/drawing/2014/main" id="{D963B4FD-6696-44E2-9050-57F5BDD79E54}"/>
              </a:ext>
            </a:extLst>
          </p:cNvPr>
          <p:cNvSpPr>
            <a:spLocks xmlns:a="http://schemas.openxmlformats.org/drawingml/2006/main" noGrp="1"/>
          </p:cNvSpPr>
          <p:nvPr/>
        </p:nvSpPr>
        <p:spPr>
          <a:xfrm xmlns:a="http://schemas.openxmlformats.org/drawingml/2006/main">
            <a:off x="8039100" y="31813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Known carrier.</a:t>
            </a:r>
          </a:p>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Expand the other factor.</a:t>
            </a:r>
          </a:p>
        </p:txBody>
      </p:sp>
      <p:sp>
        <p:nvSpPr>
          <p:cNvPr id="23" name="periodicity-condition">
            <a:extLst xmlns:a="http://schemas.openxmlformats.org/drawingml/2006/main">
              <a:ext uri="{FF2B5EF4-FFF2-40B4-BE49-F238E27FC236}">
                <a16:creationId xmlns:a16="http://schemas.microsoft.com/office/drawing/2014/main" id="{77B2E2A9-F548-4A8C-9984-4EA00045FE39}"/>
              </a:ext>
            </a:extLst>
          </p:cNvPr>
          <p:cNvSpPr>
            <a:spLocks xmlns:a="http://schemas.openxmlformats.org/drawingml/2006/main" noGrp="1"/>
          </p:cNvSpPr>
          <p:nvPr/>
        </p:nvSpPr>
        <p:spPr>
          <a:xfrm xmlns:a="http://schemas.openxmlformats.org/drawingml/2006/main">
            <a:off x="8039100" y="4000500"/>
            <a:ext cx="319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Periodicity</a:t>
            </a:r>
          </a:p>
        </p:txBody>
      </p:sp>
      <p:sp>
        <p:nvSpPr>
          <p:cNvPr id="24" name="factor-frequencies-axis-shaft">
            <a:extLst xmlns:a="http://schemas.openxmlformats.org/drawingml/2006/main">
              <a:ext uri="{FF2B5EF4-FFF2-40B4-BE49-F238E27FC236}">
                <a16:creationId xmlns:a16="http://schemas.microsoft.com/office/drawing/2014/main" id="{D5F5C248-05C1-4C06-A465-2E7BDD0E4F0E}"/>
              </a:ext>
            </a:extLst>
          </p:cNvPr>
          <p:cNvSpPr>
            <a:spLocks xmlns:a="http://schemas.openxmlformats.org/drawingml/2006/main" noGrp="1"/>
          </p:cNvSpPr>
          <p:nvPr/>
        </p:nvSpPr>
        <p:spPr>
          <a:xfrm xmlns:a="http://schemas.openxmlformats.org/drawingml/2006/main">
            <a:off x="1666875" y="6315075"/>
            <a:ext cx="51054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factor-frequencies-axis-head">
            <a:extLst xmlns:a="http://schemas.openxmlformats.org/drawingml/2006/main">
              <a:ext uri="{FF2B5EF4-FFF2-40B4-BE49-F238E27FC236}">
                <a16:creationId xmlns:a16="http://schemas.microsoft.com/office/drawing/2014/main" id="{32238D47-6B1E-454B-8482-C604EDF811F8}"/>
              </a:ext>
            </a:extLst>
          </p:cNvPr>
          <p:cNvSpPr>
            <a:spLocks xmlns:a="http://schemas.openxmlformats.org/drawingml/2006/main" noGrp="1"/>
          </p:cNvSpPr>
          <p:nvPr/>
        </p:nvSpPr>
        <p:spPr>
          <a:xfrm xmlns:a="http://schemas.openxmlformats.org/drawingml/2006/main" rot="5400000">
            <a:off x="6753225" y="62722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6" name="factor-frequencies-tick-0">
            <a:extLst xmlns:a="http://schemas.openxmlformats.org/drawingml/2006/main">
              <a:ext uri="{FF2B5EF4-FFF2-40B4-BE49-F238E27FC236}">
                <a16:creationId xmlns:a16="http://schemas.microsoft.com/office/drawing/2014/main" id="{65DFBD3B-4694-4774-AB46-4746C7813E66}"/>
              </a:ext>
            </a:extLst>
          </p:cNvPr>
          <p:cNvSpPr>
            <a:spLocks xmlns:a="http://schemas.openxmlformats.org/drawingml/2006/main" noGrp="1"/>
          </p:cNvSpPr>
          <p:nvPr/>
        </p:nvSpPr>
        <p:spPr>
          <a:xfrm xmlns:a="http://schemas.openxmlformats.org/drawingml/2006/main">
            <a:off x="2339799" y="63150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factor-frequencies-tick-1">
            <a:extLst xmlns:a="http://schemas.openxmlformats.org/drawingml/2006/main">
              <a:ext uri="{FF2B5EF4-FFF2-40B4-BE49-F238E27FC236}">
                <a16:creationId xmlns:a16="http://schemas.microsoft.com/office/drawing/2014/main" id="{74891D8B-6AF2-4E3C-8BF8-9E85DB867A70}"/>
              </a:ext>
            </a:extLst>
          </p:cNvPr>
          <p:cNvSpPr>
            <a:spLocks xmlns:a="http://schemas.openxmlformats.org/drawingml/2006/main" noGrp="1"/>
          </p:cNvSpPr>
          <p:nvPr/>
        </p:nvSpPr>
        <p:spPr>
          <a:xfrm xmlns:a="http://schemas.openxmlformats.org/drawingml/2006/main">
            <a:off x="3301118" y="63150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factor-frequencies-tick-2">
            <a:extLst xmlns:a="http://schemas.openxmlformats.org/drawingml/2006/main">
              <a:ext uri="{FF2B5EF4-FFF2-40B4-BE49-F238E27FC236}">
                <a16:creationId xmlns:a16="http://schemas.microsoft.com/office/drawing/2014/main" id="{67406BEE-F77A-4EEB-8712-6149A1742EC7}"/>
              </a:ext>
            </a:extLst>
          </p:cNvPr>
          <p:cNvSpPr>
            <a:spLocks xmlns:a="http://schemas.openxmlformats.org/drawingml/2006/main" noGrp="1"/>
          </p:cNvSpPr>
          <p:nvPr/>
        </p:nvSpPr>
        <p:spPr>
          <a:xfrm xmlns:a="http://schemas.openxmlformats.org/drawingml/2006/main">
            <a:off x="4262438" y="63150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9" name="factor-frequencies-tick-3">
            <a:extLst xmlns:a="http://schemas.openxmlformats.org/drawingml/2006/main">
              <a:ext uri="{FF2B5EF4-FFF2-40B4-BE49-F238E27FC236}">
                <a16:creationId xmlns:a16="http://schemas.microsoft.com/office/drawing/2014/main" id="{8A6D3498-4C16-4BF5-A893-5163A2BC69BD}"/>
              </a:ext>
            </a:extLst>
          </p:cNvPr>
          <p:cNvSpPr>
            <a:spLocks xmlns:a="http://schemas.openxmlformats.org/drawingml/2006/main" noGrp="1"/>
          </p:cNvSpPr>
          <p:nvPr/>
        </p:nvSpPr>
        <p:spPr>
          <a:xfrm xmlns:a="http://schemas.openxmlformats.org/drawingml/2006/main">
            <a:off x="5223757" y="63150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factor-frequencies-tick-4">
            <a:extLst xmlns:a="http://schemas.openxmlformats.org/drawingml/2006/main">
              <a:ext uri="{FF2B5EF4-FFF2-40B4-BE49-F238E27FC236}">
                <a16:creationId xmlns:a16="http://schemas.microsoft.com/office/drawing/2014/main" id="{C9799A42-A484-409A-BFDB-A511BB8B7935}"/>
              </a:ext>
            </a:extLst>
          </p:cNvPr>
          <p:cNvSpPr>
            <a:spLocks xmlns:a="http://schemas.openxmlformats.org/drawingml/2006/main" noGrp="1"/>
          </p:cNvSpPr>
          <p:nvPr/>
        </p:nvSpPr>
        <p:spPr>
          <a:xfrm xmlns:a="http://schemas.openxmlformats.org/drawingml/2006/main">
            <a:off x="6185076" y="63150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1" name="factor-location--2">
            <a:extLst xmlns:a="http://schemas.openxmlformats.org/drawingml/2006/main">
              <a:ext uri="{FF2B5EF4-FFF2-40B4-BE49-F238E27FC236}">
                <a16:creationId xmlns:a16="http://schemas.microsoft.com/office/drawing/2014/main" id="{CA1845BA-30EE-46DF-A4E8-EBD20800035C}"/>
              </a:ext>
            </a:extLst>
          </p:cNvPr>
          <p:cNvSpPr>
            <a:spLocks xmlns:a="http://schemas.openxmlformats.org/drawingml/2006/main" noGrp="1"/>
          </p:cNvSpPr>
          <p:nvPr/>
        </p:nvSpPr>
        <p:spPr>
          <a:xfrm xmlns:a="http://schemas.openxmlformats.org/drawingml/2006/main">
            <a:off x="2311224" y="6286500"/>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32" name="factor-location--1">
            <a:extLst xmlns:a="http://schemas.openxmlformats.org/drawingml/2006/main">
              <a:ext uri="{FF2B5EF4-FFF2-40B4-BE49-F238E27FC236}">
                <a16:creationId xmlns:a16="http://schemas.microsoft.com/office/drawing/2014/main" id="{3CCCFE3C-DAE7-4027-BDF5-34DC5C693F73}"/>
              </a:ext>
            </a:extLst>
          </p:cNvPr>
          <p:cNvSpPr>
            <a:spLocks xmlns:a="http://schemas.openxmlformats.org/drawingml/2006/main" noGrp="1"/>
          </p:cNvSpPr>
          <p:nvPr/>
        </p:nvSpPr>
        <p:spPr>
          <a:xfrm xmlns:a="http://schemas.openxmlformats.org/drawingml/2006/main">
            <a:off x="3272543" y="6286500"/>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33" name="factor-location-0">
            <a:extLst xmlns:a="http://schemas.openxmlformats.org/drawingml/2006/main">
              <a:ext uri="{FF2B5EF4-FFF2-40B4-BE49-F238E27FC236}">
                <a16:creationId xmlns:a16="http://schemas.microsoft.com/office/drawing/2014/main" id="{C3242948-9E21-4FEF-906A-AEEBECEAAAB8}"/>
              </a:ext>
            </a:extLst>
          </p:cNvPr>
          <p:cNvSpPr>
            <a:spLocks xmlns:a="http://schemas.openxmlformats.org/drawingml/2006/main" noGrp="1"/>
          </p:cNvSpPr>
          <p:nvPr/>
        </p:nvSpPr>
        <p:spPr>
          <a:xfrm xmlns:a="http://schemas.openxmlformats.org/drawingml/2006/main">
            <a:off x="4233863" y="6286500"/>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34" name="factor-location-1">
            <a:extLst xmlns:a="http://schemas.openxmlformats.org/drawingml/2006/main">
              <a:ext uri="{FF2B5EF4-FFF2-40B4-BE49-F238E27FC236}">
                <a16:creationId xmlns:a16="http://schemas.microsoft.com/office/drawing/2014/main" id="{1172BFC7-8AE6-4AA9-8193-280FD6DAD361}"/>
              </a:ext>
            </a:extLst>
          </p:cNvPr>
          <p:cNvSpPr>
            <a:spLocks xmlns:a="http://schemas.openxmlformats.org/drawingml/2006/main" noGrp="1"/>
          </p:cNvSpPr>
          <p:nvPr/>
        </p:nvSpPr>
        <p:spPr>
          <a:xfrm xmlns:a="http://schemas.openxmlformats.org/drawingml/2006/main">
            <a:off x="5195182" y="6286500"/>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sp>
        <p:nvSpPr>
          <p:cNvPr id="35" name="factor-location-2">
            <a:extLst xmlns:a="http://schemas.openxmlformats.org/drawingml/2006/main">
              <a:ext uri="{FF2B5EF4-FFF2-40B4-BE49-F238E27FC236}">
                <a16:creationId xmlns:a16="http://schemas.microsoft.com/office/drawing/2014/main" id="{34EBEA17-12CD-4AC2-BA6E-3E5877391C16}"/>
              </a:ext>
            </a:extLst>
          </p:cNvPr>
          <p:cNvSpPr>
            <a:spLocks xmlns:a="http://schemas.openxmlformats.org/drawingml/2006/main" noGrp="1"/>
          </p:cNvSpPr>
          <p:nvPr/>
        </p:nvSpPr>
        <p:spPr>
          <a:xfrm xmlns:a="http://schemas.openxmlformats.org/drawingml/2006/main">
            <a:off x="6156501" y="6286500"/>
            <a:ext cx="57150" cy="57150"/>
          </a:xfrm>
          <a:prstGeom xmlns:a="http://schemas.openxmlformats.org/drawingml/2006/main" prst="ellipse">
            <a:avLst/>
          </a:prstGeom>
          <a:solidFill xmlns:a="http://schemas.openxmlformats.org/drawingml/2006/main">
            <a:srgbClr val="202020"/>
          </a:solidFill>
          <a:ln xmlns:a="http://schemas.openxmlformats.org/drawingml/2006/main" w="0">
            <a:noFill/>
          </a:ln>
        </p:spPr>
      </p:sp>
      <p:pic>
        <p:nvPicPr>
          <p:cNvPr id="36"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12D0540-DAC9-4582-B60E-66F8972BF39D}"/>
              </a:ext>
            </a:extLst>
          </p:cNvPr>
          <p:cNvPicPr>
            <a:picLocks xmlns:a="http://schemas.openxmlformats.org/drawingml/2006/main" noChangeAspect="1"/>
          </p:cNvPicPr>
          <p:nvPr/>
        </p:nvPicPr>
        <p:blipFill>
          <a:blip xmlns:r="http://schemas.openxmlformats.org/officeDocument/2006/relationships" xmlns:a="http://schemas.openxmlformats.org/drawingml/2006/main" r:embed="R958dae14e93047b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37"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3DEFE39-4184-48DC-8F11-BAFEF5696193}"/>
              </a:ext>
            </a:extLst>
          </p:cNvPr>
          <p:cNvPicPr>
            <a:picLocks xmlns:a="http://schemas.openxmlformats.org/drawingml/2006/main" noChangeAspect="1"/>
          </p:cNvPicPr>
          <p:nvPr/>
        </p:nvPicPr>
        <p:blipFill>
          <a:blip xmlns:r="http://schemas.openxmlformats.org/officeDocument/2006/relationships" xmlns:a="http://schemas.openxmlformats.org/drawingml/2006/main" r:embed="R9c04454853ea4bf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38"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E642590-BBD1-46CD-993A-E8860AB3A12C}"/>
              </a:ext>
            </a:extLst>
          </p:cNvPr>
          <p:cNvPicPr>
            <a:picLocks xmlns:a="http://schemas.openxmlformats.org/drawingml/2006/main" noChangeAspect="1"/>
          </p:cNvPicPr>
          <p:nvPr/>
        </p:nvPicPr>
        <p:blipFill>
          <a:blip xmlns:r="http://schemas.openxmlformats.org/officeDocument/2006/relationships" xmlns:a="http://schemas.openxmlformats.org/drawingml/2006/main" r:embed="R59613ef5cce4489c">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39" name="signal-cosine" descr="s(t)=A_c\cos[2\pi f_ct+\beta\sin(2\pi f_mt)]">
            <a:extLst xmlns:a="http://schemas.openxmlformats.org/drawingml/2006/main">
              <a:ext uri="{FF2B5EF4-FFF2-40B4-BE49-F238E27FC236}">
                <a16:creationId xmlns:a16="http://schemas.microsoft.com/office/drawing/2014/main" id="{28074FB3-50EF-4DC5-B0EB-D8A1ADF74E98}"/>
              </a:ext>
            </a:extLst>
          </p:cNvPr>
          <p:cNvPicPr>
            <a:picLocks xmlns:a="http://schemas.openxmlformats.org/drawingml/2006/main" noChangeAspect="1"/>
          </p:cNvPicPr>
          <p:nvPr/>
        </p:nvPicPr>
        <p:blipFill>
          <a:blip xmlns:r="http://schemas.openxmlformats.org/officeDocument/2006/relationships" xmlns:a="http://schemas.openxmlformats.org/drawingml/2006/main" r:embed="R00c506e67e7b4e9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746740"/>
            <a:ext cx="4346258" cy="255568"/>
          </a:xfrm>
          <a:prstGeom xmlns:a="http://schemas.openxmlformats.org/drawingml/2006/main" prst="rect">
            <a:avLst/>
          </a:prstGeom>
        </p:spPr>
      </p:pic>
      <p:pic>
        <p:nvPicPr>
          <p:cNvPr id="40" name="series-euler" descr="\cos\theta=\operatorname{Re}\{e^{j\theta}\}">
            <a:extLst xmlns:a="http://schemas.openxmlformats.org/drawingml/2006/main">
              <a:ext uri="{FF2B5EF4-FFF2-40B4-BE49-F238E27FC236}">
                <a16:creationId xmlns:a16="http://schemas.microsoft.com/office/drawing/2014/main" id="{CC3347E5-E068-47D0-973F-5FDC9D6BD51E}"/>
              </a:ext>
            </a:extLst>
          </p:cNvPr>
          <p:cNvPicPr>
            <a:picLocks xmlns:a="http://schemas.openxmlformats.org/drawingml/2006/main" noChangeAspect="1"/>
          </p:cNvPicPr>
          <p:nvPr/>
        </p:nvPicPr>
        <p:blipFill>
          <a:blip xmlns:r="http://schemas.openxmlformats.org/officeDocument/2006/relationships" xmlns:a="http://schemas.openxmlformats.org/drawingml/2006/main" r:embed="R97ee8f30a16b4583">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8039100" y="2668905"/>
            <a:ext cx="1931670" cy="272415"/>
          </a:xfrm>
          <a:prstGeom xmlns:a="http://schemas.openxmlformats.org/drawingml/2006/main" prst="rect">
            <a:avLst/>
          </a:prstGeom>
        </p:spPr>
      </p:pic>
      <p:pic>
        <p:nvPicPr>
          <p:cNvPr id="41" name="signal-exponential" descr="s(t)=\operatorname{Re}\{A_ce^{j\beta\sin(2\pi f_mt)}e^{j2\pi f_ct}\}">
            <a:extLst xmlns:a="http://schemas.openxmlformats.org/drawingml/2006/main">
              <a:ext uri="{FF2B5EF4-FFF2-40B4-BE49-F238E27FC236}">
                <a16:creationId xmlns:a16="http://schemas.microsoft.com/office/drawing/2014/main" id="{384B735C-6DF2-49B6-99DB-D80679F940AE}"/>
              </a:ext>
            </a:extLst>
          </p:cNvPr>
          <p:cNvPicPr>
            <a:picLocks xmlns:a="http://schemas.openxmlformats.org/drawingml/2006/main" noChangeAspect="1"/>
          </p:cNvPicPr>
          <p:nvPr/>
        </p:nvPicPr>
        <p:blipFill>
          <a:blip xmlns:r="http://schemas.openxmlformats.org/officeDocument/2006/relationships" xmlns:a="http://schemas.openxmlformats.org/drawingml/2006/main" r:embed="Rc1fae1df2a2f42b8">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2712035"/>
            <a:ext cx="4037648" cy="290929"/>
          </a:xfrm>
          <a:prstGeom xmlns:a="http://schemas.openxmlformats.org/drawingml/2006/main" prst="rect">
            <a:avLst/>
          </a:prstGeom>
        </p:spPr>
      </p:pic>
      <p:pic>
        <p:nvPicPr>
          <p:cNvPr id="42" name="periodic-factor-definition" descr="\widetilde s(t)=A_ce^{j\beta\sin(2\pi f_mt)}">
            <a:extLst xmlns:a="http://schemas.openxmlformats.org/drawingml/2006/main">
              <a:ext uri="{FF2B5EF4-FFF2-40B4-BE49-F238E27FC236}">
                <a16:creationId xmlns:a16="http://schemas.microsoft.com/office/drawing/2014/main" id="{4E128131-6910-4C43-987A-F3550EB94BAF}"/>
              </a:ext>
            </a:extLst>
          </p:cNvPr>
          <p:cNvPicPr>
            <a:picLocks xmlns:a="http://schemas.openxmlformats.org/drawingml/2006/main" noChangeAspect="1"/>
          </p:cNvPicPr>
          <p:nvPr/>
        </p:nvPicPr>
        <p:blipFill>
          <a:blip xmlns:r="http://schemas.openxmlformats.org/officeDocument/2006/relationships" xmlns:a="http://schemas.openxmlformats.org/drawingml/2006/main" r:embed="R83b83c44a2a5415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81100" y="4325898"/>
            <a:ext cx="2747010" cy="301704"/>
          </a:xfrm>
          <a:prstGeom xmlns:a="http://schemas.openxmlformats.org/drawingml/2006/main" prst="rect">
            <a:avLst/>
          </a:prstGeom>
        </p:spPr>
      </p:pic>
      <p:pic>
        <p:nvPicPr>
          <p:cNvPr id="43" name="signal-main" descr="s(t)=\operatorname{Re}\{\widetilde s(t)e^{j2\pi f_ct}\}">
            <a:extLst xmlns:a="http://schemas.openxmlformats.org/drawingml/2006/main">
              <a:ext uri="{FF2B5EF4-FFF2-40B4-BE49-F238E27FC236}">
                <a16:creationId xmlns:a16="http://schemas.microsoft.com/office/drawing/2014/main" id="{D71BF914-0562-448A-A8DB-2F2A4F4412D7}"/>
              </a:ext>
            </a:extLst>
          </p:cNvPr>
          <p:cNvPicPr>
            <a:picLocks xmlns:a="http://schemas.openxmlformats.org/drawingml/2006/main" noChangeAspect="1"/>
          </p:cNvPicPr>
          <p:nvPr/>
        </p:nvPicPr>
        <p:blipFill>
          <a:blip xmlns:r="http://schemas.openxmlformats.org/officeDocument/2006/relationships" xmlns:a="http://schemas.openxmlformats.org/drawingml/2006/main" r:embed="R47572882afcf4e7e">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2721619"/>
            <a:ext cx="2700338" cy="281285"/>
          </a:xfrm>
          <a:prstGeom xmlns:a="http://schemas.openxmlformats.org/drawingml/2006/main" prst="rect">
            <a:avLst/>
          </a:prstGeom>
        </p:spPr>
      </p:pic>
      <p:pic>
        <p:nvPicPr>
          <p:cNvPr id="44" name="periodicity-equation" descr="\widetilde s(t+T_m)=\widetilde s(t)">
            <a:extLst xmlns:a="http://schemas.openxmlformats.org/drawingml/2006/main">
              <a:ext uri="{FF2B5EF4-FFF2-40B4-BE49-F238E27FC236}">
                <a16:creationId xmlns:a16="http://schemas.microsoft.com/office/drawing/2014/main" id="{F218C244-5F76-4078-9501-659825D3A899}"/>
              </a:ext>
            </a:extLst>
          </p:cNvPr>
          <p:cNvPicPr>
            <a:picLocks xmlns:a="http://schemas.openxmlformats.org/drawingml/2006/main" noChangeAspect="1"/>
          </p:cNvPicPr>
          <p:nvPr/>
        </p:nvPicPr>
        <p:blipFill>
          <a:blip xmlns:r="http://schemas.openxmlformats.org/officeDocument/2006/relationships" xmlns:a="http://schemas.openxmlformats.org/drawingml/2006/main" r:embed="Rdd576666d1d24cd3">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8039100" y="4429125"/>
            <a:ext cx="2030730" cy="247650"/>
          </a:xfrm>
          <a:prstGeom xmlns:a="http://schemas.openxmlformats.org/drawingml/2006/main" prst="rect">
            <a:avLst/>
          </a:prstGeom>
        </p:spPr>
      </p:pic>
      <p:pic>
        <p:nvPicPr>
          <p:cNvPr id="45" name="periodicity-period" descr="T_m=1/f_m">
            <a:extLst xmlns:a="http://schemas.openxmlformats.org/drawingml/2006/main">
              <a:ext uri="{FF2B5EF4-FFF2-40B4-BE49-F238E27FC236}">
                <a16:creationId xmlns:a16="http://schemas.microsoft.com/office/drawing/2014/main" id="{C2B74C22-41EB-4458-88DC-1F2F584D89FF}"/>
              </a:ext>
            </a:extLst>
          </p:cNvPr>
          <p:cNvPicPr>
            <a:picLocks xmlns:a="http://schemas.openxmlformats.org/drawingml/2006/main" noChangeAspect="1"/>
          </p:cNvPicPr>
          <p:nvPr/>
        </p:nvPicPr>
        <p:blipFill>
          <a:blip xmlns:r="http://schemas.openxmlformats.org/officeDocument/2006/relationships" xmlns:a="http://schemas.openxmlformats.org/drawingml/2006/main" r:embed="R519195e6919744bd">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8039100" y="4848225"/>
            <a:ext cx="1337310" cy="247650"/>
          </a:xfrm>
          <a:prstGeom xmlns:a="http://schemas.openxmlformats.org/drawingml/2006/main" prst="rect">
            <a:avLst/>
          </a:prstGeom>
        </p:spPr>
      </p:pic>
      <p:pic>
        <p:nvPicPr>
          <p:cNvPr id="46" name="factor-fourier-series" descr="\widetilde s(t)=\sum_{n=-\infty}^{\infty}c_ne^{j2\pi nf_mt}">
            <a:extLst xmlns:a="http://schemas.openxmlformats.org/drawingml/2006/main">
              <a:ext uri="{FF2B5EF4-FFF2-40B4-BE49-F238E27FC236}">
                <a16:creationId xmlns:a16="http://schemas.microsoft.com/office/drawing/2014/main" id="{F41D9E2F-4832-42A5-974E-323FF13E2911}"/>
              </a:ext>
            </a:extLst>
          </p:cNvPr>
          <p:cNvPicPr>
            <a:picLocks xmlns:a="http://schemas.openxmlformats.org/drawingml/2006/main" noChangeAspect="1"/>
          </p:cNvPicPr>
          <p:nvPr/>
        </p:nvPicPr>
        <p:blipFill>
          <a:blip xmlns:r="http://schemas.openxmlformats.org/officeDocument/2006/relationships" xmlns:a="http://schemas.openxmlformats.org/drawingml/2006/main" r:embed="Rdc33ea4a51a74f51">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1181100" y="5421154"/>
            <a:ext cx="3227070" cy="340042"/>
          </a:xfrm>
          <a:prstGeom xmlns:a="http://schemas.openxmlformats.org/drawingml/2006/main" prst="rect">
            <a:avLst/>
          </a:prstGeom>
        </p:spPr>
      </p:pic>
      <p:pic>
        <p:nvPicPr>
          <p:cNvPr id="47" name="coefficient-role" descr="c_n:\ \text{Fourier coefficients}">
            <a:extLst xmlns:a="http://schemas.openxmlformats.org/drawingml/2006/main">
              <a:ext uri="{FF2B5EF4-FFF2-40B4-BE49-F238E27FC236}">
                <a16:creationId xmlns:a16="http://schemas.microsoft.com/office/drawing/2014/main" id="{8FC864DD-5FA0-4F0A-96B7-E653E7200DD0}"/>
              </a:ext>
            </a:extLst>
          </p:cNvPr>
          <p:cNvPicPr>
            <a:picLocks xmlns:a="http://schemas.openxmlformats.org/drawingml/2006/main" noChangeAspect="1"/>
          </p:cNvPicPr>
          <p:nvPr/>
        </p:nvPicPr>
        <p:blipFill>
          <a:blip xmlns:r="http://schemas.openxmlformats.org/officeDocument/2006/relationships" xmlns:a="http://schemas.openxmlformats.org/drawingml/2006/main" r:embed="R67c1d764daca4482">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8039100" y="5544622"/>
            <a:ext cx="2922270" cy="207407"/>
          </a:xfrm>
          <a:prstGeom xmlns:a="http://schemas.openxmlformats.org/drawingml/2006/main" prst="rect">
            <a:avLst/>
          </a:prstGeom>
        </p:spPr>
      </p:pic>
      <p:pic>
        <p:nvPicPr>
          <p:cNvPr id="48" name="factor-frequencies-domain" descr="f">
            <a:extLst xmlns:a="http://schemas.openxmlformats.org/drawingml/2006/main">
              <a:ext uri="{FF2B5EF4-FFF2-40B4-BE49-F238E27FC236}">
                <a16:creationId xmlns:a16="http://schemas.microsoft.com/office/drawing/2014/main" id="{195CCAF6-1FB0-4FE0-8D53-8DDB3BCFD672}"/>
              </a:ext>
            </a:extLst>
          </p:cNvPr>
          <p:cNvPicPr>
            <a:picLocks xmlns:a="http://schemas.openxmlformats.org/drawingml/2006/main" noChangeAspect="1"/>
          </p:cNvPicPr>
          <p:nvPr/>
        </p:nvPicPr>
        <p:blipFill>
          <a:blip xmlns:r="http://schemas.openxmlformats.org/officeDocument/2006/relationships" xmlns:a="http://schemas.openxmlformats.org/drawingml/2006/main" r:embed="R0c9d467fa1974027">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886575" y="6100465"/>
            <a:ext cx="95250" cy="143470"/>
          </a:xfrm>
          <a:prstGeom xmlns:a="http://schemas.openxmlformats.org/drawingml/2006/main" prst="rect">
            <a:avLst/>
          </a:prstGeom>
        </p:spPr>
      </p:pic>
      <p:pic>
        <p:nvPicPr>
          <p:cNvPr id="49" name="factor-frequencies-ticklabel-0" descr="-2f_m">
            <a:extLst xmlns:a="http://schemas.openxmlformats.org/drawingml/2006/main">
              <a:ext uri="{FF2B5EF4-FFF2-40B4-BE49-F238E27FC236}">
                <a16:creationId xmlns:a16="http://schemas.microsoft.com/office/drawing/2014/main" id="{FEF1B698-C45A-49BC-B148-DF0979919194}"/>
              </a:ext>
            </a:extLst>
          </p:cNvPr>
          <p:cNvPicPr>
            <a:picLocks xmlns:a="http://schemas.openxmlformats.org/drawingml/2006/main" noChangeAspect="1"/>
          </p:cNvPicPr>
          <p:nvPr/>
        </p:nvPicPr>
        <p:blipFill>
          <a:blip xmlns:r="http://schemas.openxmlformats.org/officeDocument/2006/relationships" xmlns:a="http://schemas.openxmlformats.org/drawingml/2006/main" r:embed="Reaf3e01a593b434a">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2092149" y="6471642"/>
            <a:ext cx="495300" cy="163116"/>
          </a:xfrm>
          <a:prstGeom xmlns:a="http://schemas.openxmlformats.org/drawingml/2006/main" prst="rect">
            <a:avLst/>
          </a:prstGeom>
        </p:spPr>
      </p:pic>
      <p:pic>
        <p:nvPicPr>
          <p:cNvPr id="50" name="factor-frequencies-ticklabel-1" descr="-f_m">
            <a:extLst xmlns:a="http://schemas.openxmlformats.org/drawingml/2006/main">
              <a:ext uri="{FF2B5EF4-FFF2-40B4-BE49-F238E27FC236}">
                <a16:creationId xmlns:a16="http://schemas.microsoft.com/office/drawing/2014/main" id="{11681BF5-0552-4FA2-AAFC-53BFF3F9561B}"/>
              </a:ext>
            </a:extLst>
          </p:cNvPr>
          <p:cNvPicPr>
            <a:picLocks xmlns:a="http://schemas.openxmlformats.org/drawingml/2006/main" noChangeAspect="1"/>
          </p:cNvPicPr>
          <p:nvPr/>
        </p:nvPicPr>
        <p:blipFill>
          <a:blip xmlns:r="http://schemas.openxmlformats.org/officeDocument/2006/relationships" xmlns:a="http://schemas.openxmlformats.org/drawingml/2006/main" r:embed="R603272d2dd0a44d9">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3110618" y="6472833"/>
            <a:ext cx="381000" cy="160734"/>
          </a:xfrm>
          <a:prstGeom xmlns:a="http://schemas.openxmlformats.org/drawingml/2006/main" prst="rect">
            <a:avLst/>
          </a:prstGeom>
        </p:spPr>
      </p:pic>
      <p:pic>
        <p:nvPicPr>
          <p:cNvPr id="51" name="factor-frequencies-ticklabel-2" descr="0">
            <a:extLst xmlns:a="http://schemas.openxmlformats.org/drawingml/2006/main">
              <a:ext uri="{FF2B5EF4-FFF2-40B4-BE49-F238E27FC236}">
                <a16:creationId xmlns:a16="http://schemas.microsoft.com/office/drawing/2014/main" id="{C7625916-D00F-47DE-B167-58A692CB27CD}"/>
              </a:ext>
            </a:extLst>
          </p:cNvPr>
          <p:cNvPicPr>
            <a:picLocks xmlns:a="http://schemas.openxmlformats.org/drawingml/2006/main" noChangeAspect="1"/>
          </p:cNvPicPr>
          <p:nvPr/>
        </p:nvPicPr>
        <p:blipFill>
          <a:blip xmlns:r="http://schemas.openxmlformats.org/officeDocument/2006/relationships" xmlns:a="http://schemas.openxmlformats.org/drawingml/2006/main" r:embed="Rc8c2a160ab484431">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4205288" y="6489263"/>
            <a:ext cx="114300" cy="127873"/>
          </a:xfrm>
          <a:prstGeom xmlns:a="http://schemas.openxmlformats.org/drawingml/2006/main" prst="rect">
            <a:avLst/>
          </a:prstGeom>
        </p:spPr>
      </p:pic>
      <p:pic>
        <p:nvPicPr>
          <p:cNvPr id="52" name="factor-frequencies-ticklabel-3" descr="f_m">
            <a:extLst xmlns:a="http://schemas.openxmlformats.org/drawingml/2006/main">
              <a:ext uri="{FF2B5EF4-FFF2-40B4-BE49-F238E27FC236}">
                <a16:creationId xmlns:a16="http://schemas.microsoft.com/office/drawing/2014/main" id="{92B46CB6-98A6-4C7A-B963-46F328DAA409}"/>
              </a:ext>
            </a:extLst>
          </p:cNvPr>
          <p:cNvPicPr>
            <a:picLocks xmlns:a="http://schemas.openxmlformats.org/drawingml/2006/main" noChangeAspect="1"/>
          </p:cNvPicPr>
          <p:nvPr/>
        </p:nvPicPr>
        <p:blipFill>
          <a:blip xmlns:r="http://schemas.openxmlformats.org/officeDocument/2006/relationships" xmlns:a="http://schemas.openxmlformats.org/drawingml/2006/main" r:embed="R8520c77393384cab">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5118982" y="6472982"/>
            <a:ext cx="209550" cy="160437"/>
          </a:xfrm>
          <a:prstGeom xmlns:a="http://schemas.openxmlformats.org/drawingml/2006/main" prst="rect">
            <a:avLst/>
          </a:prstGeom>
        </p:spPr>
      </p:pic>
      <p:pic>
        <p:nvPicPr>
          <p:cNvPr id="53" name="factor-frequencies-ticklabel-4" descr="2f_m">
            <a:extLst xmlns:a="http://schemas.openxmlformats.org/drawingml/2006/main">
              <a:ext uri="{FF2B5EF4-FFF2-40B4-BE49-F238E27FC236}">
                <a16:creationId xmlns:a16="http://schemas.microsoft.com/office/drawing/2014/main" id="{880E2B7E-9251-49A0-8736-2283FA6674FD}"/>
              </a:ext>
            </a:extLst>
          </p:cNvPr>
          <p:cNvPicPr>
            <a:picLocks xmlns:a="http://schemas.openxmlformats.org/drawingml/2006/main" noChangeAspect="1"/>
          </p:cNvPicPr>
          <p:nvPr/>
        </p:nvPicPr>
        <p:blipFill>
          <a:blip xmlns:r="http://schemas.openxmlformats.org/officeDocument/2006/relationships" xmlns:a="http://schemas.openxmlformats.org/drawingml/2006/main" r:embed="R31c341f08fc6484b">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6023151" y="6472238"/>
            <a:ext cx="323850" cy="161925"/>
          </a:xfrm>
          <a:prstGeom xmlns:a="http://schemas.openxmlformats.org/drawingml/2006/main" prst="rect">
            <a:avLst/>
          </a:prstGeom>
        </p:spPr>
      </p:pic>
      <p:pic>
        <p:nvPicPr>
          <p:cNvPr id="54" name="factor-locations-label" descr="f=nf_m">
            <a:extLst xmlns:a="http://schemas.openxmlformats.org/drawingml/2006/main">
              <a:ext uri="{FF2B5EF4-FFF2-40B4-BE49-F238E27FC236}">
                <a16:creationId xmlns:a16="http://schemas.microsoft.com/office/drawing/2014/main" id="{2D32EC3E-83D8-41D9-9673-4684A0A4AECA}"/>
              </a:ext>
            </a:extLst>
          </p:cNvPr>
          <p:cNvPicPr>
            <a:picLocks xmlns:a="http://schemas.openxmlformats.org/drawingml/2006/main" noChangeAspect="1"/>
          </p:cNvPicPr>
          <p:nvPr/>
        </p:nvPicPr>
        <p:blipFill>
          <a:blip xmlns:r="http://schemas.openxmlformats.org/officeDocument/2006/relationships" xmlns:a="http://schemas.openxmlformats.org/drawingml/2006/main" r:embed="R4d81d5b924b74528">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8039100" y="6150233"/>
            <a:ext cx="951548" cy="215384"/>
          </a:xfrm>
          <a:prstGeom xmlns:a="http://schemas.openxmlformats.org/drawingml/2006/main" prst="rect">
            <a:avLst/>
          </a:prstGeom>
        </p:spPr>
      </p:pic>
      <p:pic>
        <p:nvPicPr>
          <p:cNvPr id="55" name="fixed-signal-cosine" descr="s(t)=A_c\cos[2\pi f_ct+\beta\sin(2\pi f_mt)]">
            <a:extLst xmlns:a="http://schemas.openxmlformats.org/drawingml/2006/main">
              <a:ext uri="{FF2B5EF4-FFF2-40B4-BE49-F238E27FC236}">
                <a16:creationId xmlns:a16="http://schemas.microsoft.com/office/drawing/2014/main" id="{AC21E79A-B41C-4E82-B22B-4211E94B9D23}"/>
              </a:ext>
            </a:extLst>
          </p:cNvPr>
          <p:cNvPicPr>
            <a:picLocks xmlns:a="http://schemas.openxmlformats.org/drawingml/2006/main" noChangeAspect="1"/>
          </p:cNvPicPr>
          <p:nvPr/>
        </p:nvPicPr>
        <p:blipFill>
          <a:blip xmlns:r="http://schemas.openxmlformats.org/officeDocument/2006/relationships" xmlns:a="http://schemas.openxmlformats.org/drawingml/2006/main" r:embed="Rc906209a07f6420b">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609600" y="2746740"/>
            <a:ext cx="4346258" cy="255568"/>
          </a:xfrm>
          <a:prstGeom xmlns:a="http://schemas.openxmlformats.org/drawingml/2006/main" prst="rect">
            <a:avLst/>
          </a:prstGeom>
        </p:spPr>
      </p:pic>
      <p:pic>
        <p:nvPicPr>
          <p:cNvPr id="56" name="signal-main-stable" descr="s(t)=\operatorname{Re}\{\widetilde s(t)e^{j2\pi f_ct}\}">
            <a:extLst xmlns:a="http://schemas.openxmlformats.org/drawingml/2006/main">
              <a:ext uri="{FF2B5EF4-FFF2-40B4-BE49-F238E27FC236}">
                <a16:creationId xmlns:a16="http://schemas.microsoft.com/office/drawing/2014/main" id="{D836FB90-4048-463F-8542-B20A17B077C4}"/>
              </a:ext>
            </a:extLst>
          </p:cNvPr>
          <p:cNvPicPr>
            <a:picLocks xmlns:a="http://schemas.openxmlformats.org/drawingml/2006/main" noChangeAspect="1"/>
          </p:cNvPicPr>
          <p:nvPr/>
        </p:nvPicPr>
        <p:blipFill>
          <a:blip xmlns:r="http://schemas.openxmlformats.org/officeDocument/2006/relationships" xmlns:a="http://schemas.openxmlformats.org/drawingml/2006/main" r:embed="Rb22d20c2d72d463a">
            <a:extLst>
              <a:ext uri="{96DAC541-7B7A-43D3-8B79-37D633B846F1}">
                <ns20:svgBlip xmlns:ns20="http://schemas.microsoft.com/office/drawing/2016/SVG/main" r:embed="rIdMathSvg20"/>
              </a:ext>
            </a:extLst>
          </a:blip>
          <a:stretch xmlns:a="http://schemas.openxmlformats.org/drawingml/2006/main"/>
        </p:blipFill>
        <p:spPr>
          <a:xfrm xmlns:a="http://schemas.openxmlformats.org/drawingml/2006/main">
            <a:off x="609600" y="2721619"/>
            <a:ext cx="2700338" cy="281285"/>
          </a:xfrm>
          <a:prstGeom xmlns:a="http://schemas.openxmlformats.org/drawingml/2006/main" prst="rect">
            <a:avLst/>
          </a:prstGeom>
        </p:spPr>
      </p:pic>
      <p:pic>
        <p:nvPicPr>
          <p:cNvPr id="57" name="signal-main-moving0" descr="s(t)=\operatorname{Re}\{\widetilde s(t)e^{j2\pi f_ct}\}">
            <a:extLst xmlns:a="http://schemas.openxmlformats.org/drawingml/2006/main">
              <a:ext uri="{FF2B5EF4-FFF2-40B4-BE49-F238E27FC236}">
                <a16:creationId xmlns:a16="http://schemas.microsoft.com/office/drawing/2014/main" id="{007BC672-9108-4C11-A25F-CAEBDBA7B1A4}"/>
              </a:ext>
            </a:extLst>
          </p:cNvPr>
          <p:cNvPicPr>
            <a:picLocks xmlns:a="http://schemas.openxmlformats.org/drawingml/2006/main" noChangeAspect="1"/>
          </p:cNvPicPr>
          <p:nvPr/>
        </p:nvPicPr>
        <p:blipFill>
          <a:blip xmlns:r="http://schemas.openxmlformats.org/officeDocument/2006/relationships" xmlns:a="http://schemas.openxmlformats.org/drawingml/2006/main" r:embed="R9d2b0f4e94044a53">
            <a:extLst>
              <a:ext uri="{96DAC541-7B7A-43D3-8B79-37D633B846F1}">
                <ns21:svgBlip xmlns:ns21="http://schemas.microsoft.com/office/drawing/2016/SVG/main" r:embed="rIdMathSvg21"/>
              </a:ext>
            </a:extLst>
          </a:blip>
          <a:stretch xmlns:a="http://schemas.openxmlformats.org/drawingml/2006/main"/>
        </p:blipFill>
        <p:spPr>
          <a:xfrm xmlns:a="http://schemas.openxmlformats.org/drawingml/2006/main">
            <a:off x="609600" y="2721619"/>
            <a:ext cx="2700338" cy="281285"/>
          </a:xfrm>
          <a:prstGeom xmlns:a="http://schemas.openxmlformats.org/drawingml/2006/main" prst="rect">
            <a:avLst/>
          </a:prstGeom>
        </p:spPr>
      </p:pic>
      <p:sp>
        <p:nvSpPr>
          <p:cNvPr id="58" name="math-flight-0-origin">
            <a:extLst xmlns:a="http://schemas.openxmlformats.org/drawingml/2006/main">
              <a:ext uri="{FF2B5EF4-FFF2-40B4-BE49-F238E27FC236}">
                <a16:creationId xmlns:a16="http://schemas.microsoft.com/office/drawing/2014/main" id="{BE69DB52-0664-4303-9706-E386087F0594}"/>
              </a:ext>
            </a:extLst>
          </p:cNvPr>
          <p:cNvSpPr>
            <a:spLocks xmlns:a="http://schemas.openxmlformats.org/drawingml/2006/main" noGrp="1"/>
          </p:cNvSpPr>
          <p:nvPr/>
        </p:nvSpPr>
        <p:spPr>
          <a:xfrm xmlns:a="http://schemas.openxmlformats.org/drawingml/2006/main">
            <a:off x="1974190" y="2712035"/>
            <a:ext cx="1752640" cy="266819"/>
          </a:xfrm>
          <a:prstGeom xmlns:a="http://schemas.openxmlformats.org/drawingml/2006/main" prst="rect">
            <a:avLst/>
          </a:prstGeom>
          <a:noFill xmlns:a="http://schemas.openxmlformats.org/drawingml/2006/main"/>
          <a:ln xmlns:a="http://schemas.openxmlformats.org/drawingml/2006/main" w="0">
            <a:noFill/>
          </a:ln>
        </p:spPr>
      </p:sp>
      <p:pic>
        <p:nvPicPr>
          <p:cNvPr id="59" name="math-flight-0" descr="A_ce^{j\beta\sin(2\pi f_mt)}">
            <a:extLst xmlns:a="http://schemas.openxmlformats.org/drawingml/2006/main">
              <a:ext uri="{FF2B5EF4-FFF2-40B4-BE49-F238E27FC236}">
                <a16:creationId xmlns:a16="http://schemas.microsoft.com/office/drawing/2014/main" id="{D72BA122-A3E3-4C30-B695-6A6F30E47062}"/>
              </a:ext>
            </a:extLst>
          </p:cNvPr>
          <p:cNvPicPr>
            <a:picLocks xmlns:a="http://schemas.openxmlformats.org/drawingml/2006/main" noChangeAspect="1"/>
          </p:cNvPicPr>
          <p:nvPr/>
        </p:nvPicPr>
        <p:blipFill>
          <a:blip xmlns:r="http://schemas.openxmlformats.org/officeDocument/2006/relationships" xmlns:a="http://schemas.openxmlformats.org/drawingml/2006/main" r:embed="Re9e920abcd684f0c">
            <a:extLst>
              <a:ext uri="{96DAC541-7B7A-43D3-8B79-37D633B846F1}">
                <ns22:svgBlip xmlns:ns22="http://schemas.microsoft.com/office/drawing/2016/SVG/main" r:embed="rIdMathSvg22"/>
              </a:ext>
            </a:extLst>
          </a:blip>
          <a:stretch xmlns:a="http://schemas.openxmlformats.org/drawingml/2006/main"/>
        </p:blipFill>
        <p:spPr>
          <a:xfrm xmlns:a="http://schemas.openxmlformats.org/drawingml/2006/main">
            <a:off x="2087912" y="4326400"/>
            <a:ext cx="1815285" cy="275697"/>
          </a:xfrm>
          <a:prstGeom xmlns:a="http://schemas.openxmlformats.org/drawingml/2006/main" prst="rect">
            <a:avLst/>
          </a:prstGeom>
        </p:spPr>
      </p:pic>
      <p:sp>
        <p:nvSpPr>
          <p:cNvPr id="60" name="math-flight-1-origin">
            <a:extLst xmlns:a="http://schemas.openxmlformats.org/drawingml/2006/main">
              <a:ext uri="{FF2B5EF4-FFF2-40B4-BE49-F238E27FC236}">
                <a16:creationId xmlns:a16="http://schemas.microsoft.com/office/drawing/2014/main" id="{4ACE0BFB-6C48-476A-9B5D-FC57971C358C}"/>
              </a:ext>
            </a:extLst>
          </p:cNvPr>
          <p:cNvSpPr>
            <a:spLocks xmlns:a="http://schemas.openxmlformats.org/drawingml/2006/main" noGrp="1"/>
          </p:cNvSpPr>
          <p:nvPr/>
        </p:nvSpPr>
        <p:spPr>
          <a:xfrm xmlns:a="http://schemas.openxmlformats.org/drawingml/2006/main">
            <a:off x="1184422" y="4360902"/>
            <a:ext cx="460049" cy="266700"/>
          </a:xfrm>
          <a:prstGeom xmlns:a="http://schemas.openxmlformats.org/drawingml/2006/main" prst="rect">
            <a:avLst/>
          </a:prstGeom>
          <a:noFill xmlns:a="http://schemas.openxmlformats.org/drawingml/2006/main"/>
          <a:ln xmlns:a="http://schemas.openxmlformats.org/drawingml/2006/main" w="0">
            <a:noFill/>
          </a:ln>
        </p:spPr>
      </p:sp>
      <p:pic>
        <p:nvPicPr>
          <p:cNvPr id="61" name="math-flight-1" descr="\widetilde s(t)">
            <a:extLst xmlns:a="http://schemas.openxmlformats.org/drawingml/2006/main">
              <a:ext uri="{FF2B5EF4-FFF2-40B4-BE49-F238E27FC236}">
                <a16:creationId xmlns:a16="http://schemas.microsoft.com/office/drawing/2014/main" id="{7A8E020F-FC0D-40A2-9559-5706ECD47367}"/>
              </a:ext>
            </a:extLst>
          </p:cNvPr>
          <p:cNvPicPr>
            <a:picLocks xmlns:a="http://schemas.openxmlformats.org/drawingml/2006/main" noChangeAspect="1"/>
          </p:cNvPicPr>
          <p:nvPr/>
        </p:nvPicPr>
        <p:blipFill>
          <a:blip xmlns:r="http://schemas.openxmlformats.org/officeDocument/2006/relationships" xmlns:a="http://schemas.openxmlformats.org/drawingml/2006/main" r:embed="R49f79cacf7ce499a">
            <a:extLst>
              <a:ext uri="{96DAC541-7B7A-43D3-8B79-37D633B846F1}">
                <ns23:svgBlip xmlns:ns23="http://schemas.microsoft.com/office/drawing/2016/SVG/main" r:embed="rIdMathSvg23"/>
              </a:ext>
            </a:extLst>
          </a:blip>
          <a:stretch xmlns:a="http://schemas.openxmlformats.org/drawingml/2006/main"/>
        </p:blipFill>
        <p:spPr>
          <a:xfrm xmlns:a="http://schemas.openxmlformats.org/drawingml/2006/main">
            <a:off x="1950934" y="2745805"/>
            <a:ext cx="446576" cy="257022"/>
          </a:xfrm>
          <a:prstGeom xmlns:a="http://schemas.openxmlformats.org/drawingml/2006/main" prst="rect">
            <a:avLst/>
          </a:prstGeom>
        </p:spPr>
      </p:pic>
      <p:sp>
        <p:nvSpPr>
          <p:cNvPr id="62" name="math-flight-2-origin">
            <a:extLst xmlns:a="http://schemas.openxmlformats.org/drawingml/2006/main">
              <a:ext uri="{FF2B5EF4-FFF2-40B4-BE49-F238E27FC236}">
                <a16:creationId xmlns:a16="http://schemas.microsoft.com/office/drawing/2014/main" id="{775F90DE-C21E-46DE-84C8-76C7105ADA1C}"/>
              </a:ext>
            </a:extLst>
          </p:cNvPr>
          <p:cNvSpPr>
            <a:spLocks xmlns:a="http://schemas.openxmlformats.org/drawingml/2006/main" noGrp="1"/>
          </p:cNvSpPr>
          <p:nvPr/>
        </p:nvSpPr>
        <p:spPr>
          <a:xfrm xmlns:a="http://schemas.openxmlformats.org/drawingml/2006/main">
            <a:off x="1184422" y="4360902"/>
            <a:ext cx="460049" cy="266700"/>
          </a:xfrm>
          <a:prstGeom xmlns:a="http://schemas.openxmlformats.org/drawingml/2006/main" prst="rect">
            <a:avLst/>
          </a:prstGeom>
          <a:noFill xmlns:a="http://schemas.openxmlformats.org/drawingml/2006/main"/>
          <a:ln xmlns:a="http://schemas.openxmlformats.org/drawingml/2006/main" w="0">
            <a:noFill/>
          </a:ln>
        </p:spPr>
      </p:sp>
      <p:pic>
        <p:nvPicPr>
          <p:cNvPr id="63" name="math-flight-2" descr="\widetilde s(t)">
            <a:extLst xmlns:a="http://schemas.openxmlformats.org/drawingml/2006/main">
              <a:ext uri="{FF2B5EF4-FFF2-40B4-BE49-F238E27FC236}">
                <a16:creationId xmlns:a16="http://schemas.microsoft.com/office/drawing/2014/main" id="{B084D63D-386E-4CF8-8DE9-E120E7A2BB5A}"/>
              </a:ext>
            </a:extLst>
          </p:cNvPr>
          <p:cNvPicPr>
            <a:picLocks xmlns:a="http://schemas.openxmlformats.org/drawingml/2006/main" noChangeAspect="1"/>
          </p:cNvPicPr>
          <p:nvPr/>
        </p:nvPicPr>
        <p:blipFill>
          <a:blip xmlns:r="http://schemas.openxmlformats.org/officeDocument/2006/relationships" xmlns:a="http://schemas.openxmlformats.org/drawingml/2006/main" r:embed="R38d9bf55836c4867">
            <a:extLst>
              <a:ext uri="{96DAC541-7B7A-43D3-8B79-37D633B846F1}">
                <ns24:svgBlip xmlns:ns24="http://schemas.microsoft.com/office/drawing/2016/SVG/main" r:embed="rIdMathSvg24"/>
              </a:ext>
            </a:extLst>
          </a:blip>
          <a:stretch xmlns:a="http://schemas.openxmlformats.org/drawingml/2006/main"/>
        </p:blipFill>
        <p:spPr>
          <a:xfrm xmlns:a="http://schemas.openxmlformats.org/drawingml/2006/main">
            <a:off x="1182763" y="5446500"/>
            <a:ext cx="460535" cy="266013"/>
          </a:xfrm>
          <a:prstGeom xmlns:a="http://schemas.openxmlformats.org/drawingml/2006/main" prst="rect">
            <a:avLst/>
          </a:prstGeom>
        </p:spPr>
      </p:pic>
    </p:spTree>
    <p:extLst>
      <p:ext uri="{BB962C8B-B14F-4D97-AF65-F5344CB8AC3E}">
        <p14:creationId xmlns:p14="http://schemas.microsoft.com/office/powerpoint/2010/main" val="17508288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220"/>
                                        <p:tgtEl>
                                          <p:spTgt spid="41"/>
                                        </p:tgtEl>
                                      </p:cBhvr>
                                    </p:animEffect>
                                  </p:childTnLst>
                                </p:cTn>
                              </p:par>
                              <p:par>
                                <p:cTn id="18" presetID="10" presetClass="exit" presetSubtype="0" fill="hold" nodeType="withEffect">
                                  <p:stCondLst>
                                    <p:cond delay="0"/>
                                  </p:stCondLst>
                                  <p:childTnLst>
                                    <p:animEffect transition="out" filter="fade">
                                      <p:cBhvr>
                                        <p:cTn id="132" dur="200" fill="hold">
                                          <p:stCondLst>
                                            <p:cond delay="0"/>
                                          </p:stCondLst>
                                        </p:cTn>
                                        <p:tgtEl>
                                          <p:spTgt spid="39"/>
                                        </p:tgtEl>
                                      </p:cBhvr>
                                    </p:animEffect>
                                    <p:set>
                                      <p:cBhvr>
                                        <p:cTn id="133" dur="1" fill="hold">
                                          <p:stCondLst>
                                            <p:cond delay="200"/>
                                          </p:stCondLst>
                                        </p:cTn>
                                        <p:tgtEl>
                                          <p:spTgt spid="3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7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400"/>
                                        <p:tgtEl>
                                          <p:spTgt spid="42"/>
                                        </p:tgtEl>
                                      </p:cBhvr>
                                    </p:animEffect>
                                  </p:childTnLst>
                                </p:cTn>
                              </p:par>
                              <p:par>
                                <p:cTn id="24" presetID="10" presetClass="entr" presetSubtype="0" fill="hold" nodeType="withEffect">
                                  <p:stCondLst>
                                    <p:cond delay="0"/>
                                  </p:stCondLst>
                                  <p:childTnLst>
                                    <p:set>
                                      <p:cBhvr>
                                        <p:cTn id="25" dur="1" fill="hold">
                                          <p:stCondLst>
                                            <p:cond delay="0"/>
                                          </p:stCondLst>
                                        </p:cTn>
                                        <p:tgtEl>
                                          <p:spTgt spid="59"/>
                                        </p:tgtEl>
                                        <p:attrNameLst>
                                          <p:attrName>style.visibility</p:attrName>
                                        </p:attrNameLst>
                                      </p:cBhvr>
                                      <p:to>
                                        <p:strVal val="visible"/>
                                      </p:to>
                                    </p:set>
                                    <p:animMotion origin="layout" pathEditMode="relative" path="M -0.01189669 -0.23604608 L 0.00000000 0.00000000 E">
                                      <p:cBhvr>
                                        <p:cTn id="27" dur="700" fill="hold"/>
                                        <p:tgtEl>
                                          <p:spTgt spid="59"/>
                                        </p:tgtEl>
                                        <p:attrNameLst>
                                          <p:attrName>ppt_x</p:attrName>
                                          <p:attrName>ppt_y</p:attrName>
                                        </p:attrNameLst>
                                      </p:cBhvr>
                                    </p:animMotion>
                                    <p:animScale zoomContents="1">
                                      <p:cBhvr>
                                        <p:cTn id="28" dur="700" fill="hold"/>
                                        <p:tgtEl>
                                          <p:spTgt spid="59"/>
                                        </p:tgtEl>
                                      </p:cBhvr>
                                      <p:from x="96549" y="96780"/>
                                      <p:to x="100000" y="100000"/>
                                    </p:animScale>
                                  </p:childTnLst>
                                </p:cTn>
                              </p:par>
                              <p:par>
                                <p:cTn id="29" presetID="10" presetClass="exit" presetSubtype="0" fill="hold" nodeType="withEffect">
                                  <p:stCondLst>
                                    <p:cond delay="0"/>
                                  </p:stCondLst>
                                  <p:childTnLst>
                                    <p:animEffect transition="out" filter="fade">
                                      <p:cBhvr>
                                        <p:cTn id="136" dur="200" fill="hold">
                                          <p:stCondLst>
                                            <p:cond delay="700"/>
                                          </p:stCondLst>
                                        </p:cTn>
                                        <p:tgtEl>
                                          <p:spTgt spid="59"/>
                                        </p:tgtEl>
                                      </p:cBhvr>
                                    </p:animEffect>
                                    <p:set>
                                      <p:cBhvr>
                                        <p:cTn id="137" dur="1" fill="hold">
                                          <p:stCondLst>
                                            <p:cond delay="900"/>
                                          </p:stCondLst>
                                        </p:cTn>
                                        <p:tgtEl>
                                          <p:spTgt spid="5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70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220"/>
                                        <p:tgtEl>
                                          <p:spTgt spid="43"/>
                                        </p:tgtEl>
                                      </p:cBhvr>
                                    </p:animEffect>
                                  </p:childTnLst>
                                </p:cTn>
                              </p:par>
                              <p:par>
                                <p:cTn id="35" presetID="10" presetClass="exit" presetSubtype="0" fill="hold" nodeType="withEffect">
                                  <p:stCondLst>
                                    <p:cond delay="0"/>
                                  </p:stCondLst>
                                  <p:childTnLst>
                                    <p:animEffect transition="out" filter="fade">
                                      <p:cBhvr>
                                        <p:cTn id="134" dur="200" fill="hold">
                                          <p:stCondLst>
                                            <p:cond delay="700"/>
                                          </p:stCondLst>
                                        </p:cTn>
                                        <p:tgtEl>
                                          <p:spTgt spid="41"/>
                                        </p:tgtEl>
                                      </p:cBhvr>
                                    </p:animEffect>
                                    <p:set>
                                      <p:cBhvr>
                                        <p:cTn id="135" dur="1" fill="hold">
                                          <p:stCondLst>
                                            <p:cond delay="900"/>
                                          </p:stCondLst>
                                        </p:cTn>
                                        <p:tgtEl>
                                          <p:spTgt spid="41"/>
                                        </p:tgtEl>
                                        <p:attrNameLst>
                                          <p:attrName>style.visibility</p:attrName>
                                        </p:attrNameLst>
                                      </p:cBhvr>
                                      <p:to>
                                        <p:strVal val="hidden"/>
                                      </p:to>
                                    </p:set>
                                  </p:childTnLst>
                                </p:cTn>
                              </p:par>
                              <p:par>
                                <p:cTn id="36" presetID="10" presetClass="entr" presetSubtype="0" fill="hold" nodeType="withEffect">
                                  <p:stCondLst>
                                    <p:cond delay="700"/>
                                  </p:stCondLst>
                                  <p:childTnLst>
                                    <p:set>
                                      <p:cBhvr>
                                        <p:cTn id="37" dur="1" fill="hold">
                                          <p:stCondLst>
                                            <p:cond delay="0"/>
                                          </p:stCondLst>
                                        </p:cTn>
                                        <p:tgtEl>
                                          <p:spTgt spid="56"/>
                                        </p:tgtEl>
                                        <p:attrNameLst>
                                          <p:attrName>style.visibility</p:attrName>
                                        </p:attrNameLst>
                                      </p:cBhvr>
                                      <p:to>
                                        <p:strVal val="visible"/>
                                      </p:to>
                                    </p:set>
                                  </p:childTnLst>
                                </p:cTn>
                              </p:par>
                              <p:par>
                                <p:cTn id="39" presetID="10" presetClass="entr" presetSubtype="0" fill="hold" nodeType="withEffect">
                                  <p:stCondLst>
                                    <p:cond delay="700"/>
                                  </p:stCondLst>
                                  <p:childTnLst>
                                    <p:set>
                                      <p:cBhvr>
                                        <p:cTn id="40" dur="1" fill="hold">
                                          <p:stCondLst>
                                            <p:cond delay="0"/>
                                          </p:stCondLst>
                                        </p:cTn>
                                        <p:tgtEl>
                                          <p:spTgt spid="57"/>
                                        </p:tgtEl>
                                        <p:attrNameLst>
                                          <p:attrName>style.visibility</p:attrName>
                                        </p:attrNameLst>
                                      </p:cBhvr>
                                      <p:to>
                                        <p:strVal val="visible"/>
                                      </p:to>
                                    </p:set>
                                  </p:childTnLst>
                                </p:cTn>
                              </p:par>
                              <p:par>
                                <p:cTn id="42" presetID="10" presetClass="entr" presetSubtype="0" fill="hold" nodeType="withEffect">
                                  <p:stCondLst>
                                    <p:cond delay="0"/>
                                  </p:stCondLst>
                                  <p:childTnLst>
                                    <p:set>
                                      <p:cBhvr>
                                        <p:cTn id="43" dur="1" fill="hold">
                                          <p:stCondLst>
                                            <p:cond delay="0"/>
                                          </p:stCondLst>
                                        </p:cTn>
                                        <p:tgtEl>
                                          <p:spTgt spid="61"/>
                                        </p:tgtEl>
                                        <p:attrNameLst>
                                          <p:attrName>style.visibility</p:attrName>
                                        </p:attrNameLst>
                                      </p:cBhvr>
                                      <p:to>
                                        <p:strVal val="visible"/>
                                      </p:to>
                                    </p:set>
                                    <p:animMotion origin="layout" pathEditMode="relative" path="M -0.06231754 0.23621114 L 0.00000000 0.00000000 E">
                                      <p:cBhvr>
                                        <p:cTn id="45" dur="700" fill="hold"/>
                                        <p:tgtEl>
                                          <p:spTgt spid="61"/>
                                        </p:tgtEl>
                                        <p:attrNameLst>
                                          <p:attrName>ppt_x</p:attrName>
                                          <p:attrName>ppt_y</p:attrName>
                                        </p:attrNameLst>
                                      </p:cBhvr>
                                    </p:animMotion>
                                    <p:animScale zoomContents="1">
                                      <p:cBhvr>
                                        <p:cTn id="46" dur="700" fill="hold"/>
                                        <p:tgtEl>
                                          <p:spTgt spid="61"/>
                                        </p:tgtEl>
                                      </p:cBhvr>
                                      <p:from x="103017" y="103765"/>
                                      <p:to x="100000" y="100000"/>
                                    </p:animScale>
                                  </p:childTnLst>
                                </p:cTn>
                              </p:par>
                              <p:par>
                                <p:cTn id="47" presetID="10" presetClass="exit" presetSubtype="0" fill="hold" nodeType="withEffect">
                                  <p:stCondLst>
                                    <p:cond delay="0"/>
                                  </p:stCondLst>
                                  <p:childTnLst>
                                    <p:animEffect transition="out" filter="fade">
                                      <p:cBhvr>
                                        <p:cTn id="138" dur="200" fill="hold">
                                          <p:stCondLst>
                                            <p:cond delay="700"/>
                                          </p:stCondLst>
                                        </p:cTn>
                                        <p:tgtEl>
                                          <p:spTgt spid="61"/>
                                        </p:tgtEl>
                                      </p:cBhvr>
                                    </p:animEffect>
                                    <p:set>
                                      <p:cBhvr>
                                        <p:cTn id="139" dur="1" fill="hold">
                                          <p:stCondLst>
                                            <p:cond delay="900"/>
                                          </p:stCondLst>
                                        </p:cTn>
                                        <p:tgtEl>
                                          <p:spTgt spid="6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400"/>
                                        <p:tgtEl>
                                          <p:spTgt spid="44"/>
                                        </p:tgtEl>
                                      </p:cBhvr>
                                    </p:animEffect>
                                  </p:childTnLst>
                                </p:cTn>
                              </p:par>
                              <p:par>
                                <p:cTn id="56" presetID="10" presetClass="entr" presetSubtype="0" fill="hold" nodeType="with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400"/>
                                        <p:tgtEl>
                                          <p:spTgt spid="4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700"/>
                                  </p:stCondLst>
                                  <p:childTnLst>
                                    <p:set>
                                      <p:cBhvr>
                                        <p:cTn id="62" dur="1" fill="hold">
                                          <p:stCondLst>
                                            <p:cond delay="0"/>
                                          </p:stCondLst>
                                        </p:cTn>
                                        <p:tgtEl>
                                          <p:spTgt spid="46"/>
                                        </p:tgtEl>
                                        <p:attrNameLst>
                                          <p:attrName>style.visibility</p:attrName>
                                        </p:attrNameLst>
                                      </p:cBhvr>
                                      <p:to>
                                        <p:strVal val="visible"/>
                                      </p:to>
                                    </p:set>
                                    <p:animEffect transition="in" filter="fade">
                                      <p:cBhvr>
                                        <p:cTn id="63" dur="400"/>
                                        <p:tgtEl>
                                          <p:spTgt spid="46"/>
                                        </p:tgtEl>
                                      </p:cBhvr>
                                    </p:animEffect>
                                  </p:childTnLst>
                                </p:cTn>
                              </p:par>
                              <p:par>
                                <p:cTn id="64" presetID="10" presetClass="entr" presetSubtype="0" fill="hold" nodeType="withEffect">
                                  <p:stCondLst>
                                    <p:cond delay="0"/>
                                  </p:stCondLst>
                                  <p:childTnLst>
                                    <p:set>
                                      <p:cBhvr>
                                        <p:cTn id="65" dur="1" fill="hold">
                                          <p:stCondLst>
                                            <p:cond delay="0"/>
                                          </p:stCondLst>
                                        </p:cTn>
                                        <p:tgtEl>
                                          <p:spTgt spid="47"/>
                                        </p:tgtEl>
                                        <p:attrNameLst>
                                          <p:attrName>style.visibility</p:attrName>
                                        </p:attrNameLst>
                                      </p:cBhvr>
                                      <p:to>
                                        <p:strVal val="visible"/>
                                      </p:to>
                                    </p:set>
                                    <p:animEffect transition="in" filter="fade">
                                      <p:cBhvr>
                                        <p:cTn id="66" dur="400"/>
                                        <p:tgtEl>
                                          <p:spTgt spid="47"/>
                                        </p:tgtEl>
                                      </p:cBhvr>
                                    </p:animEffect>
                                  </p:childTnLst>
                                </p:cTn>
                              </p:par>
                              <p:par>
                                <p:cTn id="67" presetID="10" presetClass="entr" presetSubtype="0" fill="hold" nodeType="withEffect">
                                  <p:stCondLst>
                                    <p:cond delay="0"/>
                                  </p:stCondLst>
                                  <p:childTnLst>
                                    <p:set>
                                      <p:cBhvr>
                                        <p:cTn id="68" dur="1" fill="hold">
                                          <p:stCondLst>
                                            <p:cond delay="0"/>
                                          </p:stCondLst>
                                        </p:cTn>
                                        <p:tgtEl>
                                          <p:spTgt spid="63"/>
                                        </p:tgtEl>
                                        <p:attrNameLst>
                                          <p:attrName>style.visibility</p:attrName>
                                        </p:attrNameLst>
                                      </p:cBhvr>
                                      <p:to>
                                        <p:strVal val="visible"/>
                                      </p:to>
                                    </p:set>
                                    <p:animMotion origin="layout" pathEditMode="relative" path="M 0.00011614 -0.15824650 L 0.00000000 0.00000000 E">
                                      <p:cBhvr>
                                        <p:cTn id="70" dur="700" fill="hold"/>
                                        <p:tgtEl>
                                          <p:spTgt spid="63"/>
                                        </p:tgtEl>
                                        <p:attrNameLst>
                                          <p:attrName>ppt_x</p:attrName>
                                          <p:attrName>ppt_y</p:attrName>
                                        </p:attrNameLst>
                                      </p:cBhvr>
                                    </p:animMotion>
                                    <p:animScale zoomContents="1">
                                      <p:cBhvr>
                                        <p:cTn id="71" dur="700" fill="hold"/>
                                        <p:tgtEl>
                                          <p:spTgt spid="63"/>
                                        </p:tgtEl>
                                      </p:cBhvr>
                                      <p:from x="99894" y="100258"/>
                                      <p:to x="100000" y="100000"/>
                                    </p:animScale>
                                  </p:childTnLst>
                                </p:cTn>
                              </p:par>
                              <p:par>
                                <p:cTn id="72" presetID="10" presetClass="exit" presetSubtype="0" fill="hold" nodeType="withEffect">
                                  <p:stCondLst>
                                    <p:cond delay="0"/>
                                  </p:stCondLst>
                                  <p:childTnLst>
                                    <p:animEffect transition="out" filter="fade">
                                      <p:cBhvr>
                                        <p:cTn id="140" dur="200" fill="hold">
                                          <p:stCondLst>
                                            <p:cond delay="700"/>
                                          </p:stCondLst>
                                        </p:cTn>
                                        <p:tgtEl>
                                          <p:spTgt spid="63"/>
                                        </p:tgtEl>
                                      </p:cBhvr>
                                    </p:animEffect>
                                    <p:set>
                                      <p:cBhvr>
                                        <p:cTn id="141" dur="1" fill="hold">
                                          <p:stCondLst>
                                            <p:cond delay="900"/>
                                          </p:stCondLst>
                                        </p:cTn>
                                        <p:tgtEl>
                                          <p:spTgt spid="63"/>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400"/>
                                        <p:tgtEl>
                                          <p:spTgt spid="24"/>
                                        </p:tgtEl>
                                      </p:cBhvr>
                                    </p:animEffect>
                                  </p:childTnLst>
                                </p:cTn>
                              </p:par>
                              <p:par>
                                <p:cTn id="78" presetID="10" presetClass="entr" presetSubtype="0" fill="hold"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400"/>
                                        <p:tgtEl>
                                          <p:spTgt spid="25"/>
                                        </p:tgtEl>
                                      </p:cBhvr>
                                    </p:animEffect>
                                  </p:childTnLst>
                                </p:cTn>
                              </p:par>
                              <p:par>
                                <p:cTn id="81" presetID="10" presetClass="entr" presetSubtype="0" fill="hold" nodeType="withEffect">
                                  <p:stCondLst>
                                    <p:cond delay="0"/>
                                  </p:stCondLst>
                                  <p:childTnLst>
                                    <p:set>
                                      <p:cBhvr>
                                        <p:cTn id="82" dur="1" fill="hold">
                                          <p:stCondLst>
                                            <p:cond delay="0"/>
                                          </p:stCondLst>
                                        </p:cTn>
                                        <p:tgtEl>
                                          <p:spTgt spid="48"/>
                                        </p:tgtEl>
                                        <p:attrNameLst>
                                          <p:attrName>style.visibility</p:attrName>
                                        </p:attrNameLst>
                                      </p:cBhvr>
                                      <p:to>
                                        <p:strVal val="visible"/>
                                      </p:to>
                                    </p:set>
                                    <p:animEffect transition="in" filter="fade">
                                      <p:cBhvr>
                                        <p:cTn id="83" dur="400"/>
                                        <p:tgtEl>
                                          <p:spTgt spid="48"/>
                                        </p:tgtEl>
                                      </p:cBhvr>
                                    </p:animEffect>
                                  </p:childTnLst>
                                </p:cTn>
                              </p:par>
                              <p:par>
                                <p:cTn id="84" presetID="10" presetClass="entr" presetSubtype="0" fill="hold"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400"/>
                                        <p:tgtEl>
                                          <p:spTgt spid="26"/>
                                        </p:tgtEl>
                                      </p:cBhvr>
                                    </p:animEffect>
                                  </p:childTnLst>
                                </p:cTn>
                              </p:par>
                              <p:par>
                                <p:cTn id="87" presetID="10" presetClass="entr" presetSubtype="0" fill="hold" nodeType="withEffect">
                                  <p:stCondLst>
                                    <p:cond delay="0"/>
                                  </p:stCondLst>
                                  <p:childTnLst>
                                    <p:set>
                                      <p:cBhvr>
                                        <p:cTn id="88" dur="1" fill="hold">
                                          <p:stCondLst>
                                            <p:cond delay="0"/>
                                          </p:stCondLst>
                                        </p:cTn>
                                        <p:tgtEl>
                                          <p:spTgt spid="49"/>
                                        </p:tgtEl>
                                        <p:attrNameLst>
                                          <p:attrName>style.visibility</p:attrName>
                                        </p:attrNameLst>
                                      </p:cBhvr>
                                      <p:to>
                                        <p:strVal val="visible"/>
                                      </p:to>
                                    </p:set>
                                    <p:animEffect transition="in" filter="fade">
                                      <p:cBhvr>
                                        <p:cTn id="89" dur="400"/>
                                        <p:tgtEl>
                                          <p:spTgt spid="49"/>
                                        </p:tgtEl>
                                      </p:cBhvr>
                                    </p:animEffect>
                                  </p:childTnLst>
                                </p:cTn>
                              </p:par>
                              <p:par>
                                <p:cTn id="90" presetID="10" presetClass="entr" presetSubtype="0" fill="hold" nodeType="with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400"/>
                                        <p:tgtEl>
                                          <p:spTgt spid="27"/>
                                        </p:tgtEl>
                                      </p:cBhvr>
                                    </p:animEffect>
                                  </p:childTnLst>
                                </p:cTn>
                              </p:par>
                              <p:par>
                                <p:cTn id="93" presetID="10" presetClass="entr" presetSubtype="0" fill="hold"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400"/>
                                        <p:tgtEl>
                                          <p:spTgt spid="50"/>
                                        </p:tgtEl>
                                      </p:cBhvr>
                                    </p:animEffect>
                                  </p:childTnLst>
                                </p:cTn>
                              </p:par>
                              <p:par>
                                <p:cTn id="96" presetID="10" presetClass="entr" presetSubtype="0" fill="hold" nodeType="withEffect">
                                  <p:stCondLst>
                                    <p:cond delay="0"/>
                                  </p:stCondLst>
                                  <p:childTnLst>
                                    <p:set>
                                      <p:cBhvr>
                                        <p:cTn id="97" dur="1" fill="hold">
                                          <p:stCondLst>
                                            <p:cond delay="0"/>
                                          </p:stCondLst>
                                        </p:cTn>
                                        <p:tgtEl>
                                          <p:spTgt spid="28"/>
                                        </p:tgtEl>
                                        <p:attrNameLst>
                                          <p:attrName>style.visibility</p:attrName>
                                        </p:attrNameLst>
                                      </p:cBhvr>
                                      <p:to>
                                        <p:strVal val="visible"/>
                                      </p:to>
                                    </p:set>
                                    <p:animEffect transition="in" filter="fade">
                                      <p:cBhvr>
                                        <p:cTn id="98" dur="400"/>
                                        <p:tgtEl>
                                          <p:spTgt spid="28"/>
                                        </p:tgtEl>
                                      </p:cBhvr>
                                    </p:animEffect>
                                  </p:childTnLst>
                                </p:cTn>
                              </p:par>
                              <p:par>
                                <p:cTn id="99" presetID="10" presetClass="entr" presetSubtype="0" fill="hold"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400"/>
                                        <p:tgtEl>
                                          <p:spTgt spid="51"/>
                                        </p:tgtEl>
                                      </p:cBhvr>
                                    </p:animEffect>
                                  </p:childTnLst>
                                </p:cTn>
                              </p:par>
                              <p:par>
                                <p:cTn id="102" presetID="10" presetClass="entr" presetSubtype="0" fill="hold" nodeType="withEffect">
                                  <p:stCondLst>
                                    <p:cond delay="0"/>
                                  </p:stCondLst>
                                  <p:childTnLst>
                                    <p:set>
                                      <p:cBhvr>
                                        <p:cTn id="103" dur="1" fill="hold">
                                          <p:stCondLst>
                                            <p:cond delay="0"/>
                                          </p:stCondLst>
                                        </p:cTn>
                                        <p:tgtEl>
                                          <p:spTgt spid="29"/>
                                        </p:tgtEl>
                                        <p:attrNameLst>
                                          <p:attrName>style.visibility</p:attrName>
                                        </p:attrNameLst>
                                      </p:cBhvr>
                                      <p:to>
                                        <p:strVal val="visible"/>
                                      </p:to>
                                    </p:set>
                                    <p:animEffect transition="in" filter="fade">
                                      <p:cBhvr>
                                        <p:cTn id="104" dur="400"/>
                                        <p:tgtEl>
                                          <p:spTgt spid="29"/>
                                        </p:tgtEl>
                                      </p:cBhvr>
                                    </p:animEffect>
                                  </p:childTnLst>
                                </p:cTn>
                              </p:par>
                              <p:par>
                                <p:cTn id="105" presetID="10" presetClass="entr" presetSubtype="0" fill="hold" nodeType="withEffect">
                                  <p:stCondLst>
                                    <p:cond delay="0"/>
                                  </p:stCondLst>
                                  <p:childTnLst>
                                    <p:set>
                                      <p:cBhvr>
                                        <p:cTn id="106" dur="1" fill="hold">
                                          <p:stCondLst>
                                            <p:cond delay="0"/>
                                          </p:stCondLst>
                                        </p:cTn>
                                        <p:tgtEl>
                                          <p:spTgt spid="52"/>
                                        </p:tgtEl>
                                        <p:attrNameLst>
                                          <p:attrName>style.visibility</p:attrName>
                                        </p:attrNameLst>
                                      </p:cBhvr>
                                      <p:to>
                                        <p:strVal val="visible"/>
                                      </p:to>
                                    </p:set>
                                    <p:animEffect transition="in" filter="fade">
                                      <p:cBhvr>
                                        <p:cTn id="107" dur="400"/>
                                        <p:tgtEl>
                                          <p:spTgt spid="52"/>
                                        </p:tgtEl>
                                      </p:cBhvr>
                                    </p:animEffect>
                                  </p:childTnLst>
                                </p:cTn>
                              </p:par>
                              <p:par>
                                <p:cTn id="108" presetID="10" presetClass="entr" presetSubtype="0" fill="hold" nodeType="with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400"/>
                                        <p:tgtEl>
                                          <p:spTgt spid="30"/>
                                        </p:tgtEl>
                                      </p:cBhvr>
                                    </p:animEffect>
                                  </p:childTnLst>
                                </p:cTn>
                              </p:par>
                              <p:par>
                                <p:cTn id="111" presetID="10" presetClass="entr" presetSubtype="0" fill="hold"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fade">
                                      <p:cBhvr>
                                        <p:cTn id="113" dur="400"/>
                                        <p:tgtEl>
                                          <p:spTgt spid="53"/>
                                        </p:tgtEl>
                                      </p:cBhvr>
                                    </p:animEffect>
                                  </p:childTnLst>
                                </p:cTn>
                              </p:par>
                              <p:par>
                                <p:cTn id="114" presetID="10" presetClass="entr" presetSubtype="0" fill="hold" nodeType="withEffect">
                                  <p:stCondLst>
                                    <p:cond delay="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400"/>
                                        <p:tgtEl>
                                          <p:spTgt spid="31"/>
                                        </p:tgtEl>
                                      </p:cBhvr>
                                    </p:animEffect>
                                  </p:childTnLst>
                                </p:cTn>
                              </p:par>
                              <p:par>
                                <p:cTn id="117" presetID="10" presetClass="entr" presetSubtype="0" fill="hold" nodeType="with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fade">
                                      <p:cBhvr>
                                        <p:cTn id="119" dur="400"/>
                                        <p:tgtEl>
                                          <p:spTgt spid="32"/>
                                        </p:tgtEl>
                                      </p:cBhvr>
                                    </p:animEffect>
                                  </p:childTnLst>
                                </p:cTn>
                              </p:par>
                              <p:par>
                                <p:cTn id="120" presetID="10" presetClass="entr" presetSubtype="0" fill="hold" nodeType="with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400"/>
                                        <p:tgtEl>
                                          <p:spTgt spid="33"/>
                                        </p:tgtEl>
                                      </p:cBhvr>
                                    </p:animEffect>
                                  </p:childTnLst>
                                </p:cTn>
                              </p:par>
                              <p:par>
                                <p:cTn id="123" presetID="10" presetClass="entr" presetSubtype="0" fill="hold" nodeType="withEffect">
                                  <p:stCondLst>
                                    <p:cond delay="0"/>
                                  </p:stCondLst>
                                  <p:childTnLst>
                                    <p:set>
                                      <p:cBhvr>
                                        <p:cTn id="124" dur="1" fill="hold">
                                          <p:stCondLst>
                                            <p:cond delay="0"/>
                                          </p:stCondLst>
                                        </p:cTn>
                                        <p:tgtEl>
                                          <p:spTgt spid="34"/>
                                        </p:tgtEl>
                                        <p:attrNameLst>
                                          <p:attrName>style.visibility</p:attrName>
                                        </p:attrNameLst>
                                      </p:cBhvr>
                                      <p:to>
                                        <p:strVal val="visible"/>
                                      </p:to>
                                    </p:set>
                                    <p:animEffect transition="in" filter="fade">
                                      <p:cBhvr>
                                        <p:cTn id="125" dur="400"/>
                                        <p:tgtEl>
                                          <p:spTgt spid="34"/>
                                        </p:tgtEl>
                                      </p:cBhvr>
                                    </p:animEffect>
                                  </p:childTnLst>
                                </p:cTn>
                              </p:par>
                              <p:par>
                                <p:cTn id="126" presetID="10" presetClass="entr" presetSubtype="0" fill="hold" nodeType="withEffect">
                                  <p:stCondLst>
                                    <p:cond delay="0"/>
                                  </p:stCondLst>
                                  <p:childTnLst>
                                    <p:set>
                                      <p:cBhvr>
                                        <p:cTn id="127" dur="1" fill="hold">
                                          <p:stCondLst>
                                            <p:cond delay="0"/>
                                          </p:stCondLst>
                                        </p:cTn>
                                        <p:tgtEl>
                                          <p:spTgt spid="35"/>
                                        </p:tgtEl>
                                        <p:attrNameLst>
                                          <p:attrName>style.visibility</p:attrName>
                                        </p:attrNameLst>
                                      </p:cBhvr>
                                      <p:to>
                                        <p:strVal val="visible"/>
                                      </p:to>
                                    </p:set>
                                    <p:animEffect transition="in" filter="fade">
                                      <p:cBhvr>
                                        <p:cTn id="128" dur="400"/>
                                        <p:tgtEl>
                                          <p:spTgt spid="35"/>
                                        </p:tgtEl>
                                      </p:cBhvr>
                                    </p:animEffect>
                                  </p:childTnLst>
                                </p:cTn>
                              </p:par>
                              <p:par>
                                <p:cTn id="129" presetID="10" presetClass="entr" presetSubtype="0" fill="hold" nodeType="withEffect">
                                  <p:stCondLst>
                                    <p:cond delay="0"/>
                                  </p:stCondLst>
                                  <p:childTnLst>
                                    <p:set>
                                      <p:cBhvr>
                                        <p:cTn id="130" dur="1" fill="hold">
                                          <p:stCondLst>
                                            <p:cond delay="0"/>
                                          </p:stCondLst>
                                        </p:cTn>
                                        <p:tgtEl>
                                          <p:spTgt spid="54"/>
                                        </p:tgtEl>
                                        <p:attrNameLst>
                                          <p:attrName>style.visibility</p:attrName>
                                        </p:attrNameLst>
                                      </p:cBhvr>
                                      <p:to>
                                        <p:strVal val="visible"/>
                                      </p:to>
                                    </p:set>
                                    <p:animEffect transition="in" filter="fade">
                                      <p:cBhvr>
                                        <p:cTn id="131"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6540C772-315A-48E7-8A1D-E32351159A7A}"/>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6F24A039-E0FD-4D0D-B462-32FA70DB9359}"/>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A5700429-920D-4498-B808-18DC76111C75}"/>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C7A8B41-0F44-441F-A4E0-B679DF19DBC3}"/>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37340028-5E18-416B-BE22-B6DC4EE0B53A}"/>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FB914EC6-11BC-4BDD-B291-A2D469F58D3E}"/>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A5F2ACA7-F6F8-4AAC-B10B-BFA7534D02CC}"/>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594C050C-EA31-413B-95D8-4B790B0F4EF1}"/>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F36ADD11-0C87-4AE9-9418-0B1D6CB1A54C}"/>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0A6A796E-FAFF-4577-9490-B6BCAEA64739}"/>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002B40C9-FF79-48CB-B8BB-8364659860F4}"/>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0759E55B-527E-4F0F-A3DF-A227B9D45DB9}"/>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4CBCCA42-0C00-4A25-9140-B7CF2A4AC5DA}"/>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E12B3047-4968-4DDC-82F2-0F06F3CC92E3}"/>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051218E9-D2C3-4C8F-8B7C-807EEF991DDB}"/>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F21B18BC-5660-445B-A81B-1A2394DE7BE0}"/>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164B67BA-7621-4B4D-80F7-E5F40093F13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CA808266-5ECE-4B35-84E5-01A44541B4DC}"/>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D9103C7C-815E-4C04-8F25-1F54BBBC00C6}"/>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Calculate the Fourier coefficients</a:t>
            </a:r>
          </a:p>
        </p:txBody>
      </p:sp>
      <p:sp>
        <p:nvSpPr>
          <p:cNvPr id="22" name="odd-cancellation">
            <a:extLst xmlns:a="http://schemas.openxmlformats.org/drawingml/2006/main">
              <a:ext uri="{FF2B5EF4-FFF2-40B4-BE49-F238E27FC236}">
                <a16:creationId xmlns:a16="http://schemas.microsoft.com/office/drawing/2014/main" id="{20213D0A-5EA1-4726-930A-061F51FC9229}"/>
              </a:ext>
            </a:extLst>
          </p:cNvPr>
          <p:cNvSpPr>
            <a:spLocks xmlns:a="http://schemas.openxmlformats.org/drawingml/2006/main" noGrp="1"/>
          </p:cNvSpPr>
          <p:nvPr/>
        </p:nvSpPr>
        <p:spPr>
          <a:xfrm xmlns:a="http://schemas.openxmlformats.org/drawingml/2006/main">
            <a:off x="7524750" y="6105525"/>
            <a:ext cx="39909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Odd function: areas cancel</a:t>
            </a:r>
          </a:p>
        </p:txBody>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2D51A7CA-B6C9-4124-934A-152B0C5F2A37}"/>
              </a:ext>
            </a:extLst>
          </p:cNvPr>
          <p:cNvPicPr>
            <a:picLocks xmlns:a="http://schemas.openxmlformats.org/drawingml/2006/main" noChangeAspect="1"/>
          </p:cNvPicPr>
          <p:nvPr/>
        </p:nvPicPr>
        <p:blipFill>
          <a:blip xmlns:r="http://schemas.openxmlformats.org/officeDocument/2006/relationships" xmlns:a="http://schemas.openxmlformats.org/drawingml/2006/main" r:embed="Rfb0901f276424fe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D68BAD34-8343-413A-A664-FC7FF5EF8662}"/>
              </a:ext>
            </a:extLst>
          </p:cNvPr>
          <p:cNvPicPr>
            <a:picLocks xmlns:a="http://schemas.openxmlformats.org/drawingml/2006/main" noChangeAspect="1"/>
          </p:cNvPicPr>
          <p:nvPr/>
        </p:nvPicPr>
        <p:blipFill>
          <a:blip xmlns:r="http://schemas.openxmlformats.org/officeDocument/2006/relationships" xmlns:a="http://schemas.openxmlformats.org/drawingml/2006/main" r:embed="R73430443f934409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3BFD80F-21D1-4EDD-ACC9-4D996FC401F5}"/>
              </a:ext>
            </a:extLst>
          </p:cNvPr>
          <p:cNvPicPr>
            <a:picLocks xmlns:a="http://schemas.openxmlformats.org/drawingml/2006/main" noChangeAspect="1"/>
          </p:cNvPicPr>
          <p:nvPr/>
        </p:nvPicPr>
        <p:blipFill>
          <a:blip xmlns:r="http://schemas.openxmlformats.org/officeDocument/2006/relationships" xmlns:a="http://schemas.openxmlformats.org/drawingml/2006/main" r:embed="Re85c035078cc4e4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signal-periodic-definition" descr="\widetilde s(t)=A_ce^{j\beta\sin(2\pi f_mt)}">
            <a:extLst xmlns:a="http://schemas.openxmlformats.org/drawingml/2006/main">
              <a:ext uri="{FF2B5EF4-FFF2-40B4-BE49-F238E27FC236}">
                <a16:creationId xmlns:a16="http://schemas.microsoft.com/office/drawing/2014/main" id="{A83D0C75-1F26-4E4A-B943-379C524AEC75}"/>
              </a:ext>
            </a:extLst>
          </p:cNvPr>
          <p:cNvPicPr>
            <a:picLocks xmlns:a="http://schemas.openxmlformats.org/drawingml/2006/main" noChangeAspect="1"/>
          </p:cNvPicPr>
          <p:nvPr/>
        </p:nvPicPr>
        <p:blipFill>
          <a:blip xmlns:r="http://schemas.openxmlformats.org/officeDocument/2006/relationships" xmlns:a="http://schemas.openxmlformats.org/drawingml/2006/main" r:embed="R95f6dc19261446e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616785"/>
            <a:ext cx="2648903" cy="290929"/>
          </a:xfrm>
          <a:prstGeom xmlns:a="http://schemas.openxmlformats.org/drawingml/2006/main" prst="rect">
            <a:avLst/>
          </a:prstGeom>
        </p:spPr>
      </p:pic>
      <p:pic>
        <p:nvPicPr>
          <p:cNvPr id="27" name="retained-factor-series" descr="\widetilde s(t)=\sum_{n=-\infty}^{\infty}c_ne^{j2\pi nf_mt}">
            <a:extLst xmlns:a="http://schemas.openxmlformats.org/drawingml/2006/main">
              <a:ext uri="{FF2B5EF4-FFF2-40B4-BE49-F238E27FC236}">
                <a16:creationId xmlns:a16="http://schemas.microsoft.com/office/drawing/2014/main" id="{DBF546CF-B8A0-4144-B0F7-9A7F2CD23407}"/>
              </a:ext>
            </a:extLst>
          </p:cNvPr>
          <p:cNvPicPr>
            <a:picLocks xmlns:a="http://schemas.openxmlformats.org/drawingml/2006/main" noChangeAspect="1"/>
          </p:cNvPicPr>
          <p:nvPr/>
        </p:nvPicPr>
        <p:blipFill>
          <a:blip xmlns:r="http://schemas.openxmlformats.org/officeDocument/2006/relationships" xmlns:a="http://schemas.openxmlformats.org/drawingml/2006/main" r:embed="R8d0680f754f043dc">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810375" y="3139916"/>
            <a:ext cx="3227070" cy="340042"/>
          </a:xfrm>
          <a:prstGeom xmlns:a="http://schemas.openxmlformats.org/drawingml/2006/main" prst="rect">
            <a:avLst/>
          </a:prstGeom>
        </p:spPr>
      </p:pic>
      <p:pic>
        <p:nvPicPr>
          <p:cNvPr id="28" name="coefficient-period" descr="T_m=1/f_m">
            <a:extLst xmlns:a="http://schemas.openxmlformats.org/drawingml/2006/main">
              <a:ext uri="{FF2B5EF4-FFF2-40B4-BE49-F238E27FC236}">
                <a16:creationId xmlns:a16="http://schemas.microsoft.com/office/drawing/2014/main" id="{81A65E80-4D2B-46F8-94BA-7667F82FFDE6}"/>
              </a:ext>
            </a:extLst>
          </p:cNvPr>
          <p:cNvPicPr>
            <a:picLocks xmlns:a="http://schemas.openxmlformats.org/drawingml/2006/main" noChangeAspect="1"/>
          </p:cNvPicPr>
          <p:nvPr/>
        </p:nvPicPr>
        <p:blipFill>
          <a:blip xmlns:r="http://schemas.openxmlformats.org/officeDocument/2006/relationships" xmlns:a="http://schemas.openxmlformats.org/drawingml/2006/main" r:embed="R99e628de98c946de">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8934450" y="2647950"/>
            <a:ext cx="1337310" cy="247650"/>
          </a:xfrm>
          <a:prstGeom xmlns:a="http://schemas.openxmlformats.org/drawingml/2006/main" prst="rect">
            <a:avLst/>
          </a:prstGeom>
        </p:spPr>
      </p:pic>
      <p:pic>
        <p:nvPicPr>
          <p:cNvPr id="29" name="coefficient-rule" descr="c_n=\frac1{T_m}\int_{-T_m/2}^{T_m/2}\widetilde s(t)e^{-j2\pi nf_mt}\,dt">
            <a:extLst xmlns:a="http://schemas.openxmlformats.org/drawingml/2006/main">
              <a:ext uri="{FF2B5EF4-FFF2-40B4-BE49-F238E27FC236}">
                <a16:creationId xmlns:a16="http://schemas.microsoft.com/office/drawing/2014/main" id="{A2478CA3-28A5-429A-96E9-C5CB00E236E3}"/>
              </a:ext>
            </a:extLst>
          </p:cNvPr>
          <p:cNvPicPr>
            <a:picLocks xmlns:a="http://schemas.openxmlformats.org/drawingml/2006/main" noChangeAspect="1"/>
          </p:cNvPicPr>
          <p:nvPr/>
        </p:nvPicPr>
        <p:blipFill>
          <a:blip xmlns:r="http://schemas.openxmlformats.org/officeDocument/2006/relationships" xmlns:a="http://schemas.openxmlformats.org/drawingml/2006/main" r:embed="R4a4f3972cb3b4da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81100" y="3793153"/>
            <a:ext cx="3960495" cy="414695"/>
          </a:xfrm>
          <a:prstGeom xmlns:a="http://schemas.openxmlformats.org/drawingml/2006/main" prst="rect">
            <a:avLst/>
          </a:prstGeom>
        </p:spPr>
      </p:pic>
      <p:pic>
        <p:nvPicPr>
          <p:cNvPr id="30" name="coefficient-product" descr="c_n=\frac1{T_m}\int_{-T_m/2}^{T_m/2}A_ce^{j\beta\sin(2\pi f_mt)}e^{-j2\pi nf_mt}\,dt">
            <a:extLst xmlns:a="http://schemas.openxmlformats.org/drawingml/2006/main">
              <a:ext uri="{FF2B5EF4-FFF2-40B4-BE49-F238E27FC236}">
                <a16:creationId xmlns:a16="http://schemas.microsoft.com/office/drawing/2014/main" id="{3376E013-9B76-43A6-8313-D451F6F99B0C}"/>
              </a:ext>
            </a:extLst>
          </p:cNvPr>
          <p:cNvPicPr>
            <a:picLocks xmlns:a="http://schemas.openxmlformats.org/drawingml/2006/main" noChangeAspect="1"/>
          </p:cNvPicPr>
          <p:nvPr/>
        </p:nvPicPr>
        <p:blipFill>
          <a:blip xmlns:r="http://schemas.openxmlformats.org/officeDocument/2006/relationships" xmlns:a="http://schemas.openxmlformats.org/drawingml/2006/main" r:embed="R50b0c85e70c747cd">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181100" y="3793780"/>
            <a:ext cx="5297805" cy="413087"/>
          </a:xfrm>
          <a:prstGeom xmlns:a="http://schemas.openxmlformats.org/drawingml/2006/main" prst="rect">
            <a:avLst/>
          </a:prstGeom>
        </p:spPr>
      </p:pic>
      <p:pic>
        <p:nvPicPr>
          <p:cNvPr id="31" name="coefficient-substitution" descr="c_n=\frac{A_c}{T_m}\int_{-T_m/2}^{T_m/2}e^{j[\beta\sin(2\pi f_mt)-2\pi nf_mt]}\,dt">
            <a:extLst xmlns:a="http://schemas.openxmlformats.org/drawingml/2006/main">
              <a:ext uri="{FF2B5EF4-FFF2-40B4-BE49-F238E27FC236}">
                <a16:creationId xmlns:a16="http://schemas.microsoft.com/office/drawing/2014/main" id="{F19462E6-C07E-40AD-B1F3-8F9E0BC01D7B}"/>
              </a:ext>
            </a:extLst>
          </p:cNvPr>
          <p:cNvPicPr>
            <a:picLocks xmlns:a="http://schemas.openxmlformats.org/drawingml/2006/main" noChangeAspect="1"/>
          </p:cNvPicPr>
          <p:nvPr/>
        </p:nvPicPr>
        <p:blipFill>
          <a:blip xmlns:r="http://schemas.openxmlformats.org/officeDocument/2006/relationships" xmlns:a="http://schemas.openxmlformats.org/drawingml/2006/main" r:embed="Rf5a704e65ca74010">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181100" y="3794299"/>
            <a:ext cx="4860608" cy="413087"/>
          </a:xfrm>
          <a:prstGeom xmlns:a="http://schemas.openxmlformats.org/drawingml/2006/main" prst="rect">
            <a:avLst/>
          </a:prstGeom>
        </p:spPr>
      </p:pic>
      <p:pic>
        <p:nvPicPr>
          <p:cNvPr id="32" name="coefficient-variable" descr="x=2\pi f_mt">
            <a:extLst xmlns:a="http://schemas.openxmlformats.org/drawingml/2006/main">
              <a:ext uri="{FF2B5EF4-FFF2-40B4-BE49-F238E27FC236}">
                <a16:creationId xmlns:a16="http://schemas.microsoft.com/office/drawing/2014/main" id="{05E1B069-0202-4990-B37C-415C92B7042D}"/>
              </a:ext>
            </a:extLst>
          </p:cNvPr>
          <p:cNvPicPr>
            <a:picLocks xmlns:a="http://schemas.openxmlformats.org/drawingml/2006/main" noChangeAspect="1"/>
          </p:cNvPicPr>
          <p:nvPr/>
        </p:nvPicPr>
        <p:blipFill>
          <a:blip xmlns:r="http://schemas.openxmlformats.org/officeDocument/2006/relationships" xmlns:a="http://schemas.openxmlformats.org/drawingml/2006/main" r:embed="R83a529b7dee24bb1">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181100" y="4476592"/>
            <a:ext cx="1285875" cy="218599"/>
          </a:xfrm>
          <a:prstGeom xmlns:a="http://schemas.openxmlformats.org/drawingml/2006/main" prst="rect">
            <a:avLst/>
          </a:prstGeom>
        </p:spPr>
      </p:pic>
      <p:pic>
        <p:nvPicPr>
          <p:cNvPr id="33" name="coefficient-differential" descr="x=2\pi f_mt\quad\Rightarrow\quad dt=\frac{dx}{2\pi f_m}">
            <a:extLst xmlns:a="http://schemas.openxmlformats.org/drawingml/2006/main">
              <a:ext uri="{FF2B5EF4-FFF2-40B4-BE49-F238E27FC236}">
                <a16:creationId xmlns:a16="http://schemas.microsoft.com/office/drawing/2014/main" id="{081A6BAD-839B-455A-82B8-A67521D64399}"/>
              </a:ext>
            </a:extLst>
          </p:cNvPr>
          <p:cNvPicPr>
            <a:picLocks xmlns:a="http://schemas.openxmlformats.org/drawingml/2006/main" noChangeAspect="1"/>
          </p:cNvPicPr>
          <p:nvPr/>
        </p:nvPicPr>
        <p:blipFill>
          <a:blip xmlns:r="http://schemas.openxmlformats.org/officeDocument/2006/relationships" xmlns:a="http://schemas.openxmlformats.org/drawingml/2006/main" r:embed="Re233249d4c2a44dc">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1181100" y="4422964"/>
            <a:ext cx="3523298" cy="355223"/>
          </a:xfrm>
          <a:prstGeom xmlns:a="http://schemas.openxmlformats.org/drawingml/2006/main" prst="rect">
            <a:avLst/>
          </a:prstGeom>
        </p:spPr>
      </p:pic>
      <p:pic>
        <p:nvPicPr>
          <p:cNvPr id="34" name="coefficient-limits" descr="t=\pm\frac{T_m}{2}\quad\Rightarrow\quad x=\pm\pi f_mT_m=\pm\pi">
            <a:extLst xmlns:a="http://schemas.openxmlformats.org/drawingml/2006/main">
              <a:ext uri="{FF2B5EF4-FFF2-40B4-BE49-F238E27FC236}">
                <a16:creationId xmlns:a16="http://schemas.microsoft.com/office/drawing/2014/main" id="{45E831E5-E078-431A-9C75-32C2E7F79719}"/>
              </a:ext>
            </a:extLst>
          </p:cNvPr>
          <p:cNvPicPr>
            <a:picLocks xmlns:a="http://schemas.openxmlformats.org/drawingml/2006/main" noChangeAspect="1"/>
          </p:cNvPicPr>
          <p:nvPr/>
        </p:nvPicPr>
        <p:blipFill>
          <a:blip xmlns:r="http://schemas.openxmlformats.org/officeDocument/2006/relationships" xmlns:a="http://schemas.openxmlformats.org/drawingml/2006/main" r:embed="Rc37c53e2444642f9">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181100" y="4931926"/>
            <a:ext cx="4629150" cy="327898"/>
          </a:xfrm>
          <a:prstGeom xmlns:a="http://schemas.openxmlformats.org/drawingml/2006/main" prst="rect">
            <a:avLst/>
          </a:prstGeom>
        </p:spPr>
      </p:pic>
      <p:pic>
        <p:nvPicPr>
          <p:cNvPr id="35" name="coefficient-variable-substitution" descr="c_n=\frac{A_c}{T_m}\int_{-\pi}^{\pi}e^{j(\beta\sin x-nx)}\frac{dx}{2\pi f_m}">
            <a:extLst xmlns:a="http://schemas.openxmlformats.org/drawingml/2006/main">
              <a:ext uri="{FF2B5EF4-FFF2-40B4-BE49-F238E27FC236}">
                <a16:creationId xmlns:a16="http://schemas.microsoft.com/office/drawing/2014/main" id="{CE8AB3DF-BDFC-457A-962B-8F52A1E3ABD8}"/>
              </a:ext>
            </a:extLst>
          </p:cNvPr>
          <p:cNvPicPr>
            <a:picLocks xmlns:a="http://schemas.openxmlformats.org/drawingml/2006/main" noChangeAspect="1"/>
          </p:cNvPicPr>
          <p:nvPr/>
        </p:nvPicPr>
        <p:blipFill>
          <a:blip xmlns:r="http://schemas.openxmlformats.org/officeDocument/2006/relationships" xmlns:a="http://schemas.openxmlformats.org/drawingml/2006/main" r:embed="R66749a4528034b16">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1181100" y="3837720"/>
            <a:ext cx="3626168" cy="356830"/>
          </a:xfrm>
          <a:prstGeom xmlns:a="http://schemas.openxmlformats.org/drawingml/2006/main" prst="rect">
            <a:avLst/>
          </a:prstGeom>
        </p:spPr>
      </p:pic>
      <p:pic>
        <p:nvPicPr>
          <p:cNvPr id="36" name="coefficient-prefactor" descr="c_n=\frac{A_c}{2\pi f_mT_m}\int_{-\pi}^{\pi}e^{j(\beta\sin x-nx)}\,dx">
            <a:extLst xmlns:a="http://schemas.openxmlformats.org/drawingml/2006/main">
              <a:ext uri="{FF2B5EF4-FFF2-40B4-BE49-F238E27FC236}">
                <a16:creationId xmlns:a16="http://schemas.microsoft.com/office/drawing/2014/main" id="{18F37F1C-55ED-4D47-AF6E-B33DA3F9CA6E}"/>
              </a:ext>
            </a:extLst>
          </p:cNvPr>
          <p:cNvPicPr>
            <a:picLocks xmlns:a="http://schemas.openxmlformats.org/drawingml/2006/main" noChangeAspect="1"/>
          </p:cNvPicPr>
          <p:nvPr/>
        </p:nvPicPr>
        <p:blipFill>
          <a:blip xmlns:r="http://schemas.openxmlformats.org/officeDocument/2006/relationships" xmlns:a="http://schemas.openxmlformats.org/drawingml/2006/main" r:embed="R26b3b526d20044df">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1181100" y="3839470"/>
            <a:ext cx="3960495" cy="355223"/>
          </a:xfrm>
          <a:prstGeom xmlns:a="http://schemas.openxmlformats.org/drawingml/2006/main" prst="rect">
            <a:avLst/>
          </a:prstGeom>
        </p:spPr>
      </p:pic>
      <p:pic>
        <p:nvPicPr>
          <p:cNvPr id="37" name="coefficient-integral" descr="c_n=\frac{A_c}{2\pi}\int_{-\pi}^{\pi}e^{j(\beta\sin x-nx)}\,dx">
            <a:extLst xmlns:a="http://schemas.openxmlformats.org/drawingml/2006/main">
              <a:ext uri="{FF2B5EF4-FFF2-40B4-BE49-F238E27FC236}">
                <a16:creationId xmlns:a16="http://schemas.microsoft.com/office/drawing/2014/main" id="{98C9115D-857D-4826-8CD7-244AE4F37025}"/>
              </a:ext>
            </a:extLst>
          </p:cNvPr>
          <p:cNvPicPr>
            <a:picLocks xmlns:a="http://schemas.openxmlformats.org/drawingml/2006/main" noChangeAspect="1"/>
          </p:cNvPicPr>
          <p:nvPr/>
        </p:nvPicPr>
        <p:blipFill>
          <a:blip xmlns:r="http://schemas.openxmlformats.org/officeDocument/2006/relationships" xmlns:a="http://schemas.openxmlformats.org/drawingml/2006/main" r:embed="R9be0a3ffd8e24a7e">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1181100" y="3839737"/>
            <a:ext cx="3394710" cy="355223"/>
          </a:xfrm>
          <a:prstGeom xmlns:a="http://schemas.openxmlformats.org/drawingml/2006/main" prst="rect">
            <a:avLst/>
          </a:prstGeom>
        </p:spPr>
      </p:pic>
      <p:pic>
        <p:nvPicPr>
          <p:cNvPr id="38" name="coefficient-euler" descr="e^{j(\beta\sin x-nx)}=\cos(\beta\sin x-nx)+j\sin(\beta\sin x-nx)">
            <a:extLst xmlns:a="http://schemas.openxmlformats.org/drawingml/2006/main">
              <a:ext uri="{FF2B5EF4-FFF2-40B4-BE49-F238E27FC236}">
                <a16:creationId xmlns:a16="http://schemas.microsoft.com/office/drawing/2014/main" id="{C2ABA599-3698-4147-99E4-BA32CE7BE300}"/>
              </a:ext>
            </a:extLst>
          </p:cNvPr>
          <p:cNvPicPr>
            <a:picLocks xmlns:a="http://schemas.openxmlformats.org/drawingml/2006/main" noChangeAspect="1"/>
          </p:cNvPicPr>
          <p:nvPr/>
        </p:nvPicPr>
        <p:blipFill>
          <a:blip xmlns:r="http://schemas.openxmlformats.org/officeDocument/2006/relationships" xmlns:a="http://schemas.openxmlformats.org/drawingml/2006/main" r:embed="R2fb46d28a0ab41ac">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1181100" y="5540812"/>
            <a:ext cx="6290310" cy="281702"/>
          </a:xfrm>
          <a:prstGeom xmlns:a="http://schemas.openxmlformats.org/drawingml/2006/main" prst="rect">
            <a:avLst/>
          </a:prstGeom>
        </p:spPr>
      </p:pic>
      <p:pic>
        <p:nvPicPr>
          <p:cNvPr id="39" name="coefficient-odd" descr="\int_{-\pi}^{\pi}\sin(\beta\sin x-nx)\,dx=0">
            <a:extLst xmlns:a="http://schemas.openxmlformats.org/drawingml/2006/main">
              <a:ext uri="{FF2B5EF4-FFF2-40B4-BE49-F238E27FC236}">
                <a16:creationId xmlns:a16="http://schemas.microsoft.com/office/drawing/2014/main" id="{B23EBF4B-CC90-43B8-8945-2C11487D4C3D}"/>
              </a:ext>
            </a:extLst>
          </p:cNvPr>
          <p:cNvPicPr>
            <a:picLocks xmlns:a="http://schemas.openxmlformats.org/drawingml/2006/main" noChangeAspect="1"/>
          </p:cNvPicPr>
          <p:nvPr/>
        </p:nvPicPr>
        <p:blipFill>
          <a:blip xmlns:r="http://schemas.openxmlformats.org/officeDocument/2006/relationships" xmlns:a="http://schemas.openxmlformats.org/drawingml/2006/main" r:embed="Rbb8995738eca4261">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1181100" y="6083677"/>
            <a:ext cx="3343275" cy="338971"/>
          </a:xfrm>
          <a:prstGeom xmlns:a="http://schemas.openxmlformats.org/drawingml/2006/main" prst="rect">
            <a:avLst/>
          </a:prstGeom>
        </p:spPr>
      </p:pic>
      <p:pic>
        <p:nvPicPr>
          <p:cNvPr id="40" name="coefficient-real" descr="c_n=\frac{A_c}{2\pi}\int_{-\pi}^{\pi}\cos(\beta\sin x-nx)\,dx">
            <a:extLst xmlns:a="http://schemas.openxmlformats.org/drawingml/2006/main">
              <a:ext uri="{FF2B5EF4-FFF2-40B4-BE49-F238E27FC236}">
                <a16:creationId xmlns:a16="http://schemas.microsoft.com/office/drawing/2014/main" id="{F0709E66-5542-460B-B134-E928D5586E14}"/>
              </a:ext>
            </a:extLst>
          </p:cNvPr>
          <p:cNvPicPr>
            <a:picLocks xmlns:a="http://schemas.openxmlformats.org/drawingml/2006/main" noChangeAspect="1"/>
          </p:cNvPicPr>
          <p:nvPr/>
        </p:nvPicPr>
        <p:blipFill>
          <a:blip xmlns:r="http://schemas.openxmlformats.org/officeDocument/2006/relationships" xmlns:a="http://schemas.openxmlformats.org/drawingml/2006/main" r:embed="R9c7ad11ca6254f96">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1181100" y="3840478"/>
            <a:ext cx="4011930" cy="353616"/>
          </a:xfrm>
          <a:prstGeom xmlns:a="http://schemas.openxmlformats.org/drawingml/2006/main" prst="rect">
            <a:avLst/>
          </a:prstGeom>
        </p:spPr>
      </p:pic>
      <p:pic>
        <p:nvPicPr>
          <p:cNvPr id="41" name="fixed-coefficient-rule" descr="c_n=\frac1{T_m}\int_{-T_m/2}^{T_m/2}\widetilde s(t)e^{-j2\pi nf_mt}\,dt">
            <a:extLst xmlns:a="http://schemas.openxmlformats.org/drawingml/2006/main">
              <a:ext uri="{FF2B5EF4-FFF2-40B4-BE49-F238E27FC236}">
                <a16:creationId xmlns:a16="http://schemas.microsoft.com/office/drawing/2014/main" id="{BF6DEDB2-0A64-47B7-9209-FA2174328963}"/>
              </a:ext>
            </a:extLst>
          </p:cNvPr>
          <p:cNvPicPr>
            <a:picLocks xmlns:a="http://schemas.openxmlformats.org/drawingml/2006/main" noChangeAspect="1"/>
          </p:cNvPicPr>
          <p:nvPr/>
        </p:nvPicPr>
        <p:blipFill>
          <a:blip xmlns:r="http://schemas.openxmlformats.org/officeDocument/2006/relationships" xmlns:a="http://schemas.openxmlformats.org/drawingml/2006/main" r:embed="Rd2ecd78447804943">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1181100" y="3793153"/>
            <a:ext cx="3960495" cy="414695"/>
          </a:xfrm>
          <a:prstGeom xmlns:a="http://schemas.openxmlformats.org/drawingml/2006/main" prst="rect">
            <a:avLst/>
          </a:prstGeom>
        </p:spPr>
      </p:pic>
      <p:pic>
        <p:nvPicPr>
          <p:cNvPr id="42" name="fixed-coefficient-variable" descr="x=2\pi f_mt">
            <a:extLst xmlns:a="http://schemas.openxmlformats.org/drawingml/2006/main">
              <a:ext uri="{FF2B5EF4-FFF2-40B4-BE49-F238E27FC236}">
                <a16:creationId xmlns:a16="http://schemas.microsoft.com/office/drawing/2014/main" id="{8F65B26C-BB45-4AF1-9506-5BA4D118D22B}"/>
              </a:ext>
            </a:extLst>
          </p:cNvPr>
          <p:cNvPicPr>
            <a:picLocks xmlns:a="http://schemas.openxmlformats.org/drawingml/2006/main" noChangeAspect="1"/>
          </p:cNvPicPr>
          <p:nvPr/>
        </p:nvPicPr>
        <p:blipFill>
          <a:blip xmlns:r="http://schemas.openxmlformats.org/officeDocument/2006/relationships" xmlns:a="http://schemas.openxmlformats.org/drawingml/2006/main" r:embed="Rf458e8dd1e45402e">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1181100" y="4476592"/>
            <a:ext cx="1285875" cy="218599"/>
          </a:xfrm>
          <a:prstGeom xmlns:a="http://schemas.openxmlformats.org/drawingml/2006/main" prst="rect">
            <a:avLst/>
          </a:prstGeom>
        </p:spPr>
      </p:pic>
      <p:pic>
        <p:nvPicPr>
          <p:cNvPr id="43" name="coefficient-product-stable" descr="c_n=\frac1{T_m}\int_{-T_m/2}^{T_m/2}A_ce^{j\beta\sin(2\pi f_mt)}e^{-j2\pi nf_mt}\,dt">
            <a:extLst xmlns:a="http://schemas.openxmlformats.org/drawingml/2006/main">
              <a:ext uri="{FF2B5EF4-FFF2-40B4-BE49-F238E27FC236}">
                <a16:creationId xmlns:a16="http://schemas.microsoft.com/office/drawing/2014/main" id="{8345E5BB-BE12-4F05-8E14-1CB6E43847E3}"/>
              </a:ext>
            </a:extLst>
          </p:cNvPr>
          <p:cNvPicPr>
            <a:picLocks xmlns:a="http://schemas.openxmlformats.org/drawingml/2006/main" noChangeAspect="1"/>
          </p:cNvPicPr>
          <p:nvPr/>
        </p:nvPicPr>
        <p:blipFill>
          <a:blip xmlns:r="http://schemas.openxmlformats.org/officeDocument/2006/relationships" xmlns:a="http://schemas.openxmlformats.org/drawingml/2006/main" r:embed="Rd0cfcdc32e29476d">
            <a:extLst>
              <a:ext uri="{96DAC541-7B7A-43D3-8B79-37D633B846F1}">
                <ns20:svgBlip xmlns:ns20="http://schemas.microsoft.com/office/drawing/2016/SVG/main" r:embed="rIdMathSvg20"/>
              </a:ext>
            </a:extLst>
          </a:blip>
          <a:stretch xmlns:a="http://schemas.openxmlformats.org/drawingml/2006/main"/>
        </p:blipFill>
        <p:spPr>
          <a:xfrm xmlns:a="http://schemas.openxmlformats.org/drawingml/2006/main">
            <a:off x="1181100" y="3793780"/>
            <a:ext cx="5297805" cy="413087"/>
          </a:xfrm>
          <a:prstGeom xmlns:a="http://schemas.openxmlformats.org/drawingml/2006/main" prst="rect">
            <a:avLst/>
          </a:prstGeom>
        </p:spPr>
      </p:pic>
      <p:pic>
        <p:nvPicPr>
          <p:cNvPr id="44" name="coefficient-product-moving0" descr="c_n=\frac1{T_m}\int_{-T_m/2}^{T_m/2}A_ce^{j\beta\sin(2\pi f_mt)}e^{-j2\pi nf_mt}\,dt">
            <a:extLst xmlns:a="http://schemas.openxmlformats.org/drawingml/2006/main">
              <a:ext uri="{FF2B5EF4-FFF2-40B4-BE49-F238E27FC236}">
                <a16:creationId xmlns:a16="http://schemas.microsoft.com/office/drawing/2014/main" id="{4A23C1D0-D1DF-4768-8065-D3001F4E7DEE}"/>
              </a:ext>
            </a:extLst>
          </p:cNvPr>
          <p:cNvPicPr>
            <a:picLocks xmlns:a="http://schemas.openxmlformats.org/drawingml/2006/main" noChangeAspect="1"/>
          </p:cNvPicPr>
          <p:nvPr/>
        </p:nvPicPr>
        <p:blipFill>
          <a:blip xmlns:r="http://schemas.openxmlformats.org/officeDocument/2006/relationships" xmlns:a="http://schemas.openxmlformats.org/drawingml/2006/main" r:embed="R94b955e686524e4e">
            <a:extLst>
              <a:ext uri="{96DAC541-7B7A-43D3-8B79-37D633B846F1}">
                <ns21:svgBlip xmlns:ns21="http://schemas.microsoft.com/office/drawing/2016/SVG/main" r:embed="rIdMathSvg21"/>
              </a:ext>
            </a:extLst>
          </a:blip>
          <a:stretch xmlns:a="http://schemas.openxmlformats.org/drawingml/2006/main"/>
        </p:blipFill>
        <p:spPr>
          <a:xfrm xmlns:a="http://schemas.openxmlformats.org/drawingml/2006/main">
            <a:off x="1181100" y="3793780"/>
            <a:ext cx="5297805" cy="413087"/>
          </a:xfrm>
          <a:prstGeom xmlns:a="http://schemas.openxmlformats.org/drawingml/2006/main" prst="rect">
            <a:avLst/>
          </a:prstGeom>
        </p:spPr>
      </p:pic>
      <p:pic>
        <p:nvPicPr>
          <p:cNvPr id="45" name="coefficient-substitution-stable" descr="c_n=\frac{A_c}{T_m}\int_{-T_m/2}^{T_m/2}e^{j[\beta\sin(2\pi f_mt)-2\pi nf_mt]}\,dt">
            <a:extLst xmlns:a="http://schemas.openxmlformats.org/drawingml/2006/main">
              <a:ext uri="{FF2B5EF4-FFF2-40B4-BE49-F238E27FC236}">
                <a16:creationId xmlns:a16="http://schemas.microsoft.com/office/drawing/2014/main" id="{7CFE9DCC-2666-4995-9375-8E1380CB8D0A}"/>
              </a:ext>
            </a:extLst>
          </p:cNvPr>
          <p:cNvPicPr>
            <a:picLocks xmlns:a="http://schemas.openxmlformats.org/drawingml/2006/main" noChangeAspect="1"/>
          </p:cNvPicPr>
          <p:nvPr/>
        </p:nvPicPr>
        <p:blipFill>
          <a:blip xmlns:r="http://schemas.openxmlformats.org/officeDocument/2006/relationships" xmlns:a="http://schemas.openxmlformats.org/drawingml/2006/main" r:embed="Rc586a7e679f4446e">
            <a:extLst>
              <a:ext uri="{96DAC541-7B7A-43D3-8B79-37D633B846F1}">
                <ns22:svgBlip xmlns:ns22="http://schemas.microsoft.com/office/drawing/2016/SVG/main" r:embed="rIdMathSvg22"/>
              </a:ext>
            </a:extLst>
          </a:blip>
          <a:stretch xmlns:a="http://schemas.openxmlformats.org/drawingml/2006/main"/>
        </p:blipFill>
        <p:spPr>
          <a:xfrm xmlns:a="http://schemas.openxmlformats.org/drawingml/2006/main">
            <a:off x="1181100" y="3794299"/>
            <a:ext cx="4860608" cy="413087"/>
          </a:xfrm>
          <a:prstGeom xmlns:a="http://schemas.openxmlformats.org/drawingml/2006/main" prst="rect">
            <a:avLst/>
          </a:prstGeom>
        </p:spPr>
      </p:pic>
      <p:pic>
        <p:nvPicPr>
          <p:cNvPr id="46" name="coefficient-substitution-moving0" descr="c_n=\frac{A_c}{T_m}\int_{-T_m/2}^{T_m/2}e^{j[\beta\sin(2\pi f_mt)-2\pi nf_mt]}\,dt">
            <a:extLst xmlns:a="http://schemas.openxmlformats.org/drawingml/2006/main">
              <a:ext uri="{FF2B5EF4-FFF2-40B4-BE49-F238E27FC236}">
                <a16:creationId xmlns:a16="http://schemas.microsoft.com/office/drawing/2014/main" id="{B060E6A8-1DC5-4349-B8C6-B82E4DB2C470}"/>
              </a:ext>
            </a:extLst>
          </p:cNvPr>
          <p:cNvPicPr>
            <a:picLocks xmlns:a="http://schemas.openxmlformats.org/drawingml/2006/main" noChangeAspect="1"/>
          </p:cNvPicPr>
          <p:nvPr/>
        </p:nvPicPr>
        <p:blipFill>
          <a:blip xmlns:r="http://schemas.openxmlformats.org/officeDocument/2006/relationships" xmlns:a="http://schemas.openxmlformats.org/drawingml/2006/main" r:embed="R0ec1e67dc2374789">
            <a:extLst>
              <a:ext uri="{96DAC541-7B7A-43D3-8B79-37D633B846F1}">
                <ns23:svgBlip xmlns:ns23="http://schemas.microsoft.com/office/drawing/2016/SVG/main" r:embed="rIdMathSvg23"/>
              </a:ext>
            </a:extLst>
          </a:blip>
          <a:stretch xmlns:a="http://schemas.openxmlformats.org/drawingml/2006/main"/>
        </p:blipFill>
        <p:spPr>
          <a:xfrm xmlns:a="http://schemas.openxmlformats.org/drawingml/2006/main">
            <a:off x="1181100" y="3794299"/>
            <a:ext cx="4860608" cy="413087"/>
          </a:xfrm>
          <a:prstGeom xmlns:a="http://schemas.openxmlformats.org/drawingml/2006/main" prst="rect">
            <a:avLst/>
          </a:prstGeom>
        </p:spPr>
      </p:pic>
      <p:pic>
        <p:nvPicPr>
          <p:cNvPr id="47" name="coefficient-substitution-moving1" descr="c_n=\frac{A_c}{T_m}\int_{-T_m/2}^{T_m/2}e^{j[\beta\sin(2\pi f_mt)-2\pi nf_mt]}\,dt">
            <a:extLst xmlns:a="http://schemas.openxmlformats.org/drawingml/2006/main">
              <a:ext uri="{FF2B5EF4-FFF2-40B4-BE49-F238E27FC236}">
                <a16:creationId xmlns:a16="http://schemas.microsoft.com/office/drawing/2014/main" id="{A008A8E6-20C5-4B5C-AE3E-FBDAFE29D5F0}"/>
              </a:ext>
            </a:extLst>
          </p:cNvPr>
          <p:cNvPicPr>
            <a:picLocks xmlns:a="http://schemas.openxmlformats.org/drawingml/2006/main" noChangeAspect="1"/>
          </p:cNvPicPr>
          <p:nvPr/>
        </p:nvPicPr>
        <p:blipFill>
          <a:blip xmlns:r="http://schemas.openxmlformats.org/officeDocument/2006/relationships" xmlns:a="http://schemas.openxmlformats.org/drawingml/2006/main" r:embed="Rfddf959ff7964d0f">
            <a:extLst>
              <a:ext uri="{96DAC541-7B7A-43D3-8B79-37D633B846F1}">
                <ns24:svgBlip xmlns:ns24="http://schemas.microsoft.com/office/drawing/2016/SVG/main" r:embed="rIdMathSvg24"/>
              </a:ext>
            </a:extLst>
          </a:blip>
          <a:stretch xmlns:a="http://schemas.openxmlformats.org/drawingml/2006/main"/>
        </p:blipFill>
        <p:spPr>
          <a:xfrm xmlns:a="http://schemas.openxmlformats.org/drawingml/2006/main">
            <a:off x="1181100" y="3794299"/>
            <a:ext cx="4860608" cy="413087"/>
          </a:xfrm>
          <a:prstGeom xmlns:a="http://schemas.openxmlformats.org/drawingml/2006/main" prst="rect">
            <a:avLst/>
          </a:prstGeom>
        </p:spPr>
      </p:pic>
      <p:pic>
        <p:nvPicPr>
          <p:cNvPr id="48" name="coefficient-variable-substitution-stable" descr="c_n=\frac{A_c}{T_m}\int_{-\pi}^{\pi}e^{j(\beta\sin x-nx)}\frac{dx}{2\pi f_m}">
            <a:extLst xmlns:a="http://schemas.openxmlformats.org/drawingml/2006/main">
              <a:ext uri="{FF2B5EF4-FFF2-40B4-BE49-F238E27FC236}">
                <a16:creationId xmlns:a16="http://schemas.microsoft.com/office/drawing/2014/main" id="{87A00379-FA09-4A08-9264-83ACF0F4A26F}"/>
              </a:ext>
            </a:extLst>
          </p:cNvPr>
          <p:cNvPicPr>
            <a:picLocks xmlns:a="http://schemas.openxmlformats.org/drawingml/2006/main" noChangeAspect="1"/>
          </p:cNvPicPr>
          <p:nvPr/>
        </p:nvPicPr>
        <p:blipFill>
          <a:blip xmlns:r="http://schemas.openxmlformats.org/officeDocument/2006/relationships" xmlns:a="http://schemas.openxmlformats.org/drawingml/2006/main" r:embed="R9e49a348d3514d4d">
            <a:extLst>
              <a:ext uri="{96DAC541-7B7A-43D3-8B79-37D633B846F1}">
                <ns25:svgBlip xmlns:ns25="http://schemas.microsoft.com/office/drawing/2016/SVG/main" r:embed="rIdMathSvg25"/>
              </a:ext>
            </a:extLst>
          </a:blip>
          <a:stretch xmlns:a="http://schemas.openxmlformats.org/drawingml/2006/main"/>
        </p:blipFill>
        <p:spPr>
          <a:xfrm xmlns:a="http://schemas.openxmlformats.org/drawingml/2006/main">
            <a:off x="1181100" y="3837720"/>
            <a:ext cx="3626168" cy="356830"/>
          </a:xfrm>
          <a:prstGeom xmlns:a="http://schemas.openxmlformats.org/drawingml/2006/main" prst="rect">
            <a:avLst/>
          </a:prstGeom>
        </p:spPr>
      </p:pic>
      <p:pic>
        <p:nvPicPr>
          <p:cNvPr id="49" name="coefficient-variable-substitution-moving0" descr="c_n=\frac{A_c}{T_m}\int_{-\pi}^{\pi}e^{j(\beta\sin x-nx)}\frac{dx}{2\pi f_m}">
            <a:extLst xmlns:a="http://schemas.openxmlformats.org/drawingml/2006/main">
              <a:ext uri="{FF2B5EF4-FFF2-40B4-BE49-F238E27FC236}">
                <a16:creationId xmlns:a16="http://schemas.microsoft.com/office/drawing/2014/main" id="{BBA1114A-F72D-408D-BD2B-3D0C7DE0432E}"/>
              </a:ext>
            </a:extLst>
          </p:cNvPr>
          <p:cNvPicPr>
            <a:picLocks xmlns:a="http://schemas.openxmlformats.org/drawingml/2006/main" noChangeAspect="1"/>
          </p:cNvPicPr>
          <p:nvPr/>
        </p:nvPicPr>
        <p:blipFill>
          <a:blip xmlns:r="http://schemas.openxmlformats.org/officeDocument/2006/relationships" xmlns:a="http://schemas.openxmlformats.org/drawingml/2006/main" r:embed="Rcf842a2d02334472">
            <a:extLst>
              <a:ext uri="{96DAC541-7B7A-43D3-8B79-37D633B846F1}">
                <ns26:svgBlip xmlns:ns26="http://schemas.microsoft.com/office/drawing/2016/SVG/main" r:embed="rIdMathSvg26"/>
              </a:ext>
            </a:extLst>
          </a:blip>
          <a:stretch xmlns:a="http://schemas.openxmlformats.org/drawingml/2006/main"/>
        </p:blipFill>
        <p:spPr>
          <a:xfrm xmlns:a="http://schemas.openxmlformats.org/drawingml/2006/main">
            <a:off x="1181100" y="3837720"/>
            <a:ext cx="3626168" cy="356830"/>
          </a:xfrm>
          <a:prstGeom xmlns:a="http://schemas.openxmlformats.org/drawingml/2006/main" prst="rect">
            <a:avLst/>
          </a:prstGeom>
        </p:spPr>
      </p:pic>
      <p:pic>
        <p:nvPicPr>
          <p:cNvPr id="50" name="coefficient-variable-substitution-moving1" descr="c_n=\frac{A_c}{T_m}\int_{-\pi}^{\pi}e^{j(\beta\sin x-nx)}\frac{dx}{2\pi f_m}">
            <a:extLst xmlns:a="http://schemas.openxmlformats.org/drawingml/2006/main">
              <a:ext uri="{FF2B5EF4-FFF2-40B4-BE49-F238E27FC236}">
                <a16:creationId xmlns:a16="http://schemas.microsoft.com/office/drawing/2014/main" id="{CF7943F0-F159-4CD5-B7CA-095306621F00}"/>
              </a:ext>
            </a:extLst>
          </p:cNvPr>
          <p:cNvPicPr>
            <a:picLocks xmlns:a="http://schemas.openxmlformats.org/drawingml/2006/main" noChangeAspect="1"/>
          </p:cNvPicPr>
          <p:nvPr/>
        </p:nvPicPr>
        <p:blipFill>
          <a:blip xmlns:r="http://schemas.openxmlformats.org/officeDocument/2006/relationships" xmlns:a="http://schemas.openxmlformats.org/drawingml/2006/main" r:embed="R6daa0df18f4e4408">
            <a:extLst>
              <a:ext uri="{96DAC541-7B7A-43D3-8B79-37D633B846F1}">
                <ns27:svgBlip xmlns:ns27="http://schemas.microsoft.com/office/drawing/2016/SVG/main" r:embed="rIdMathSvg27"/>
              </a:ext>
            </a:extLst>
          </a:blip>
          <a:stretch xmlns:a="http://schemas.openxmlformats.org/drawingml/2006/main"/>
        </p:blipFill>
        <p:spPr>
          <a:xfrm xmlns:a="http://schemas.openxmlformats.org/drawingml/2006/main">
            <a:off x="1181100" y="3837720"/>
            <a:ext cx="3626168" cy="356830"/>
          </a:xfrm>
          <a:prstGeom xmlns:a="http://schemas.openxmlformats.org/drawingml/2006/main" prst="rect">
            <a:avLst/>
          </a:prstGeom>
        </p:spPr>
      </p:pic>
      <p:pic>
        <p:nvPicPr>
          <p:cNvPr id="51" name="coefficient-prefactor-moving0" descr="c_n=\frac{A_c}{2\pi f_mT_m}\int_{-\pi}^{\pi}e^{j(\beta\sin x-nx)}\,dx">
            <a:extLst xmlns:a="http://schemas.openxmlformats.org/drawingml/2006/main">
              <a:ext uri="{FF2B5EF4-FFF2-40B4-BE49-F238E27FC236}">
                <a16:creationId xmlns:a16="http://schemas.microsoft.com/office/drawing/2014/main" id="{B325A5DA-CBF4-4E2B-9934-6D1DD11B140F}"/>
              </a:ext>
            </a:extLst>
          </p:cNvPr>
          <p:cNvPicPr>
            <a:picLocks xmlns:a="http://schemas.openxmlformats.org/drawingml/2006/main" noChangeAspect="1"/>
          </p:cNvPicPr>
          <p:nvPr/>
        </p:nvPicPr>
        <p:blipFill>
          <a:blip xmlns:r="http://schemas.openxmlformats.org/officeDocument/2006/relationships" xmlns:a="http://schemas.openxmlformats.org/drawingml/2006/main" r:embed="R4278d033e2f94331">
            <a:extLst>
              <a:ext uri="{96DAC541-7B7A-43D3-8B79-37D633B846F1}">
                <ns28:svgBlip xmlns:ns28="http://schemas.microsoft.com/office/drawing/2016/SVG/main" r:embed="rIdMathSvg28"/>
              </a:ext>
            </a:extLst>
          </a:blip>
          <a:stretch xmlns:a="http://schemas.openxmlformats.org/drawingml/2006/main"/>
        </p:blipFill>
        <p:spPr>
          <a:xfrm xmlns:a="http://schemas.openxmlformats.org/drawingml/2006/main">
            <a:off x="1181100" y="3839470"/>
            <a:ext cx="3960495" cy="355223"/>
          </a:xfrm>
          <a:prstGeom xmlns:a="http://schemas.openxmlformats.org/drawingml/2006/main" prst="rect">
            <a:avLst/>
          </a:prstGeom>
        </p:spPr>
      </p:pic>
      <p:pic>
        <p:nvPicPr>
          <p:cNvPr id="52" name="coefficient-integral-moving0" descr="c_n=\frac{A_c}{2\pi}\int_{-\pi}^{\pi}e^{j(\beta\sin x-nx)}\,dx">
            <a:extLst xmlns:a="http://schemas.openxmlformats.org/drawingml/2006/main">
              <a:ext uri="{FF2B5EF4-FFF2-40B4-BE49-F238E27FC236}">
                <a16:creationId xmlns:a16="http://schemas.microsoft.com/office/drawing/2014/main" id="{03E30743-C742-48FD-9B2F-58C76F5C6F82}"/>
              </a:ext>
            </a:extLst>
          </p:cNvPr>
          <p:cNvPicPr>
            <a:picLocks xmlns:a="http://schemas.openxmlformats.org/drawingml/2006/main" noChangeAspect="1"/>
          </p:cNvPicPr>
          <p:nvPr/>
        </p:nvPicPr>
        <p:blipFill>
          <a:blip xmlns:r="http://schemas.openxmlformats.org/officeDocument/2006/relationships" xmlns:a="http://schemas.openxmlformats.org/drawingml/2006/main" r:embed="Rd442200c4b4c4b81">
            <a:extLst>
              <a:ext uri="{96DAC541-7B7A-43D3-8B79-37D633B846F1}">
                <ns29:svgBlip xmlns:ns29="http://schemas.microsoft.com/office/drawing/2016/SVG/main" r:embed="rIdMathSvg29"/>
              </a:ext>
            </a:extLst>
          </a:blip>
          <a:stretch xmlns:a="http://schemas.openxmlformats.org/drawingml/2006/main"/>
        </p:blipFill>
        <p:spPr>
          <a:xfrm xmlns:a="http://schemas.openxmlformats.org/drawingml/2006/main">
            <a:off x="1181100" y="3839737"/>
            <a:ext cx="3394710" cy="355223"/>
          </a:xfrm>
          <a:prstGeom xmlns:a="http://schemas.openxmlformats.org/drawingml/2006/main" prst="rect">
            <a:avLst/>
          </a:prstGeom>
        </p:spPr>
      </p:pic>
      <p:pic>
        <p:nvPicPr>
          <p:cNvPr id="53" name="coefficient-real-stable" descr="c_n=\frac{A_c}{2\pi}\int_{-\pi}^{\pi}\cos(\beta\sin x-nx)\,dx">
            <a:extLst xmlns:a="http://schemas.openxmlformats.org/drawingml/2006/main">
              <a:ext uri="{FF2B5EF4-FFF2-40B4-BE49-F238E27FC236}">
                <a16:creationId xmlns:a16="http://schemas.microsoft.com/office/drawing/2014/main" id="{574B0D4D-30B2-49F2-B28E-1CC15603502B}"/>
              </a:ext>
            </a:extLst>
          </p:cNvPr>
          <p:cNvPicPr>
            <a:picLocks xmlns:a="http://schemas.openxmlformats.org/drawingml/2006/main" noChangeAspect="1"/>
          </p:cNvPicPr>
          <p:nvPr/>
        </p:nvPicPr>
        <p:blipFill>
          <a:blip xmlns:r="http://schemas.openxmlformats.org/officeDocument/2006/relationships" xmlns:a="http://schemas.openxmlformats.org/drawingml/2006/main" r:embed="Rbd42511cbf184070">
            <a:extLst>
              <a:ext uri="{96DAC541-7B7A-43D3-8B79-37D633B846F1}">
                <ns30:svgBlip xmlns:ns30="http://schemas.microsoft.com/office/drawing/2016/SVG/main" r:embed="rIdMathSvg30"/>
              </a:ext>
            </a:extLst>
          </a:blip>
          <a:stretch xmlns:a="http://schemas.openxmlformats.org/drawingml/2006/main"/>
        </p:blipFill>
        <p:spPr>
          <a:xfrm xmlns:a="http://schemas.openxmlformats.org/drawingml/2006/main">
            <a:off x="1181100" y="3840478"/>
            <a:ext cx="4011930" cy="353616"/>
          </a:xfrm>
          <a:prstGeom xmlns:a="http://schemas.openxmlformats.org/drawingml/2006/main" prst="rect">
            <a:avLst/>
          </a:prstGeom>
        </p:spPr>
      </p:pic>
      <p:sp>
        <p:nvSpPr>
          <p:cNvPr id="54" name="math-flight-3-origin">
            <a:extLst xmlns:a="http://schemas.openxmlformats.org/drawingml/2006/main">
              <a:ext uri="{FF2B5EF4-FFF2-40B4-BE49-F238E27FC236}">
                <a16:creationId xmlns:a16="http://schemas.microsoft.com/office/drawing/2014/main" id="{84A2863F-E6D5-4EB6-86F5-104BB9EC4B9F}"/>
              </a:ext>
            </a:extLst>
          </p:cNvPr>
          <p:cNvSpPr>
            <a:spLocks xmlns:a="http://schemas.openxmlformats.org/drawingml/2006/main" noGrp="1"/>
          </p:cNvSpPr>
          <p:nvPr/>
        </p:nvSpPr>
        <p:spPr>
          <a:xfrm xmlns:a="http://schemas.openxmlformats.org/drawingml/2006/main">
            <a:off x="1484026" y="2616785"/>
            <a:ext cx="1750454" cy="266819"/>
          </a:xfrm>
          <a:prstGeom xmlns:a="http://schemas.openxmlformats.org/drawingml/2006/main" prst="rect">
            <a:avLst/>
          </a:prstGeom>
          <a:noFill xmlns:a="http://schemas.openxmlformats.org/drawingml/2006/main"/>
          <a:ln xmlns:a="http://schemas.openxmlformats.org/drawingml/2006/main" w="0">
            <a:noFill/>
          </a:ln>
        </p:spPr>
      </p:sp>
      <p:pic>
        <p:nvPicPr>
          <p:cNvPr id="55" name="math-flight-3" descr="A_ce^{j\beta\sin(2\pi f_mt)}">
            <a:extLst xmlns:a="http://schemas.openxmlformats.org/drawingml/2006/main">
              <a:ext uri="{FF2B5EF4-FFF2-40B4-BE49-F238E27FC236}">
                <a16:creationId xmlns:a16="http://schemas.microsoft.com/office/drawing/2014/main" id="{F413FE9D-5334-4EE8-B210-F49C3F26793A}"/>
              </a:ext>
            </a:extLst>
          </p:cNvPr>
          <p:cNvPicPr>
            <a:picLocks xmlns:a="http://schemas.openxmlformats.org/drawingml/2006/main" noChangeAspect="1"/>
          </p:cNvPicPr>
          <p:nvPr/>
        </p:nvPicPr>
        <p:blipFill>
          <a:blip xmlns:r="http://schemas.openxmlformats.org/officeDocument/2006/relationships" xmlns:a="http://schemas.openxmlformats.org/drawingml/2006/main" r:embed="R0d412a1079e54294">
            <a:extLst>
              <a:ext uri="{96DAC541-7B7A-43D3-8B79-37D633B846F1}">
                <ns31:svgBlip xmlns:ns31="http://schemas.microsoft.com/office/drawing/2016/SVG/main" r:embed="rIdMathSvg31"/>
              </a:ext>
            </a:extLst>
          </a:blip>
          <a:stretch xmlns:a="http://schemas.openxmlformats.org/drawingml/2006/main"/>
        </p:blipFill>
        <p:spPr>
          <a:xfrm xmlns:a="http://schemas.openxmlformats.org/drawingml/2006/main">
            <a:off x="3233132" y="3843608"/>
            <a:ext cx="1760041" cy="268426"/>
          </a:xfrm>
          <a:prstGeom xmlns:a="http://schemas.openxmlformats.org/drawingml/2006/main" prst="rect">
            <a:avLst/>
          </a:prstGeom>
        </p:spPr>
      </p:pic>
      <p:sp>
        <p:nvSpPr>
          <p:cNvPr id="56" name="math-flight-4-origin">
            <a:extLst xmlns:a="http://schemas.openxmlformats.org/drawingml/2006/main">
              <a:ext uri="{FF2B5EF4-FFF2-40B4-BE49-F238E27FC236}">
                <a16:creationId xmlns:a16="http://schemas.microsoft.com/office/drawing/2014/main" id="{CAFD086E-9ED7-4BA8-B1B6-EBE9C2441E12}"/>
              </a:ext>
            </a:extLst>
          </p:cNvPr>
          <p:cNvSpPr>
            <a:spLocks xmlns:a="http://schemas.openxmlformats.org/drawingml/2006/main" noGrp="1"/>
          </p:cNvSpPr>
          <p:nvPr/>
        </p:nvSpPr>
        <p:spPr>
          <a:xfrm xmlns:a="http://schemas.openxmlformats.org/drawingml/2006/main">
            <a:off x="1185918" y="4541907"/>
            <a:ext cx="146135" cy="115729"/>
          </a:xfrm>
          <a:prstGeom xmlns:a="http://schemas.openxmlformats.org/drawingml/2006/main" prst="rect">
            <a:avLst/>
          </a:prstGeom>
          <a:noFill xmlns:a="http://schemas.openxmlformats.org/drawingml/2006/main"/>
          <a:ln xmlns:a="http://schemas.openxmlformats.org/drawingml/2006/main" w="0">
            <a:noFill/>
          </a:ln>
        </p:spPr>
      </p:sp>
      <p:pic>
        <p:nvPicPr>
          <p:cNvPr id="57" name="math-flight-4" descr="x">
            <a:extLst xmlns:a="http://schemas.openxmlformats.org/drawingml/2006/main">
              <a:ext uri="{FF2B5EF4-FFF2-40B4-BE49-F238E27FC236}">
                <a16:creationId xmlns:a16="http://schemas.microsoft.com/office/drawing/2014/main" id="{10FFBA19-F228-4B54-A65A-30707B0D3784}"/>
              </a:ext>
            </a:extLst>
          </p:cNvPr>
          <p:cNvPicPr>
            <a:picLocks xmlns:a="http://schemas.openxmlformats.org/drawingml/2006/main" noChangeAspect="1"/>
          </p:cNvPicPr>
          <p:nvPr/>
        </p:nvPicPr>
        <p:blipFill>
          <a:blip xmlns:r="http://schemas.openxmlformats.org/officeDocument/2006/relationships" xmlns:a="http://schemas.openxmlformats.org/drawingml/2006/main" r:embed="Rc6796e05a8564397">
            <a:extLst>
              <a:ext uri="{96DAC541-7B7A-43D3-8B79-37D633B846F1}">
                <ns32:svgBlip xmlns:ns32="http://schemas.microsoft.com/office/drawing/2016/SVG/main" r:embed="rIdMathSvg32"/>
              </a:ext>
            </a:extLst>
          </a:blip>
          <a:stretch xmlns:a="http://schemas.openxmlformats.org/drawingml/2006/main"/>
        </p:blipFill>
        <p:spPr>
          <a:xfrm xmlns:a="http://schemas.openxmlformats.org/drawingml/2006/main">
            <a:off x="3617356" y="3897519"/>
            <a:ext cx="111252" cy="82230"/>
          </a:xfrm>
          <a:prstGeom xmlns:a="http://schemas.openxmlformats.org/drawingml/2006/main" prst="rect">
            <a:avLst/>
          </a:prstGeom>
        </p:spPr>
      </p:pic>
      <p:sp>
        <p:nvSpPr>
          <p:cNvPr id="58" name="math-flight-5-origin">
            <a:extLst xmlns:a="http://schemas.openxmlformats.org/drawingml/2006/main">
              <a:ext uri="{FF2B5EF4-FFF2-40B4-BE49-F238E27FC236}">
                <a16:creationId xmlns:a16="http://schemas.microsoft.com/office/drawing/2014/main" id="{07E75CAA-D4CF-4DAB-9799-1B10481E105A}"/>
              </a:ext>
            </a:extLst>
          </p:cNvPr>
          <p:cNvSpPr>
            <a:spLocks xmlns:a="http://schemas.openxmlformats.org/drawingml/2006/main" noGrp="1"/>
          </p:cNvSpPr>
          <p:nvPr/>
        </p:nvSpPr>
        <p:spPr>
          <a:xfrm xmlns:a="http://schemas.openxmlformats.org/drawingml/2006/main">
            <a:off x="2986968" y="5573495"/>
            <a:ext cx="1984129" cy="249018"/>
          </a:xfrm>
          <a:prstGeom xmlns:a="http://schemas.openxmlformats.org/drawingml/2006/main" prst="rect">
            <a:avLst/>
          </a:prstGeom>
          <a:noFill xmlns:a="http://schemas.openxmlformats.org/drawingml/2006/main"/>
          <a:ln xmlns:a="http://schemas.openxmlformats.org/drawingml/2006/main" w="0">
            <a:noFill/>
          </a:ln>
        </p:spPr>
      </p:sp>
      <p:pic>
        <p:nvPicPr>
          <p:cNvPr id="59" name="math-flight-5" descr="\cos(\beta\sin x-nx)">
            <a:extLst xmlns:a="http://schemas.openxmlformats.org/drawingml/2006/main">
              <a:ext uri="{FF2B5EF4-FFF2-40B4-BE49-F238E27FC236}">
                <a16:creationId xmlns:a16="http://schemas.microsoft.com/office/drawing/2014/main" id="{BB80C507-AA11-4818-91E2-295FD36C0807}"/>
              </a:ext>
            </a:extLst>
          </p:cNvPr>
          <p:cNvPicPr>
            <a:picLocks xmlns:a="http://schemas.openxmlformats.org/drawingml/2006/main" noChangeAspect="1"/>
          </p:cNvPicPr>
          <p:nvPr/>
        </p:nvPicPr>
        <p:blipFill>
          <a:blip xmlns:r="http://schemas.openxmlformats.org/officeDocument/2006/relationships" xmlns:a="http://schemas.openxmlformats.org/drawingml/2006/main" r:embed="Rd6e75a2a024a4c5b">
            <a:extLst>
              <a:ext uri="{96DAC541-7B7A-43D3-8B79-37D633B846F1}">
                <ns33:svgBlip xmlns:ns33="http://schemas.microsoft.com/office/drawing/2016/SVG/main" r:embed="rIdMathSvg33"/>
              </a:ext>
            </a:extLst>
          </a:blip>
          <a:stretch xmlns:a="http://schemas.openxmlformats.org/drawingml/2006/main"/>
        </p:blipFill>
        <p:spPr>
          <a:xfrm xmlns:a="http://schemas.openxmlformats.org/drawingml/2006/main">
            <a:off x="2742898" y="3879362"/>
            <a:ext cx="2052466" cy="256558"/>
          </a:xfrm>
          <a:prstGeom xmlns:a="http://schemas.openxmlformats.org/drawingml/2006/main" prst="rect">
            <a:avLst/>
          </a:prstGeom>
        </p:spPr>
      </p:pic>
    </p:spTree>
    <p:extLst>
      <p:ext uri="{BB962C8B-B14F-4D97-AF65-F5344CB8AC3E}">
        <p14:creationId xmlns:p14="http://schemas.microsoft.com/office/powerpoint/2010/main" val="210465066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400"/>
                                        <p:tgtEl>
                                          <p:spTgt spid="4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70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220"/>
                                        <p:tgtEl>
                                          <p:spTgt spid="30"/>
                                        </p:tgtEl>
                                      </p:cBhvr>
                                    </p:animEffect>
                                  </p:childTnLst>
                                </p:cTn>
                              </p:par>
                              <p:par>
                                <p:cTn id="16" presetID="10" presetClass="exit" presetSubtype="0" fill="hold" nodeType="withEffect">
                                  <p:stCondLst>
                                    <p:cond delay="0"/>
                                  </p:stCondLst>
                                  <p:childTnLst>
                                    <p:animEffect transition="out" filter="fade">
                                      <p:cBhvr>
                                        <p:cTn id="143" dur="200" fill="hold">
                                          <p:stCondLst>
                                            <p:cond delay="700"/>
                                          </p:stCondLst>
                                        </p:cTn>
                                        <p:tgtEl>
                                          <p:spTgt spid="29"/>
                                        </p:tgtEl>
                                      </p:cBhvr>
                                    </p:animEffect>
                                    <p:set>
                                      <p:cBhvr>
                                        <p:cTn id="144" dur="1" fill="hold">
                                          <p:stCondLst>
                                            <p:cond delay="900"/>
                                          </p:stCondLst>
                                        </p:cTn>
                                        <p:tgtEl>
                                          <p:spTgt spid="29"/>
                                        </p:tgtEl>
                                        <p:attrNameLst>
                                          <p:attrName>style.visibility</p:attrName>
                                        </p:attrNameLst>
                                      </p:cBhvr>
                                      <p:to>
                                        <p:strVal val="hidden"/>
                                      </p:to>
                                    </p:set>
                                  </p:childTnLst>
                                </p:cTn>
                              </p:par>
                              <p:par>
                                <p:cTn id="17" presetID="10" presetClass="entr" presetSubtype="0" fill="hold" nodeType="withEffect">
                                  <p:stCondLst>
                                    <p:cond delay="700"/>
                                  </p:stCondLst>
                                  <p:childTnLst>
                                    <p:set>
                                      <p:cBhvr>
                                        <p:cTn id="18" dur="1" fill="hold">
                                          <p:stCondLst>
                                            <p:cond delay="0"/>
                                          </p:stCondLst>
                                        </p:cTn>
                                        <p:tgtEl>
                                          <p:spTgt spid="43"/>
                                        </p:tgtEl>
                                        <p:attrNameLst>
                                          <p:attrName>style.visibility</p:attrName>
                                        </p:attrNameLst>
                                      </p:cBhvr>
                                      <p:to>
                                        <p:strVal val="visible"/>
                                      </p:to>
                                    </p:set>
                                  </p:childTnLst>
                                </p:cTn>
                              </p:par>
                              <p:par>
                                <p:cTn id="20" presetID="10" presetClass="entr" presetSubtype="0" fill="hold" nodeType="withEffect">
                                  <p:stCondLst>
                                    <p:cond delay="700"/>
                                  </p:stCondLst>
                                  <p:childTnLst>
                                    <p:set>
                                      <p:cBhvr>
                                        <p:cTn id="21" dur="1" fill="hold">
                                          <p:stCondLst>
                                            <p:cond delay="0"/>
                                          </p:stCondLst>
                                        </p:cTn>
                                        <p:tgtEl>
                                          <p:spTgt spid="44"/>
                                        </p:tgtEl>
                                        <p:attrNameLst>
                                          <p:attrName>style.visibility</p:attrName>
                                        </p:attrNameLst>
                                      </p:cBhvr>
                                      <p:to>
                                        <p:strVal val="visible"/>
                                      </p:to>
                                    </p:set>
                                  </p:childTnLst>
                                </p:cTn>
                              </p:par>
                              <p:par>
                                <p:cTn id="23" presetID="10" presetClass="entr" presetSubtype="0" fill="hold" nodeType="withEffect">
                                  <p:stCondLst>
                                    <p:cond delay="0"/>
                                  </p:stCondLst>
                                  <p:childTnLst>
                                    <p:set>
                                      <p:cBhvr>
                                        <p:cTn id="24" dur="1" fill="hold">
                                          <p:stCondLst>
                                            <p:cond delay="0"/>
                                          </p:stCondLst>
                                        </p:cTn>
                                        <p:tgtEl>
                                          <p:spTgt spid="55"/>
                                        </p:tgtEl>
                                        <p:attrNameLst>
                                          <p:attrName>style.visibility</p:attrName>
                                        </p:attrNameLst>
                                      </p:cBhvr>
                                      <p:to>
                                        <p:strVal val="visible"/>
                                      </p:to>
                                    </p:set>
                                    <p:animMotion origin="layout" pathEditMode="relative" path="M -0.14385659 -0.17900649 L 0.00000000 0.00000000 E">
                                      <p:cBhvr>
                                        <p:cTn id="26" dur="700" fill="hold"/>
                                        <p:tgtEl>
                                          <p:spTgt spid="55"/>
                                        </p:tgtEl>
                                        <p:attrNameLst>
                                          <p:attrName>ppt_x</p:attrName>
                                          <p:attrName>ppt_y</p:attrName>
                                        </p:attrNameLst>
                                      </p:cBhvr>
                                    </p:animMotion>
                                    <p:animScale zoomContents="1">
                                      <p:cBhvr>
                                        <p:cTn id="27" dur="700" fill="hold"/>
                                        <p:tgtEl>
                                          <p:spTgt spid="55"/>
                                        </p:tgtEl>
                                      </p:cBhvr>
                                      <p:from x="99455" y="99401"/>
                                      <p:to x="100000" y="100000"/>
                                    </p:animScale>
                                  </p:childTnLst>
                                </p:cTn>
                              </p:par>
                              <p:par>
                                <p:cTn id="28" presetID="10" presetClass="exit" presetSubtype="0" fill="hold" nodeType="withEffect">
                                  <p:stCondLst>
                                    <p:cond delay="0"/>
                                  </p:stCondLst>
                                  <p:childTnLst>
                                    <p:animEffect transition="out" filter="fade">
                                      <p:cBhvr>
                                        <p:cTn id="183" dur="200" fill="hold">
                                          <p:stCondLst>
                                            <p:cond delay="700"/>
                                          </p:stCondLst>
                                        </p:cTn>
                                        <p:tgtEl>
                                          <p:spTgt spid="55"/>
                                        </p:tgtEl>
                                      </p:cBhvr>
                                    </p:animEffect>
                                    <p:set>
                                      <p:cBhvr>
                                        <p:cTn id="184" dur="1" fill="hold">
                                          <p:stCondLst>
                                            <p:cond delay="900"/>
                                          </p:stCondLst>
                                        </p:cTn>
                                        <p:tgtEl>
                                          <p:spTgt spid="5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220"/>
                                        <p:tgtEl>
                                          <p:spTgt spid="31"/>
                                        </p:tgtEl>
                                      </p:cBhvr>
                                    </p:animEffect>
                                  </p:childTnLst>
                                </p:cTn>
                              </p:par>
                              <p:par>
                                <p:cTn id="34" presetID="10" presetClass="exit" presetSubtype="0" fill="hold" nodeType="withEffect">
                                  <p:stCondLst>
                                    <p:cond delay="0"/>
                                  </p:stCondLst>
                                  <p:childTnLst>
                                    <p:animEffect transition="out" filter="fade">
                                      <p:cBhvr>
                                        <p:cTn id="145" dur="200" fill="hold">
                                          <p:stCondLst>
                                            <p:cond delay="0"/>
                                          </p:stCondLst>
                                        </p:cTn>
                                        <p:tgtEl>
                                          <p:spTgt spid="30"/>
                                        </p:tgtEl>
                                      </p:cBhvr>
                                    </p:animEffect>
                                    <p:set>
                                      <p:cBhvr>
                                        <p:cTn id="146" dur="1" fill="hold">
                                          <p:stCondLst>
                                            <p:cond delay="200"/>
                                          </p:stCondLst>
                                        </p:cTn>
                                        <p:tgtEl>
                                          <p:spTgt spid="30"/>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163" dur="200" fill="hold">
                                          <p:stCondLst>
                                            <p:cond delay="0"/>
                                          </p:stCondLst>
                                        </p:cTn>
                                        <p:tgtEl>
                                          <p:spTgt spid="43"/>
                                        </p:tgtEl>
                                      </p:cBhvr>
                                    </p:animEffect>
                                    <p:set>
                                      <p:cBhvr>
                                        <p:cTn id="164" dur="1" fill="hold">
                                          <p:stCondLst>
                                            <p:cond delay="200"/>
                                          </p:stCondLst>
                                        </p:cTn>
                                        <p:tgtEl>
                                          <p:spTgt spid="4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165" dur="200" fill="hold">
                                          <p:stCondLst>
                                            <p:cond delay="0"/>
                                          </p:stCondLst>
                                        </p:cTn>
                                        <p:tgtEl>
                                          <p:spTgt spid="44"/>
                                        </p:tgtEl>
                                      </p:cBhvr>
                                    </p:animEffect>
                                    <p:set>
                                      <p:cBhvr>
                                        <p:cTn id="166" dur="1" fill="hold">
                                          <p:stCondLst>
                                            <p:cond delay="200"/>
                                          </p:stCondLst>
                                        </p:cTn>
                                        <p:tgtEl>
                                          <p:spTgt spid="44"/>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40" presetID="10" presetClass="entr" presetSubtype="0" fill="hold" nodeType="withEffect">
                                  <p:stCondLst>
                                    <p:cond delay="0"/>
                                  </p:stCondLst>
                                  <p:childTnLst>
                                    <p:set>
                                      <p:cBhvr>
                                        <p:cTn id="41" dur="1" fill="hold">
                                          <p:stCondLst>
                                            <p:cond delay="0"/>
                                          </p:stCondLst>
                                        </p:cTn>
                                        <p:tgtEl>
                                          <p:spTgt spid="46"/>
                                        </p:tgtEl>
                                        <p:attrNameLst>
                                          <p:attrName>style.visibility</p:attrName>
                                        </p:attrNameLst>
                                      </p:cBhvr>
                                      <p:to>
                                        <p:strVal val="visible"/>
                                      </p:to>
                                    </p:set>
                                  </p:childTnLst>
                                </p:cTn>
                              </p:par>
                              <p:par>
                                <p:cTn id="43" presetID="10" presetClass="entr" presetSubtype="0" fill="hold"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00"/>
                                        <p:tgtEl>
                                          <p:spTgt spid="32"/>
                                        </p:tgtEl>
                                      </p:cBhvr>
                                    </p:animEffect>
                                  </p:childTnLst>
                                </p:cTn>
                              </p:par>
                              <p:par>
                                <p:cTn id="51" presetID="10"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fade">
                                      <p:cBhvr>
                                        <p:cTn id="53" dur="400"/>
                                        <p:tgtEl>
                                          <p:spTgt spid="4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220"/>
                                        <p:tgtEl>
                                          <p:spTgt spid="33"/>
                                        </p:tgtEl>
                                      </p:cBhvr>
                                    </p:animEffect>
                                  </p:childTnLst>
                                </p:cTn>
                              </p:par>
                              <p:par>
                                <p:cTn id="59" presetID="10" presetClass="exit" presetSubtype="0" fill="hold" nodeType="withEffect">
                                  <p:stCondLst>
                                    <p:cond delay="0"/>
                                  </p:stCondLst>
                                  <p:childTnLst>
                                    <p:animEffect transition="out" filter="fade">
                                      <p:cBhvr>
                                        <p:cTn id="147" dur="200" fill="hold">
                                          <p:stCondLst>
                                            <p:cond delay="0"/>
                                          </p:stCondLst>
                                        </p:cTn>
                                        <p:tgtEl>
                                          <p:spTgt spid="32"/>
                                        </p:tgtEl>
                                      </p:cBhvr>
                                    </p:animEffect>
                                    <p:set>
                                      <p:cBhvr>
                                        <p:cTn id="148" dur="1" fill="hold">
                                          <p:stCondLst>
                                            <p:cond delay="200"/>
                                          </p:stCondLst>
                                        </p:cTn>
                                        <p:tgtEl>
                                          <p:spTgt spid="32"/>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fade">
                                      <p:cBhvr>
                                        <p:cTn id="64" dur="400"/>
                                        <p:tgtEl>
                                          <p:spTgt spid="3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70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220"/>
                                        <p:tgtEl>
                                          <p:spTgt spid="35"/>
                                        </p:tgtEl>
                                      </p:cBhvr>
                                    </p:animEffect>
                                  </p:childTnLst>
                                </p:cTn>
                              </p:par>
                              <p:par>
                                <p:cTn id="70" presetID="10" presetClass="exit" presetSubtype="0" fill="hold" nodeType="withEffect">
                                  <p:stCondLst>
                                    <p:cond delay="0"/>
                                  </p:stCondLst>
                                  <p:childTnLst>
                                    <p:animEffect transition="out" filter="fade">
                                      <p:cBhvr>
                                        <p:cTn id="149" dur="200" fill="hold">
                                          <p:stCondLst>
                                            <p:cond delay="700"/>
                                          </p:stCondLst>
                                        </p:cTn>
                                        <p:tgtEl>
                                          <p:spTgt spid="31"/>
                                        </p:tgtEl>
                                      </p:cBhvr>
                                    </p:animEffect>
                                    <p:set>
                                      <p:cBhvr>
                                        <p:cTn id="150" dur="1" fill="hold">
                                          <p:stCondLst>
                                            <p:cond delay="900"/>
                                          </p:stCondLst>
                                        </p:cTn>
                                        <p:tgtEl>
                                          <p:spTgt spid="31"/>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167" dur="200" fill="hold">
                                          <p:stCondLst>
                                            <p:cond delay="700"/>
                                          </p:stCondLst>
                                        </p:cTn>
                                        <p:tgtEl>
                                          <p:spTgt spid="45"/>
                                        </p:tgtEl>
                                      </p:cBhvr>
                                    </p:animEffect>
                                    <p:set>
                                      <p:cBhvr>
                                        <p:cTn id="168" dur="1" fill="hold">
                                          <p:stCondLst>
                                            <p:cond delay="900"/>
                                          </p:stCondLst>
                                        </p:cTn>
                                        <p:tgtEl>
                                          <p:spTgt spid="45"/>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169" dur="200" fill="hold">
                                          <p:stCondLst>
                                            <p:cond delay="700"/>
                                          </p:stCondLst>
                                        </p:cTn>
                                        <p:tgtEl>
                                          <p:spTgt spid="46"/>
                                        </p:tgtEl>
                                      </p:cBhvr>
                                    </p:animEffect>
                                    <p:set>
                                      <p:cBhvr>
                                        <p:cTn id="170" dur="1" fill="hold">
                                          <p:stCondLst>
                                            <p:cond delay="900"/>
                                          </p:stCondLst>
                                        </p:cTn>
                                        <p:tgtEl>
                                          <p:spTgt spid="46"/>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171" dur="200" fill="hold">
                                          <p:stCondLst>
                                            <p:cond delay="700"/>
                                          </p:stCondLst>
                                        </p:cTn>
                                        <p:tgtEl>
                                          <p:spTgt spid="47"/>
                                        </p:tgtEl>
                                      </p:cBhvr>
                                    </p:animEffect>
                                    <p:set>
                                      <p:cBhvr>
                                        <p:cTn id="172" dur="1" fill="hold">
                                          <p:stCondLst>
                                            <p:cond delay="900"/>
                                          </p:stCondLst>
                                        </p:cTn>
                                        <p:tgtEl>
                                          <p:spTgt spid="47"/>
                                        </p:tgtEl>
                                        <p:attrNameLst>
                                          <p:attrName>style.visibility</p:attrName>
                                        </p:attrNameLst>
                                      </p:cBhvr>
                                      <p:to>
                                        <p:strVal val="hidden"/>
                                      </p:to>
                                    </p:set>
                                  </p:childTnLst>
                                </p:cTn>
                              </p:par>
                              <p:par>
                                <p:cTn id="74" presetID="10" presetClass="entr" presetSubtype="0" fill="hold" nodeType="withEffect">
                                  <p:stCondLst>
                                    <p:cond delay="700"/>
                                  </p:stCondLst>
                                  <p:childTnLst>
                                    <p:set>
                                      <p:cBhvr>
                                        <p:cTn id="75" dur="1" fill="hold">
                                          <p:stCondLst>
                                            <p:cond delay="0"/>
                                          </p:stCondLst>
                                        </p:cTn>
                                        <p:tgtEl>
                                          <p:spTgt spid="48"/>
                                        </p:tgtEl>
                                        <p:attrNameLst>
                                          <p:attrName>style.visibility</p:attrName>
                                        </p:attrNameLst>
                                      </p:cBhvr>
                                      <p:to>
                                        <p:strVal val="visible"/>
                                      </p:to>
                                    </p:set>
                                  </p:childTnLst>
                                </p:cTn>
                              </p:par>
                              <p:par>
                                <p:cTn id="77" presetID="10" presetClass="entr" presetSubtype="0" fill="hold" nodeType="withEffect">
                                  <p:stCondLst>
                                    <p:cond delay="700"/>
                                  </p:stCondLst>
                                  <p:childTnLst>
                                    <p:set>
                                      <p:cBhvr>
                                        <p:cTn id="78" dur="1" fill="hold">
                                          <p:stCondLst>
                                            <p:cond delay="0"/>
                                          </p:stCondLst>
                                        </p:cTn>
                                        <p:tgtEl>
                                          <p:spTgt spid="49"/>
                                        </p:tgtEl>
                                        <p:attrNameLst>
                                          <p:attrName>style.visibility</p:attrName>
                                        </p:attrNameLst>
                                      </p:cBhvr>
                                      <p:to>
                                        <p:strVal val="visible"/>
                                      </p:to>
                                    </p:set>
                                  </p:childTnLst>
                                </p:cTn>
                              </p:par>
                              <p:par>
                                <p:cTn id="80" presetID="10" presetClass="entr" presetSubtype="0" fill="hold" nodeType="withEffect">
                                  <p:stCondLst>
                                    <p:cond delay="700"/>
                                  </p:stCondLst>
                                  <p:childTnLst>
                                    <p:set>
                                      <p:cBhvr>
                                        <p:cTn id="81" dur="1" fill="hold">
                                          <p:stCondLst>
                                            <p:cond delay="0"/>
                                          </p:stCondLst>
                                        </p:cTn>
                                        <p:tgtEl>
                                          <p:spTgt spid="50"/>
                                        </p:tgtEl>
                                        <p:attrNameLst>
                                          <p:attrName>style.visibility</p:attrName>
                                        </p:attrNameLst>
                                      </p:cBhvr>
                                      <p:to>
                                        <p:strVal val="visible"/>
                                      </p:to>
                                    </p:set>
                                  </p:childTnLst>
                                </p:cTn>
                              </p:par>
                              <p:par>
                                <p:cTn id="83" presetID="10" presetClass="entr" presetSubtype="0"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animMotion origin="layout" pathEditMode="relative" path="M -0.19799840 0.09640383 L 0.00000000 0.00000000 E">
                                      <p:cBhvr>
                                        <p:cTn id="86" dur="700" fill="hold"/>
                                        <p:tgtEl>
                                          <p:spTgt spid="57"/>
                                        </p:tgtEl>
                                        <p:attrNameLst>
                                          <p:attrName>ppt_x</p:attrName>
                                          <p:attrName>ppt_y</p:attrName>
                                        </p:attrNameLst>
                                      </p:cBhvr>
                                    </p:animMotion>
                                    <p:animScale zoomContents="1">
                                      <p:cBhvr>
                                        <p:cTn id="87" dur="700" fill="hold"/>
                                        <p:tgtEl>
                                          <p:spTgt spid="57"/>
                                        </p:tgtEl>
                                      </p:cBhvr>
                                      <p:from x="131355" y="140738"/>
                                      <p:to x="100000" y="100000"/>
                                    </p:animScale>
                                  </p:childTnLst>
                                </p:cTn>
                              </p:par>
                              <p:par>
                                <p:cTn id="88" presetID="10" presetClass="exit" presetSubtype="0" fill="hold" nodeType="withEffect">
                                  <p:stCondLst>
                                    <p:cond delay="0"/>
                                  </p:stCondLst>
                                  <p:childTnLst>
                                    <p:animEffect transition="out" filter="fade">
                                      <p:cBhvr>
                                        <p:cTn id="185" dur="200" fill="hold">
                                          <p:stCondLst>
                                            <p:cond delay="700"/>
                                          </p:stCondLst>
                                        </p:cTn>
                                        <p:tgtEl>
                                          <p:spTgt spid="57"/>
                                        </p:tgtEl>
                                      </p:cBhvr>
                                    </p:animEffect>
                                    <p:set>
                                      <p:cBhvr>
                                        <p:cTn id="186" dur="1" fill="hold">
                                          <p:stCondLst>
                                            <p:cond delay="900"/>
                                          </p:stCondLst>
                                        </p:cTn>
                                        <p:tgtEl>
                                          <p:spTgt spid="57"/>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220"/>
                                        <p:tgtEl>
                                          <p:spTgt spid="36"/>
                                        </p:tgtEl>
                                      </p:cBhvr>
                                    </p:animEffect>
                                  </p:childTnLst>
                                </p:cTn>
                              </p:par>
                              <p:par>
                                <p:cTn id="94" presetID="10" presetClass="exit" presetSubtype="0" fill="hold" nodeType="withEffect">
                                  <p:stCondLst>
                                    <p:cond delay="0"/>
                                  </p:stCondLst>
                                  <p:childTnLst>
                                    <p:animEffect transition="out" filter="fade">
                                      <p:cBhvr>
                                        <p:cTn id="151" dur="200" fill="hold">
                                          <p:stCondLst>
                                            <p:cond delay="0"/>
                                          </p:stCondLst>
                                        </p:cTn>
                                        <p:tgtEl>
                                          <p:spTgt spid="35"/>
                                        </p:tgtEl>
                                      </p:cBhvr>
                                    </p:animEffect>
                                    <p:set>
                                      <p:cBhvr>
                                        <p:cTn id="152" dur="1" fill="hold">
                                          <p:stCondLst>
                                            <p:cond delay="200"/>
                                          </p:stCondLst>
                                        </p:cTn>
                                        <p:tgtEl>
                                          <p:spTgt spid="35"/>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173" dur="200" fill="hold">
                                          <p:stCondLst>
                                            <p:cond delay="0"/>
                                          </p:stCondLst>
                                        </p:cTn>
                                        <p:tgtEl>
                                          <p:spTgt spid="48"/>
                                        </p:tgtEl>
                                      </p:cBhvr>
                                    </p:animEffect>
                                    <p:set>
                                      <p:cBhvr>
                                        <p:cTn id="174" dur="1" fill="hold">
                                          <p:stCondLst>
                                            <p:cond delay="200"/>
                                          </p:stCondLst>
                                        </p:cTn>
                                        <p:tgtEl>
                                          <p:spTgt spid="48"/>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175" dur="200" fill="hold">
                                          <p:stCondLst>
                                            <p:cond delay="0"/>
                                          </p:stCondLst>
                                        </p:cTn>
                                        <p:tgtEl>
                                          <p:spTgt spid="49"/>
                                        </p:tgtEl>
                                      </p:cBhvr>
                                    </p:animEffect>
                                    <p:set>
                                      <p:cBhvr>
                                        <p:cTn id="176" dur="1" fill="hold">
                                          <p:stCondLst>
                                            <p:cond delay="200"/>
                                          </p:stCondLst>
                                        </p:cTn>
                                        <p:tgtEl>
                                          <p:spTgt spid="49"/>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177" dur="200" fill="hold">
                                          <p:stCondLst>
                                            <p:cond delay="0"/>
                                          </p:stCondLst>
                                        </p:cTn>
                                        <p:tgtEl>
                                          <p:spTgt spid="50"/>
                                        </p:tgtEl>
                                      </p:cBhvr>
                                    </p:animEffect>
                                    <p:set>
                                      <p:cBhvr>
                                        <p:cTn id="178" dur="1" fill="hold">
                                          <p:stCondLst>
                                            <p:cond delay="200"/>
                                          </p:stCondLst>
                                        </p:cTn>
                                        <p:tgtEl>
                                          <p:spTgt spid="50"/>
                                        </p:tgtEl>
                                        <p:attrNameLst>
                                          <p:attrName>style.visibility</p:attrName>
                                        </p:attrNameLst>
                                      </p:cBhvr>
                                      <p:to>
                                        <p:strVal val="hidden"/>
                                      </p:to>
                                    </p:set>
                                  </p:childTnLst>
                                </p:cTn>
                              </p:par>
                              <p:par>
                                <p:cTn id="98" presetID="10" presetClass="entr" presetSubtype="0" fill="hold" nodeType="withEffect">
                                  <p:stCondLst>
                                    <p:cond delay="0"/>
                                  </p:stCondLst>
                                  <p:childTnLst>
                                    <p:set>
                                      <p:cBhvr>
                                        <p:cTn id="99" dur="1" fill="hold">
                                          <p:stCondLst>
                                            <p:cond delay="0"/>
                                          </p:stCondLst>
                                        </p:cTn>
                                        <p:tgtEl>
                                          <p:spTgt spid="5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220"/>
                                        <p:tgtEl>
                                          <p:spTgt spid="37"/>
                                        </p:tgtEl>
                                      </p:cBhvr>
                                    </p:animEffect>
                                  </p:childTnLst>
                                </p:cTn>
                              </p:par>
                              <p:par>
                                <p:cTn id="106" presetID="10" presetClass="exit" presetSubtype="0" fill="hold" nodeType="withEffect">
                                  <p:stCondLst>
                                    <p:cond delay="0"/>
                                  </p:stCondLst>
                                  <p:childTnLst>
                                    <p:animEffect transition="out" filter="fade">
                                      <p:cBhvr>
                                        <p:cTn id="153" dur="200" fill="hold">
                                          <p:stCondLst>
                                            <p:cond delay="0"/>
                                          </p:stCondLst>
                                        </p:cTn>
                                        <p:tgtEl>
                                          <p:spTgt spid="36"/>
                                        </p:tgtEl>
                                      </p:cBhvr>
                                    </p:animEffect>
                                    <p:set>
                                      <p:cBhvr>
                                        <p:cTn id="154" dur="1" fill="hold">
                                          <p:stCondLst>
                                            <p:cond delay="200"/>
                                          </p:stCondLst>
                                        </p:cTn>
                                        <p:tgtEl>
                                          <p:spTgt spid="36"/>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79" dur="200" fill="hold">
                                          <p:stCondLst>
                                            <p:cond delay="0"/>
                                          </p:stCondLst>
                                        </p:cTn>
                                        <p:tgtEl>
                                          <p:spTgt spid="51"/>
                                        </p:tgtEl>
                                      </p:cBhvr>
                                    </p:animEffect>
                                    <p:set>
                                      <p:cBhvr>
                                        <p:cTn id="180" dur="1" fill="hold">
                                          <p:stCondLst>
                                            <p:cond delay="200"/>
                                          </p:stCondLst>
                                        </p:cTn>
                                        <p:tgtEl>
                                          <p:spTgt spid="51"/>
                                        </p:tgtEl>
                                        <p:attrNameLst>
                                          <p:attrName>style.visibility</p:attrName>
                                        </p:attrNameLst>
                                      </p:cBhvr>
                                      <p:to>
                                        <p:strVal val="hidden"/>
                                      </p:to>
                                    </p:set>
                                  </p:childTnLst>
                                </p:cTn>
                              </p:par>
                              <p:par>
                                <p:cTn id="108" presetID="10" presetClass="entr" presetSubtype="0" fill="hold" nodeType="withEffect">
                                  <p:stCondLst>
                                    <p:cond delay="0"/>
                                  </p:stCondLst>
                                  <p:childTnLst>
                                    <p:set>
                                      <p:cBhvr>
                                        <p:cTn id="109" dur="1" fill="hold">
                                          <p:stCondLst>
                                            <p:cond delay="0"/>
                                          </p:stCondLst>
                                        </p:cTn>
                                        <p:tgtEl>
                                          <p:spTgt spid="5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00"/>
                                        <p:tgtEl>
                                          <p:spTgt spid="3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400"/>
                                        <p:tgtEl>
                                          <p:spTgt spid="39"/>
                                        </p:tgtEl>
                                      </p:cBhvr>
                                    </p:animEffect>
                                  </p:childTnLst>
                                </p:cTn>
                              </p:par>
                              <p:par>
                                <p:cTn id="121" presetID="10" presetClass="entr" presetSubtype="0" fill="hold" nodeType="withEffect">
                                  <p:stCondLst>
                                    <p:cond delay="0"/>
                                  </p:stCondLst>
                                  <p:childTnLst>
                                    <p:set>
                                      <p:cBhvr>
                                        <p:cTn id="122" dur="1" fill="hold">
                                          <p:stCondLst>
                                            <p:cond delay="0"/>
                                          </p:stCondLst>
                                        </p:cTn>
                                        <p:tgtEl>
                                          <p:spTgt spid="22"/>
                                        </p:tgtEl>
                                        <p:attrNameLst>
                                          <p:attrName>style.visibility</p:attrName>
                                        </p:attrNameLst>
                                      </p:cBhvr>
                                      <p:to>
                                        <p:strVal val="visible"/>
                                      </p:to>
                                    </p:set>
                                    <p:animEffect transition="in" filter="fade">
                                      <p:cBhvr>
                                        <p:cTn id="123" dur="400"/>
                                        <p:tgtEl>
                                          <p:spTgt spid="22"/>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700"/>
                                  </p:stCondLst>
                                  <p:childTnLst>
                                    <p:set>
                                      <p:cBhvr>
                                        <p:cTn id="127" dur="1" fill="hold">
                                          <p:stCondLst>
                                            <p:cond delay="0"/>
                                          </p:stCondLst>
                                        </p:cTn>
                                        <p:tgtEl>
                                          <p:spTgt spid="40"/>
                                        </p:tgtEl>
                                        <p:attrNameLst>
                                          <p:attrName>style.visibility</p:attrName>
                                        </p:attrNameLst>
                                      </p:cBhvr>
                                      <p:to>
                                        <p:strVal val="visible"/>
                                      </p:to>
                                    </p:set>
                                    <p:animEffect transition="in" filter="fade">
                                      <p:cBhvr>
                                        <p:cTn id="128" dur="220"/>
                                        <p:tgtEl>
                                          <p:spTgt spid="40"/>
                                        </p:tgtEl>
                                      </p:cBhvr>
                                    </p:animEffect>
                                  </p:childTnLst>
                                </p:cTn>
                              </p:par>
                              <p:par>
                                <p:cTn id="129" presetID="10" presetClass="exit" presetSubtype="0" fill="hold" nodeType="withEffect">
                                  <p:stCondLst>
                                    <p:cond delay="0"/>
                                  </p:stCondLst>
                                  <p:childTnLst>
                                    <p:animEffect transition="out" filter="fade">
                                      <p:cBhvr>
                                        <p:cTn id="155" dur="200" fill="hold">
                                          <p:stCondLst>
                                            <p:cond delay="700"/>
                                          </p:stCondLst>
                                        </p:cTn>
                                        <p:tgtEl>
                                          <p:spTgt spid="37"/>
                                        </p:tgtEl>
                                      </p:cBhvr>
                                    </p:animEffect>
                                    <p:set>
                                      <p:cBhvr>
                                        <p:cTn id="156" dur="1" fill="hold">
                                          <p:stCondLst>
                                            <p:cond delay="900"/>
                                          </p:stCondLst>
                                        </p:cTn>
                                        <p:tgtEl>
                                          <p:spTgt spid="37"/>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57" dur="200" fill="hold">
                                          <p:stCondLst>
                                            <p:cond delay="0"/>
                                          </p:stCondLst>
                                        </p:cTn>
                                        <p:tgtEl>
                                          <p:spTgt spid="33"/>
                                        </p:tgtEl>
                                      </p:cBhvr>
                                    </p:animEffect>
                                    <p:set>
                                      <p:cBhvr>
                                        <p:cTn id="158" dur="1" fill="hold">
                                          <p:stCondLst>
                                            <p:cond delay="200"/>
                                          </p:stCondLst>
                                        </p:cTn>
                                        <p:tgtEl>
                                          <p:spTgt spid="33"/>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59" dur="200" fill="hold">
                                          <p:stCondLst>
                                            <p:cond delay="0"/>
                                          </p:stCondLst>
                                        </p:cTn>
                                        <p:tgtEl>
                                          <p:spTgt spid="34"/>
                                        </p:tgtEl>
                                      </p:cBhvr>
                                    </p:animEffect>
                                    <p:set>
                                      <p:cBhvr>
                                        <p:cTn id="160" dur="1" fill="hold">
                                          <p:stCondLst>
                                            <p:cond delay="200"/>
                                          </p:stCondLst>
                                        </p:cTn>
                                        <p:tgtEl>
                                          <p:spTgt spid="34"/>
                                        </p:tgtEl>
                                        <p:attrNameLst>
                                          <p:attrName>style.visibility</p:attrName>
                                        </p:attrNameLst>
                                      </p:cBhvr>
                                      <p:to>
                                        <p:strVal val="hidden"/>
                                      </p:to>
                                    </p:set>
                                  </p:childTnLst>
                                </p:cTn>
                              </p:par>
                              <p:par>
                                <p:cTn id="132" presetID="10" presetClass="exit" presetSubtype="0" fill="hold" nodeType="withEffect">
                                  <p:stCondLst>
                                    <p:cond delay="0"/>
                                  </p:stCondLst>
                                  <p:childTnLst>
                                    <p:animEffect transition="out" filter="fade">
                                      <p:cBhvr>
                                        <p:cTn id="161" dur="200" fill="hold">
                                          <p:stCondLst>
                                            <p:cond delay="0"/>
                                          </p:stCondLst>
                                        </p:cTn>
                                        <p:tgtEl>
                                          <p:spTgt spid="42"/>
                                        </p:tgtEl>
                                      </p:cBhvr>
                                    </p:animEffect>
                                    <p:set>
                                      <p:cBhvr>
                                        <p:cTn id="162" dur="1" fill="hold">
                                          <p:stCondLst>
                                            <p:cond delay="200"/>
                                          </p:stCondLst>
                                        </p:cTn>
                                        <p:tgtEl>
                                          <p:spTgt spid="42"/>
                                        </p:tgtEl>
                                        <p:attrNameLst>
                                          <p:attrName>style.visibility</p:attrName>
                                        </p:attrNameLst>
                                      </p:cBhvr>
                                      <p:to>
                                        <p:strVal val="hidden"/>
                                      </p:to>
                                    </p:set>
                                  </p:childTnLst>
                                </p:cTn>
                              </p:par>
                              <p:par>
                                <p:cTn id="133" presetID="10" presetClass="exit" presetSubtype="0" fill="hold" nodeType="withEffect">
                                  <p:stCondLst>
                                    <p:cond delay="0"/>
                                  </p:stCondLst>
                                  <p:childTnLst>
                                    <p:animEffect transition="out" filter="fade">
                                      <p:cBhvr>
                                        <p:cTn id="181" dur="200" fill="hold">
                                          <p:stCondLst>
                                            <p:cond delay="700"/>
                                          </p:stCondLst>
                                        </p:cTn>
                                        <p:tgtEl>
                                          <p:spTgt spid="52"/>
                                        </p:tgtEl>
                                      </p:cBhvr>
                                    </p:animEffect>
                                    <p:set>
                                      <p:cBhvr>
                                        <p:cTn id="182" dur="1" fill="hold">
                                          <p:stCondLst>
                                            <p:cond delay="900"/>
                                          </p:stCondLst>
                                        </p:cTn>
                                        <p:tgtEl>
                                          <p:spTgt spid="52"/>
                                        </p:tgtEl>
                                        <p:attrNameLst>
                                          <p:attrName>style.visibility</p:attrName>
                                        </p:attrNameLst>
                                      </p:cBhvr>
                                      <p:to>
                                        <p:strVal val="hidden"/>
                                      </p:to>
                                    </p:set>
                                  </p:childTnLst>
                                </p:cTn>
                              </p:par>
                              <p:par>
                                <p:cTn id="134" presetID="10" presetClass="entr" presetSubtype="0" fill="hold" nodeType="withEffect">
                                  <p:stCondLst>
                                    <p:cond delay="700"/>
                                  </p:stCondLst>
                                  <p:childTnLst>
                                    <p:set>
                                      <p:cBhvr>
                                        <p:cTn id="135" dur="1" fill="hold">
                                          <p:stCondLst>
                                            <p:cond delay="0"/>
                                          </p:stCondLst>
                                        </p:cTn>
                                        <p:tgtEl>
                                          <p:spTgt spid="53"/>
                                        </p:tgtEl>
                                        <p:attrNameLst>
                                          <p:attrName>style.visibility</p:attrName>
                                        </p:attrNameLst>
                                      </p:cBhvr>
                                      <p:to>
                                        <p:strVal val="visible"/>
                                      </p:to>
                                    </p:set>
                                  </p:childTnLst>
                                </p:cTn>
                              </p:par>
                              <p:par>
                                <p:cTn id="137" presetID="10" presetClass="entr" presetSubtype="0" fill="hold" nodeType="withEffect">
                                  <p:stCondLst>
                                    <p:cond delay="0"/>
                                  </p:stCondLst>
                                  <p:childTnLst>
                                    <p:set>
                                      <p:cBhvr>
                                        <p:cTn id="138" dur="1" fill="hold">
                                          <p:stCondLst>
                                            <p:cond delay="0"/>
                                          </p:stCondLst>
                                        </p:cTn>
                                        <p:tgtEl>
                                          <p:spTgt spid="59"/>
                                        </p:tgtEl>
                                        <p:attrNameLst>
                                          <p:attrName>style.visibility</p:attrName>
                                        </p:attrNameLst>
                                      </p:cBhvr>
                                      <p:to>
                                        <p:strVal val="visible"/>
                                      </p:to>
                                    </p:set>
                                    <p:animMotion origin="layout" pathEditMode="relative" path="M 0.01721633 0.24648046 L 0.00000000 0.00000000 E">
                                      <p:cBhvr>
                                        <p:cTn id="140" dur="700" fill="hold"/>
                                        <p:tgtEl>
                                          <p:spTgt spid="59"/>
                                        </p:tgtEl>
                                        <p:attrNameLst>
                                          <p:attrName>ppt_x</p:attrName>
                                          <p:attrName>ppt_y</p:attrName>
                                        </p:attrNameLst>
                                      </p:cBhvr>
                                    </p:animMotion>
                                    <p:animScale zoomContents="1">
                                      <p:cBhvr>
                                        <p:cTn id="141" dur="700" fill="hold"/>
                                        <p:tgtEl>
                                          <p:spTgt spid="59"/>
                                        </p:tgtEl>
                                      </p:cBhvr>
                                      <p:from x="96670" y="97061"/>
                                      <p:to x="100000" y="100000"/>
                                    </p:animScale>
                                  </p:childTnLst>
                                </p:cTn>
                              </p:par>
                              <p:par>
                                <p:cTn id="142" presetID="10" presetClass="exit" presetSubtype="0" fill="hold" nodeType="withEffect">
                                  <p:stCondLst>
                                    <p:cond delay="0"/>
                                  </p:stCondLst>
                                  <p:childTnLst>
                                    <p:animEffect transition="out" filter="fade">
                                      <p:cBhvr>
                                        <p:cTn id="187" dur="200" fill="hold">
                                          <p:stCondLst>
                                            <p:cond delay="700"/>
                                          </p:stCondLst>
                                        </p:cTn>
                                        <p:tgtEl>
                                          <p:spTgt spid="59"/>
                                        </p:tgtEl>
                                      </p:cBhvr>
                                    </p:animEffect>
                                    <p:set>
                                      <p:cBhvr>
                                        <p:cTn id="188" dur="1" fill="hold">
                                          <p:stCondLst>
                                            <p:cond delay="900"/>
                                          </p:stCondLst>
                                        </p:cTn>
                                        <p:tgtEl>
                                          <p:spTgt spid="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081976AD-2A4A-4C11-AD7A-FD1B1DF43755}"/>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CEE7AB89-20F1-44E6-8B05-9EBCCC4B1212}"/>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9B18F8DA-1722-435F-825A-2E294D220465}"/>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3903424-7B10-4941-8AF5-CE703BF03B2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707C8D65-E895-40FC-AA75-5345C1D8478A}"/>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4FD511F7-6B6D-4FCF-8394-DD5543A4A3CB}"/>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9EF18A4C-3957-4244-A791-AC46FE8FFD2A}"/>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DEBF8BC7-7BAD-4412-8613-F380FC561394}"/>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DE5D3AD4-5BDB-42B7-9833-62541F220C08}"/>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0009A0EF-C351-44AC-9E9B-22D183A68A59}"/>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68153C86-59F9-4DB8-9D2F-81F75ECF65EE}"/>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DB703505-07FA-49F9-B1C9-E0862F410EBC}"/>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A8C08415-B3CC-457D-83E6-3B23513EC0FC}"/>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CA8CD84D-E3A0-4E1D-8FC8-E4E7CFD3CD3B}"/>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E6985899-2A2D-4F62-8DDD-F87D9EF42B07}"/>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23C44B91-2377-4030-9492-D3FE04580D80}"/>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C867B1D1-36DD-4F85-AF7F-61ED00CDFFA6}"/>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C05D96B3-61DD-4D7B-9892-2311C04E94F2}"/>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A0291C63-BA78-49B2-815F-C05ED57EF10A}"/>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Coefficients determine the spectral lines</a:t>
            </a:r>
          </a:p>
        </p:txBody>
      </p:sp>
      <p:graphicFrame>
        <p:nvGraphicFramePr>
          <p:cNvPr id="22" name="coefficient-sample">
            <a:extLst xmlns:a="http://schemas.openxmlformats.org/drawingml/2006/main">
              <a:ext uri="{FF2B5EF4-FFF2-40B4-BE49-F238E27FC236}">
                <a16:creationId xmlns:a16="http://schemas.microsoft.com/office/drawing/2014/main" id="{E7445F3B-F8E2-4A3A-89A3-36BDAEA2EF6C}"/>
              </a:ext>
            </a:extLst>
          </p:cNvPr>
          <p:cNvGraphicFramePr/>
          <p:nvPr/>
        </p:nvGraphicFramePr>
        <p:xfrm>
          <a:off xmlns:a="http://schemas.openxmlformats.org/drawingml/2006/main" x="666750" y="4772025"/>
          <a:ext xmlns:a="http://schemas.openxmlformats.org/drawingml/2006/main" cx="5562600" cy="1657350"/>
        </p:xfrm>
        <a:graphic xmlns:a="http://schemas.openxmlformats.org/drawingml/2006/main">
          <a:graphicData uri="http://schemas.openxmlformats.org/drawingml/2006/table">
            <a:tbl>
              <a:tblPr firstRow="0" bandRow="0"/>
              <a:tblGrid>
                <a:gridCol w="542925"/>
                <a:gridCol w="2152650"/>
                <a:gridCol w="1323975"/>
                <a:gridCol w="1543050"/>
              </a:tblGrid>
              <a:tr h="414338">
                <a:tc>
                  <a:txBody>
                    <a:bodyPr/>
                    <a:lstStyle/>
                    <a:p>
                      <a:pPr algn="ctr"/>
                      <a:r>
                        <a:rPr sz="1800" b="1">
                          <a:solidFill>
                            <a:srgbClr val="202020"/>
                          </a:solidFill>
                          <a:latin typeface="Times New Roman"/>
                          <a:ea typeface="Times New Roman"/>
                          <a:cs typeface="Times New Roman"/>
                        </a:rPr>
                        <a:t>n</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1800" b="1">
                          <a:solidFill>
                            <a:srgbClr val="202020"/>
                          </a:solidFill>
                          <a:latin typeface="Times New Roman"/>
                          <a:ea typeface="Times New Roman"/>
                          <a:cs typeface="Times New Roman"/>
                        </a:rPr>
                        <a:t>Frequency (kHz)</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1800" b="1">
                          <a:solidFill>
                            <a:srgbClr val="202020"/>
                          </a:solidFill>
                          <a:latin typeface="Times New Roman"/>
                          <a:ea typeface="Times New Roman"/>
                          <a:cs typeface="Times New Roman"/>
                        </a:rPr>
                        <a:t>c_n</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1800" b="1">
                          <a:solidFill>
                            <a:srgbClr val="202020"/>
                          </a:solidFill>
                          <a:latin typeface="Times New Roman"/>
                          <a:ea typeface="Times New Roman"/>
                          <a:cs typeface="Times New Roman"/>
                        </a:rPr>
                        <a:t>Magnitude</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414338">
                <a:tc>
                  <a:txBody>
                    <a:bodyPr/>
                    <a:lstStyle/>
                    <a:p>
                      <a:pPr algn="ctr"/>
                      <a:r>
                        <a:rPr sz="1800" b="1">
                          <a:solidFill>
                            <a:srgbClr val="202020"/>
                          </a:solidFill>
                          <a:latin typeface="Times New Roman"/>
                          <a:ea typeface="Times New Roman"/>
                          <a:cs typeface="Times New Roman"/>
                        </a:rPr>
                        <a:t>0</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+/-12.25</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0.765</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0.383</a:t>
                      </a:r>
                    </a:p>
                  </a:txBody>
                  <a:tcPr marL="91440" marR="91440" marT="45720" marB="45720" anchor="ctr">
                    <a:lnR w="9525">
                      <a:solidFill>
                        <a:srgbClr val="B0B0B0"/>
                      </a:solidFill>
                    </a:lnR>
                    <a:lnB w="9525">
                      <a:solidFill>
                        <a:srgbClr val="B0B0B0"/>
                      </a:solidFill>
                    </a:lnB>
                    <a:solidFill>
                      <a:srgbClr val="FFFFFF"/>
                    </a:solidFill>
                  </a:tcPr>
                </a:tc>
              </a:tr>
              <a:tr h="414338">
                <a:tc>
                  <a:txBody>
                    <a:bodyPr/>
                    <a:lstStyle/>
                    <a:p>
                      <a:pPr algn="ctr"/>
                      <a:r>
                        <a:rPr sz="1800" b="1">
                          <a:solidFill>
                            <a:srgbClr val="202020"/>
                          </a:solidFill>
                          <a:latin typeface="Times New Roman"/>
                          <a:ea typeface="Times New Roman"/>
                          <a:cs typeface="Times New Roman"/>
                        </a:rPr>
                        <a:t>-1</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+/-11.25</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-0.440</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0.220</a:t>
                      </a:r>
                    </a:p>
                  </a:txBody>
                  <a:tcPr marL="91440" marR="91440" marT="45720" marB="45720" anchor="ctr">
                    <a:lnR w="9525">
                      <a:solidFill>
                        <a:srgbClr val="B0B0B0"/>
                      </a:solidFill>
                    </a:lnR>
                    <a:lnB w="9525">
                      <a:solidFill>
                        <a:srgbClr val="B0B0B0"/>
                      </a:solidFill>
                    </a:lnB>
                    <a:solidFill>
                      <a:srgbClr val="FFFFFF"/>
                    </a:solidFill>
                  </a:tcPr>
                </a:tc>
              </a:tr>
              <a:tr h="414338">
                <a:tc>
                  <a:txBody>
                    <a:bodyPr/>
                    <a:lstStyle/>
                    <a:p>
                      <a:pPr algn="ctr"/>
                      <a:r>
                        <a:rPr sz="1800" b="1">
                          <a:solidFill>
                            <a:srgbClr val="202020"/>
                          </a:solidFill>
                          <a:latin typeface="Times New Roman"/>
                          <a:ea typeface="Times New Roman"/>
                          <a:cs typeface="Times New Roman"/>
                        </a:rPr>
                        <a:t>1</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+/-13.25</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0.440</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1800" b="0">
                          <a:solidFill>
                            <a:srgbClr val="202020"/>
                          </a:solidFill>
                          <a:latin typeface="Times New Roman"/>
                          <a:ea typeface="Times New Roman"/>
                          <a:cs typeface="Times New Roman"/>
                        </a:rPr>
                        <a:t>0.220</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23" name="sample-axis--1-axis-shaft">
            <a:extLst xmlns:a="http://schemas.openxmlformats.org/drawingml/2006/main">
              <a:ext uri="{FF2B5EF4-FFF2-40B4-BE49-F238E27FC236}">
                <a16:creationId xmlns:a16="http://schemas.microsoft.com/office/drawing/2014/main" id="{3504FDEF-77A7-4A19-A997-1045E055F958}"/>
              </a:ext>
            </a:extLst>
          </p:cNvPr>
          <p:cNvSpPr>
            <a:spLocks xmlns:a="http://schemas.openxmlformats.org/drawingml/2006/main" noGrp="1"/>
          </p:cNvSpPr>
          <p:nvPr/>
        </p:nvSpPr>
        <p:spPr>
          <a:xfrm xmlns:a="http://schemas.openxmlformats.org/drawingml/2006/main">
            <a:off x="6781800" y="5305425"/>
            <a:ext cx="44577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4" name="sample-axis--1-axis-head">
            <a:extLst xmlns:a="http://schemas.openxmlformats.org/drawingml/2006/main">
              <a:ext uri="{FF2B5EF4-FFF2-40B4-BE49-F238E27FC236}">
                <a16:creationId xmlns:a16="http://schemas.microsoft.com/office/drawing/2014/main" id="{0C4FDB81-9F24-45B2-BEFE-8B41BC10C62E}"/>
              </a:ext>
            </a:extLst>
          </p:cNvPr>
          <p:cNvSpPr>
            <a:spLocks xmlns:a="http://schemas.openxmlformats.org/drawingml/2006/main" noGrp="1"/>
          </p:cNvSpPr>
          <p:nvPr/>
        </p:nvSpPr>
        <p:spPr>
          <a:xfrm xmlns:a="http://schemas.openxmlformats.org/drawingml/2006/main" rot="5400000">
            <a:off x="11220450" y="526256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5" name="sample-axis--1-tick-0">
            <a:extLst xmlns:a="http://schemas.openxmlformats.org/drawingml/2006/main">
              <a:ext uri="{FF2B5EF4-FFF2-40B4-BE49-F238E27FC236}">
                <a16:creationId xmlns:a16="http://schemas.microsoft.com/office/drawing/2014/main" id="{88AC9E43-9EF5-4723-97D7-F4650B258C6E}"/>
              </a:ext>
            </a:extLst>
          </p:cNvPr>
          <p:cNvSpPr>
            <a:spLocks xmlns:a="http://schemas.openxmlformats.org/drawingml/2006/main" noGrp="1"/>
          </p:cNvSpPr>
          <p:nvPr/>
        </p:nvSpPr>
        <p:spPr>
          <a:xfrm xmlns:a="http://schemas.openxmlformats.org/drawingml/2006/main">
            <a:off x="8065811" y="530542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sample-axis--1-tick-1">
            <a:extLst xmlns:a="http://schemas.openxmlformats.org/drawingml/2006/main">
              <a:ext uri="{FF2B5EF4-FFF2-40B4-BE49-F238E27FC236}">
                <a16:creationId xmlns:a16="http://schemas.microsoft.com/office/drawing/2014/main" id="{82D400CB-2A23-462D-A557-C153B16F48BB}"/>
              </a:ext>
            </a:extLst>
          </p:cNvPr>
          <p:cNvSpPr>
            <a:spLocks xmlns:a="http://schemas.openxmlformats.org/drawingml/2006/main" noGrp="1"/>
          </p:cNvSpPr>
          <p:nvPr/>
        </p:nvSpPr>
        <p:spPr>
          <a:xfrm xmlns:a="http://schemas.openxmlformats.org/drawingml/2006/main">
            <a:off x="9053513" y="530542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sample-axis--1-tick-2">
            <a:extLst xmlns:a="http://schemas.openxmlformats.org/drawingml/2006/main">
              <a:ext uri="{FF2B5EF4-FFF2-40B4-BE49-F238E27FC236}">
                <a16:creationId xmlns:a16="http://schemas.microsoft.com/office/drawing/2014/main" id="{B2E62D14-F01A-4092-96B4-CF2D166189D0}"/>
              </a:ext>
            </a:extLst>
          </p:cNvPr>
          <p:cNvSpPr>
            <a:spLocks xmlns:a="http://schemas.openxmlformats.org/drawingml/2006/main" noGrp="1"/>
          </p:cNvSpPr>
          <p:nvPr/>
        </p:nvSpPr>
        <p:spPr>
          <a:xfrm xmlns:a="http://schemas.openxmlformats.org/drawingml/2006/main">
            <a:off x="10041214" y="530542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sample-stem--1-0">
            <a:extLst xmlns:a="http://schemas.openxmlformats.org/drawingml/2006/main">
              <a:ext uri="{FF2B5EF4-FFF2-40B4-BE49-F238E27FC236}">
                <a16:creationId xmlns:a16="http://schemas.microsoft.com/office/drawing/2014/main" id="{7231D7DF-DBB1-488B-8322-225FEF8CB7AB}"/>
              </a:ext>
            </a:extLst>
          </p:cNvPr>
          <p:cNvSpPr>
            <a:spLocks xmlns:a="http://schemas.openxmlformats.org/drawingml/2006/main" noGrp="1"/>
          </p:cNvSpPr>
          <p:nvPr/>
        </p:nvSpPr>
        <p:spPr>
          <a:xfrm xmlns:a="http://schemas.openxmlformats.org/drawingml/2006/main">
            <a:off x="9053513" y="4795229"/>
            <a:ext cx="95" cy="510196"/>
          </a:xfrm>
          <a:custGeom xmlns:a="http://schemas.openxmlformats.org/drawingml/2006/main">
            <a:pathLst>
              <a:path w="95" h="510196">
                <a:moveTo>
                  <a:pt x="0" y="510196"/>
                </a:moveTo>
                <a:lnTo>
                  <a:pt x="0" y="0"/>
                </a:lnTo>
              </a:path>
            </a:pathLst>
          </a:custGeom>
          <a:noFill xmlns:a="http://schemas.openxmlformats.org/drawingml/2006/main"/>
          <a:ln xmlns:a="http://schemas.openxmlformats.org/drawingml/2006/main" w="22860">
            <a:solidFill>
              <a:srgbClr val="202020"/>
            </a:solidFill>
          </a:ln>
        </p:spPr>
      </p:sp>
      <p:sp>
        <p:nvSpPr>
          <p:cNvPr id="29" name="sample-stem--1--1">
            <a:extLst xmlns:a="http://schemas.openxmlformats.org/drawingml/2006/main">
              <a:ext uri="{FF2B5EF4-FFF2-40B4-BE49-F238E27FC236}">
                <a16:creationId xmlns:a16="http://schemas.microsoft.com/office/drawing/2014/main" id="{B2E39164-FC82-426E-B2FE-BC774094466C}"/>
              </a:ext>
            </a:extLst>
          </p:cNvPr>
          <p:cNvSpPr>
            <a:spLocks xmlns:a="http://schemas.openxmlformats.org/drawingml/2006/main" noGrp="1"/>
          </p:cNvSpPr>
          <p:nvPr/>
        </p:nvSpPr>
        <p:spPr>
          <a:xfrm xmlns:a="http://schemas.openxmlformats.org/drawingml/2006/main">
            <a:off x="10041214" y="5012021"/>
            <a:ext cx="95" cy="293404"/>
          </a:xfrm>
          <a:custGeom xmlns:a="http://schemas.openxmlformats.org/drawingml/2006/main">
            <a:pathLst>
              <a:path w="95" h="293404">
                <a:moveTo>
                  <a:pt x="0" y="293404"/>
                </a:moveTo>
                <a:lnTo>
                  <a:pt x="0" y="0"/>
                </a:lnTo>
              </a:path>
            </a:pathLst>
          </a:custGeom>
          <a:noFill xmlns:a="http://schemas.openxmlformats.org/drawingml/2006/main"/>
          <a:ln xmlns:a="http://schemas.openxmlformats.org/drawingml/2006/main" w="22860">
            <a:solidFill>
              <a:srgbClr val="202020"/>
            </a:solidFill>
          </a:ln>
        </p:spPr>
      </p:sp>
      <p:sp>
        <p:nvSpPr>
          <p:cNvPr id="30" name="sample-stem--1-1">
            <a:extLst xmlns:a="http://schemas.openxmlformats.org/drawingml/2006/main">
              <a:ext uri="{FF2B5EF4-FFF2-40B4-BE49-F238E27FC236}">
                <a16:creationId xmlns:a16="http://schemas.microsoft.com/office/drawing/2014/main" id="{4D1FBFAC-800C-4894-9416-06F7A2A1232A}"/>
              </a:ext>
            </a:extLst>
          </p:cNvPr>
          <p:cNvSpPr>
            <a:spLocks xmlns:a="http://schemas.openxmlformats.org/drawingml/2006/main" noGrp="1"/>
          </p:cNvSpPr>
          <p:nvPr/>
        </p:nvSpPr>
        <p:spPr>
          <a:xfrm xmlns:a="http://schemas.openxmlformats.org/drawingml/2006/main">
            <a:off x="8065811" y="5012021"/>
            <a:ext cx="95" cy="293404"/>
          </a:xfrm>
          <a:custGeom xmlns:a="http://schemas.openxmlformats.org/drawingml/2006/main">
            <a:pathLst>
              <a:path w="95" h="293404">
                <a:moveTo>
                  <a:pt x="0" y="293404"/>
                </a:moveTo>
                <a:lnTo>
                  <a:pt x="0" y="0"/>
                </a:lnTo>
              </a:path>
            </a:pathLst>
          </a:custGeom>
          <a:noFill xmlns:a="http://schemas.openxmlformats.org/drawingml/2006/main"/>
          <a:ln xmlns:a="http://schemas.openxmlformats.org/drawingml/2006/main" w="22860">
            <a:solidFill>
              <a:srgbClr val="202020"/>
            </a:solidFill>
          </a:ln>
        </p:spPr>
      </p:sp>
      <p:sp>
        <p:nvSpPr>
          <p:cNvPr id="31" name="sample-axis-1-axis-shaft">
            <a:extLst xmlns:a="http://schemas.openxmlformats.org/drawingml/2006/main">
              <a:ext uri="{FF2B5EF4-FFF2-40B4-BE49-F238E27FC236}">
                <a16:creationId xmlns:a16="http://schemas.microsoft.com/office/drawing/2014/main" id="{B172FA62-9381-4CA9-B1BE-CA5BAFE66C22}"/>
              </a:ext>
            </a:extLst>
          </p:cNvPr>
          <p:cNvSpPr>
            <a:spLocks xmlns:a="http://schemas.openxmlformats.org/drawingml/2006/main" noGrp="1"/>
          </p:cNvSpPr>
          <p:nvPr/>
        </p:nvSpPr>
        <p:spPr>
          <a:xfrm xmlns:a="http://schemas.openxmlformats.org/drawingml/2006/main">
            <a:off x="6781800" y="6219825"/>
            <a:ext cx="44577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2" name="sample-axis-1-axis-head">
            <a:extLst xmlns:a="http://schemas.openxmlformats.org/drawingml/2006/main">
              <a:ext uri="{FF2B5EF4-FFF2-40B4-BE49-F238E27FC236}">
                <a16:creationId xmlns:a16="http://schemas.microsoft.com/office/drawing/2014/main" id="{9F4DBD07-14CA-48AD-9BD8-A4438D98AEBA}"/>
              </a:ext>
            </a:extLst>
          </p:cNvPr>
          <p:cNvSpPr>
            <a:spLocks xmlns:a="http://schemas.openxmlformats.org/drawingml/2006/main" noGrp="1"/>
          </p:cNvSpPr>
          <p:nvPr/>
        </p:nvSpPr>
        <p:spPr>
          <a:xfrm xmlns:a="http://schemas.openxmlformats.org/drawingml/2006/main" rot="5400000">
            <a:off x="11220450" y="617696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3" name="sample-axis-1-tick-0">
            <a:extLst xmlns:a="http://schemas.openxmlformats.org/drawingml/2006/main">
              <a:ext uri="{FF2B5EF4-FFF2-40B4-BE49-F238E27FC236}">
                <a16:creationId xmlns:a16="http://schemas.microsoft.com/office/drawing/2014/main" id="{C5AC2E93-E93A-488B-ADD4-86B4F3F70501}"/>
              </a:ext>
            </a:extLst>
          </p:cNvPr>
          <p:cNvSpPr>
            <a:spLocks xmlns:a="http://schemas.openxmlformats.org/drawingml/2006/main" noGrp="1"/>
          </p:cNvSpPr>
          <p:nvPr/>
        </p:nvSpPr>
        <p:spPr>
          <a:xfrm xmlns:a="http://schemas.openxmlformats.org/drawingml/2006/main">
            <a:off x="8065811" y="621982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4" name="sample-axis-1-tick-1">
            <a:extLst xmlns:a="http://schemas.openxmlformats.org/drawingml/2006/main">
              <a:ext uri="{FF2B5EF4-FFF2-40B4-BE49-F238E27FC236}">
                <a16:creationId xmlns:a16="http://schemas.microsoft.com/office/drawing/2014/main" id="{EE4D5F8F-740C-495B-A647-E2CB540FD5A2}"/>
              </a:ext>
            </a:extLst>
          </p:cNvPr>
          <p:cNvSpPr>
            <a:spLocks xmlns:a="http://schemas.openxmlformats.org/drawingml/2006/main" noGrp="1"/>
          </p:cNvSpPr>
          <p:nvPr/>
        </p:nvSpPr>
        <p:spPr>
          <a:xfrm xmlns:a="http://schemas.openxmlformats.org/drawingml/2006/main">
            <a:off x="9053513" y="621982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5" name="sample-axis-1-tick-2">
            <a:extLst xmlns:a="http://schemas.openxmlformats.org/drawingml/2006/main">
              <a:ext uri="{FF2B5EF4-FFF2-40B4-BE49-F238E27FC236}">
                <a16:creationId xmlns:a16="http://schemas.microsoft.com/office/drawing/2014/main" id="{58E76413-5530-4580-B65B-99ADDB8A5986}"/>
              </a:ext>
            </a:extLst>
          </p:cNvPr>
          <p:cNvSpPr>
            <a:spLocks xmlns:a="http://schemas.openxmlformats.org/drawingml/2006/main" noGrp="1"/>
          </p:cNvSpPr>
          <p:nvPr/>
        </p:nvSpPr>
        <p:spPr>
          <a:xfrm xmlns:a="http://schemas.openxmlformats.org/drawingml/2006/main">
            <a:off x="10041214" y="621982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6" name="sample-stem-1-0">
            <a:extLst xmlns:a="http://schemas.openxmlformats.org/drawingml/2006/main">
              <a:ext uri="{FF2B5EF4-FFF2-40B4-BE49-F238E27FC236}">
                <a16:creationId xmlns:a16="http://schemas.microsoft.com/office/drawing/2014/main" id="{D11ECFD3-6070-4FE9-947E-33D6535ED764}"/>
              </a:ext>
            </a:extLst>
          </p:cNvPr>
          <p:cNvSpPr>
            <a:spLocks xmlns:a="http://schemas.openxmlformats.org/drawingml/2006/main" noGrp="1"/>
          </p:cNvSpPr>
          <p:nvPr/>
        </p:nvSpPr>
        <p:spPr>
          <a:xfrm xmlns:a="http://schemas.openxmlformats.org/drawingml/2006/main">
            <a:off x="9053513" y="5709629"/>
            <a:ext cx="95" cy="510196"/>
          </a:xfrm>
          <a:custGeom xmlns:a="http://schemas.openxmlformats.org/drawingml/2006/main">
            <a:pathLst>
              <a:path w="95" h="510196">
                <a:moveTo>
                  <a:pt x="0" y="510196"/>
                </a:moveTo>
                <a:lnTo>
                  <a:pt x="0" y="0"/>
                </a:lnTo>
              </a:path>
            </a:pathLst>
          </a:custGeom>
          <a:noFill xmlns:a="http://schemas.openxmlformats.org/drawingml/2006/main"/>
          <a:ln xmlns:a="http://schemas.openxmlformats.org/drawingml/2006/main" w="22860">
            <a:solidFill>
              <a:srgbClr val="202020"/>
            </a:solidFill>
          </a:ln>
        </p:spPr>
      </p:sp>
      <p:sp>
        <p:nvSpPr>
          <p:cNvPr id="37" name="sample-stem-1--1">
            <a:extLst xmlns:a="http://schemas.openxmlformats.org/drawingml/2006/main">
              <a:ext uri="{FF2B5EF4-FFF2-40B4-BE49-F238E27FC236}">
                <a16:creationId xmlns:a16="http://schemas.microsoft.com/office/drawing/2014/main" id="{C5164F54-7F4C-4164-A86A-72463F258AC2}"/>
              </a:ext>
            </a:extLst>
          </p:cNvPr>
          <p:cNvSpPr>
            <a:spLocks xmlns:a="http://schemas.openxmlformats.org/drawingml/2006/main" noGrp="1"/>
          </p:cNvSpPr>
          <p:nvPr/>
        </p:nvSpPr>
        <p:spPr>
          <a:xfrm xmlns:a="http://schemas.openxmlformats.org/drawingml/2006/main">
            <a:off x="8065811" y="5926421"/>
            <a:ext cx="95" cy="293404"/>
          </a:xfrm>
          <a:custGeom xmlns:a="http://schemas.openxmlformats.org/drawingml/2006/main">
            <a:pathLst>
              <a:path w="95" h="293404">
                <a:moveTo>
                  <a:pt x="0" y="293404"/>
                </a:moveTo>
                <a:lnTo>
                  <a:pt x="0" y="0"/>
                </a:lnTo>
              </a:path>
            </a:pathLst>
          </a:custGeom>
          <a:noFill xmlns:a="http://schemas.openxmlformats.org/drawingml/2006/main"/>
          <a:ln xmlns:a="http://schemas.openxmlformats.org/drawingml/2006/main" w="22860">
            <a:solidFill>
              <a:srgbClr val="202020"/>
            </a:solidFill>
          </a:ln>
        </p:spPr>
      </p:sp>
      <p:sp>
        <p:nvSpPr>
          <p:cNvPr id="38" name="sample-stem-1-1">
            <a:extLst xmlns:a="http://schemas.openxmlformats.org/drawingml/2006/main">
              <a:ext uri="{FF2B5EF4-FFF2-40B4-BE49-F238E27FC236}">
                <a16:creationId xmlns:a16="http://schemas.microsoft.com/office/drawing/2014/main" id="{165137FB-5D64-4FC4-BB63-2F04EC5269F9}"/>
              </a:ext>
            </a:extLst>
          </p:cNvPr>
          <p:cNvSpPr>
            <a:spLocks xmlns:a="http://schemas.openxmlformats.org/drawingml/2006/main" noGrp="1"/>
          </p:cNvSpPr>
          <p:nvPr/>
        </p:nvSpPr>
        <p:spPr>
          <a:xfrm xmlns:a="http://schemas.openxmlformats.org/drawingml/2006/main">
            <a:off x="10041214" y="5926421"/>
            <a:ext cx="95" cy="293404"/>
          </a:xfrm>
          <a:custGeom xmlns:a="http://schemas.openxmlformats.org/drawingml/2006/main">
            <a:pathLst>
              <a:path w="95" h="293404">
                <a:moveTo>
                  <a:pt x="0" y="293404"/>
                </a:moveTo>
                <a:lnTo>
                  <a:pt x="0" y="0"/>
                </a:lnTo>
              </a:path>
            </a:pathLst>
          </a:custGeom>
          <a:noFill xmlns:a="http://schemas.openxmlformats.org/drawingml/2006/main"/>
          <a:ln xmlns:a="http://schemas.openxmlformats.org/drawingml/2006/main" w="22860">
            <a:solidFill>
              <a:srgbClr val="202020"/>
            </a:solidFill>
          </a:ln>
        </p:spPr>
      </p:sp>
      <p:sp>
        <p:nvSpPr>
          <p:cNvPr id="39" name="sweep-purpose">
            <a:extLst xmlns:a="http://schemas.openxmlformats.org/drawingml/2006/main">
              <a:ext uri="{FF2B5EF4-FFF2-40B4-BE49-F238E27FC236}">
                <a16:creationId xmlns:a16="http://schemas.microsoft.com/office/drawing/2014/main" id="{83DD8008-94B3-4F86-A465-C0EEFC82D793}"/>
              </a:ext>
            </a:extLst>
          </p:cNvPr>
          <p:cNvSpPr>
            <a:spLocks xmlns:a="http://schemas.openxmlformats.org/drawingml/2006/main" noGrp="1"/>
          </p:cNvSpPr>
          <p:nvPr/>
        </p:nvSpPr>
        <p:spPr>
          <a:xfrm xmlns:a="http://schemas.openxmlformats.org/drawingml/2006/main">
            <a:off x="666750" y="37147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Increase beta: more sidebands become significant</a:t>
            </a:r>
          </a:p>
        </p:txBody>
      </p:sp>
      <p:pic>
        <p:nvPicPr>
          <p:cNvPr id="40" name="fm-wide" descr="Increase beta with a fixed message and carrier. The exact FM waveform and exact Bessel line weights change together; spectral spacing stays at 1 kHz.">
            <a:extLst xmlns:a="http://schemas.openxmlformats.org/drawingml/2006/main">
              <a:ext uri="{FF2B5EF4-FFF2-40B4-BE49-F238E27FC236}">
                <a16:creationId xmlns:a16="http://schemas.microsoft.com/office/drawing/2014/main" id="{2A195511-25C6-4142-B86B-832276A89989}"/>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76" name="fm-wide--t4-click-frame-001"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77" name="fm-wide--t4-click-frame-002"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78" name="fm-wide--t4-click-frame-003"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79" name="fm-wide--t4-click-frame-004"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0" name="fm-wide--t4-click-frame-005"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1" name="fm-wide--t4-click-frame-006"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2" name="fm-wide--t4-click-frame-007"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3" name="fm-wide--t4-click-frame-008"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4" name="fm-wide--t4-click-frame-009"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5" name="fm-wide--t4-click-frame-010"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6" name="fm-wide--t4-click-frame-011"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7" name="fm-wide--t4-click-frame-012"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8" name="fm-wide--t4-click-frame-013"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89" name="fm-wide--t4-click-frame-014"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0" name="fm-wide--t4-click-frame-015"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1" name="fm-wide--t4-click-frame-016"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2" name="fm-wide--t4-click-frame-017"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3" name="fm-wide--t4-click-frame-018"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4" name="fm-wide--t4-click-frame-019"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5" name="fm-wide--t4-click-frame-020"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6" name="fm-wide--t4-click-frame-021"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7" name="fm-wide--t4-click-frame-022"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8" name="fm-wide--t4-click-frame-023"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99" name="fm-wide--t4-click-frame-024"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0" name="fm-wide--t4-click-frame-025"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1" name="fm-wide--t4-click-frame-026"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2" name="fm-wide--t4-click-frame-027"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3" name="fm-wide--t4-click-frame-028"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4" name="fm-wide--t4-click-frame-029"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5" name="fm-wide--t4-click-frame-030"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6" name="fm-wide--t4-click-frame-031"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7" name="fm-wide--t4-click-frame-032"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8" name="fm-wide--t4-click-frame-033"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09" name="fm-wide--t4-click-frame-034"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0" name="fm-wide--t4-click-frame-035"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1" name="fm-wide--t4-click-frame-036"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2" name="fm-wide--t4-click-frame-037"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3" name="fm-wide--t4-click-frame-038"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4" name="fm-wide--t4-click-frame-039"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5" name="fm-wide--t4-click-frame-040"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6" name="fm-wide--t4-click-frame-041"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7" name="fm-wide--t4-click-frame-042"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8" name="fm-wide--t4-click-frame-043"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19" name="fm-wide--t4-click-frame-044"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20" name="fm-wide--t4-click-frame-045"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21" name="fm-wide--t4-click-frame-046"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22" name="fm-wide--t4-click-frame-047"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23" name="fm-wide--t4-click-frame-048"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24" name="fm-wide--t4-click-frame-049"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25" name="fm-wide--t4-click-frame-050"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51"/>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26" name="fm-wide--t4-click-frame-051"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52"/>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127" name="fm-wide--t4-click-frame-052" descr="Increase beta with a fixed message and carrier. The exact FM waveform and exact Bessel line weights change together; spectral spacing stays at 1 kHz."/>
          <p:cNvPicPr>
            <a:picLocks xmlns:a="http://schemas.openxmlformats.org/drawingml/2006/main" noChangeAspect="1"/>
          </p:cNvPicPr>
          <p:nvPr/>
        </p:nvPicPr>
        <p:blipFill>
          <ns0:blip xmlns:ns0="http://schemas.openxmlformats.org/drawingml/2006/main" xmlns:ns1="http://schemas.openxmlformats.org/officeDocument/2006/relationships" ns1:embed="rIdT4ClickFrame53"/>
          <a:stretch xmlns:a="http://schemas.openxmlformats.org/drawingml/2006/main"/>
        </p:blipFill>
        <p:spPr>
          <a:xfrm xmlns:a="http://schemas.openxmlformats.org/drawingml/2006/main">
            <a:off x="1669542" y="4171950"/>
            <a:ext cx="8662416" cy="1933575"/>
          </a:xfrm>
          <a:prstGeom xmlns:a="http://schemas.openxmlformats.org/drawingml/2006/main" prst="rect">
            <a:avLst/>
          </a:prstGeom>
        </p:spPr>
      </p:pic>
      <p:pic>
        <p:nvPicPr>
          <p:cNvPr id="4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47A2B86-FB72-4FF3-B935-E098A0B864FB}"/>
              </a:ext>
            </a:extLst>
          </p:cNvPr>
          <p:cNvPicPr>
            <a:picLocks xmlns:a="http://schemas.openxmlformats.org/drawingml/2006/main" noChangeAspect="1"/>
          </p:cNvPicPr>
          <p:nvPr/>
        </p:nvPicPr>
        <p:blipFill>
          <a:blip xmlns:r="http://schemas.openxmlformats.org/officeDocument/2006/relationships" xmlns:a="http://schemas.openxmlformats.org/drawingml/2006/main" r:embed="R7cfa4a6d0edd4a8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4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BD79433-6619-4E13-A75C-327A37568B3E}"/>
              </a:ext>
            </a:extLst>
          </p:cNvPr>
          <p:cNvPicPr>
            <a:picLocks xmlns:a="http://schemas.openxmlformats.org/drawingml/2006/main" noChangeAspect="1"/>
          </p:cNvPicPr>
          <p:nvPr/>
        </p:nvPicPr>
        <p:blipFill>
          <a:blip xmlns:r="http://schemas.openxmlformats.org/officeDocument/2006/relationships" xmlns:a="http://schemas.openxmlformats.org/drawingml/2006/main" r:embed="R79e27b0c07854b0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43"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D7284BB-D01A-4AE4-88F6-656B183C5CB9}"/>
              </a:ext>
            </a:extLst>
          </p:cNvPr>
          <p:cNvPicPr>
            <a:picLocks xmlns:a="http://schemas.openxmlformats.org/drawingml/2006/main" noChangeAspect="1"/>
          </p:cNvPicPr>
          <p:nvPr/>
        </p:nvPicPr>
        <p:blipFill>
          <a:blip xmlns:r="http://schemas.openxmlformats.org/officeDocument/2006/relationships" xmlns:a="http://schemas.openxmlformats.org/drawingml/2006/main" r:embed="Rbc73357953244232">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44" name="signal-start" descr="s(t)=\operatorname{Re}\{\widetilde s(t)e^{j2\pi f_ct}\}">
            <a:extLst xmlns:a="http://schemas.openxmlformats.org/drawingml/2006/main">
              <a:ext uri="{FF2B5EF4-FFF2-40B4-BE49-F238E27FC236}">
                <a16:creationId xmlns:a16="http://schemas.microsoft.com/office/drawing/2014/main" id="{F879F8EC-F382-46E0-B25F-E39C5FA183CD}"/>
              </a:ext>
            </a:extLst>
          </p:cNvPr>
          <p:cNvPicPr>
            <a:picLocks xmlns:a="http://schemas.openxmlformats.org/drawingml/2006/main" noChangeAspect="1"/>
          </p:cNvPicPr>
          <p:nvPr/>
        </p:nvPicPr>
        <p:blipFill>
          <a:blip xmlns:r="http://schemas.openxmlformats.org/officeDocument/2006/relationships" xmlns:a="http://schemas.openxmlformats.org/drawingml/2006/main" r:embed="R123856f5829c4a52">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587200"/>
            <a:ext cx="2800350" cy="291703"/>
          </a:xfrm>
          <a:prstGeom xmlns:a="http://schemas.openxmlformats.org/drawingml/2006/main" prst="rect">
            <a:avLst/>
          </a:prstGeom>
        </p:spPr>
      </p:pic>
      <p:pic>
        <p:nvPicPr>
          <p:cNvPr id="45" name="coefficient-known" descr="c_n=\frac{A_c}{2\pi}\int_{-\pi}^{\pi}\cos(\beta\sin x-nx)\,dx">
            <a:extLst xmlns:a="http://schemas.openxmlformats.org/drawingml/2006/main">
              <a:ext uri="{FF2B5EF4-FFF2-40B4-BE49-F238E27FC236}">
                <a16:creationId xmlns:a16="http://schemas.microsoft.com/office/drawing/2014/main" id="{BDFCD1AA-7A5E-4BA1-AA0B-AF2B653FF2BE}"/>
              </a:ext>
            </a:extLst>
          </p:cNvPr>
          <p:cNvPicPr>
            <a:picLocks xmlns:a="http://schemas.openxmlformats.org/drawingml/2006/main" noChangeAspect="1"/>
          </p:cNvPicPr>
          <p:nvPr/>
        </p:nvPicPr>
        <p:blipFill>
          <a:blip xmlns:r="http://schemas.openxmlformats.org/officeDocument/2006/relationships" xmlns:a="http://schemas.openxmlformats.org/drawingml/2006/main" r:embed="R65bf0b81bc7e4d78">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3156942"/>
            <a:ext cx="4011930" cy="353616"/>
          </a:xfrm>
          <a:prstGeom xmlns:a="http://schemas.openxmlformats.org/drawingml/2006/main" prst="rect">
            <a:avLst/>
          </a:prstGeom>
        </p:spPr>
      </p:pic>
      <p:pic>
        <p:nvPicPr>
          <p:cNvPr id="46" name="bessel-name" descr="J_n(\beta)=\frac1{2\pi}\int_{-\pi}^{\pi}\cos(\beta\sin x-nx)\,dx\quad\Rightarrow\quad c_n=A_cJ_n(\beta)">
            <a:extLst xmlns:a="http://schemas.openxmlformats.org/drawingml/2006/main">
              <a:ext uri="{FF2B5EF4-FFF2-40B4-BE49-F238E27FC236}">
                <a16:creationId xmlns:a16="http://schemas.microsoft.com/office/drawing/2014/main" id="{B5622EB3-2E27-46F6-BBA5-CB162E4130A5}"/>
              </a:ext>
            </a:extLst>
          </p:cNvPr>
          <p:cNvPicPr>
            <a:picLocks xmlns:a="http://schemas.openxmlformats.org/drawingml/2006/main" noChangeAspect="1"/>
          </p:cNvPicPr>
          <p:nvPr/>
        </p:nvPicPr>
        <p:blipFill>
          <a:blip xmlns:r="http://schemas.openxmlformats.org/officeDocument/2006/relationships" xmlns:a="http://schemas.openxmlformats.org/drawingml/2006/main" r:embed="Re7456bb9abba49b7">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3776067"/>
            <a:ext cx="7200900" cy="353616"/>
          </a:xfrm>
          <a:prstGeom xmlns:a="http://schemas.openxmlformats.org/drawingml/2006/main" prst="rect">
            <a:avLst/>
          </a:prstGeom>
        </p:spPr>
      </p:pic>
      <p:pic>
        <p:nvPicPr>
          <p:cNvPr id="47" name="known-factor-series" descr="\widetilde s(t)=\sum_{n=-\infty}^{\infty}c_ne^{j2\pi nf_mt}">
            <a:extLst xmlns:a="http://schemas.openxmlformats.org/drawingml/2006/main">
              <a:ext uri="{FF2B5EF4-FFF2-40B4-BE49-F238E27FC236}">
                <a16:creationId xmlns:a16="http://schemas.microsoft.com/office/drawing/2014/main" id="{71E19176-4DF3-43D1-AEB6-19FEADB87082}"/>
              </a:ext>
            </a:extLst>
          </p:cNvPr>
          <p:cNvPicPr>
            <a:picLocks xmlns:a="http://schemas.openxmlformats.org/drawingml/2006/main" noChangeAspect="1"/>
          </p:cNvPicPr>
          <p:nvPr/>
        </p:nvPicPr>
        <p:blipFill>
          <a:blip xmlns:r="http://schemas.openxmlformats.org/officeDocument/2006/relationships" xmlns:a="http://schemas.openxmlformats.org/drawingml/2006/main" r:embed="Rc9e5d4652d7b47a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4365188"/>
            <a:ext cx="3111818" cy="327898"/>
          </a:xfrm>
          <a:prstGeom xmlns:a="http://schemas.openxmlformats.org/drawingml/2006/main" prst="rect">
            <a:avLst/>
          </a:prstGeom>
        </p:spPr>
      </p:pic>
      <p:pic>
        <p:nvPicPr>
          <p:cNvPr id="48" name="coefficient-result" descr="c_n=A_cJ_n(\beta)">
            <a:extLst xmlns:a="http://schemas.openxmlformats.org/drawingml/2006/main">
              <a:ext uri="{FF2B5EF4-FFF2-40B4-BE49-F238E27FC236}">
                <a16:creationId xmlns:a16="http://schemas.microsoft.com/office/drawing/2014/main" id="{0E43A1A9-089E-464D-A998-730068DB9E07}"/>
              </a:ext>
            </a:extLst>
          </p:cNvPr>
          <p:cNvPicPr>
            <a:picLocks xmlns:a="http://schemas.openxmlformats.org/drawingml/2006/main" noChangeAspect="1"/>
          </p:cNvPicPr>
          <p:nvPr/>
        </p:nvPicPr>
        <p:blipFill>
          <a:blip xmlns:r="http://schemas.openxmlformats.org/officeDocument/2006/relationships" xmlns:a="http://schemas.openxmlformats.org/drawingml/2006/main" r:embed="Ra96e5f2e517645b8">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8620125" y="3191768"/>
            <a:ext cx="1885950" cy="283964"/>
          </a:xfrm>
          <a:prstGeom xmlns:a="http://schemas.openxmlformats.org/drawingml/2006/main" prst="rect">
            <a:avLst/>
          </a:prstGeom>
        </p:spPr>
      </p:pic>
      <p:pic>
        <p:nvPicPr>
          <p:cNvPr id="49" name="signal-series-substitution" descr="s(t)=\operatorname{Re}\{[\sum_{n=-\infty}^{\infty}c_ne^{j2\pi nf_mt}]e^{j2\pi f_ct}\}">
            <a:extLst xmlns:a="http://schemas.openxmlformats.org/drawingml/2006/main">
              <a:ext uri="{FF2B5EF4-FFF2-40B4-BE49-F238E27FC236}">
                <a16:creationId xmlns:a16="http://schemas.microsoft.com/office/drawing/2014/main" id="{F3C87A2F-2E49-4FC9-944D-6D43D7322CDD}"/>
              </a:ext>
            </a:extLst>
          </p:cNvPr>
          <p:cNvPicPr>
            <a:picLocks xmlns:a="http://schemas.openxmlformats.org/drawingml/2006/main" noChangeAspect="1"/>
          </p:cNvPicPr>
          <p:nvPr/>
        </p:nvPicPr>
        <p:blipFill>
          <a:blip xmlns:r="http://schemas.openxmlformats.org/officeDocument/2006/relationships" xmlns:a="http://schemas.openxmlformats.org/drawingml/2006/main" r:embed="Rad2a7a3128eb4912">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2586661"/>
            <a:ext cx="4853940" cy="341709"/>
          </a:xfrm>
          <a:prstGeom xmlns:a="http://schemas.openxmlformats.org/drawingml/2006/main" prst="rect">
            <a:avLst/>
          </a:prstGeom>
        </p:spPr>
      </p:pic>
      <p:pic>
        <p:nvPicPr>
          <p:cNvPr id="50" name="signal-exponent-combination" descr="s(t)=\operatorname{Re}\{\sum_n c_ne^{j2\pi(f_c+nf_m)t}\}">
            <a:extLst xmlns:a="http://schemas.openxmlformats.org/drawingml/2006/main">
              <a:ext uri="{FF2B5EF4-FFF2-40B4-BE49-F238E27FC236}">
                <a16:creationId xmlns:a16="http://schemas.microsoft.com/office/drawing/2014/main" id="{A5B8D420-4C45-4C94-A2CF-1306310E3E1B}"/>
              </a:ext>
            </a:extLst>
          </p:cNvPr>
          <p:cNvPicPr>
            <a:picLocks xmlns:a="http://schemas.openxmlformats.org/drawingml/2006/main" noChangeAspect="1"/>
          </p:cNvPicPr>
          <p:nvPr/>
        </p:nvPicPr>
        <p:blipFill>
          <a:blip xmlns:r="http://schemas.openxmlformats.org/officeDocument/2006/relationships" xmlns:a="http://schemas.openxmlformats.org/drawingml/2006/main" r:embed="R11e0098fd9f54862">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2577080"/>
            <a:ext cx="3840480" cy="315039"/>
          </a:xfrm>
          <a:prstGeom xmlns:a="http://schemas.openxmlformats.org/drawingml/2006/main" prst="rect">
            <a:avLst/>
          </a:prstGeom>
        </p:spPr>
      </p:pic>
      <p:pic>
        <p:nvPicPr>
          <p:cNvPr id="51" name="signal-real-cosines" descr="s(t)=\sum_n c_n\cos[2\pi(f_c+nf_m)t]">
            <a:extLst xmlns:a="http://schemas.openxmlformats.org/drawingml/2006/main">
              <a:ext uri="{FF2B5EF4-FFF2-40B4-BE49-F238E27FC236}">
                <a16:creationId xmlns:a16="http://schemas.microsoft.com/office/drawing/2014/main" id="{A6584397-EDE4-41AC-A339-D36E7CC9B2A9}"/>
              </a:ext>
            </a:extLst>
          </p:cNvPr>
          <p:cNvPicPr>
            <a:picLocks xmlns:a="http://schemas.openxmlformats.org/drawingml/2006/main" noChangeAspect="1"/>
          </p:cNvPicPr>
          <p:nvPr/>
        </p:nvPicPr>
        <p:blipFill>
          <a:blip xmlns:r="http://schemas.openxmlformats.org/officeDocument/2006/relationships" xmlns:a="http://schemas.openxmlformats.org/drawingml/2006/main" r:embed="R906c3532ef824f49">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2613192"/>
            <a:ext cx="4027170" cy="280035"/>
          </a:xfrm>
          <a:prstGeom xmlns:a="http://schemas.openxmlformats.org/drawingml/2006/main" prst="rect">
            <a:avLst/>
          </a:prstGeom>
        </p:spPr>
      </p:pic>
      <p:pic>
        <p:nvPicPr>
          <p:cNvPr id="52" name="signal-main" descr="s(t)=A_c\sum_{n=-\infty}^{\infty}J_n(\beta)\cos[2\pi(f_c+nf_m)t]">
            <a:extLst xmlns:a="http://schemas.openxmlformats.org/drawingml/2006/main">
              <a:ext uri="{FF2B5EF4-FFF2-40B4-BE49-F238E27FC236}">
                <a16:creationId xmlns:a16="http://schemas.microsoft.com/office/drawing/2014/main" id="{438329C2-DA68-4882-9B02-E220D3E608A7}"/>
              </a:ext>
            </a:extLst>
          </p:cNvPr>
          <p:cNvPicPr>
            <a:picLocks xmlns:a="http://schemas.openxmlformats.org/drawingml/2006/main" noChangeAspect="1"/>
          </p:cNvPicPr>
          <p:nvPr/>
        </p:nvPicPr>
        <p:blipFill>
          <a:blip xmlns:r="http://schemas.openxmlformats.org/officeDocument/2006/relationships" xmlns:a="http://schemas.openxmlformats.org/drawingml/2006/main" r:embed="Rd3a49731d41e4b41">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2596106"/>
            <a:ext cx="5494020" cy="331708"/>
          </a:xfrm>
          <a:prstGeom xmlns:a="http://schemas.openxmlformats.org/drawingml/2006/main" prst="rect">
            <a:avLst/>
          </a:prstGeom>
        </p:spPr>
      </p:pic>
      <p:pic>
        <p:nvPicPr>
          <p:cNvPr id="53" name="line-result" descr="f=\pm(f_c+nf_m),\qquad\text{line magnitude}=\frac{A_c|J_n(\beta)|}{2}">
            <a:extLst xmlns:a="http://schemas.openxmlformats.org/drawingml/2006/main">
              <a:ext uri="{FF2B5EF4-FFF2-40B4-BE49-F238E27FC236}">
                <a16:creationId xmlns:a16="http://schemas.microsoft.com/office/drawing/2014/main" id="{DC015038-4E1B-40DC-BAD1-36FB68DB5460}"/>
              </a:ext>
            </a:extLst>
          </p:cNvPr>
          <p:cNvPicPr>
            <a:picLocks xmlns:a="http://schemas.openxmlformats.org/drawingml/2006/main" noChangeAspect="1"/>
          </p:cNvPicPr>
          <p:nvPr/>
        </p:nvPicPr>
        <p:blipFill>
          <a:blip xmlns:r="http://schemas.openxmlformats.org/officeDocument/2006/relationships" xmlns:a="http://schemas.openxmlformats.org/drawingml/2006/main" r:embed="Re6c3a29721b54fe7">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09600" y="3728770"/>
            <a:ext cx="6491288" cy="381536"/>
          </a:xfrm>
          <a:prstGeom xmlns:a="http://schemas.openxmlformats.org/drawingml/2006/main" prst="rect">
            <a:avLst/>
          </a:prstGeom>
        </p:spPr>
      </p:pic>
      <p:pic>
        <p:nvPicPr>
          <p:cNvPr id="54" name="numeric-case" descr="A_c=1,\quad\beta=1,\quad f_c=12.25\ \mathrm{kHz},\quad f_m=1\ \mathrm{kHz}">
            <a:extLst xmlns:a="http://schemas.openxmlformats.org/drawingml/2006/main">
              <a:ext uri="{FF2B5EF4-FFF2-40B4-BE49-F238E27FC236}">
                <a16:creationId xmlns:a16="http://schemas.microsoft.com/office/drawing/2014/main" id="{C9AB4066-2508-44BF-97B4-9709040D9112}"/>
              </a:ext>
            </a:extLst>
          </p:cNvPr>
          <p:cNvPicPr>
            <a:picLocks xmlns:a="http://schemas.openxmlformats.org/drawingml/2006/main" noChangeAspect="1"/>
          </p:cNvPicPr>
          <p:nvPr/>
        </p:nvPicPr>
        <p:blipFill>
          <a:blip xmlns:r="http://schemas.openxmlformats.org/officeDocument/2006/relationships" xmlns:a="http://schemas.openxmlformats.org/drawingml/2006/main" r:embed="R1784d41b7042457c">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09600" y="4331732"/>
            <a:ext cx="5532120" cy="204311"/>
          </a:xfrm>
          <a:prstGeom xmlns:a="http://schemas.openxmlformats.org/drawingml/2006/main" prst="rect">
            <a:avLst/>
          </a:prstGeom>
        </p:spPr>
      </p:pic>
      <p:pic>
        <p:nvPicPr>
          <p:cNvPr id="55" name="sample-spectrum-label" descr="|S(f)|,\quad|n|\le1">
            <a:extLst xmlns:a="http://schemas.openxmlformats.org/drawingml/2006/main">
              <a:ext uri="{FF2B5EF4-FFF2-40B4-BE49-F238E27FC236}">
                <a16:creationId xmlns:a16="http://schemas.microsoft.com/office/drawing/2014/main" id="{5A3516EA-ACD3-4E1D-9E3E-7C108F19C541}"/>
              </a:ext>
            </a:extLst>
          </p:cNvPr>
          <p:cNvPicPr>
            <a:picLocks xmlns:a="http://schemas.openxmlformats.org/drawingml/2006/main" noChangeAspect="1"/>
          </p:cNvPicPr>
          <p:nvPr/>
        </p:nvPicPr>
        <p:blipFill>
          <a:blip xmlns:r="http://schemas.openxmlformats.org/officeDocument/2006/relationships" xmlns:a="http://schemas.openxmlformats.org/drawingml/2006/main" r:embed="R17ea2a44047c4206">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6781800" y="4438650"/>
            <a:ext cx="1833563" cy="238125"/>
          </a:xfrm>
          <a:prstGeom xmlns:a="http://schemas.openxmlformats.org/drawingml/2006/main" prst="rect">
            <a:avLst/>
          </a:prstGeom>
        </p:spPr>
      </p:pic>
      <p:pic>
        <p:nvPicPr>
          <p:cNvPr id="56" name="sample-axis--1-domain" descr="f">
            <a:extLst xmlns:a="http://schemas.openxmlformats.org/drawingml/2006/main">
              <a:ext uri="{FF2B5EF4-FFF2-40B4-BE49-F238E27FC236}">
                <a16:creationId xmlns:a16="http://schemas.microsoft.com/office/drawing/2014/main" id="{565BD11C-61ED-44D8-AEE2-AB95A5C8FB1E}"/>
              </a:ext>
            </a:extLst>
          </p:cNvPr>
          <p:cNvPicPr>
            <a:picLocks xmlns:a="http://schemas.openxmlformats.org/drawingml/2006/main" noChangeAspect="1"/>
          </p:cNvPicPr>
          <p:nvPr/>
        </p:nvPicPr>
        <p:blipFill>
          <a:blip xmlns:r="http://schemas.openxmlformats.org/officeDocument/2006/relationships" xmlns:a="http://schemas.openxmlformats.org/drawingml/2006/main" r:embed="R4e7039a32e254d26">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11353800" y="5090815"/>
            <a:ext cx="95250" cy="143470"/>
          </a:xfrm>
          <a:prstGeom xmlns:a="http://schemas.openxmlformats.org/drawingml/2006/main" prst="rect">
            <a:avLst/>
          </a:prstGeom>
        </p:spPr>
      </p:pic>
      <p:pic>
        <p:nvPicPr>
          <p:cNvPr id="57" name="sample-axis--1-ticklabel-0" descr="-13.25">
            <a:extLst xmlns:a="http://schemas.openxmlformats.org/drawingml/2006/main">
              <a:ext uri="{FF2B5EF4-FFF2-40B4-BE49-F238E27FC236}">
                <a16:creationId xmlns:a16="http://schemas.microsoft.com/office/drawing/2014/main" id="{5DCA2E4C-ECFE-4C4C-B33E-65B2EEA694BC}"/>
              </a:ext>
            </a:extLst>
          </p:cNvPr>
          <p:cNvPicPr>
            <a:picLocks xmlns:a="http://schemas.openxmlformats.org/drawingml/2006/main" noChangeAspect="1"/>
          </p:cNvPicPr>
          <p:nvPr/>
        </p:nvPicPr>
        <p:blipFill>
          <a:blip xmlns:r="http://schemas.openxmlformats.org/officeDocument/2006/relationships" xmlns:a="http://schemas.openxmlformats.org/drawingml/2006/main" r:embed="R45605d22fd7c4c3e">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7732436" y="5469731"/>
            <a:ext cx="666750" cy="147638"/>
          </a:xfrm>
          <a:prstGeom xmlns:a="http://schemas.openxmlformats.org/drawingml/2006/main" prst="rect">
            <a:avLst/>
          </a:prstGeom>
        </p:spPr>
      </p:pic>
      <p:pic>
        <p:nvPicPr>
          <p:cNvPr id="58" name="sample-axis--1-ticklabel-1" descr="-12.25">
            <a:extLst xmlns:a="http://schemas.openxmlformats.org/drawingml/2006/main">
              <a:ext uri="{FF2B5EF4-FFF2-40B4-BE49-F238E27FC236}">
                <a16:creationId xmlns:a16="http://schemas.microsoft.com/office/drawing/2014/main" id="{AAEB3883-7DD7-494F-98CD-CC587B9FCC53}"/>
              </a:ext>
            </a:extLst>
          </p:cNvPr>
          <p:cNvPicPr>
            <a:picLocks xmlns:a="http://schemas.openxmlformats.org/drawingml/2006/main" noChangeAspect="1"/>
          </p:cNvPicPr>
          <p:nvPr/>
        </p:nvPicPr>
        <p:blipFill>
          <a:blip xmlns:r="http://schemas.openxmlformats.org/officeDocument/2006/relationships" xmlns:a="http://schemas.openxmlformats.org/drawingml/2006/main" r:embed="R900b1182a04d4d02">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8720138" y="5469731"/>
            <a:ext cx="666750" cy="147638"/>
          </a:xfrm>
          <a:prstGeom xmlns:a="http://schemas.openxmlformats.org/drawingml/2006/main" prst="rect">
            <a:avLst/>
          </a:prstGeom>
        </p:spPr>
      </p:pic>
      <p:pic>
        <p:nvPicPr>
          <p:cNvPr id="59" name="sample-axis--1-ticklabel-2" descr="-11.25">
            <a:extLst xmlns:a="http://schemas.openxmlformats.org/drawingml/2006/main">
              <a:ext uri="{FF2B5EF4-FFF2-40B4-BE49-F238E27FC236}">
                <a16:creationId xmlns:a16="http://schemas.microsoft.com/office/drawing/2014/main" id="{62E90B3D-C0FA-4E22-AF70-23441A8FB99D}"/>
              </a:ext>
            </a:extLst>
          </p:cNvPr>
          <p:cNvPicPr>
            <a:picLocks xmlns:a="http://schemas.openxmlformats.org/drawingml/2006/main" noChangeAspect="1"/>
          </p:cNvPicPr>
          <p:nvPr/>
        </p:nvPicPr>
        <p:blipFill>
          <a:blip xmlns:r="http://schemas.openxmlformats.org/officeDocument/2006/relationships" xmlns:a="http://schemas.openxmlformats.org/drawingml/2006/main" r:embed="Rcf80ff2e01f84614">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9707839" y="5469731"/>
            <a:ext cx="666750" cy="147638"/>
          </a:xfrm>
          <a:prstGeom xmlns:a="http://schemas.openxmlformats.org/drawingml/2006/main" prst="rect">
            <a:avLst/>
          </a:prstGeom>
        </p:spPr>
      </p:pic>
      <p:pic>
        <p:nvPicPr>
          <p:cNvPr id="60" name="sample-axis-1-domain" descr="f">
            <a:extLst xmlns:a="http://schemas.openxmlformats.org/drawingml/2006/main">
              <a:ext uri="{FF2B5EF4-FFF2-40B4-BE49-F238E27FC236}">
                <a16:creationId xmlns:a16="http://schemas.microsoft.com/office/drawing/2014/main" id="{890907C7-2D2C-4955-B3D8-6CB9B0F1E59E}"/>
              </a:ext>
            </a:extLst>
          </p:cNvPr>
          <p:cNvPicPr>
            <a:picLocks xmlns:a="http://schemas.openxmlformats.org/drawingml/2006/main" noChangeAspect="1"/>
          </p:cNvPicPr>
          <p:nvPr/>
        </p:nvPicPr>
        <p:blipFill>
          <a:blip xmlns:r="http://schemas.openxmlformats.org/officeDocument/2006/relationships" xmlns:a="http://schemas.openxmlformats.org/drawingml/2006/main" r:embed="Rb1f38ad6eeaa4db1">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11353800" y="6005215"/>
            <a:ext cx="95250" cy="143470"/>
          </a:xfrm>
          <a:prstGeom xmlns:a="http://schemas.openxmlformats.org/drawingml/2006/main" prst="rect">
            <a:avLst/>
          </a:prstGeom>
        </p:spPr>
      </p:pic>
      <p:pic>
        <p:nvPicPr>
          <p:cNvPr id="61" name="sample-axis-1-ticklabel-0" descr="11.25">
            <a:extLst xmlns:a="http://schemas.openxmlformats.org/drawingml/2006/main">
              <a:ext uri="{FF2B5EF4-FFF2-40B4-BE49-F238E27FC236}">
                <a16:creationId xmlns:a16="http://schemas.microsoft.com/office/drawing/2014/main" id="{8A4FB346-AA16-4C9D-836C-2E4D9C7BE7B8}"/>
              </a:ext>
            </a:extLst>
          </p:cNvPr>
          <p:cNvPicPr>
            <a:picLocks xmlns:a="http://schemas.openxmlformats.org/drawingml/2006/main" noChangeAspect="1"/>
          </p:cNvPicPr>
          <p:nvPr/>
        </p:nvPicPr>
        <p:blipFill>
          <a:blip xmlns:r="http://schemas.openxmlformats.org/officeDocument/2006/relationships" xmlns:a="http://schemas.openxmlformats.org/drawingml/2006/main" r:embed="R0b530cbf60304396">
            <a:extLst>
              <a:ext uri="{96DAC541-7B7A-43D3-8B79-37D633B846F1}">
                <ns20:svgBlip xmlns:ns20="http://schemas.microsoft.com/office/drawing/2016/SVG/main" r:embed="rIdMathSvg20"/>
              </a:ext>
            </a:extLst>
          </a:blip>
          <a:stretch xmlns:a="http://schemas.openxmlformats.org/drawingml/2006/main"/>
        </p:blipFill>
        <p:spPr>
          <a:xfrm xmlns:a="http://schemas.openxmlformats.org/drawingml/2006/main">
            <a:off x="7818161" y="6397228"/>
            <a:ext cx="495300" cy="121444"/>
          </a:xfrm>
          <a:prstGeom xmlns:a="http://schemas.openxmlformats.org/drawingml/2006/main" prst="rect">
            <a:avLst/>
          </a:prstGeom>
        </p:spPr>
      </p:pic>
      <p:pic>
        <p:nvPicPr>
          <p:cNvPr id="62" name="sample-axis-1-ticklabel-1" descr="12.25">
            <a:extLst xmlns:a="http://schemas.openxmlformats.org/drawingml/2006/main">
              <a:ext uri="{FF2B5EF4-FFF2-40B4-BE49-F238E27FC236}">
                <a16:creationId xmlns:a16="http://schemas.microsoft.com/office/drawing/2014/main" id="{BE5B221E-A1FF-4892-82A2-5FEC4E35EE83}"/>
              </a:ext>
            </a:extLst>
          </p:cNvPr>
          <p:cNvPicPr>
            <a:picLocks xmlns:a="http://schemas.openxmlformats.org/drawingml/2006/main" noChangeAspect="1"/>
          </p:cNvPicPr>
          <p:nvPr/>
        </p:nvPicPr>
        <p:blipFill>
          <a:blip xmlns:r="http://schemas.openxmlformats.org/officeDocument/2006/relationships" xmlns:a="http://schemas.openxmlformats.org/drawingml/2006/main" r:embed="R2ebec28a10b648ef">
            <a:extLst>
              <a:ext uri="{96DAC541-7B7A-43D3-8B79-37D633B846F1}">
                <ns21:svgBlip xmlns:ns21="http://schemas.microsoft.com/office/drawing/2016/SVG/main" r:embed="rIdMathSvg21"/>
              </a:ext>
            </a:extLst>
          </a:blip>
          <a:stretch xmlns:a="http://schemas.openxmlformats.org/drawingml/2006/main"/>
        </p:blipFill>
        <p:spPr>
          <a:xfrm xmlns:a="http://schemas.openxmlformats.org/drawingml/2006/main">
            <a:off x="8805863" y="6397228"/>
            <a:ext cx="495300" cy="121444"/>
          </a:xfrm>
          <a:prstGeom xmlns:a="http://schemas.openxmlformats.org/drawingml/2006/main" prst="rect">
            <a:avLst/>
          </a:prstGeom>
        </p:spPr>
      </p:pic>
      <p:pic>
        <p:nvPicPr>
          <p:cNvPr id="63" name="sample-axis-1-ticklabel-2" descr="13.25">
            <a:extLst xmlns:a="http://schemas.openxmlformats.org/drawingml/2006/main">
              <a:ext uri="{FF2B5EF4-FFF2-40B4-BE49-F238E27FC236}">
                <a16:creationId xmlns:a16="http://schemas.microsoft.com/office/drawing/2014/main" id="{781EF003-7F5B-45FD-A7F5-B48C5FCF0FF4}"/>
              </a:ext>
            </a:extLst>
          </p:cNvPr>
          <p:cNvPicPr>
            <a:picLocks xmlns:a="http://schemas.openxmlformats.org/drawingml/2006/main" noChangeAspect="1"/>
          </p:cNvPicPr>
          <p:nvPr/>
        </p:nvPicPr>
        <p:blipFill>
          <a:blip xmlns:r="http://schemas.openxmlformats.org/officeDocument/2006/relationships" xmlns:a="http://schemas.openxmlformats.org/drawingml/2006/main" r:embed="R933d2a3e3a554b08">
            <a:extLst>
              <a:ext uri="{96DAC541-7B7A-43D3-8B79-37D633B846F1}">
                <ns22:svgBlip xmlns:ns22="http://schemas.microsoft.com/office/drawing/2016/SVG/main" r:embed="rIdMathSvg22"/>
              </a:ext>
            </a:extLst>
          </a:blip>
          <a:stretch xmlns:a="http://schemas.openxmlformats.org/drawingml/2006/main"/>
        </p:blipFill>
        <p:spPr>
          <a:xfrm xmlns:a="http://schemas.openxmlformats.org/drawingml/2006/main">
            <a:off x="9793564" y="6397228"/>
            <a:ext cx="495300" cy="121444"/>
          </a:xfrm>
          <a:prstGeom xmlns:a="http://schemas.openxmlformats.org/drawingml/2006/main" prst="rect">
            <a:avLst/>
          </a:prstGeom>
        </p:spPr>
      </p:pic>
      <p:pic>
        <p:nvPicPr>
          <p:cNvPr id="64" name="sweep-result" descr="\beta=\Delta f/f_m\ \uparrow\quad\Longrightarrow\quad\text{wider significant band}">
            <a:extLst xmlns:a="http://schemas.openxmlformats.org/drawingml/2006/main">
              <a:ext uri="{FF2B5EF4-FFF2-40B4-BE49-F238E27FC236}">
                <a16:creationId xmlns:a16="http://schemas.microsoft.com/office/drawing/2014/main" id="{12E11D1D-A21E-4172-90FD-DFF7C55D5FA7}"/>
              </a:ext>
            </a:extLst>
          </p:cNvPr>
          <p:cNvPicPr>
            <a:picLocks xmlns:a="http://schemas.openxmlformats.org/drawingml/2006/main" noChangeAspect="1"/>
          </p:cNvPicPr>
          <p:nvPr/>
        </p:nvPicPr>
        <p:blipFill>
          <a:blip xmlns:r="http://schemas.openxmlformats.org/officeDocument/2006/relationships" xmlns:a="http://schemas.openxmlformats.org/drawingml/2006/main" r:embed="Rf0f438c8bea64b56">
            <a:extLst>
              <a:ext uri="{96DAC541-7B7A-43D3-8B79-37D633B846F1}">
                <ns23:svgBlip xmlns:ns23="http://schemas.microsoft.com/office/drawing/2016/SVG/main" r:embed="rIdMathSvg23"/>
              </a:ext>
            </a:extLst>
          </a:blip>
          <a:stretch xmlns:a="http://schemas.openxmlformats.org/drawingml/2006/main"/>
        </p:blipFill>
        <p:spPr>
          <a:xfrm xmlns:a="http://schemas.openxmlformats.org/drawingml/2006/main">
            <a:off x="666750" y="6267450"/>
            <a:ext cx="6286500" cy="285750"/>
          </a:xfrm>
          <a:prstGeom xmlns:a="http://schemas.openxmlformats.org/drawingml/2006/main" prst="rect">
            <a:avLst/>
          </a:prstGeom>
        </p:spPr>
      </p:pic>
      <p:pic>
        <p:nvPicPr>
          <p:cNvPr id="65" name="fixed-signal-start" descr="s(t)=\operatorname{Re}\{\widetilde s(t)e^{j2\pi f_ct}\}">
            <a:extLst xmlns:a="http://schemas.openxmlformats.org/drawingml/2006/main">
              <a:ext uri="{FF2B5EF4-FFF2-40B4-BE49-F238E27FC236}">
                <a16:creationId xmlns:a16="http://schemas.microsoft.com/office/drawing/2014/main" id="{AA293A5C-5358-4822-ABAF-F4C84232318E}"/>
              </a:ext>
            </a:extLst>
          </p:cNvPr>
          <p:cNvPicPr>
            <a:picLocks xmlns:a="http://schemas.openxmlformats.org/drawingml/2006/main" noChangeAspect="1"/>
          </p:cNvPicPr>
          <p:nvPr/>
        </p:nvPicPr>
        <p:blipFill>
          <a:blip xmlns:r="http://schemas.openxmlformats.org/officeDocument/2006/relationships" xmlns:a="http://schemas.openxmlformats.org/drawingml/2006/main" r:embed="R2166d6583b584706">
            <a:extLst>
              <a:ext uri="{96DAC541-7B7A-43D3-8B79-37D633B846F1}">
                <ns24:svgBlip xmlns:ns24="http://schemas.microsoft.com/office/drawing/2016/SVG/main" r:embed="rIdMathSvg24"/>
              </a:ext>
            </a:extLst>
          </a:blip>
          <a:stretch xmlns:a="http://schemas.openxmlformats.org/drawingml/2006/main"/>
        </p:blipFill>
        <p:spPr>
          <a:xfrm xmlns:a="http://schemas.openxmlformats.org/drawingml/2006/main">
            <a:off x="609600" y="2587200"/>
            <a:ext cx="2800350" cy="291703"/>
          </a:xfrm>
          <a:prstGeom xmlns:a="http://schemas.openxmlformats.org/drawingml/2006/main" prst="rect">
            <a:avLst/>
          </a:prstGeom>
        </p:spPr>
      </p:pic>
      <p:pic>
        <p:nvPicPr>
          <p:cNvPr id="66" name="signal-series-substitution-stable" descr="s(t)=\operatorname{Re}\{[\sum_{n=-\infty}^{\infty}c_ne^{j2\pi nf_mt}]e^{j2\pi f_ct}\}">
            <a:extLst xmlns:a="http://schemas.openxmlformats.org/drawingml/2006/main">
              <a:ext uri="{FF2B5EF4-FFF2-40B4-BE49-F238E27FC236}">
                <a16:creationId xmlns:a16="http://schemas.microsoft.com/office/drawing/2014/main" id="{1F0A6926-F7F1-4568-9590-D5C95BAD2D1B}"/>
              </a:ext>
            </a:extLst>
          </p:cNvPr>
          <p:cNvPicPr>
            <a:picLocks xmlns:a="http://schemas.openxmlformats.org/drawingml/2006/main" noChangeAspect="1"/>
          </p:cNvPicPr>
          <p:nvPr/>
        </p:nvPicPr>
        <p:blipFill>
          <a:blip xmlns:r="http://schemas.openxmlformats.org/officeDocument/2006/relationships" xmlns:a="http://schemas.openxmlformats.org/drawingml/2006/main" r:embed="R24a0a8047b98474c">
            <a:extLst>
              <a:ext uri="{96DAC541-7B7A-43D3-8B79-37D633B846F1}">
                <ns25:svgBlip xmlns:ns25="http://schemas.microsoft.com/office/drawing/2016/SVG/main" r:embed="rIdMathSvg25"/>
              </a:ext>
            </a:extLst>
          </a:blip>
          <a:stretch xmlns:a="http://schemas.openxmlformats.org/drawingml/2006/main"/>
        </p:blipFill>
        <p:spPr>
          <a:xfrm xmlns:a="http://schemas.openxmlformats.org/drawingml/2006/main">
            <a:off x="609600" y="2586661"/>
            <a:ext cx="4853940" cy="341709"/>
          </a:xfrm>
          <a:prstGeom xmlns:a="http://schemas.openxmlformats.org/drawingml/2006/main" prst="rect">
            <a:avLst/>
          </a:prstGeom>
        </p:spPr>
      </p:pic>
      <p:pic>
        <p:nvPicPr>
          <p:cNvPr id="67" name="signal-series-substitution-moving0" descr="s(t)=\operatorname{Re}\{[\sum_{n=-\infty}^{\infty}c_ne^{j2\pi nf_mt}]e^{j2\pi f_ct}\}">
            <a:extLst xmlns:a="http://schemas.openxmlformats.org/drawingml/2006/main">
              <a:ext uri="{FF2B5EF4-FFF2-40B4-BE49-F238E27FC236}">
                <a16:creationId xmlns:a16="http://schemas.microsoft.com/office/drawing/2014/main" id="{F16C83D4-5294-4EB1-B1A0-68D31AE21648}"/>
              </a:ext>
            </a:extLst>
          </p:cNvPr>
          <p:cNvPicPr>
            <a:picLocks xmlns:a="http://schemas.openxmlformats.org/drawingml/2006/main" noChangeAspect="1"/>
          </p:cNvPicPr>
          <p:nvPr/>
        </p:nvPicPr>
        <p:blipFill>
          <a:blip xmlns:r="http://schemas.openxmlformats.org/officeDocument/2006/relationships" xmlns:a="http://schemas.openxmlformats.org/drawingml/2006/main" r:embed="R3cd815121c174651">
            <a:extLst>
              <a:ext uri="{96DAC541-7B7A-43D3-8B79-37D633B846F1}">
                <ns26:svgBlip xmlns:ns26="http://schemas.microsoft.com/office/drawing/2016/SVG/main" r:embed="rIdMathSvg26"/>
              </a:ext>
            </a:extLst>
          </a:blip>
          <a:stretch xmlns:a="http://schemas.openxmlformats.org/drawingml/2006/main"/>
        </p:blipFill>
        <p:spPr>
          <a:xfrm xmlns:a="http://schemas.openxmlformats.org/drawingml/2006/main">
            <a:off x="609600" y="2586661"/>
            <a:ext cx="4853940" cy="341709"/>
          </a:xfrm>
          <a:prstGeom xmlns:a="http://schemas.openxmlformats.org/drawingml/2006/main" prst="rect">
            <a:avLst/>
          </a:prstGeom>
        </p:spPr>
      </p:pic>
      <p:pic>
        <p:nvPicPr>
          <p:cNvPr id="68" name="signal-exponent-combination-stable" descr="s(t)=\operatorname{Re}\{\sum_n c_ne^{j2\pi(f_c+nf_m)t}\}">
            <a:extLst xmlns:a="http://schemas.openxmlformats.org/drawingml/2006/main">
              <a:ext uri="{FF2B5EF4-FFF2-40B4-BE49-F238E27FC236}">
                <a16:creationId xmlns:a16="http://schemas.microsoft.com/office/drawing/2014/main" id="{A6B8D965-0983-416F-BD52-314637479B45}"/>
              </a:ext>
            </a:extLst>
          </p:cNvPr>
          <p:cNvPicPr>
            <a:picLocks xmlns:a="http://schemas.openxmlformats.org/drawingml/2006/main" noChangeAspect="1"/>
          </p:cNvPicPr>
          <p:nvPr/>
        </p:nvPicPr>
        <p:blipFill>
          <a:blip xmlns:r="http://schemas.openxmlformats.org/officeDocument/2006/relationships" xmlns:a="http://schemas.openxmlformats.org/drawingml/2006/main" r:embed="Rab5ca4d6b6864956">
            <a:extLst>
              <a:ext uri="{96DAC541-7B7A-43D3-8B79-37D633B846F1}">
                <ns27:svgBlip xmlns:ns27="http://schemas.microsoft.com/office/drawing/2016/SVG/main" r:embed="rIdMathSvg27"/>
              </a:ext>
            </a:extLst>
          </a:blip>
          <a:stretch xmlns:a="http://schemas.openxmlformats.org/drawingml/2006/main"/>
        </p:blipFill>
        <p:spPr>
          <a:xfrm xmlns:a="http://schemas.openxmlformats.org/drawingml/2006/main">
            <a:off x="609600" y="2577080"/>
            <a:ext cx="3840480" cy="315039"/>
          </a:xfrm>
          <a:prstGeom xmlns:a="http://schemas.openxmlformats.org/drawingml/2006/main" prst="rect">
            <a:avLst/>
          </a:prstGeom>
        </p:spPr>
      </p:pic>
      <p:pic>
        <p:nvPicPr>
          <p:cNvPr id="69" name="signal-exponent-combination-moving0" descr="s(t)=\operatorname{Re}\{\sum_n c_ne^{j2\pi(f_c+nf_m)t}\}">
            <a:extLst xmlns:a="http://schemas.openxmlformats.org/drawingml/2006/main">
              <a:ext uri="{FF2B5EF4-FFF2-40B4-BE49-F238E27FC236}">
                <a16:creationId xmlns:a16="http://schemas.microsoft.com/office/drawing/2014/main" id="{D7AE195B-2BEF-4ED2-8D40-41F83F66D84A}"/>
              </a:ext>
            </a:extLst>
          </p:cNvPr>
          <p:cNvPicPr>
            <a:picLocks xmlns:a="http://schemas.openxmlformats.org/drawingml/2006/main" noChangeAspect="1"/>
          </p:cNvPicPr>
          <p:nvPr/>
        </p:nvPicPr>
        <p:blipFill>
          <a:blip xmlns:r="http://schemas.openxmlformats.org/officeDocument/2006/relationships" xmlns:a="http://schemas.openxmlformats.org/drawingml/2006/main" r:embed="R20b4d75a263c482f">
            <a:extLst>
              <a:ext uri="{96DAC541-7B7A-43D3-8B79-37D633B846F1}">
                <ns28:svgBlip xmlns:ns28="http://schemas.microsoft.com/office/drawing/2016/SVG/main" r:embed="rIdMathSvg28"/>
              </a:ext>
            </a:extLst>
          </a:blip>
          <a:stretch xmlns:a="http://schemas.openxmlformats.org/drawingml/2006/main"/>
        </p:blipFill>
        <p:spPr>
          <a:xfrm xmlns:a="http://schemas.openxmlformats.org/drawingml/2006/main">
            <a:off x="609600" y="2577080"/>
            <a:ext cx="3840480" cy="315039"/>
          </a:xfrm>
          <a:prstGeom xmlns:a="http://schemas.openxmlformats.org/drawingml/2006/main" prst="rect">
            <a:avLst/>
          </a:prstGeom>
        </p:spPr>
      </p:pic>
      <p:pic>
        <p:nvPicPr>
          <p:cNvPr id="70" name="signal-exponent-combination-moving1" descr="s(t)=\operatorname{Re}\{\sum_n c_ne^{j2\pi(f_c+nf_m)t}\}">
            <a:extLst xmlns:a="http://schemas.openxmlformats.org/drawingml/2006/main">
              <a:ext uri="{FF2B5EF4-FFF2-40B4-BE49-F238E27FC236}">
                <a16:creationId xmlns:a16="http://schemas.microsoft.com/office/drawing/2014/main" id="{66D49C47-6A5F-432C-88B9-7E09B7959CC6}"/>
              </a:ext>
            </a:extLst>
          </p:cNvPr>
          <p:cNvPicPr>
            <a:picLocks xmlns:a="http://schemas.openxmlformats.org/drawingml/2006/main" noChangeAspect="1"/>
          </p:cNvPicPr>
          <p:nvPr/>
        </p:nvPicPr>
        <p:blipFill>
          <a:blip xmlns:r="http://schemas.openxmlformats.org/officeDocument/2006/relationships" xmlns:a="http://schemas.openxmlformats.org/drawingml/2006/main" r:embed="R964e38b110e9479b">
            <a:extLst>
              <a:ext uri="{96DAC541-7B7A-43D3-8B79-37D633B846F1}">
                <ns29:svgBlip xmlns:ns29="http://schemas.microsoft.com/office/drawing/2016/SVG/main" r:embed="rIdMathSvg29"/>
              </a:ext>
            </a:extLst>
          </a:blip>
          <a:stretch xmlns:a="http://schemas.openxmlformats.org/drawingml/2006/main"/>
        </p:blipFill>
        <p:spPr>
          <a:xfrm xmlns:a="http://schemas.openxmlformats.org/drawingml/2006/main">
            <a:off x="609600" y="2577080"/>
            <a:ext cx="3840480" cy="315039"/>
          </a:xfrm>
          <a:prstGeom xmlns:a="http://schemas.openxmlformats.org/drawingml/2006/main" prst="rect">
            <a:avLst/>
          </a:prstGeom>
        </p:spPr>
      </p:pic>
      <p:pic>
        <p:nvPicPr>
          <p:cNvPr id="71" name="signal-real-cosines-moving0" descr="s(t)=\sum_n c_n\cos[2\pi(f_c+nf_m)t]">
            <a:extLst xmlns:a="http://schemas.openxmlformats.org/drawingml/2006/main">
              <a:ext uri="{FF2B5EF4-FFF2-40B4-BE49-F238E27FC236}">
                <a16:creationId xmlns:a16="http://schemas.microsoft.com/office/drawing/2014/main" id="{94EC14F5-11F9-4A73-A62C-9020911FAFEF}"/>
              </a:ext>
            </a:extLst>
          </p:cNvPr>
          <p:cNvPicPr>
            <a:picLocks xmlns:a="http://schemas.openxmlformats.org/drawingml/2006/main" noChangeAspect="1"/>
          </p:cNvPicPr>
          <p:nvPr/>
        </p:nvPicPr>
        <p:blipFill>
          <a:blip xmlns:r="http://schemas.openxmlformats.org/officeDocument/2006/relationships" xmlns:a="http://schemas.openxmlformats.org/drawingml/2006/main" r:embed="R2ab89423469c4ee5">
            <a:extLst>
              <a:ext uri="{96DAC541-7B7A-43D3-8B79-37D633B846F1}">
                <ns30:svgBlip xmlns:ns30="http://schemas.microsoft.com/office/drawing/2016/SVG/main" r:embed="rIdMathSvg30"/>
              </a:ext>
            </a:extLst>
          </a:blip>
          <a:stretch xmlns:a="http://schemas.openxmlformats.org/drawingml/2006/main"/>
        </p:blipFill>
        <p:spPr>
          <a:xfrm xmlns:a="http://schemas.openxmlformats.org/drawingml/2006/main">
            <a:off x="609600" y="2613192"/>
            <a:ext cx="4027170" cy="280035"/>
          </a:xfrm>
          <a:prstGeom xmlns:a="http://schemas.openxmlformats.org/drawingml/2006/main" prst="rect">
            <a:avLst/>
          </a:prstGeom>
        </p:spPr>
      </p:pic>
      <p:pic>
        <p:nvPicPr>
          <p:cNvPr id="72" name="signal-main-moving0" descr="s(t)=A_c\sum_{n=-\infty}^{\infty}J_n(\beta)\cos[2\pi(f_c+nf_m)t]">
            <a:extLst xmlns:a="http://schemas.openxmlformats.org/drawingml/2006/main">
              <a:ext uri="{FF2B5EF4-FFF2-40B4-BE49-F238E27FC236}">
                <a16:creationId xmlns:a16="http://schemas.microsoft.com/office/drawing/2014/main" id="{C9154DD9-DBD1-462E-9E00-21D35F506C57}"/>
              </a:ext>
            </a:extLst>
          </p:cNvPr>
          <p:cNvPicPr>
            <a:picLocks xmlns:a="http://schemas.openxmlformats.org/drawingml/2006/main" noChangeAspect="1"/>
          </p:cNvPicPr>
          <p:nvPr/>
        </p:nvPicPr>
        <p:blipFill>
          <a:blip xmlns:r="http://schemas.openxmlformats.org/officeDocument/2006/relationships" xmlns:a="http://schemas.openxmlformats.org/drawingml/2006/main" r:embed="Rec89bc85f6f747f5">
            <a:extLst>
              <a:ext uri="{96DAC541-7B7A-43D3-8B79-37D633B846F1}">
                <ns31:svgBlip xmlns:ns31="http://schemas.microsoft.com/office/drawing/2016/SVG/main" r:embed="rIdMathSvg31"/>
              </a:ext>
            </a:extLst>
          </a:blip>
          <a:stretch xmlns:a="http://schemas.openxmlformats.org/drawingml/2006/main"/>
        </p:blipFill>
        <p:spPr>
          <a:xfrm xmlns:a="http://schemas.openxmlformats.org/drawingml/2006/main">
            <a:off x="609600" y="2596106"/>
            <a:ext cx="5494020" cy="331708"/>
          </a:xfrm>
          <a:prstGeom xmlns:a="http://schemas.openxmlformats.org/drawingml/2006/main" prst="rect">
            <a:avLst/>
          </a:prstGeom>
        </p:spPr>
      </p:pic>
      <p:sp>
        <p:nvSpPr>
          <p:cNvPr id="73" name="math-flight-6-origin">
            <a:extLst xmlns:a="http://schemas.openxmlformats.org/drawingml/2006/main">
              <a:ext uri="{FF2B5EF4-FFF2-40B4-BE49-F238E27FC236}">
                <a16:creationId xmlns:a16="http://schemas.microsoft.com/office/drawing/2014/main" id="{1E10554B-D283-4028-8787-72F91648B808}"/>
              </a:ext>
            </a:extLst>
          </p:cNvPr>
          <p:cNvSpPr>
            <a:spLocks xmlns:a="http://schemas.openxmlformats.org/drawingml/2006/main" noGrp="1"/>
          </p:cNvSpPr>
          <p:nvPr/>
        </p:nvSpPr>
        <p:spPr>
          <a:xfrm xmlns:a="http://schemas.openxmlformats.org/drawingml/2006/main">
            <a:off x="1488155" y="4365188"/>
            <a:ext cx="2218833" cy="298966"/>
          </a:xfrm>
          <a:prstGeom xmlns:a="http://schemas.openxmlformats.org/drawingml/2006/main" prst="rect">
            <a:avLst/>
          </a:prstGeom>
          <a:noFill xmlns:a="http://schemas.openxmlformats.org/drawingml/2006/main"/>
          <a:ln xmlns:a="http://schemas.openxmlformats.org/drawingml/2006/main" w="0">
            <a:noFill/>
          </a:ln>
        </p:spPr>
      </p:sp>
      <p:pic>
        <p:nvPicPr>
          <p:cNvPr id="74" name="math-flight-6" descr="\sum_{n=-\infty}^{\infty}c_ne^{j2\pi nf_mt}">
            <a:extLst xmlns:a="http://schemas.openxmlformats.org/drawingml/2006/main">
              <a:ext uri="{FF2B5EF4-FFF2-40B4-BE49-F238E27FC236}">
                <a16:creationId xmlns:a16="http://schemas.microsoft.com/office/drawing/2014/main" id="{3C6E992C-224F-46F0-B942-B44E6A81030F}"/>
              </a:ext>
            </a:extLst>
          </p:cNvPr>
          <p:cNvPicPr>
            <a:picLocks xmlns:a="http://schemas.openxmlformats.org/drawingml/2006/main" noChangeAspect="1"/>
          </p:cNvPicPr>
          <p:nvPr/>
        </p:nvPicPr>
        <p:blipFill>
          <a:blip xmlns:r="http://schemas.openxmlformats.org/officeDocument/2006/relationships" xmlns:a="http://schemas.openxmlformats.org/drawingml/2006/main" r:embed="R04c904662cd8462a">
            <a:extLst>
              <a:ext uri="{96DAC541-7B7A-43D3-8B79-37D633B846F1}">
                <ns32:svgBlip xmlns:ns32="http://schemas.microsoft.com/office/drawing/2016/SVG/main" r:embed="rIdMathSvg32"/>
              </a:ext>
            </a:extLst>
          </a:blip>
          <a:stretch xmlns:a="http://schemas.openxmlformats.org/drawingml/2006/main"/>
        </p:blipFill>
        <p:spPr>
          <a:xfrm xmlns:a="http://schemas.openxmlformats.org/drawingml/2006/main">
            <a:off x="2119047" y="2587154"/>
            <a:ext cx="2310923" cy="310572"/>
          </a:xfrm>
          <a:prstGeom xmlns:a="http://schemas.openxmlformats.org/drawingml/2006/main" prst="rect">
            <a:avLst/>
          </a:prstGeom>
        </p:spPr>
      </p:pic>
    </p:spTree>
    <p:extLst>
      <p:ext uri="{BB962C8B-B14F-4D97-AF65-F5344CB8AC3E}">
        <p14:creationId xmlns:p14="http://schemas.microsoft.com/office/powerpoint/2010/main" val="156048494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4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4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205" dur="200" fill="hold">
                                          <p:stCondLst>
                                            <p:cond delay="0"/>
                                          </p:stCondLst>
                                        </p:cTn>
                                        <p:tgtEl>
                                          <p:spTgt spid="45"/>
                                        </p:tgtEl>
                                      </p:cBhvr>
                                    </p:animEffect>
                                    <p:set>
                                      <p:cBhvr>
                                        <p:cTn id="206" dur="1" fill="hold">
                                          <p:stCondLst>
                                            <p:cond delay="200"/>
                                          </p:stCondLst>
                                        </p:cTn>
                                        <p:tgtEl>
                                          <p:spTgt spid="45"/>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207" dur="200" fill="hold">
                                          <p:stCondLst>
                                            <p:cond delay="0"/>
                                          </p:stCondLst>
                                        </p:cTn>
                                        <p:tgtEl>
                                          <p:spTgt spid="46"/>
                                        </p:tgtEl>
                                      </p:cBhvr>
                                    </p:animEffect>
                                    <p:set>
                                      <p:cBhvr>
                                        <p:cTn id="208" dur="1" fill="hold">
                                          <p:stCondLst>
                                            <p:cond delay="200"/>
                                          </p:stCondLst>
                                        </p:cTn>
                                        <p:tgtEl>
                                          <p:spTgt spid="46"/>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par>
                                <p:cTn id="20" presetID="10" presetClass="entr" presetSubtype="0" fill="hold" nodeType="withEffect">
                                  <p:stCondLst>
                                    <p:cond delay="70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220"/>
                                        <p:tgtEl>
                                          <p:spTgt spid="49"/>
                                        </p:tgtEl>
                                      </p:cBhvr>
                                    </p:animEffect>
                                  </p:childTnLst>
                                </p:cTn>
                              </p:par>
                              <p:par>
                                <p:cTn id="23" presetID="10" presetClass="exit" presetSubtype="0" fill="hold" nodeType="withEffect">
                                  <p:stCondLst>
                                    <p:cond delay="0"/>
                                  </p:stCondLst>
                                  <p:childTnLst>
                                    <p:animEffect transition="out" filter="fade">
                                      <p:cBhvr>
                                        <p:cTn id="209" dur="200" fill="hold">
                                          <p:stCondLst>
                                            <p:cond delay="700"/>
                                          </p:stCondLst>
                                        </p:cTn>
                                        <p:tgtEl>
                                          <p:spTgt spid="44"/>
                                        </p:tgtEl>
                                      </p:cBhvr>
                                    </p:animEffect>
                                    <p:set>
                                      <p:cBhvr>
                                        <p:cTn id="210" dur="1" fill="hold">
                                          <p:stCondLst>
                                            <p:cond delay="900"/>
                                          </p:stCondLst>
                                        </p:cTn>
                                        <p:tgtEl>
                                          <p:spTgt spid="44"/>
                                        </p:tgtEl>
                                        <p:attrNameLst>
                                          <p:attrName>style.visibility</p:attrName>
                                        </p:attrNameLst>
                                      </p:cBhvr>
                                      <p:to>
                                        <p:strVal val="hidden"/>
                                      </p:to>
                                    </p:set>
                                  </p:childTnLst>
                                </p:cTn>
                              </p:par>
                              <p:par>
                                <p:cTn id="24" presetID="10" presetClass="entr" presetSubtype="0" fill="hold" nodeType="withEffect">
                                  <p:stCondLst>
                                    <p:cond delay="700"/>
                                  </p:stCondLst>
                                  <p:childTnLst>
                                    <p:set>
                                      <p:cBhvr>
                                        <p:cTn id="25" dur="1" fill="hold">
                                          <p:stCondLst>
                                            <p:cond delay="0"/>
                                          </p:stCondLst>
                                        </p:cTn>
                                        <p:tgtEl>
                                          <p:spTgt spid="66"/>
                                        </p:tgtEl>
                                        <p:attrNameLst>
                                          <p:attrName>style.visibility</p:attrName>
                                        </p:attrNameLst>
                                      </p:cBhvr>
                                      <p:to>
                                        <p:strVal val="visible"/>
                                      </p:to>
                                    </p:set>
                                  </p:childTnLst>
                                </p:cTn>
                              </p:par>
                              <p:par>
                                <p:cTn id="27" presetID="10" presetClass="entr" presetSubtype="0" fill="hold" nodeType="withEffect">
                                  <p:stCondLst>
                                    <p:cond delay="700"/>
                                  </p:stCondLst>
                                  <p:childTnLst>
                                    <p:set>
                                      <p:cBhvr>
                                        <p:cTn id="28" dur="1" fill="hold">
                                          <p:stCondLst>
                                            <p:cond delay="0"/>
                                          </p:stCondLst>
                                        </p:cTn>
                                        <p:tgtEl>
                                          <p:spTgt spid="67"/>
                                        </p:tgtEl>
                                        <p:attrNameLst>
                                          <p:attrName>style.visibility</p:attrName>
                                        </p:attrNameLst>
                                      </p:cBhvr>
                                      <p:to>
                                        <p:strVal val="visible"/>
                                      </p:to>
                                    </p:set>
                                  </p:childTnLst>
                                </p:cTn>
                              </p:par>
                              <p:par>
                                <p:cTn id="30" presetID="10" presetClass="entr" presetSubtype="0" fill="hold" nodeType="withEffect">
                                  <p:stCondLst>
                                    <p:cond delay="0"/>
                                  </p:stCondLst>
                                  <p:childTnLst>
                                    <p:set>
                                      <p:cBhvr>
                                        <p:cTn id="31" dur="1" fill="hold">
                                          <p:stCondLst>
                                            <p:cond delay="0"/>
                                          </p:stCondLst>
                                        </p:cTn>
                                        <p:tgtEl>
                                          <p:spTgt spid="74"/>
                                        </p:tgtEl>
                                        <p:attrNameLst>
                                          <p:attrName>style.visibility</p:attrName>
                                        </p:attrNameLst>
                                      </p:cBhvr>
                                      <p:to>
                                        <p:strVal val="visible"/>
                                      </p:to>
                                    </p:set>
                                    <p:animMotion origin="layout" pathEditMode="relative" path="M -0.05552305 0.25841805 L 0.00000000 0.00000000 E">
                                      <p:cBhvr>
                                        <p:cTn id="33" dur="700" fill="hold"/>
                                        <p:tgtEl>
                                          <p:spTgt spid="74"/>
                                        </p:tgtEl>
                                        <p:attrNameLst>
                                          <p:attrName>ppt_x</p:attrName>
                                          <p:attrName>ppt_y</p:attrName>
                                        </p:attrNameLst>
                                      </p:cBhvr>
                                    </p:animMotion>
                                    <p:animScale zoomContents="1">
                                      <p:cBhvr>
                                        <p:cTn id="34" dur="700" fill="hold"/>
                                        <p:tgtEl>
                                          <p:spTgt spid="74"/>
                                        </p:tgtEl>
                                      </p:cBhvr>
                                      <p:from x="96015" y="96263"/>
                                      <p:to x="100000" y="100000"/>
                                    </p:animScale>
                                  </p:childTnLst>
                                </p:cTn>
                              </p:par>
                              <p:par>
                                <p:cTn id="35" presetID="10" presetClass="exit" presetSubtype="0" fill="hold" nodeType="withEffect">
                                  <p:stCondLst>
                                    <p:cond delay="0"/>
                                  </p:stCondLst>
                                  <p:childTnLst>
                                    <p:animEffect transition="out" filter="fade">
                                      <p:cBhvr>
                                        <p:cTn id="287" dur="200" fill="hold">
                                          <p:stCondLst>
                                            <p:cond delay="700"/>
                                          </p:stCondLst>
                                        </p:cTn>
                                        <p:tgtEl>
                                          <p:spTgt spid="74"/>
                                        </p:tgtEl>
                                      </p:cBhvr>
                                    </p:animEffect>
                                    <p:set>
                                      <p:cBhvr>
                                        <p:cTn id="288" dur="1" fill="hold">
                                          <p:stCondLst>
                                            <p:cond delay="900"/>
                                          </p:stCondLst>
                                        </p:cTn>
                                        <p:tgtEl>
                                          <p:spTgt spid="74"/>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fade">
                                      <p:cBhvr>
                                        <p:cTn id="40" dur="220"/>
                                        <p:tgtEl>
                                          <p:spTgt spid="50"/>
                                        </p:tgtEl>
                                      </p:cBhvr>
                                    </p:animEffect>
                                  </p:childTnLst>
                                </p:cTn>
                              </p:par>
                              <p:par>
                                <p:cTn id="41" presetID="10" presetClass="exit" presetSubtype="0" fill="hold" nodeType="withEffect">
                                  <p:stCondLst>
                                    <p:cond delay="0"/>
                                  </p:stCondLst>
                                  <p:childTnLst>
                                    <p:animEffect transition="out" filter="fade">
                                      <p:cBhvr>
                                        <p:cTn id="211" dur="200" fill="hold">
                                          <p:stCondLst>
                                            <p:cond delay="0"/>
                                          </p:stCondLst>
                                        </p:cTn>
                                        <p:tgtEl>
                                          <p:spTgt spid="49"/>
                                        </p:tgtEl>
                                      </p:cBhvr>
                                    </p:animEffect>
                                    <p:set>
                                      <p:cBhvr>
                                        <p:cTn id="212" dur="1" fill="hold">
                                          <p:stCondLst>
                                            <p:cond delay="200"/>
                                          </p:stCondLst>
                                        </p:cTn>
                                        <p:tgtEl>
                                          <p:spTgt spid="49"/>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275" dur="200" fill="hold">
                                          <p:stCondLst>
                                            <p:cond delay="0"/>
                                          </p:stCondLst>
                                        </p:cTn>
                                        <p:tgtEl>
                                          <p:spTgt spid="66"/>
                                        </p:tgtEl>
                                      </p:cBhvr>
                                    </p:animEffect>
                                    <p:set>
                                      <p:cBhvr>
                                        <p:cTn id="276" dur="1" fill="hold">
                                          <p:stCondLst>
                                            <p:cond delay="200"/>
                                          </p:stCondLst>
                                        </p:cTn>
                                        <p:tgtEl>
                                          <p:spTgt spid="66"/>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277" dur="200" fill="hold">
                                          <p:stCondLst>
                                            <p:cond delay="0"/>
                                          </p:stCondLst>
                                        </p:cTn>
                                        <p:tgtEl>
                                          <p:spTgt spid="67"/>
                                        </p:tgtEl>
                                      </p:cBhvr>
                                    </p:animEffect>
                                    <p:set>
                                      <p:cBhvr>
                                        <p:cTn id="278" dur="1" fill="hold">
                                          <p:stCondLst>
                                            <p:cond delay="200"/>
                                          </p:stCondLst>
                                        </p:cTn>
                                        <p:tgtEl>
                                          <p:spTgt spid="67"/>
                                        </p:tgtEl>
                                        <p:attrNameLst>
                                          <p:attrName>style.visibility</p:attrName>
                                        </p:attrNameLst>
                                      </p:cBhvr>
                                      <p:to>
                                        <p:strVal val="hidden"/>
                                      </p:to>
                                    </p:set>
                                  </p:childTnLst>
                                </p:cTn>
                              </p:par>
                              <p:par>
                                <p:cTn id="44" presetID="10" presetClass="entr" presetSubtype="0" fill="hold" nodeType="withEffect">
                                  <p:stCondLst>
                                    <p:cond delay="0"/>
                                  </p:stCondLst>
                                  <p:childTnLst>
                                    <p:set>
                                      <p:cBhvr>
                                        <p:cTn id="45" dur="1" fill="hold">
                                          <p:stCondLst>
                                            <p:cond delay="0"/>
                                          </p:stCondLst>
                                        </p:cTn>
                                        <p:tgtEl>
                                          <p:spTgt spid="68"/>
                                        </p:tgtEl>
                                        <p:attrNameLst>
                                          <p:attrName>style.visibility</p:attrName>
                                        </p:attrNameLst>
                                      </p:cBhvr>
                                      <p:to>
                                        <p:strVal val="visible"/>
                                      </p:to>
                                    </p:set>
                                  </p:childTnLst>
                                </p:cTn>
                              </p:par>
                              <p:par>
                                <p:cTn id="47" presetID="10" presetClass="entr" presetSubtype="0" fill="hold" nodeType="with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par>
                                <p:cTn id="50" presetID="10" presetClass="entr" presetSubtype="0" fill="hold" nodeType="withEffect">
                                  <p:stCondLst>
                                    <p:cond delay="0"/>
                                  </p:stCondLst>
                                  <p:childTnLst>
                                    <p:set>
                                      <p:cBhvr>
                                        <p:cTn id="51" dur="1" fill="hold">
                                          <p:stCondLst>
                                            <p:cond delay="0"/>
                                          </p:stCondLst>
                                        </p:cTn>
                                        <p:tgtEl>
                                          <p:spTgt spid="7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1"/>
                                        </p:tgtEl>
                                        <p:attrNameLst>
                                          <p:attrName>style.visibility</p:attrName>
                                        </p:attrNameLst>
                                      </p:cBhvr>
                                      <p:to>
                                        <p:strVal val="visible"/>
                                      </p:to>
                                    </p:set>
                                    <p:animEffect transition="in" filter="fade">
                                      <p:cBhvr>
                                        <p:cTn id="57" dur="220"/>
                                        <p:tgtEl>
                                          <p:spTgt spid="51"/>
                                        </p:tgtEl>
                                      </p:cBhvr>
                                    </p:animEffect>
                                  </p:childTnLst>
                                </p:cTn>
                              </p:par>
                              <p:par>
                                <p:cTn id="58" presetID="10" presetClass="exit" presetSubtype="0" fill="hold" nodeType="withEffect">
                                  <p:stCondLst>
                                    <p:cond delay="0"/>
                                  </p:stCondLst>
                                  <p:childTnLst>
                                    <p:animEffect transition="out" filter="fade">
                                      <p:cBhvr>
                                        <p:cTn id="213" dur="200" fill="hold">
                                          <p:stCondLst>
                                            <p:cond delay="0"/>
                                          </p:stCondLst>
                                        </p:cTn>
                                        <p:tgtEl>
                                          <p:spTgt spid="50"/>
                                        </p:tgtEl>
                                      </p:cBhvr>
                                    </p:animEffect>
                                    <p:set>
                                      <p:cBhvr>
                                        <p:cTn id="214" dur="1" fill="hold">
                                          <p:stCondLst>
                                            <p:cond delay="200"/>
                                          </p:stCondLst>
                                        </p:cTn>
                                        <p:tgtEl>
                                          <p:spTgt spid="50"/>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279" dur="200" fill="hold">
                                          <p:stCondLst>
                                            <p:cond delay="0"/>
                                          </p:stCondLst>
                                        </p:cTn>
                                        <p:tgtEl>
                                          <p:spTgt spid="68"/>
                                        </p:tgtEl>
                                      </p:cBhvr>
                                    </p:animEffect>
                                    <p:set>
                                      <p:cBhvr>
                                        <p:cTn id="280" dur="1" fill="hold">
                                          <p:stCondLst>
                                            <p:cond delay="200"/>
                                          </p:stCondLst>
                                        </p:cTn>
                                        <p:tgtEl>
                                          <p:spTgt spid="68"/>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281" dur="200" fill="hold">
                                          <p:stCondLst>
                                            <p:cond delay="0"/>
                                          </p:stCondLst>
                                        </p:cTn>
                                        <p:tgtEl>
                                          <p:spTgt spid="69"/>
                                        </p:tgtEl>
                                      </p:cBhvr>
                                    </p:animEffect>
                                    <p:set>
                                      <p:cBhvr>
                                        <p:cTn id="282" dur="1" fill="hold">
                                          <p:stCondLst>
                                            <p:cond delay="200"/>
                                          </p:stCondLst>
                                        </p:cTn>
                                        <p:tgtEl>
                                          <p:spTgt spid="69"/>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283" dur="200" fill="hold">
                                          <p:stCondLst>
                                            <p:cond delay="0"/>
                                          </p:stCondLst>
                                        </p:cTn>
                                        <p:tgtEl>
                                          <p:spTgt spid="70"/>
                                        </p:tgtEl>
                                      </p:cBhvr>
                                    </p:animEffect>
                                    <p:set>
                                      <p:cBhvr>
                                        <p:cTn id="284" dur="1" fill="hold">
                                          <p:stCondLst>
                                            <p:cond delay="200"/>
                                          </p:stCondLst>
                                        </p:cTn>
                                        <p:tgtEl>
                                          <p:spTgt spid="70"/>
                                        </p:tgtEl>
                                        <p:attrNameLst>
                                          <p:attrName>style.visibility</p:attrName>
                                        </p:attrNameLst>
                                      </p:cBhvr>
                                      <p:to>
                                        <p:strVal val="hidden"/>
                                      </p:to>
                                    </p:set>
                                  </p:childTnLst>
                                </p:cTn>
                              </p:par>
                              <p:par>
                                <p:cTn id="62" presetID="10" presetClass="entr" presetSubtype="0" fill="hold" nodeType="withEffect">
                                  <p:stCondLst>
                                    <p:cond delay="0"/>
                                  </p:stCondLst>
                                  <p:childTnLst>
                                    <p:set>
                                      <p:cBhvr>
                                        <p:cTn id="63" dur="1" fill="hold">
                                          <p:stCondLst>
                                            <p:cond delay="0"/>
                                          </p:stCondLst>
                                        </p:cTn>
                                        <p:tgtEl>
                                          <p:spTgt spid="7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fade">
                                      <p:cBhvr>
                                        <p:cTn id="69" dur="220"/>
                                        <p:tgtEl>
                                          <p:spTgt spid="52"/>
                                        </p:tgtEl>
                                      </p:cBhvr>
                                    </p:animEffect>
                                  </p:childTnLst>
                                </p:cTn>
                              </p:par>
                              <p:par>
                                <p:cTn id="70" presetID="10" presetClass="exit" presetSubtype="0" fill="hold" nodeType="withEffect">
                                  <p:stCondLst>
                                    <p:cond delay="0"/>
                                  </p:stCondLst>
                                  <p:childTnLst>
                                    <p:animEffect transition="out" filter="fade">
                                      <p:cBhvr>
                                        <p:cTn id="215" dur="200" fill="hold">
                                          <p:stCondLst>
                                            <p:cond delay="0"/>
                                          </p:stCondLst>
                                        </p:cTn>
                                        <p:tgtEl>
                                          <p:spTgt spid="51"/>
                                        </p:tgtEl>
                                      </p:cBhvr>
                                    </p:animEffect>
                                    <p:set>
                                      <p:cBhvr>
                                        <p:cTn id="216" dur="1" fill="hold">
                                          <p:stCondLst>
                                            <p:cond delay="200"/>
                                          </p:stCondLst>
                                        </p:cTn>
                                        <p:tgtEl>
                                          <p:spTgt spid="51"/>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285" dur="200" fill="hold">
                                          <p:stCondLst>
                                            <p:cond delay="0"/>
                                          </p:stCondLst>
                                        </p:cTn>
                                        <p:tgtEl>
                                          <p:spTgt spid="71"/>
                                        </p:tgtEl>
                                      </p:cBhvr>
                                    </p:animEffect>
                                    <p:set>
                                      <p:cBhvr>
                                        <p:cTn id="286" dur="1" fill="hold">
                                          <p:stCondLst>
                                            <p:cond delay="200"/>
                                          </p:stCondLst>
                                        </p:cTn>
                                        <p:tgtEl>
                                          <p:spTgt spid="71"/>
                                        </p:tgtEl>
                                        <p:attrNameLst>
                                          <p:attrName>style.visibility</p:attrName>
                                        </p:attrNameLst>
                                      </p:cBhvr>
                                      <p:to>
                                        <p:strVal val="hidden"/>
                                      </p:to>
                                    </p:set>
                                  </p:childTnLst>
                                </p:cTn>
                              </p:par>
                              <p:par>
                                <p:cTn id="72" presetID="10" presetClass="entr" presetSubtype="0" fill="hold" nodeType="withEffect">
                                  <p:stCondLst>
                                    <p:cond delay="0"/>
                                  </p:stCondLst>
                                  <p:childTnLst>
                                    <p:set>
                                      <p:cBhvr>
                                        <p:cTn id="73" dur="1" fill="hold">
                                          <p:stCondLst>
                                            <p:cond delay="0"/>
                                          </p:stCondLst>
                                        </p:cTn>
                                        <p:tgtEl>
                                          <p:spTgt spid="7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nodeType="clickEffect">
                                  <p:stCondLst>
                                    <p:cond delay="0"/>
                                  </p:stCondLst>
                                  <p:childTnLst>
                                    <p:animEffect transition="out" filter="fade">
                                      <p:cBhvr>
                                        <p:cTn id="217" dur="200" fill="hold">
                                          <p:stCondLst>
                                            <p:cond delay="0"/>
                                          </p:stCondLst>
                                        </p:cTn>
                                        <p:tgtEl>
                                          <p:spTgt spid="47"/>
                                        </p:tgtEl>
                                      </p:cBhvr>
                                    </p:animEffect>
                                    <p:set>
                                      <p:cBhvr>
                                        <p:cTn id="218" dur="1" fill="hold">
                                          <p:stCondLst>
                                            <p:cond delay="200"/>
                                          </p:stCondLst>
                                        </p:cTn>
                                        <p:tgtEl>
                                          <p:spTgt spid="47"/>
                                        </p:tgtEl>
                                        <p:attrNameLst>
                                          <p:attrName>style.visibility</p:attrName>
                                        </p:attrNameLst>
                                      </p:cBhvr>
                                      <p:to>
                                        <p:strVal val="hidden"/>
                                      </p:to>
                                    </p:set>
                                  </p:childTnLst>
                                </p:cTn>
                              </p:par>
                              <p:par>
                                <p:cTn id="78" presetID="10" presetClass="entr" presetSubtype="0" fill="hold" nodeType="withEffect">
                                  <p:stCondLst>
                                    <p:cond delay="0"/>
                                  </p:stCondLst>
                                  <p:childTnLst>
                                    <p:set>
                                      <p:cBhvr>
                                        <p:cTn id="79" dur="1" fill="hold">
                                          <p:stCondLst>
                                            <p:cond delay="0"/>
                                          </p:stCondLst>
                                        </p:cTn>
                                        <p:tgtEl>
                                          <p:spTgt spid="53"/>
                                        </p:tgtEl>
                                        <p:attrNameLst>
                                          <p:attrName>style.visibility</p:attrName>
                                        </p:attrNameLst>
                                      </p:cBhvr>
                                      <p:to>
                                        <p:strVal val="visible"/>
                                      </p:to>
                                    </p:set>
                                    <p:animEffect transition="in" filter="fade">
                                      <p:cBhvr>
                                        <p:cTn id="80" dur="400"/>
                                        <p:tgtEl>
                                          <p:spTgt spid="53"/>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54"/>
                                        </p:tgtEl>
                                        <p:attrNameLst>
                                          <p:attrName>style.visibility</p:attrName>
                                        </p:attrNameLst>
                                      </p:cBhvr>
                                      <p:to>
                                        <p:strVal val="visible"/>
                                      </p:to>
                                    </p:set>
                                    <p:animEffect transition="in" filter="fade">
                                      <p:cBhvr>
                                        <p:cTn id="85" dur="400"/>
                                        <p:tgtEl>
                                          <p:spTgt spid="54"/>
                                        </p:tgtEl>
                                      </p:cBhvr>
                                    </p:animEffect>
                                  </p:childTnLst>
                                </p:cTn>
                              </p:par>
                              <p:par>
                                <p:cTn id="86" presetID="10" presetClass="entr" presetSubtype="0"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400"/>
                                        <p:tgtEl>
                                          <p:spTgt spid="22"/>
                                        </p:tgtEl>
                                      </p:cBhvr>
                                    </p:animEffect>
                                  </p:childTnLst>
                                </p:cTn>
                              </p:par>
                              <p:par>
                                <p:cTn id="89" presetID="10" presetClass="entr" presetSubtype="0" fill="hold" nodeType="with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fade">
                                      <p:cBhvr>
                                        <p:cTn id="91" dur="400"/>
                                        <p:tgtEl>
                                          <p:spTgt spid="55"/>
                                        </p:tgtEl>
                                      </p:cBhvr>
                                    </p:animEffect>
                                  </p:childTnLst>
                                </p:cTn>
                              </p:par>
                              <p:par>
                                <p:cTn id="92" presetID="10" presetClass="entr" presetSubtype="0" fill="hold" nodeType="with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400"/>
                                        <p:tgtEl>
                                          <p:spTgt spid="23"/>
                                        </p:tgtEl>
                                      </p:cBhvr>
                                    </p:animEffect>
                                  </p:childTnLst>
                                </p:cTn>
                              </p:par>
                              <p:par>
                                <p:cTn id="95" presetID="10" presetClass="entr" presetSubtype="0" fill="hold" nodeType="with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400"/>
                                        <p:tgtEl>
                                          <p:spTgt spid="24"/>
                                        </p:tgtEl>
                                      </p:cBhvr>
                                    </p:animEffect>
                                  </p:childTnLst>
                                </p:cTn>
                              </p:par>
                              <p:par>
                                <p:cTn id="98" presetID="10" presetClass="entr" presetSubtype="0" fill="hold" nodeType="withEffect">
                                  <p:stCondLst>
                                    <p:cond delay="0"/>
                                  </p:stCondLst>
                                  <p:childTnLst>
                                    <p:set>
                                      <p:cBhvr>
                                        <p:cTn id="99" dur="1" fill="hold">
                                          <p:stCondLst>
                                            <p:cond delay="0"/>
                                          </p:stCondLst>
                                        </p:cTn>
                                        <p:tgtEl>
                                          <p:spTgt spid="56"/>
                                        </p:tgtEl>
                                        <p:attrNameLst>
                                          <p:attrName>style.visibility</p:attrName>
                                        </p:attrNameLst>
                                      </p:cBhvr>
                                      <p:to>
                                        <p:strVal val="visible"/>
                                      </p:to>
                                    </p:set>
                                    <p:animEffect transition="in" filter="fade">
                                      <p:cBhvr>
                                        <p:cTn id="100" dur="400"/>
                                        <p:tgtEl>
                                          <p:spTgt spid="56"/>
                                        </p:tgtEl>
                                      </p:cBhvr>
                                    </p:animEffect>
                                  </p:childTnLst>
                                </p:cTn>
                              </p:par>
                              <p:par>
                                <p:cTn id="101" presetID="10" presetClass="entr" presetSubtype="0" fill="hold"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400"/>
                                        <p:tgtEl>
                                          <p:spTgt spid="25"/>
                                        </p:tgtEl>
                                      </p:cBhvr>
                                    </p:animEffect>
                                  </p:childTnLst>
                                </p:cTn>
                              </p:par>
                              <p:par>
                                <p:cTn id="104" presetID="10" presetClass="entr" presetSubtype="0" fill="hold" nodeType="withEffect">
                                  <p:stCondLst>
                                    <p:cond delay="0"/>
                                  </p:stCondLst>
                                  <p:childTnLst>
                                    <p:set>
                                      <p:cBhvr>
                                        <p:cTn id="105" dur="1" fill="hold">
                                          <p:stCondLst>
                                            <p:cond delay="0"/>
                                          </p:stCondLst>
                                        </p:cTn>
                                        <p:tgtEl>
                                          <p:spTgt spid="57"/>
                                        </p:tgtEl>
                                        <p:attrNameLst>
                                          <p:attrName>style.visibility</p:attrName>
                                        </p:attrNameLst>
                                      </p:cBhvr>
                                      <p:to>
                                        <p:strVal val="visible"/>
                                      </p:to>
                                    </p:set>
                                    <p:animEffect transition="in" filter="fade">
                                      <p:cBhvr>
                                        <p:cTn id="106" dur="400"/>
                                        <p:tgtEl>
                                          <p:spTgt spid="57"/>
                                        </p:tgtEl>
                                      </p:cBhvr>
                                    </p:animEffect>
                                  </p:childTnLst>
                                </p:cTn>
                              </p:par>
                              <p:par>
                                <p:cTn id="107" presetID="10" presetClass="entr" presetSubtype="0" fill="hold" nodeType="withEffect">
                                  <p:stCondLst>
                                    <p:cond delay="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400"/>
                                        <p:tgtEl>
                                          <p:spTgt spid="26"/>
                                        </p:tgtEl>
                                      </p:cBhvr>
                                    </p:animEffect>
                                  </p:childTnLst>
                                </p:cTn>
                              </p:par>
                              <p:par>
                                <p:cTn id="110" presetID="10" presetClass="entr" presetSubtype="0" fill="hold" nodeType="withEffect">
                                  <p:stCondLst>
                                    <p:cond delay="0"/>
                                  </p:stCondLst>
                                  <p:childTnLst>
                                    <p:set>
                                      <p:cBhvr>
                                        <p:cTn id="111" dur="1" fill="hold">
                                          <p:stCondLst>
                                            <p:cond delay="0"/>
                                          </p:stCondLst>
                                        </p:cTn>
                                        <p:tgtEl>
                                          <p:spTgt spid="58"/>
                                        </p:tgtEl>
                                        <p:attrNameLst>
                                          <p:attrName>style.visibility</p:attrName>
                                        </p:attrNameLst>
                                      </p:cBhvr>
                                      <p:to>
                                        <p:strVal val="visible"/>
                                      </p:to>
                                    </p:set>
                                    <p:animEffect transition="in" filter="fade">
                                      <p:cBhvr>
                                        <p:cTn id="112" dur="400"/>
                                        <p:tgtEl>
                                          <p:spTgt spid="58"/>
                                        </p:tgtEl>
                                      </p:cBhvr>
                                    </p:animEffect>
                                  </p:childTnLst>
                                </p:cTn>
                              </p:par>
                              <p:par>
                                <p:cTn id="113" presetID="10" presetClass="entr" presetSubtype="0" fill="hold" nodeType="withEffect">
                                  <p:stCondLst>
                                    <p:cond delay="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400"/>
                                        <p:tgtEl>
                                          <p:spTgt spid="27"/>
                                        </p:tgtEl>
                                      </p:cBhvr>
                                    </p:animEffect>
                                  </p:childTnLst>
                                </p:cTn>
                              </p:par>
                              <p:par>
                                <p:cTn id="116" presetID="10" presetClass="entr" presetSubtype="0" fill="hold" nodeType="withEffect">
                                  <p:stCondLst>
                                    <p:cond delay="0"/>
                                  </p:stCondLst>
                                  <p:childTnLst>
                                    <p:set>
                                      <p:cBhvr>
                                        <p:cTn id="117" dur="1" fill="hold">
                                          <p:stCondLst>
                                            <p:cond delay="0"/>
                                          </p:stCondLst>
                                        </p:cTn>
                                        <p:tgtEl>
                                          <p:spTgt spid="59"/>
                                        </p:tgtEl>
                                        <p:attrNameLst>
                                          <p:attrName>style.visibility</p:attrName>
                                        </p:attrNameLst>
                                      </p:cBhvr>
                                      <p:to>
                                        <p:strVal val="visible"/>
                                      </p:to>
                                    </p:set>
                                    <p:animEffect transition="in" filter="fade">
                                      <p:cBhvr>
                                        <p:cTn id="118" dur="400"/>
                                        <p:tgtEl>
                                          <p:spTgt spid="59"/>
                                        </p:tgtEl>
                                      </p:cBhvr>
                                    </p:animEffect>
                                  </p:childTnLst>
                                </p:cTn>
                              </p:par>
                              <p:par>
                                <p:cTn id="119" presetID="10" presetClass="entr" presetSubtype="0" fill="hold" nodeType="with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fade">
                                      <p:cBhvr>
                                        <p:cTn id="121" dur="400"/>
                                        <p:tgtEl>
                                          <p:spTgt spid="28"/>
                                        </p:tgtEl>
                                      </p:cBhvr>
                                    </p:animEffect>
                                  </p:childTnLst>
                                </p:cTn>
                              </p:par>
                              <p:par>
                                <p:cTn id="122" presetID="10" presetClass="entr" presetSubtype="0" fill="hold" nodeType="with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400"/>
                                        <p:tgtEl>
                                          <p:spTgt spid="29"/>
                                        </p:tgtEl>
                                      </p:cBhvr>
                                    </p:animEffect>
                                  </p:childTnLst>
                                </p:cTn>
                              </p:par>
                              <p:par>
                                <p:cTn id="125" presetID="10" presetClass="entr" presetSubtype="0" fill="hold" nodeType="withEffect">
                                  <p:stCondLst>
                                    <p:cond delay="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400"/>
                                        <p:tgtEl>
                                          <p:spTgt spid="30"/>
                                        </p:tgtEl>
                                      </p:cBhvr>
                                    </p:animEffect>
                                  </p:childTnLst>
                                </p:cTn>
                              </p:par>
                              <p:par>
                                <p:cTn id="128" presetID="10" presetClass="entr" presetSubtype="0" fill="hold" nodeType="withEffect">
                                  <p:stCondLst>
                                    <p:cond delay="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400"/>
                                        <p:tgtEl>
                                          <p:spTgt spid="31"/>
                                        </p:tgtEl>
                                      </p:cBhvr>
                                    </p:animEffect>
                                  </p:childTnLst>
                                </p:cTn>
                              </p:par>
                              <p:par>
                                <p:cTn id="131" presetID="10" presetClass="entr" presetSubtype="0" fill="hold" nodeType="with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fade">
                                      <p:cBhvr>
                                        <p:cTn id="133" dur="400"/>
                                        <p:tgtEl>
                                          <p:spTgt spid="32"/>
                                        </p:tgtEl>
                                      </p:cBhvr>
                                    </p:animEffect>
                                  </p:childTnLst>
                                </p:cTn>
                              </p:par>
                              <p:par>
                                <p:cTn id="134" presetID="10" presetClass="entr" presetSubtype="0" fill="hold" nodeType="withEffect">
                                  <p:stCondLst>
                                    <p:cond delay="0"/>
                                  </p:stCondLst>
                                  <p:childTnLst>
                                    <p:set>
                                      <p:cBhvr>
                                        <p:cTn id="135" dur="1" fill="hold">
                                          <p:stCondLst>
                                            <p:cond delay="0"/>
                                          </p:stCondLst>
                                        </p:cTn>
                                        <p:tgtEl>
                                          <p:spTgt spid="60"/>
                                        </p:tgtEl>
                                        <p:attrNameLst>
                                          <p:attrName>style.visibility</p:attrName>
                                        </p:attrNameLst>
                                      </p:cBhvr>
                                      <p:to>
                                        <p:strVal val="visible"/>
                                      </p:to>
                                    </p:set>
                                    <p:animEffect transition="in" filter="fade">
                                      <p:cBhvr>
                                        <p:cTn id="136" dur="400"/>
                                        <p:tgtEl>
                                          <p:spTgt spid="60"/>
                                        </p:tgtEl>
                                      </p:cBhvr>
                                    </p:animEffect>
                                  </p:childTnLst>
                                </p:cTn>
                              </p:par>
                              <p:par>
                                <p:cTn id="137" presetID="10" presetClass="entr" presetSubtype="0" fill="hold" nodeType="withEffect">
                                  <p:stCondLst>
                                    <p:cond delay="0"/>
                                  </p:stCondLst>
                                  <p:childTnLst>
                                    <p:set>
                                      <p:cBhvr>
                                        <p:cTn id="138" dur="1" fill="hold">
                                          <p:stCondLst>
                                            <p:cond delay="0"/>
                                          </p:stCondLst>
                                        </p:cTn>
                                        <p:tgtEl>
                                          <p:spTgt spid="33"/>
                                        </p:tgtEl>
                                        <p:attrNameLst>
                                          <p:attrName>style.visibility</p:attrName>
                                        </p:attrNameLst>
                                      </p:cBhvr>
                                      <p:to>
                                        <p:strVal val="visible"/>
                                      </p:to>
                                    </p:set>
                                    <p:animEffect transition="in" filter="fade">
                                      <p:cBhvr>
                                        <p:cTn id="139" dur="400"/>
                                        <p:tgtEl>
                                          <p:spTgt spid="33"/>
                                        </p:tgtEl>
                                      </p:cBhvr>
                                    </p:animEffect>
                                  </p:childTnLst>
                                </p:cTn>
                              </p:par>
                              <p:par>
                                <p:cTn id="140" presetID="10" presetClass="entr" presetSubtype="0" fill="hold" nodeType="withEffect">
                                  <p:stCondLst>
                                    <p:cond delay="0"/>
                                  </p:stCondLst>
                                  <p:childTnLst>
                                    <p:set>
                                      <p:cBhvr>
                                        <p:cTn id="141" dur="1" fill="hold">
                                          <p:stCondLst>
                                            <p:cond delay="0"/>
                                          </p:stCondLst>
                                        </p:cTn>
                                        <p:tgtEl>
                                          <p:spTgt spid="61"/>
                                        </p:tgtEl>
                                        <p:attrNameLst>
                                          <p:attrName>style.visibility</p:attrName>
                                        </p:attrNameLst>
                                      </p:cBhvr>
                                      <p:to>
                                        <p:strVal val="visible"/>
                                      </p:to>
                                    </p:set>
                                    <p:animEffect transition="in" filter="fade">
                                      <p:cBhvr>
                                        <p:cTn id="142" dur="400"/>
                                        <p:tgtEl>
                                          <p:spTgt spid="61"/>
                                        </p:tgtEl>
                                      </p:cBhvr>
                                    </p:animEffect>
                                  </p:childTnLst>
                                </p:cTn>
                              </p:par>
                              <p:par>
                                <p:cTn id="143" presetID="10" presetClass="entr" presetSubtype="0" fill="hold" nodeType="withEffect">
                                  <p:stCondLst>
                                    <p:cond delay="0"/>
                                  </p:stCondLst>
                                  <p:childTnLst>
                                    <p:set>
                                      <p:cBhvr>
                                        <p:cTn id="144" dur="1" fill="hold">
                                          <p:stCondLst>
                                            <p:cond delay="0"/>
                                          </p:stCondLst>
                                        </p:cTn>
                                        <p:tgtEl>
                                          <p:spTgt spid="34"/>
                                        </p:tgtEl>
                                        <p:attrNameLst>
                                          <p:attrName>style.visibility</p:attrName>
                                        </p:attrNameLst>
                                      </p:cBhvr>
                                      <p:to>
                                        <p:strVal val="visible"/>
                                      </p:to>
                                    </p:set>
                                    <p:animEffect transition="in" filter="fade">
                                      <p:cBhvr>
                                        <p:cTn id="145" dur="400"/>
                                        <p:tgtEl>
                                          <p:spTgt spid="34"/>
                                        </p:tgtEl>
                                      </p:cBhvr>
                                    </p:animEffect>
                                  </p:childTnLst>
                                </p:cTn>
                              </p:par>
                              <p:par>
                                <p:cTn id="146" presetID="10" presetClass="entr" presetSubtype="0" fill="hold" nodeType="withEffect">
                                  <p:stCondLst>
                                    <p:cond delay="0"/>
                                  </p:stCondLst>
                                  <p:childTnLst>
                                    <p:set>
                                      <p:cBhvr>
                                        <p:cTn id="147" dur="1" fill="hold">
                                          <p:stCondLst>
                                            <p:cond delay="0"/>
                                          </p:stCondLst>
                                        </p:cTn>
                                        <p:tgtEl>
                                          <p:spTgt spid="62"/>
                                        </p:tgtEl>
                                        <p:attrNameLst>
                                          <p:attrName>style.visibility</p:attrName>
                                        </p:attrNameLst>
                                      </p:cBhvr>
                                      <p:to>
                                        <p:strVal val="visible"/>
                                      </p:to>
                                    </p:set>
                                    <p:animEffect transition="in" filter="fade">
                                      <p:cBhvr>
                                        <p:cTn id="148" dur="400"/>
                                        <p:tgtEl>
                                          <p:spTgt spid="62"/>
                                        </p:tgtEl>
                                      </p:cBhvr>
                                    </p:animEffect>
                                  </p:childTnLst>
                                </p:cTn>
                              </p:par>
                              <p:par>
                                <p:cTn id="149" presetID="10" presetClass="entr" presetSubtype="0" fill="hold" nodeType="withEffect">
                                  <p:stCondLst>
                                    <p:cond delay="0"/>
                                  </p:stCondLst>
                                  <p:childTnLst>
                                    <p:set>
                                      <p:cBhvr>
                                        <p:cTn id="150" dur="1" fill="hold">
                                          <p:stCondLst>
                                            <p:cond delay="0"/>
                                          </p:stCondLst>
                                        </p:cTn>
                                        <p:tgtEl>
                                          <p:spTgt spid="35"/>
                                        </p:tgtEl>
                                        <p:attrNameLst>
                                          <p:attrName>style.visibility</p:attrName>
                                        </p:attrNameLst>
                                      </p:cBhvr>
                                      <p:to>
                                        <p:strVal val="visible"/>
                                      </p:to>
                                    </p:set>
                                    <p:animEffect transition="in" filter="fade">
                                      <p:cBhvr>
                                        <p:cTn id="151" dur="400"/>
                                        <p:tgtEl>
                                          <p:spTgt spid="35"/>
                                        </p:tgtEl>
                                      </p:cBhvr>
                                    </p:animEffect>
                                  </p:childTnLst>
                                </p:cTn>
                              </p:par>
                              <p:par>
                                <p:cTn id="152" presetID="10" presetClass="entr" presetSubtype="0" fill="hold" nodeType="withEffect">
                                  <p:stCondLst>
                                    <p:cond delay="0"/>
                                  </p:stCondLst>
                                  <p:childTnLst>
                                    <p:set>
                                      <p:cBhvr>
                                        <p:cTn id="153" dur="1" fill="hold">
                                          <p:stCondLst>
                                            <p:cond delay="0"/>
                                          </p:stCondLst>
                                        </p:cTn>
                                        <p:tgtEl>
                                          <p:spTgt spid="63"/>
                                        </p:tgtEl>
                                        <p:attrNameLst>
                                          <p:attrName>style.visibility</p:attrName>
                                        </p:attrNameLst>
                                      </p:cBhvr>
                                      <p:to>
                                        <p:strVal val="visible"/>
                                      </p:to>
                                    </p:set>
                                    <p:animEffect transition="in" filter="fade">
                                      <p:cBhvr>
                                        <p:cTn id="154" dur="400"/>
                                        <p:tgtEl>
                                          <p:spTgt spid="63"/>
                                        </p:tgtEl>
                                      </p:cBhvr>
                                    </p:animEffect>
                                  </p:childTnLst>
                                </p:cTn>
                              </p:par>
                              <p:par>
                                <p:cTn id="155" presetID="10" presetClass="entr" presetSubtype="0" fill="hold" nodeType="with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400"/>
                                        <p:tgtEl>
                                          <p:spTgt spid="36"/>
                                        </p:tgtEl>
                                      </p:cBhvr>
                                    </p:animEffect>
                                  </p:childTnLst>
                                </p:cTn>
                              </p:par>
                              <p:par>
                                <p:cTn id="158" presetID="10" presetClass="entr" presetSubtype="0" fill="hold" nodeType="withEffect">
                                  <p:stCondLst>
                                    <p:cond delay="0"/>
                                  </p:stCondLst>
                                  <p:childTnLst>
                                    <p:set>
                                      <p:cBhvr>
                                        <p:cTn id="159" dur="1" fill="hold">
                                          <p:stCondLst>
                                            <p:cond delay="0"/>
                                          </p:stCondLst>
                                        </p:cTn>
                                        <p:tgtEl>
                                          <p:spTgt spid="37"/>
                                        </p:tgtEl>
                                        <p:attrNameLst>
                                          <p:attrName>style.visibility</p:attrName>
                                        </p:attrNameLst>
                                      </p:cBhvr>
                                      <p:to>
                                        <p:strVal val="visible"/>
                                      </p:to>
                                    </p:set>
                                    <p:animEffect transition="in" filter="fade">
                                      <p:cBhvr>
                                        <p:cTn id="160" dur="400"/>
                                        <p:tgtEl>
                                          <p:spTgt spid="37"/>
                                        </p:tgtEl>
                                      </p:cBhvr>
                                    </p:animEffect>
                                  </p:childTnLst>
                                </p:cTn>
                              </p:par>
                              <p:par>
                                <p:cTn id="161" presetID="10" presetClass="entr" presetSubtype="0" fill="hold" nodeType="withEffect">
                                  <p:stCondLst>
                                    <p:cond delay="0"/>
                                  </p:stCondLst>
                                  <p:childTnLst>
                                    <p:set>
                                      <p:cBhvr>
                                        <p:cTn id="162" dur="1" fill="hold">
                                          <p:stCondLst>
                                            <p:cond delay="0"/>
                                          </p:stCondLst>
                                        </p:cTn>
                                        <p:tgtEl>
                                          <p:spTgt spid="38"/>
                                        </p:tgtEl>
                                        <p:attrNameLst>
                                          <p:attrName>style.visibility</p:attrName>
                                        </p:attrNameLst>
                                      </p:cBhvr>
                                      <p:to>
                                        <p:strVal val="visible"/>
                                      </p:to>
                                    </p:set>
                                    <p:animEffect transition="in" filter="fade">
                                      <p:cBhvr>
                                        <p:cTn id="163" dur="400"/>
                                        <p:tgtEl>
                                          <p:spTgt spid="38"/>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xit" presetSubtype="0" fill="hold" nodeType="clickEffect">
                                  <p:stCondLst>
                                    <p:cond delay="0"/>
                                  </p:stCondLst>
                                  <p:childTnLst>
                                    <p:animEffect transition="out" filter="fade">
                                      <p:cBhvr>
                                        <p:cTn id="219" dur="200" fill="hold">
                                          <p:stCondLst>
                                            <p:cond delay="0"/>
                                          </p:stCondLst>
                                        </p:cTn>
                                        <p:tgtEl>
                                          <p:spTgt spid="53"/>
                                        </p:tgtEl>
                                      </p:cBhvr>
                                    </p:animEffect>
                                    <p:set>
                                      <p:cBhvr>
                                        <p:cTn id="220" dur="1" fill="hold">
                                          <p:stCondLst>
                                            <p:cond delay="200"/>
                                          </p:stCondLst>
                                        </p:cTn>
                                        <p:tgtEl>
                                          <p:spTgt spid="53"/>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221" dur="200" fill="hold">
                                          <p:stCondLst>
                                            <p:cond delay="0"/>
                                          </p:stCondLst>
                                        </p:cTn>
                                        <p:tgtEl>
                                          <p:spTgt spid="54"/>
                                        </p:tgtEl>
                                      </p:cBhvr>
                                    </p:animEffect>
                                    <p:set>
                                      <p:cBhvr>
                                        <p:cTn id="222" dur="1" fill="hold">
                                          <p:stCondLst>
                                            <p:cond delay="200"/>
                                          </p:stCondLst>
                                        </p:cTn>
                                        <p:tgtEl>
                                          <p:spTgt spid="54"/>
                                        </p:tgtEl>
                                        <p:attrNameLst>
                                          <p:attrName>style.visibility</p:attrName>
                                        </p:attrNameLst>
                                      </p:cBhvr>
                                      <p:to>
                                        <p:strVal val="hidden"/>
                                      </p:to>
                                    </p:set>
                                  </p:childTnLst>
                                </p:cTn>
                              </p:par>
                              <p:par>
                                <p:cTn id="168" presetID="10" presetClass="exit" presetSubtype="0" fill="hold" nodeType="withEffect">
                                  <p:stCondLst>
                                    <p:cond delay="0"/>
                                  </p:stCondLst>
                                  <p:childTnLst>
                                    <p:animEffect transition="out" filter="fade">
                                      <p:cBhvr>
                                        <p:cTn id="223" dur="200" fill="hold">
                                          <p:stCondLst>
                                            <p:cond delay="0"/>
                                          </p:stCondLst>
                                        </p:cTn>
                                        <p:tgtEl>
                                          <p:spTgt spid="22"/>
                                        </p:tgtEl>
                                      </p:cBhvr>
                                    </p:animEffect>
                                    <p:set>
                                      <p:cBhvr>
                                        <p:cTn id="224" dur="1" fill="hold">
                                          <p:stCondLst>
                                            <p:cond delay="200"/>
                                          </p:stCondLst>
                                        </p:cTn>
                                        <p:tgtEl>
                                          <p:spTgt spid="22"/>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225" dur="200" fill="hold">
                                          <p:stCondLst>
                                            <p:cond delay="0"/>
                                          </p:stCondLst>
                                        </p:cTn>
                                        <p:tgtEl>
                                          <p:spTgt spid="55"/>
                                        </p:tgtEl>
                                      </p:cBhvr>
                                    </p:animEffect>
                                    <p:set>
                                      <p:cBhvr>
                                        <p:cTn id="226" dur="1" fill="hold">
                                          <p:stCondLst>
                                            <p:cond delay="200"/>
                                          </p:stCondLst>
                                        </p:cTn>
                                        <p:tgtEl>
                                          <p:spTgt spid="55"/>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227" dur="200" fill="hold">
                                          <p:stCondLst>
                                            <p:cond delay="0"/>
                                          </p:stCondLst>
                                        </p:cTn>
                                        <p:tgtEl>
                                          <p:spTgt spid="23"/>
                                        </p:tgtEl>
                                      </p:cBhvr>
                                    </p:animEffect>
                                    <p:set>
                                      <p:cBhvr>
                                        <p:cTn id="228" dur="1" fill="hold">
                                          <p:stCondLst>
                                            <p:cond delay="200"/>
                                          </p:stCondLst>
                                        </p:cTn>
                                        <p:tgtEl>
                                          <p:spTgt spid="23"/>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229" dur="200" fill="hold">
                                          <p:stCondLst>
                                            <p:cond delay="0"/>
                                          </p:stCondLst>
                                        </p:cTn>
                                        <p:tgtEl>
                                          <p:spTgt spid="24"/>
                                        </p:tgtEl>
                                      </p:cBhvr>
                                    </p:animEffect>
                                    <p:set>
                                      <p:cBhvr>
                                        <p:cTn id="230" dur="1" fill="hold">
                                          <p:stCondLst>
                                            <p:cond delay="200"/>
                                          </p:stCondLst>
                                        </p:cTn>
                                        <p:tgtEl>
                                          <p:spTgt spid="24"/>
                                        </p:tgtEl>
                                        <p:attrNameLst>
                                          <p:attrName>style.visibility</p:attrName>
                                        </p:attrNameLst>
                                      </p:cBhvr>
                                      <p:to>
                                        <p:strVal val="hidden"/>
                                      </p:to>
                                    </p:set>
                                  </p:childTnLst>
                                </p:cTn>
                              </p:par>
                              <p:par>
                                <p:cTn id="172" presetID="10" presetClass="exit" presetSubtype="0" fill="hold" nodeType="withEffect">
                                  <p:stCondLst>
                                    <p:cond delay="0"/>
                                  </p:stCondLst>
                                  <p:childTnLst>
                                    <p:animEffect transition="out" filter="fade">
                                      <p:cBhvr>
                                        <p:cTn id="231" dur="200" fill="hold">
                                          <p:stCondLst>
                                            <p:cond delay="0"/>
                                          </p:stCondLst>
                                        </p:cTn>
                                        <p:tgtEl>
                                          <p:spTgt spid="56"/>
                                        </p:tgtEl>
                                      </p:cBhvr>
                                    </p:animEffect>
                                    <p:set>
                                      <p:cBhvr>
                                        <p:cTn id="232" dur="1" fill="hold">
                                          <p:stCondLst>
                                            <p:cond delay="200"/>
                                          </p:stCondLst>
                                        </p:cTn>
                                        <p:tgtEl>
                                          <p:spTgt spid="56"/>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233" dur="200" fill="hold">
                                          <p:stCondLst>
                                            <p:cond delay="0"/>
                                          </p:stCondLst>
                                        </p:cTn>
                                        <p:tgtEl>
                                          <p:spTgt spid="25"/>
                                        </p:tgtEl>
                                      </p:cBhvr>
                                    </p:animEffect>
                                    <p:set>
                                      <p:cBhvr>
                                        <p:cTn id="234" dur="1" fill="hold">
                                          <p:stCondLst>
                                            <p:cond delay="200"/>
                                          </p:stCondLst>
                                        </p:cTn>
                                        <p:tgtEl>
                                          <p:spTgt spid="25"/>
                                        </p:tgtEl>
                                        <p:attrNameLst>
                                          <p:attrName>style.visibility</p:attrName>
                                        </p:attrNameLst>
                                      </p:cBhvr>
                                      <p:to>
                                        <p:strVal val="hidden"/>
                                      </p:to>
                                    </p:set>
                                  </p:childTnLst>
                                </p:cTn>
                              </p:par>
                              <p:par>
                                <p:cTn id="174" presetID="10" presetClass="exit" presetSubtype="0" fill="hold" nodeType="withEffect">
                                  <p:stCondLst>
                                    <p:cond delay="0"/>
                                  </p:stCondLst>
                                  <p:childTnLst>
                                    <p:animEffect transition="out" filter="fade">
                                      <p:cBhvr>
                                        <p:cTn id="235" dur="200" fill="hold">
                                          <p:stCondLst>
                                            <p:cond delay="0"/>
                                          </p:stCondLst>
                                        </p:cTn>
                                        <p:tgtEl>
                                          <p:spTgt spid="57"/>
                                        </p:tgtEl>
                                      </p:cBhvr>
                                    </p:animEffect>
                                    <p:set>
                                      <p:cBhvr>
                                        <p:cTn id="236" dur="1" fill="hold">
                                          <p:stCondLst>
                                            <p:cond delay="200"/>
                                          </p:stCondLst>
                                        </p:cTn>
                                        <p:tgtEl>
                                          <p:spTgt spid="57"/>
                                        </p:tgtEl>
                                        <p:attrNameLst>
                                          <p:attrName>style.visibility</p:attrName>
                                        </p:attrNameLst>
                                      </p:cBhvr>
                                      <p:to>
                                        <p:strVal val="hidden"/>
                                      </p:to>
                                    </p:set>
                                  </p:childTnLst>
                                </p:cTn>
                              </p:par>
                              <p:par>
                                <p:cTn id="175" presetID="10" presetClass="exit" presetSubtype="0" fill="hold" nodeType="withEffect">
                                  <p:stCondLst>
                                    <p:cond delay="0"/>
                                  </p:stCondLst>
                                  <p:childTnLst>
                                    <p:animEffect transition="out" filter="fade">
                                      <p:cBhvr>
                                        <p:cTn id="237" dur="200" fill="hold">
                                          <p:stCondLst>
                                            <p:cond delay="0"/>
                                          </p:stCondLst>
                                        </p:cTn>
                                        <p:tgtEl>
                                          <p:spTgt spid="26"/>
                                        </p:tgtEl>
                                      </p:cBhvr>
                                    </p:animEffect>
                                    <p:set>
                                      <p:cBhvr>
                                        <p:cTn id="238" dur="1" fill="hold">
                                          <p:stCondLst>
                                            <p:cond delay="200"/>
                                          </p:stCondLst>
                                        </p:cTn>
                                        <p:tgtEl>
                                          <p:spTgt spid="26"/>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239" dur="200" fill="hold">
                                          <p:stCondLst>
                                            <p:cond delay="0"/>
                                          </p:stCondLst>
                                        </p:cTn>
                                        <p:tgtEl>
                                          <p:spTgt spid="58"/>
                                        </p:tgtEl>
                                      </p:cBhvr>
                                    </p:animEffect>
                                    <p:set>
                                      <p:cBhvr>
                                        <p:cTn id="240" dur="1" fill="hold">
                                          <p:stCondLst>
                                            <p:cond delay="200"/>
                                          </p:stCondLst>
                                        </p:cTn>
                                        <p:tgtEl>
                                          <p:spTgt spid="58"/>
                                        </p:tgtEl>
                                        <p:attrNameLst>
                                          <p:attrName>style.visibility</p:attrName>
                                        </p:attrNameLst>
                                      </p:cBhvr>
                                      <p:to>
                                        <p:strVal val="hidden"/>
                                      </p:to>
                                    </p:set>
                                  </p:childTnLst>
                                </p:cTn>
                              </p:par>
                              <p:par>
                                <p:cTn id="177" presetID="10" presetClass="exit" presetSubtype="0" fill="hold" nodeType="withEffect">
                                  <p:stCondLst>
                                    <p:cond delay="0"/>
                                  </p:stCondLst>
                                  <p:childTnLst>
                                    <p:animEffect transition="out" filter="fade">
                                      <p:cBhvr>
                                        <p:cTn id="241" dur="200" fill="hold">
                                          <p:stCondLst>
                                            <p:cond delay="0"/>
                                          </p:stCondLst>
                                        </p:cTn>
                                        <p:tgtEl>
                                          <p:spTgt spid="27"/>
                                        </p:tgtEl>
                                      </p:cBhvr>
                                    </p:animEffect>
                                    <p:set>
                                      <p:cBhvr>
                                        <p:cTn id="242" dur="1" fill="hold">
                                          <p:stCondLst>
                                            <p:cond delay="200"/>
                                          </p:stCondLst>
                                        </p:cTn>
                                        <p:tgtEl>
                                          <p:spTgt spid="27"/>
                                        </p:tgtEl>
                                        <p:attrNameLst>
                                          <p:attrName>style.visibility</p:attrName>
                                        </p:attrNameLst>
                                      </p:cBhvr>
                                      <p:to>
                                        <p:strVal val="hidden"/>
                                      </p:to>
                                    </p:set>
                                  </p:childTnLst>
                                </p:cTn>
                              </p:par>
                              <p:par>
                                <p:cTn id="178" presetID="10" presetClass="exit" presetSubtype="0" fill="hold" nodeType="withEffect">
                                  <p:stCondLst>
                                    <p:cond delay="0"/>
                                  </p:stCondLst>
                                  <p:childTnLst>
                                    <p:animEffect transition="out" filter="fade">
                                      <p:cBhvr>
                                        <p:cTn id="243" dur="200" fill="hold">
                                          <p:stCondLst>
                                            <p:cond delay="0"/>
                                          </p:stCondLst>
                                        </p:cTn>
                                        <p:tgtEl>
                                          <p:spTgt spid="59"/>
                                        </p:tgtEl>
                                      </p:cBhvr>
                                    </p:animEffect>
                                    <p:set>
                                      <p:cBhvr>
                                        <p:cTn id="244" dur="1" fill="hold">
                                          <p:stCondLst>
                                            <p:cond delay="200"/>
                                          </p:stCondLst>
                                        </p:cTn>
                                        <p:tgtEl>
                                          <p:spTgt spid="59"/>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245" dur="200" fill="hold">
                                          <p:stCondLst>
                                            <p:cond delay="0"/>
                                          </p:stCondLst>
                                        </p:cTn>
                                        <p:tgtEl>
                                          <p:spTgt spid="28"/>
                                        </p:tgtEl>
                                      </p:cBhvr>
                                    </p:animEffect>
                                    <p:set>
                                      <p:cBhvr>
                                        <p:cTn id="246" dur="1" fill="hold">
                                          <p:stCondLst>
                                            <p:cond delay="200"/>
                                          </p:stCondLst>
                                        </p:cTn>
                                        <p:tgtEl>
                                          <p:spTgt spid="28"/>
                                        </p:tgtEl>
                                        <p:attrNameLst>
                                          <p:attrName>style.visibility</p:attrName>
                                        </p:attrNameLst>
                                      </p:cBhvr>
                                      <p:to>
                                        <p:strVal val="hidden"/>
                                      </p:to>
                                    </p:set>
                                  </p:childTnLst>
                                </p:cTn>
                              </p:par>
                              <p:par>
                                <p:cTn id="180" presetID="10" presetClass="exit" presetSubtype="0" fill="hold" nodeType="withEffect">
                                  <p:stCondLst>
                                    <p:cond delay="0"/>
                                  </p:stCondLst>
                                  <p:childTnLst>
                                    <p:animEffect transition="out" filter="fade">
                                      <p:cBhvr>
                                        <p:cTn id="247" dur="200" fill="hold">
                                          <p:stCondLst>
                                            <p:cond delay="0"/>
                                          </p:stCondLst>
                                        </p:cTn>
                                        <p:tgtEl>
                                          <p:spTgt spid="29"/>
                                        </p:tgtEl>
                                      </p:cBhvr>
                                    </p:animEffect>
                                    <p:set>
                                      <p:cBhvr>
                                        <p:cTn id="248" dur="1" fill="hold">
                                          <p:stCondLst>
                                            <p:cond delay="200"/>
                                          </p:stCondLst>
                                        </p:cTn>
                                        <p:tgtEl>
                                          <p:spTgt spid="29"/>
                                        </p:tgtEl>
                                        <p:attrNameLst>
                                          <p:attrName>style.visibility</p:attrName>
                                        </p:attrNameLst>
                                      </p:cBhvr>
                                      <p:to>
                                        <p:strVal val="hidden"/>
                                      </p:to>
                                    </p:set>
                                  </p:childTnLst>
                                </p:cTn>
                              </p:par>
                              <p:par>
                                <p:cTn id="181" presetID="10" presetClass="exit" presetSubtype="0" fill="hold" nodeType="withEffect">
                                  <p:stCondLst>
                                    <p:cond delay="0"/>
                                  </p:stCondLst>
                                  <p:childTnLst>
                                    <p:animEffect transition="out" filter="fade">
                                      <p:cBhvr>
                                        <p:cTn id="249" dur="200" fill="hold">
                                          <p:stCondLst>
                                            <p:cond delay="0"/>
                                          </p:stCondLst>
                                        </p:cTn>
                                        <p:tgtEl>
                                          <p:spTgt spid="30"/>
                                        </p:tgtEl>
                                      </p:cBhvr>
                                    </p:animEffect>
                                    <p:set>
                                      <p:cBhvr>
                                        <p:cTn id="250" dur="1" fill="hold">
                                          <p:stCondLst>
                                            <p:cond delay="200"/>
                                          </p:stCondLst>
                                        </p:cTn>
                                        <p:tgtEl>
                                          <p:spTgt spid="30"/>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251" dur="200" fill="hold">
                                          <p:stCondLst>
                                            <p:cond delay="0"/>
                                          </p:stCondLst>
                                        </p:cTn>
                                        <p:tgtEl>
                                          <p:spTgt spid="31"/>
                                        </p:tgtEl>
                                      </p:cBhvr>
                                    </p:animEffect>
                                    <p:set>
                                      <p:cBhvr>
                                        <p:cTn id="252" dur="1" fill="hold">
                                          <p:stCondLst>
                                            <p:cond delay="200"/>
                                          </p:stCondLst>
                                        </p:cTn>
                                        <p:tgtEl>
                                          <p:spTgt spid="31"/>
                                        </p:tgtEl>
                                        <p:attrNameLst>
                                          <p:attrName>style.visibility</p:attrName>
                                        </p:attrNameLst>
                                      </p:cBhvr>
                                      <p:to>
                                        <p:strVal val="hidden"/>
                                      </p:to>
                                    </p:set>
                                  </p:childTnLst>
                                </p:cTn>
                              </p:par>
                              <p:par>
                                <p:cTn id="183" presetID="10" presetClass="exit" presetSubtype="0" fill="hold" nodeType="withEffect">
                                  <p:stCondLst>
                                    <p:cond delay="0"/>
                                  </p:stCondLst>
                                  <p:childTnLst>
                                    <p:animEffect transition="out" filter="fade">
                                      <p:cBhvr>
                                        <p:cTn id="253" dur="200" fill="hold">
                                          <p:stCondLst>
                                            <p:cond delay="0"/>
                                          </p:stCondLst>
                                        </p:cTn>
                                        <p:tgtEl>
                                          <p:spTgt spid="32"/>
                                        </p:tgtEl>
                                      </p:cBhvr>
                                    </p:animEffect>
                                    <p:set>
                                      <p:cBhvr>
                                        <p:cTn id="254" dur="1" fill="hold">
                                          <p:stCondLst>
                                            <p:cond delay="200"/>
                                          </p:stCondLst>
                                        </p:cTn>
                                        <p:tgtEl>
                                          <p:spTgt spid="32"/>
                                        </p:tgtEl>
                                        <p:attrNameLst>
                                          <p:attrName>style.visibility</p:attrName>
                                        </p:attrNameLst>
                                      </p:cBhvr>
                                      <p:to>
                                        <p:strVal val="hidden"/>
                                      </p:to>
                                    </p:set>
                                  </p:childTnLst>
                                </p:cTn>
                              </p:par>
                              <p:par>
                                <p:cTn id="184" presetID="10" presetClass="exit" presetSubtype="0" fill="hold" nodeType="withEffect">
                                  <p:stCondLst>
                                    <p:cond delay="0"/>
                                  </p:stCondLst>
                                  <p:childTnLst>
                                    <p:animEffect transition="out" filter="fade">
                                      <p:cBhvr>
                                        <p:cTn id="255" dur="200" fill="hold">
                                          <p:stCondLst>
                                            <p:cond delay="0"/>
                                          </p:stCondLst>
                                        </p:cTn>
                                        <p:tgtEl>
                                          <p:spTgt spid="60"/>
                                        </p:tgtEl>
                                      </p:cBhvr>
                                    </p:animEffect>
                                    <p:set>
                                      <p:cBhvr>
                                        <p:cTn id="256" dur="1" fill="hold">
                                          <p:stCondLst>
                                            <p:cond delay="200"/>
                                          </p:stCondLst>
                                        </p:cTn>
                                        <p:tgtEl>
                                          <p:spTgt spid="60"/>
                                        </p:tgtEl>
                                        <p:attrNameLst>
                                          <p:attrName>style.visibility</p:attrName>
                                        </p:attrNameLst>
                                      </p:cBhvr>
                                      <p:to>
                                        <p:strVal val="hidden"/>
                                      </p:to>
                                    </p:set>
                                  </p:childTnLst>
                                </p:cTn>
                              </p:par>
                              <p:par>
                                <p:cTn id="185" presetID="10" presetClass="exit" presetSubtype="0" fill="hold" nodeType="withEffect">
                                  <p:stCondLst>
                                    <p:cond delay="0"/>
                                  </p:stCondLst>
                                  <p:childTnLst>
                                    <p:animEffect transition="out" filter="fade">
                                      <p:cBhvr>
                                        <p:cTn id="257" dur="200" fill="hold">
                                          <p:stCondLst>
                                            <p:cond delay="0"/>
                                          </p:stCondLst>
                                        </p:cTn>
                                        <p:tgtEl>
                                          <p:spTgt spid="33"/>
                                        </p:tgtEl>
                                      </p:cBhvr>
                                    </p:animEffect>
                                    <p:set>
                                      <p:cBhvr>
                                        <p:cTn id="258" dur="1" fill="hold">
                                          <p:stCondLst>
                                            <p:cond delay="200"/>
                                          </p:stCondLst>
                                        </p:cTn>
                                        <p:tgtEl>
                                          <p:spTgt spid="33"/>
                                        </p:tgtEl>
                                        <p:attrNameLst>
                                          <p:attrName>style.visibility</p:attrName>
                                        </p:attrNameLst>
                                      </p:cBhvr>
                                      <p:to>
                                        <p:strVal val="hidden"/>
                                      </p:to>
                                    </p:set>
                                  </p:childTnLst>
                                </p:cTn>
                              </p:par>
                              <p:par>
                                <p:cTn id="186" presetID="10" presetClass="exit" presetSubtype="0" fill="hold" nodeType="withEffect">
                                  <p:stCondLst>
                                    <p:cond delay="0"/>
                                  </p:stCondLst>
                                  <p:childTnLst>
                                    <p:animEffect transition="out" filter="fade">
                                      <p:cBhvr>
                                        <p:cTn id="259" dur="200" fill="hold">
                                          <p:stCondLst>
                                            <p:cond delay="0"/>
                                          </p:stCondLst>
                                        </p:cTn>
                                        <p:tgtEl>
                                          <p:spTgt spid="61"/>
                                        </p:tgtEl>
                                      </p:cBhvr>
                                    </p:animEffect>
                                    <p:set>
                                      <p:cBhvr>
                                        <p:cTn id="260" dur="1" fill="hold">
                                          <p:stCondLst>
                                            <p:cond delay="200"/>
                                          </p:stCondLst>
                                        </p:cTn>
                                        <p:tgtEl>
                                          <p:spTgt spid="61"/>
                                        </p:tgtEl>
                                        <p:attrNameLst>
                                          <p:attrName>style.visibility</p:attrName>
                                        </p:attrNameLst>
                                      </p:cBhvr>
                                      <p:to>
                                        <p:strVal val="hidden"/>
                                      </p:to>
                                    </p:set>
                                  </p:childTnLst>
                                </p:cTn>
                              </p:par>
                              <p:par>
                                <p:cTn id="187" presetID="10" presetClass="exit" presetSubtype="0" fill="hold" nodeType="withEffect">
                                  <p:stCondLst>
                                    <p:cond delay="0"/>
                                  </p:stCondLst>
                                  <p:childTnLst>
                                    <p:animEffect transition="out" filter="fade">
                                      <p:cBhvr>
                                        <p:cTn id="261" dur="200" fill="hold">
                                          <p:stCondLst>
                                            <p:cond delay="0"/>
                                          </p:stCondLst>
                                        </p:cTn>
                                        <p:tgtEl>
                                          <p:spTgt spid="34"/>
                                        </p:tgtEl>
                                      </p:cBhvr>
                                    </p:animEffect>
                                    <p:set>
                                      <p:cBhvr>
                                        <p:cTn id="262" dur="1" fill="hold">
                                          <p:stCondLst>
                                            <p:cond delay="200"/>
                                          </p:stCondLst>
                                        </p:cTn>
                                        <p:tgtEl>
                                          <p:spTgt spid="34"/>
                                        </p:tgtEl>
                                        <p:attrNameLst>
                                          <p:attrName>style.visibility</p:attrName>
                                        </p:attrNameLst>
                                      </p:cBhvr>
                                      <p:to>
                                        <p:strVal val="hidden"/>
                                      </p:to>
                                    </p:set>
                                  </p:childTnLst>
                                </p:cTn>
                              </p:par>
                              <p:par>
                                <p:cTn id="188" presetID="10" presetClass="exit" presetSubtype="0" fill="hold" nodeType="withEffect">
                                  <p:stCondLst>
                                    <p:cond delay="0"/>
                                  </p:stCondLst>
                                  <p:childTnLst>
                                    <p:animEffect transition="out" filter="fade">
                                      <p:cBhvr>
                                        <p:cTn id="263" dur="200" fill="hold">
                                          <p:stCondLst>
                                            <p:cond delay="0"/>
                                          </p:stCondLst>
                                        </p:cTn>
                                        <p:tgtEl>
                                          <p:spTgt spid="62"/>
                                        </p:tgtEl>
                                      </p:cBhvr>
                                    </p:animEffect>
                                    <p:set>
                                      <p:cBhvr>
                                        <p:cTn id="264" dur="1" fill="hold">
                                          <p:stCondLst>
                                            <p:cond delay="200"/>
                                          </p:stCondLst>
                                        </p:cTn>
                                        <p:tgtEl>
                                          <p:spTgt spid="62"/>
                                        </p:tgtEl>
                                        <p:attrNameLst>
                                          <p:attrName>style.visibility</p:attrName>
                                        </p:attrNameLst>
                                      </p:cBhvr>
                                      <p:to>
                                        <p:strVal val="hidden"/>
                                      </p:to>
                                    </p:set>
                                  </p:childTnLst>
                                </p:cTn>
                              </p:par>
                              <p:par>
                                <p:cTn id="189" presetID="10" presetClass="exit" presetSubtype="0" fill="hold" nodeType="withEffect">
                                  <p:stCondLst>
                                    <p:cond delay="0"/>
                                  </p:stCondLst>
                                  <p:childTnLst>
                                    <p:animEffect transition="out" filter="fade">
                                      <p:cBhvr>
                                        <p:cTn id="265" dur="200" fill="hold">
                                          <p:stCondLst>
                                            <p:cond delay="0"/>
                                          </p:stCondLst>
                                        </p:cTn>
                                        <p:tgtEl>
                                          <p:spTgt spid="35"/>
                                        </p:tgtEl>
                                      </p:cBhvr>
                                    </p:animEffect>
                                    <p:set>
                                      <p:cBhvr>
                                        <p:cTn id="266" dur="1" fill="hold">
                                          <p:stCondLst>
                                            <p:cond delay="200"/>
                                          </p:stCondLst>
                                        </p:cTn>
                                        <p:tgtEl>
                                          <p:spTgt spid="35"/>
                                        </p:tgtEl>
                                        <p:attrNameLst>
                                          <p:attrName>style.visibility</p:attrName>
                                        </p:attrNameLst>
                                      </p:cBhvr>
                                      <p:to>
                                        <p:strVal val="hidden"/>
                                      </p:to>
                                    </p:set>
                                  </p:childTnLst>
                                </p:cTn>
                              </p:par>
                              <p:par>
                                <p:cTn id="190" presetID="10" presetClass="exit" presetSubtype="0" fill="hold" nodeType="withEffect">
                                  <p:stCondLst>
                                    <p:cond delay="0"/>
                                  </p:stCondLst>
                                  <p:childTnLst>
                                    <p:animEffect transition="out" filter="fade">
                                      <p:cBhvr>
                                        <p:cTn id="267" dur="200" fill="hold">
                                          <p:stCondLst>
                                            <p:cond delay="0"/>
                                          </p:stCondLst>
                                        </p:cTn>
                                        <p:tgtEl>
                                          <p:spTgt spid="63"/>
                                        </p:tgtEl>
                                      </p:cBhvr>
                                    </p:animEffect>
                                    <p:set>
                                      <p:cBhvr>
                                        <p:cTn id="268" dur="1" fill="hold">
                                          <p:stCondLst>
                                            <p:cond delay="200"/>
                                          </p:stCondLst>
                                        </p:cTn>
                                        <p:tgtEl>
                                          <p:spTgt spid="63"/>
                                        </p:tgtEl>
                                        <p:attrNameLst>
                                          <p:attrName>style.visibility</p:attrName>
                                        </p:attrNameLst>
                                      </p:cBhvr>
                                      <p:to>
                                        <p:strVal val="hidden"/>
                                      </p:to>
                                    </p:set>
                                  </p:childTnLst>
                                </p:cTn>
                              </p:par>
                              <p:par>
                                <p:cTn id="191" presetID="10" presetClass="exit" presetSubtype="0" fill="hold" nodeType="withEffect">
                                  <p:stCondLst>
                                    <p:cond delay="0"/>
                                  </p:stCondLst>
                                  <p:childTnLst>
                                    <p:animEffect transition="out" filter="fade">
                                      <p:cBhvr>
                                        <p:cTn id="269" dur="200" fill="hold">
                                          <p:stCondLst>
                                            <p:cond delay="0"/>
                                          </p:stCondLst>
                                        </p:cTn>
                                        <p:tgtEl>
                                          <p:spTgt spid="36"/>
                                        </p:tgtEl>
                                      </p:cBhvr>
                                    </p:animEffect>
                                    <p:set>
                                      <p:cBhvr>
                                        <p:cTn id="270" dur="1" fill="hold">
                                          <p:stCondLst>
                                            <p:cond delay="200"/>
                                          </p:stCondLst>
                                        </p:cTn>
                                        <p:tgtEl>
                                          <p:spTgt spid="36"/>
                                        </p:tgtEl>
                                        <p:attrNameLst>
                                          <p:attrName>style.visibility</p:attrName>
                                        </p:attrNameLst>
                                      </p:cBhvr>
                                      <p:to>
                                        <p:strVal val="hidden"/>
                                      </p:to>
                                    </p:set>
                                  </p:childTnLst>
                                </p:cTn>
                              </p:par>
                              <p:par>
                                <p:cTn id="192" presetID="10" presetClass="exit" presetSubtype="0" fill="hold" nodeType="withEffect">
                                  <p:stCondLst>
                                    <p:cond delay="0"/>
                                  </p:stCondLst>
                                  <p:childTnLst>
                                    <p:animEffect transition="out" filter="fade">
                                      <p:cBhvr>
                                        <p:cTn id="271" dur="200" fill="hold">
                                          <p:stCondLst>
                                            <p:cond delay="0"/>
                                          </p:stCondLst>
                                        </p:cTn>
                                        <p:tgtEl>
                                          <p:spTgt spid="37"/>
                                        </p:tgtEl>
                                      </p:cBhvr>
                                    </p:animEffect>
                                    <p:set>
                                      <p:cBhvr>
                                        <p:cTn id="272" dur="1" fill="hold">
                                          <p:stCondLst>
                                            <p:cond delay="200"/>
                                          </p:stCondLst>
                                        </p:cTn>
                                        <p:tgtEl>
                                          <p:spTgt spid="37"/>
                                        </p:tgtEl>
                                        <p:attrNameLst>
                                          <p:attrName>style.visibility</p:attrName>
                                        </p:attrNameLst>
                                      </p:cBhvr>
                                      <p:to>
                                        <p:strVal val="hidden"/>
                                      </p:to>
                                    </p:set>
                                  </p:childTnLst>
                                </p:cTn>
                              </p:par>
                              <p:par>
                                <p:cTn id="193" presetID="10" presetClass="exit" presetSubtype="0" fill="hold" nodeType="withEffect">
                                  <p:stCondLst>
                                    <p:cond delay="0"/>
                                  </p:stCondLst>
                                  <p:childTnLst>
                                    <p:animEffect transition="out" filter="fade">
                                      <p:cBhvr>
                                        <p:cTn id="273" dur="200" fill="hold">
                                          <p:stCondLst>
                                            <p:cond delay="0"/>
                                          </p:stCondLst>
                                        </p:cTn>
                                        <p:tgtEl>
                                          <p:spTgt spid="38"/>
                                        </p:tgtEl>
                                      </p:cBhvr>
                                    </p:animEffect>
                                    <p:set>
                                      <p:cBhvr>
                                        <p:cTn id="274" dur="1" fill="hold">
                                          <p:stCondLst>
                                            <p:cond delay="200"/>
                                          </p:stCondLst>
                                        </p:cTn>
                                        <p:tgtEl>
                                          <p:spTgt spid="38"/>
                                        </p:tgtEl>
                                        <p:attrNameLst>
                                          <p:attrName>style.visibility</p:attrName>
                                        </p:attrNameLst>
                                      </p:cBhvr>
                                      <p:to>
                                        <p:strVal val="hidden"/>
                                      </p:to>
                                    </p:set>
                                  </p:childTnLst>
                                </p:cTn>
                              </p:par>
                              <p:par>
                                <p:cTn id="194" presetID="10" presetClass="entr" presetSubtype="0" fill="hold" nodeType="withEffect">
                                  <p:stCondLst>
                                    <p:cond delay="0"/>
                                  </p:stCondLst>
                                  <p:childTnLst>
                                    <p:set>
                                      <p:cBhvr>
                                        <p:cTn id="195" dur="1" fill="hold">
                                          <p:stCondLst>
                                            <p:cond delay="0"/>
                                          </p:stCondLst>
                                        </p:cTn>
                                        <p:tgtEl>
                                          <p:spTgt spid="39"/>
                                        </p:tgtEl>
                                        <p:attrNameLst>
                                          <p:attrName>style.visibility</p:attrName>
                                        </p:attrNameLst>
                                      </p:cBhvr>
                                      <p:to>
                                        <p:strVal val="visible"/>
                                      </p:to>
                                    </p:set>
                                    <p:animEffect transition="in" filter="fade">
                                      <p:cBhvr>
                                        <p:cTn id="196" dur="400"/>
                                        <p:tgtEl>
                                          <p:spTgt spid="39"/>
                                        </p:tgtEl>
                                      </p:cBhvr>
                                    </p:animEffect>
                                  </p:childTnLst>
                                </p:cTn>
                              </p:par>
                              <p:par>
                                <p:cTn id="197" presetID="10" presetClass="entr" presetSubtype="0" fill="hold" nodeType="withEffect">
                                  <p:stCondLst>
                                    <p:cond delay="0"/>
                                  </p:stCondLst>
                                  <p:childTnLst>
                                    <p:set>
                                      <p:cBhvr>
                                        <p:cTn id="198" dur="1" fill="hold">
                                          <p:stCondLst>
                                            <p:cond delay="0"/>
                                          </p:stCondLst>
                                        </p:cTn>
                                        <p:tgtEl>
                                          <p:spTgt spid="40"/>
                                        </p:tgtEl>
                                        <p:attrNameLst>
                                          <p:attrName>style.visibility</p:attrName>
                                        </p:attrNameLst>
                                      </p:cBhvr>
                                      <p:to>
                                        <p:strVal val="visible"/>
                                      </p:to>
                                    </p:set>
                                  </p:childTnLst>
                                </p:cTn>
                              </p:par>
                            </p:childTnLst>
                          </p:cTn>
                        </p:par>
                      </p:childTnLst>
                    </p:cTn>
                  </p:par>
                  <p:par>
                    <p:cTn id="289" fill="hold" restart="never" repeatCount="1000">
                      <p:stCondLst>
                        <p:cond delay="indefinite"/>
                      </p:stCondLst>
                      <p:childTnLst>
                        <p:par>
                          <p:cTn id="290" fill="hold" dur="11880">
                            <p:stCondLst>
                              <p:cond delay="0"/>
                            </p:stCondLst>
                            <p:childTnLst>
                              <p:par>
                                <p:cTn id="291" presetID="1" presetClass="entr" presetSubtype="0" fill="hold" nodeType="clickEffect" restart="never">
                                  <p:stCondLst>
                                    <p:cond delay="900"/>
                                  </p:stCondLst>
                                  <p:childTnLst>
                                    <p:set>
                                      <p:cBhvr>
                                        <p:cTn id="292" dur="1" fill="hold">
                                          <p:stCondLst>
                                            <p:cond delay="0"/>
                                          </p:stCondLst>
                                        </p:cTn>
                                        <p:tgtEl>
                                          <p:spTgt spid="76"/>
                                        </p:tgtEl>
                                        <p:attrNameLst>
                                          <p:attrName>style.visibility</p:attrName>
                                        </p:attrNameLst>
                                      </p:cBhvr>
                                      <p:to>
                                        <p:strVal val="visible"/>
                                      </p:to>
                                    </p:set>
                                  </p:childTnLst>
                                </p:cTn>
                              </p:par>
                              <p:par>
                                <p:cTn id="293" presetID="1" presetClass="entr" presetSubtype="0" fill="hold" nodeType="withEffect" restart="never">
                                  <p:stCondLst>
                                    <p:cond delay="1060"/>
                                  </p:stCondLst>
                                  <p:childTnLst>
                                    <p:set>
                                      <p:cBhvr>
                                        <p:cTn id="294" dur="1" fill="hold">
                                          <p:stCondLst>
                                            <p:cond delay="0"/>
                                          </p:stCondLst>
                                        </p:cTn>
                                        <p:tgtEl>
                                          <p:spTgt spid="77"/>
                                        </p:tgtEl>
                                        <p:attrNameLst>
                                          <p:attrName>style.visibility</p:attrName>
                                        </p:attrNameLst>
                                      </p:cBhvr>
                                      <p:to>
                                        <p:strVal val="visible"/>
                                      </p:to>
                                    </p:set>
                                  </p:childTnLst>
                                </p:cTn>
                              </p:par>
                              <p:par>
                                <p:cTn id="295" presetID="1" presetClass="entr" presetSubtype="0" fill="hold" nodeType="withEffect" restart="never">
                                  <p:stCondLst>
                                    <p:cond delay="1220"/>
                                  </p:stCondLst>
                                  <p:childTnLst>
                                    <p:set>
                                      <p:cBhvr>
                                        <p:cTn id="296" dur="1" fill="hold">
                                          <p:stCondLst>
                                            <p:cond delay="0"/>
                                          </p:stCondLst>
                                        </p:cTn>
                                        <p:tgtEl>
                                          <p:spTgt spid="78"/>
                                        </p:tgtEl>
                                        <p:attrNameLst>
                                          <p:attrName>style.visibility</p:attrName>
                                        </p:attrNameLst>
                                      </p:cBhvr>
                                      <p:to>
                                        <p:strVal val="visible"/>
                                      </p:to>
                                    </p:set>
                                  </p:childTnLst>
                                </p:cTn>
                              </p:par>
                              <p:par>
                                <p:cTn id="297" presetID="1" presetClass="entr" presetSubtype="0" fill="hold" nodeType="withEffect" restart="never">
                                  <p:stCondLst>
                                    <p:cond delay="1380"/>
                                  </p:stCondLst>
                                  <p:childTnLst>
                                    <p:set>
                                      <p:cBhvr>
                                        <p:cTn id="298" dur="1" fill="hold">
                                          <p:stCondLst>
                                            <p:cond delay="0"/>
                                          </p:stCondLst>
                                        </p:cTn>
                                        <p:tgtEl>
                                          <p:spTgt spid="79"/>
                                        </p:tgtEl>
                                        <p:attrNameLst>
                                          <p:attrName>style.visibility</p:attrName>
                                        </p:attrNameLst>
                                      </p:cBhvr>
                                      <p:to>
                                        <p:strVal val="visible"/>
                                      </p:to>
                                    </p:set>
                                  </p:childTnLst>
                                </p:cTn>
                              </p:par>
                              <p:par>
                                <p:cTn id="299" presetID="1" presetClass="entr" presetSubtype="0" fill="hold" nodeType="withEffect" restart="never">
                                  <p:stCondLst>
                                    <p:cond delay="1540"/>
                                  </p:stCondLst>
                                  <p:childTnLst>
                                    <p:set>
                                      <p:cBhvr>
                                        <p:cTn id="300" dur="1" fill="hold">
                                          <p:stCondLst>
                                            <p:cond delay="0"/>
                                          </p:stCondLst>
                                        </p:cTn>
                                        <p:tgtEl>
                                          <p:spTgt spid="80"/>
                                        </p:tgtEl>
                                        <p:attrNameLst>
                                          <p:attrName>style.visibility</p:attrName>
                                        </p:attrNameLst>
                                      </p:cBhvr>
                                      <p:to>
                                        <p:strVal val="visible"/>
                                      </p:to>
                                    </p:set>
                                  </p:childTnLst>
                                </p:cTn>
                              </p:par>
                              <p:par>
                                <p:cTn id="301" presetID="1" presetClass="entr" presetSubtype="0" fill="hold" nodeType="withEffect" restart="never">
                                  <p:stCondLst>
                                    <p:cond delay="1700"/>
                                  </p:stCondLst>
                                  <p:childTnLst>
                                    <p:set>
                                      <p:cBhvr>
                                        <p:cTn id="302" dur="1" fill="hold">
                                          <p:stCondLst>
                                            <p:cond delay="0"/>
                                          </p:stCondLst>
                                        </p:cTn>
                                        <p:tgtEl>
                                          <p:spTgt spid="81"/>
                                        </p:tgtEl>
                                        <p:attrNameLst>
                                          <p:attrName>style.visibility</p:attrName>
                                        </p:attrNameLst>
                                      </p:cBhvr>
                                      <p:to>
                                        <p:strVal val="visible"/>
                                      </p:to>
                                    </p:set>
                                  </p:childTnLst>
                                </p:cTn>
                              </p:par>
                              <p:par>
                                <p:cTn id="303" presetID="1" presetClass="entr" presetSubtype="0" fill="hold" nodeType="withEffect" restart="never">
                                  <p:stCondLst>
                                    <p:cond delay="1860"/>
                                  </p:stCondLst>
                                  <p:childTnLst>
                                    <p:set>
                                      <p:cBhvr>
                                        <p:cTn id="304" dur="1" fill="hold">
                                          <p:stCondLst>
                                            <p:cond delay="0"/>
                                          </p:stCondLst>
                                        </p:cTn>
                                        <p:tgtEl>
                                          <p:spTgt spid="82"/>
                                        </p:tgtEl>
                                        <p:attrNameLst>
                                          <p:attrName>style.visibility</p:attrName>
                                        </p:attrNameLst>
                                      </p:cBhvr>
                                      <p:to>
                                        <p:strVal val="visible"/>
                                      </p:to>
                                    </p:set>
                                  </p:childTnLst>
                                </p:cTn>
                              </p:par>
                              <p:par>
                                <p:cTn id="305" presetID="1" presetClass="entr" presetSubtype="0" fill="hold" nodeType="withEffect" restart="never">
                                  <p:stCondLst>
                                    <p:cond delay="2020"/>
                                  </p:stCondLst>
                                  <p:childTnLst>
                                    <p:set>
                                      <p:cBhvr>
                                        <p:cTn id="306" dur="1" fill="hold">
                                          <p:stCondLst>
                                            <p:cond delay="0"/>
                                          </p:stCondLst>
                                        </p:cTn>
                                        <p:tgtEl>
                                          <p:spTgt spid="83"/>
                                        </p:tgtEl>
                                        <p:attrNameLst>
                                          <p:attrName>style.visibility</p:attrName>
                                        </p:attrNameLst>
                                      </p:cBhvr>
                                      <p:to>
                                        <p:strVal val="visible"/>
                                      </p:to>
                                    </p:set>
                                  </p:childTnLst>
                                </p:cTn>
                              </p:par>
                              <p:par>
                                <p:cTn id="307" presetID="1" presetClass="entr" presetSubtype="0" fill="hold" nodeType="withEffect" restart="never">
                                  <p:stCondLst>
                                    <p:cond delay="2180"/>
                                  </p:stCondLst>
                                  <p:childTnLst>
                                    <p:set>
                                      <p:cBhvr>
                                        <p:cTn id="308" dur="1" fill="hold">
                                          <p:stCondLst>
                                            <p:cond delay="0"/>
                                          </p:stCondLst>
                                        </p:cTn>
                                        <p:tgtEl>
                                          <p:spTgt spid="84"/>
                                        </p:tgtEl>
                                        <p:attrNameLst>
                                          <p:attrName>style.visibility</p:attrName>
                                        </p:attrNameLst>
                                      </p:cBhvr>
                                      <p:to>
                                        <p:strVal val="visible"/>
                                      </p:to>
                                    </p:set>
                                  </p:childTnLst>
                                </p:cTn>
                              </p:par>
                              <p:par>
                                <p:cTn id="309" presetID="1" presetClass="entr" presetSubtype="0" fill="hold" nodeType="withEffect" restart="never">
                                  <p:stCondLst>
                                    <p:cond delay="2780"/>
                                  </p:stCondLst>
                                  <p:childTnLst>
                                    <p:set>
                                      <p:cBhvr>
                                        <p:cTn id="310" dur="1" fill="hold">
                                          <p:stCondLst>
                                            <p:cond delay="0"/>
                                          </p:stCondLst>
                                        </p:cTn>
                                        <p:tgtEl>
                                          <p:spTgt spid="85"/>
                                        </p:tgtEl>
                                        <p:attrNameLst>
                                          <p:attrName>style.visibility</p:attrName>
                                        </p:attrNameLst>
                                      </p:cBhvr>
                                      <p:to>
                                        <p:strVal val="visible"/>
                                      </p:to>
                                    </p:set>
                                  </p:childTnLst>
                                </p:cTn>
                              </p:par>
                              <p:par>
                                <p:cTn id="311" presetID="1" presetClass="entr" presetSubtype="0" fill="hold" nodeType="withEffect" restart="never">
                                  <p:stCondLst>
                                    <p:cond delay="2940"/>
                                  </p:stCondLst>
                                  <p:childTnLst>
                                    <p:set>
                                      <p:cBhvr>
                                        <p:cTn id="312" dur="1" fill="hold">
                                          <p:stCondLst>
                                            <p:cond delay="0"/>
                                          </p:stCondLst>
                                        </p:cTn>
                                        <p:tgtEl>
                                          <p:spTgt spid="86"/>
                                        </p:tgtEl>
                                        <p:attrNameLst>
                                          <p:attrName>style.visibility</p:attrName>
                                        </p:attrNameLst>
                                      </p:cBhvr>
                                      <p:to>
                                        <p:strVal val="visible"/>
                                      </p:to>
                                    </p:set>
                                  </p:childTnLst>
                                </p:cTn>
                              </p:par>
                              <p:par>
                                <p:cTn id="313" presetID="1" presetClass="entr" presetSubtype="0" fill="hold" nodeType="withEffect" restart="never">
                                  <p:stCondLst>
                                    <p:cond delay="3100"/>
                                  </p:stCondLst>
                                  <p:childTnLst>
                                    <p:set>
                                      <p:cBhvr>
                                        <p:cTn id="314" dur="1" fill="hold">
                                          <p:stCondLst>
                                            <p:cond delay="0"/>
                                          </p:stCondLst>
                                        </p:cTn>
                                        <p:tgtEl>
                                          <p:spTgt spid="87"/>
                                        </p:tgtEl>
                                        <p:attrNameLst>
                                          <p:attrName>style.visibility</p:attrName>
                                        </p:attrNameLst>
                                      </p:cBhvr>
                                      <p:to>
                                        <p:strVal val="visible"/>
                                      </p:to>
                                    </p:set>
                                  </p:childTnLst>
                                </p:cTn>
                              </p:par>
                              <p:par>
                                <p:cTn id="315" presetID="1" presetClass="entr" presetSubtype="0" fill="hold" nodeType="withEffect" restart="never">
                                  <p:stCondLst>
                                    <p:cond delay="3260"/>
                                  </p:stCondLst>
                                  <p:childTnLst>
                                    <p:set>
                                      <p:cBhvr>
                                        <p:cTn id="316" dur="1" fill="hold">
                                          <p:stCondLst>
                                            <p:cond delay="0"/>
                                          </p:stCondLst>
                                        </p:cTn>
                                        <p:tgtEl>
                                          <p:spTgt spid="88"/>
                                        </p:tgtEl>
                                        <p:attrNameLst>
                                          <p:attrName>style.visibility</p:attrName>
                                        </p:attrNameLst>
                                      </p:cBhvr>
                                      <p:to>
                                        <p:strVal val="visible"/>
                                      </p:to>
                                    </p:set>
                                  </p:childTnLst>
                                </p:cTn>
                              </p:par>
                              <p:par>
                                <p:cTn id="317" presetID="1" presetClass="entr" presetSubtype="0" fill="hold" nodeType="withEffect" restart="never">
                                  <p:stCondLst>
                                    <p:cond delay="3420"/>
                                  </p:stCondLst>
                                  <p:childTnLst>
                                    <p:set>
                                      <p:cBhvr>
                                        <p:cTn id="318" dur="1" fill="hold">
                                          <p:stCondLst>
                                            <p:cond delay="0"/>
                                          </p:stCondLst>
                                        </p:cTn>
                                        <p:tgtEl>
                                          <p:spTgt spid="89"/>
                                        </p:tgtEl>
                                        <p:attrNameLst>
                                          <p:attrName>style.visibility</p:attrName>
                                        </p:attrNameLst>
                                      </p:cBhvr>
                                      <p:to>
                                        <p:strVal val="visible"/>
                                      </p:to>
                                    </p:set>
                                  </p:childTnLst>
                                </p:cTn>
                              </p:par>
                              <p:par>
                                <p:cTn id="319" presetID="1" presetClass="entr" presetSubtype="0" fill="hold" nodeType="withEffect" restart="never">
                                  <p:stCondLst>
                                    <p:cond delay="3580"/>
                                  </p:stCondLst>
                                  <p:childTnLst>
                                    <p:set>
                                      <p:cBhvr>
                                        <p:cTn id="320" dur="1" fill="hold">
                                          <p:stCondLst>
                                            <p:cond delay="0"/>
                                          </p:stCondLst>
                                        </p:cTn>
                                        <p:tgtEl>
                                          <p:spTgt spid="90"/>
                                        </p:tgtEl>
                                        <p:attrNameLst>
                                          <p:attrName>style.visibility</p:attrName>
                                        </p:attrNameLst>
                                      </p:cBhvr>
                                      <p:to>
                                        <p:strVal val="visible"/>
                                      </p:to>
                                    </p:set>
                                  </p:childTnLst>
                                </p:cTn>
                              </p:par>
                              <p:par>
                                <p:cTn id="321" presetID="1" presetClass="entr" presetSubtype="0" fill="hold" nodeType="withEffect" restart="never">
                                  <p:stCondLst>
                                    <p:cond delay="3740"/>
                                  </p:stCondLst>
                                  <p:childTnLst>
                                    <p:set>
                                      <p:cBhvr>
                                        <p:cTn id="322" dur="1" fill="hold">
                                          <p:stCondLst>
                                            <p:cond delay="0"/>
                                          </p:stCondLst>
                                        </p:cTn>
                                        <p:tgtEl>
                                          <p:spTgt spid="91"/>
                                        </p:tgtEl>
                                        <p:attrNameLst>
                                          <p:attrName>style.visibility</p:attrName>
                                        </p:attrNameLst>
                                      </p:cBhvr>
                                      <p:to>
                                        <p:strVal val="visible"/>
                                      </p:to>
                                    </p:set>
                                  </p:childTnLst>
                                </p:cTn>
                              </p:par>
                              <p:par>
                                <p:cTn id="323" presetID="1" presetClass="entr" presetSubtype="0" fill="hold" nodeType="withEffect" restart="never">
                                  <p:stCondLst>
                                    <p:cond delay="3900"/>
                                  </p:stCondLst>
                                  <p:childTnLst>
                                    <p:set>
                                      <p:cBhvr>
                                        <p:cTn id="324" dur="1" fill="hold">
                                          <p:stCondLst>
                                            <p:cond delay="0"/>
                                          </p:stCondLst>
                                        </p:cTn>
                                        <p:tgtEl>
                                          <p:spTgt spid="92"/>
                                        </p:tgtEl>
                                        <p:attrNameLst>
                                          <p:attrName>style.visibility</p:attrName>
                                        </p:attrNameLst>
                                      </p:cBhvr>
                                      <p:to>
                                        <p:strVal val="visible"/>
                                      </p:to>
                                    </p:set>
                                  </p:childTnLst>
                                </p:cTn>
                              </p:par>
                              <p:par>
                                <p:cTn id="325" presetID="1" presetClass="entr" presetSubtype="0" fill="hold" nodeType="withEffect" restart="never">
                                  <p:stCondLst>
                                    <p:cond delay="4060"/>
                                  </p:stCondLst>
                                  <p:childTnLst>
                                    <p:set>
                                      <p:cBhvr>
                                        <p:cTn id="326" dur="1" fill="hold">
                                          <p:stCondLst>
                                            <p:cond delay="0"/>
                                          </p:stCondLst>
                                        </p:cTn>
                                        <p:tgtEl>
                                          <p:spTgt spid="93"/>
                                        </p:tgtEl>
                                        <p:attrNameLst>
                                          <p:attrName>style.visibility</p:attrName>
                                        </p:attrNameLst>
                                      </p:cBhvr>
                                      <p:to>
                                        <p:strVal val="visible"/>
                                      </p:to>
                                    </p:set>
                                  </p:childTnLst>
                                </p:cTn>
                              </p:par>
                              <p:par>
                                <p:cTn id="327" presetID="1" presetClass="entr" presetSubtype="0" fill="hold" nodeType="withEffect" restart="never">
                                  <p:stCondLst>
                                    <p:cond delay="4220"/>
                                  </p:stCondLst>
                                  <p:childTnLst>
                                    <p:set>
                                      <p:cBhvr>
                                        <p:cTn id="328" dur="1" fill="hold">
                                          <p:stCondLst>
                                            <p:cond delay="0"/>
                                          </p:stCondLst>
                                        </p:cTn>
                                        <p:tgtEl>
                                          <p:spTgt spid="94"/>
                                        </p:tgtEl>
                                        <p:attrNameLst>
                                          <p:attrName>style.visibility</p:attrName>
                                        </p:attrNameLst>
                                      </p:cBhvr>
                                      <p:to>
                                        <p:strVal val="visible"/>
                                      </p:to>
                                    </p:set>
                                  </p:childTnLst>
                                </p:cTn>
                              </p:par>
                              <p:par>
                                <p:cTn id="329" presetID="1" presetClass="entr" presetSubtype="0" fill="hold" nodeType="withEffect" restart="never">
                                  <p:stCondLst>
                                    <p:cond delay="4380"/>
                                  </p:stCondLst>
                                  <p:childTnLst>
                                    <p:set>
                                      <p:cBhvr>
                                        <p:cTn id="330" dur="1" fill="hold">
                                          <p:stCondLst>
                                            <p:cond delay="0"/>
                                          </p:stCondLst>
                                        </p:cTn>
                                        <p:tgtEl>
                                          <p:spTgt spid="95"/>
                                        </p:tgtEl>
                                        <p:attrNameLst>
                                          <p:attrName>style.visibility</p:attrName>
                                        </p:attrNameLst>
                                      </p:cBhvr>
                                      <p:to>
                                        <p:strVal val="visible"/>
                                      </p:to>
                                    </p:set>
                                  </p:childTnLst>
                                </p:cTn>
                              </p:par>
                              <p:par>
                                <p:cTn id="331" presetID="1" presetClass="entr" presetSubtype="0" fill="hold" nodeType="withEffect" restart="never">
                                  <p:stCondLst>
                                    <p:cond delay="4540"/>
                                  </p:stCondLst>
                                  <p:childTnLst>
                                    <p:set>
                                      <p:cBhvr>
                                        <p:cTn id="332" dur="1" fill="hold">
                                          <p:stCondLst>
                                            <p:cond delay="0"/>
                                          </p:stCondLst>
                                        </p:cTn>
                                        <p:tgtEl>
                                          <p:spTgt spid="96"/>
                                        </p:tgtEl>
                                        <p:attrNameLst>
                                          <p:attrName>style.visibility</p:attrName>
                                        </p:attrNameLst>
                                      </p:cBhvr>
                                      <p:to>
                                        <p:strVal val="visible"/>
                                      </p:to>
                                    </p:set>
                                  </p:childTnLst>
                                </p:cTn>
                              </p:par>
                              <p:par>
                                <p:cTn id="333" presetID="1" presetClass="entr" presetSubtype="0" fill="hold" nodeType="withEffect" restart="never">
                                  <p:stCondLst>
                                    <p:cond delay="4700"/>
                                  </p:stCondLst>
                                  <p:childTnLst>
                                    <p:set>
                                      <p:cBhvr>
                                        <p:cTn id="334" dur="1" fill="hold">
                                          <p:stCondLst>
                                            <p:cond delay="0"/>
                                          </p:stCondLst>
                                        </p:cTn>
                                        <p:tgtEl>
                                          <p:spTgt spid="97"/>
                                        </p:tgtEl>
                                        <p:attrNameLst>
                                          <p:attrName>style.visibility</p:attrName>
                                        </p:attrNameLst>
                                      </p:cBhvr>
                                      <p:to>
                                        <p:strVal val="visible"/>
                                      </p:to>
                                    </p:set>
                                  </p:childTnLst>
                                </p:cTn>
                              </p:par>
                              <p:par>
                                <p:cTn id="335" presetID="1" presetClass="entr" presetSubtype="0" fill="hold" nodeType="withEffect" restart="never">
                                  <p:stCondLst>
                                    <p:cond delay="4860"/>
                                  </p:stCondLst>
                                  <p:childTnLst>
                                    <p:set>
                                      <p:cBhvr>
                                        <p:cTn id="336" dur="1" fill="hold">
                                          <p:stCondLst>
                                            <p:cond delay="0"/>
                                          </p:stCondLst>
                                        </p:cTn>
                                        <p:tgtEl>
                                          <p:spTgt spid="98"/>
                                        </p:tgtEl>
                                        <p:attrNameLst>
                                          <p:attrName>style.visibility</p:attrName>
                                        </p:attrNameLst>
                                      </p:cBhvr>
                                      <p:to>
                                        <p:strVal val="visible"/>
                                      </p:to>
                                    </p:set>
                                  </p:childTnLst>
                                </p:cTn>
                              </p:par>
                              <p:par>
                                <p:cTn id="337" presetID="1" presetClass="entr" presetSubtype="0" fill="hold" nodeType="withEffect" restart="never">
                                  <p:stCondLst>
                                    <p:cond delay="5460"/>
                                  </p:stCondLst>
                                  <p:childTnLst>
                                    <p:set>
                                      <p:cBhvr>
                                        <p:cTn id="338" dur="1" fill="hold">
                                          <p:stCondLst>
                                            <p:cond delay="0"/>
                                          </p:stCondLst>
                                        </p:cTn>
                                        <p:tgtEl>
                                          <p:spTgt spid="99"/>
                                        </p:tgtEl>
                                        <p:attrNameLst>
                                          <p:attrName>style.visibility</p:attrName>
                                        </p:attrNameLst>
                                      </p:cBhvr>
                                      <p:to>
                                        <p:strVal val="visible"/>
                                      </p:to>
                                    </p:set>
                                  </p:childTnLst>
                                </p:cTn>
                              </p:par>
                              <p:par>
                                <p:cTn id="339" presetID="1" presetClass="entr" presetSubtype="0" fill="hold" nodeType="withEffect" restart="never">
                                  <p:stCondLst>
                                    <p:cond delay="5620"/>
                                  </p:stCondLst>
                                  <p:childTnLst>
                                    <p:set>
                                      <p:cBhvr>
                                        <p:cTn id="340" dur="1" fill="hold">
                                          <p:stCondLst>
                                            <p:cond delay="0"/>
                                          </p:stCondLst>
                                        </p:cTn>
                                        <p:tgtEl>
                                          <p:spTgt spid="100"/>
                                        </p:tgtEl>
                                        <p:attrNameLst>
                                          <p:attrName>style.visibility</p:attrName>
                                        </p:attrNameLst>
                                      </p:cBhvr>
                                      <p:to>
                                        <p:strVal val="visible"/>
                                      </p:to>
                                    </p:set>
                                  </p:childTnLst>
                                </p:cTn>
                              </p:par>
                              <p:par>
                                <p:cTn id="341" presetID="1" presetClass="entr" presetSubtype="0" fill="hold" nodeType="withEffect" restart="never">
                                  <p:stCondLst>
                                    <p:cond delay="5780"/>
                                  </p:stCondLst>
                                  <p:childTnLst>
                                    <p:set>
                                      <p:cBhvr>
                                        <p:cTn id="342" dur="1" fill="hold">
                                          <p:stCondLst>
                                            <p:cond delay="0"/>
                                          </p:stCondLst>
                                        </p:cTn>
                                        <p:tgtEl>
                                          <p:spTgt spid="101"/>
                                        </p:tgtEl>
                                        <p:attrNameLst>
                                          <p:attrName>style.visibility</p:attrName>
                                        </p:attrNameLst>
                                      </p:cBhvr>
                                      <p:to>
                                        <p:strVal val="visible"/>
                                      </p:to>
                                    </p:set>
                                  </p:childTnLst>
                                </p:cTn>
                              </p:par>
                              <p:par>
                                <p:cTn id="343" presetID="1" presetClass="entr" presetSubtype="0" fill="hold" nodeType="withEffect" restart="never">
                                  <p:stCondLst>
                                    <p:cond delay="5940"/>
                                  </p:stCondLst>
                                  <p:childTnLst>
                                    <p:set>
                                      <p:cBhvr>
                                        <p:cTn id="344" dur="1" fill="hold">
                                          <p:stCondLst>
                                            <p:cond delay="0"/>
                                          </p:stCondLst>
                                        </p:cTn>
                                        <p:tgtEl>
                                          <p:spTgt spid="102"/>
                                        </p:tgtEl>
                                        <p:attrNameLst>
                                          <p:attrName>style.visibility</p:attrName>
                                        </p:attrNameLst>
                                      </p:cBhvr>
                                      <p:to>
                                        <p:strVal val="visible"/>
                                      </p:to>
                                    </p:set>
                                  </p:childTnLst>
                                </p:cTn>
                              </p:par>
                              <p:par>
                                <p:cTn id="345" presetID="1" presetClass="entr" presetSubtype="0" fill="hold" nodeType="withEffect" restart="never">
                                  <p:stCondLst>
                                    <p:cond delay="6100"/>
                                  </p:stCondLst>
                                  <p:childTnLst>
                                    <p:set>
                                      <p:cBhvr>
                                        <p:cTn id="346" dur="1" fill="hold">
                                          <p:stCondLst>
                                            <p:cond delay="0"/>
                                          </p:stCondLst>
                                        </p:cTn>
                                        <p:tgtEl>
                                          <p:spTgt spid="103"/>
                                        </p:tgtEl>
                                        <p:attrNameLst>
                                          <p:attrName>style.visibility</p:attrName>
                                        </p:attrNameLst>
                                      </p:cBhvr>
                                      <p:to>
                                        <p:strVal val="visible"/>
                                      </p:to>
                                    </p:set>
                                  </p:childTnLst>
                                </p:cTn>
                              </p:par>
                              <p:par>
                                <p:cTn id="347" presetID="1" presetClass="entr" presetSubtype="0" fill="hold" nodeType="withEffect" restart="never">
                                  <p:stCondLst>
                                    <p:cond delay="6260"/>
                                  </p:stCondLst>
                                  <p:childTnLst>
                                    <p:set>
                                      <p:cBhvr>
                                        <p:cTn id="348" dur="1" fill="hold">
                                          <p:stCondLst>
                                            <p:cond delay="0"/>
                                          </p:stCondLst>
                                        </p:cTn>
                                        <p:tgtEl>
                                          <p:spTgt spid="104"/>
                                        </p:tgtEl>
                                        <p:attrNameLst>
                                          <p:attrName>style.visibility</p:attrName>
                                        </p:attrNameLst>
                                      </p:cBhvr>
                                      <p:to>
                                        <p:strVal val="visible"/>
                                      </p:to>
                                    </p:set>
                                  </p:childTnLst>
                                </p:cTn>
                              </p:par>
                              <p:par>
                                <p:cTn id="349" presetID="1" presetClass="entr" presetSubtype="0" fill="hold" nodeType="withEffect" restart="never">
                                  <p:stCondLst>
                                    <p:cond delay="6420"/>
                                  </p:stCondLst>
                                  <p:childTnLst>
                                    <p:set>
                                      <p:cBhvr>
                                        <p:cTn id="350" dur="1" fill="hold">
                                          <p:stCondLst>
                                            <p:cond delay="0"/>
                                          </p:stCondLst>
                                        </p:cTn>
                                        <p:tgtEl>
                                          <p:spTgt spid="105"/>
                                        </p:tgtEl>
                                        <p:attrNameLst>
                                          <p:attrName>style.visibility</p:attrName>
                                        </p:attrNameLst>
                                      </p:cBhvr>
                                      <p:to>
                                        <p:strVal val="visible"/>
                                      </p:to>
                                    </p:set>
                                  </p:childTnLst>
                                </p:cTn>
                              </p:par>
                              <p:par>
                                <p:cTn id="351" presetID="1" presetClass="entr" presetSubtype="0" fill="hold" nodeType="withEffect" restart="never">
                                  <p:stCondLst>
                                    <p:cond delay="6580"/>
                                  </p:stCondLst>
                                  <p:childTnLst>
                                    <p:set>
                                      <p:cBhvr>
                                        <p:cTn id="352" dur="1" fill="hold">
                                          <p:stCondLst>
                                            <p:cond delay="0"/>
                                          </p:stCondLst>
                                        </p:cTn>
                                        <p:tgtEl>
                                          <p:spTgt spid="106"/>
                                        </p:tgtEl>
                                        <p:attrNameLst>
                                          <p:attrName>style.visibility</p:attrName>
                                        </p:attrNameLst>
                                      </p:cBhvr>
                                      <p:to>
                                        <p:strVal val="visible"/>
                                      </p:to>
                                    </p:set>
                                  </p:childTnLst>
                                </p:cTn>
                              </p:par>
                              <p:par>
                                <p:cTn id="353" presetID="1" presetClass="entr" presetSubtype="0" fill="hold" nodeType="withEffect" restart="never">
                                  <p:stCondLst>
                                    <p:cond delay="6740"/>
                                  </p:stCondLst>
                                  <p:childTnLst>
                                    <p:set>
                                      <p:cBhvr>
                                        <p:cTn id="354" dur="1" fill="hold">
                                          <p:stCondLst>
                                            <p:cond delay="0"/>
                                          </p:stCondLst>
                                        </p:cTn>
                                        <p:tgtEl>
                                          <p:spTgt spid="107"/>
                                        </p:tgtEl>
                                        <p:attrNameLst>
                                          <p:attrName>style.visibility</p:attrName>
                                        </p:attrNameLst>
                                      </p:cBhvr>
                                      <p:to>
                                        <p:strVal val="visible"/>
                                      </p:to>
                                    </p:set>
                                  </p:childTnLst>
                                </p:cTn>
                              </p:par>
                              <p:par>
                                <p:cTn id="355" presetID="1" presetClass="entr" presetSubtype="0" fill="hold" nodeType="withEffect" restart="never">
                                  <p:stCondLst>
                                    <p:cond delay="6900"/>
                                  </p:stCondLst>
                                  <p:childTnLst>
                                    <p:set>
                                      <p:cBhvr>
                                        <p:cTn id="356" dur="1" fill="hold">
                                          <p:stCondLst>
                                            <p:cond delay="0"/>
                                          </p:stCondLst>
                                        </p:cTn>
                                        <p:tgtEl>
                                          <p:spTgt spid="108"/>
                                        </p:tgtEl>
                                        <p:attrNameLst>
                                          <p:attrName>style.visibility</p:attrName>
                                        </p:attrNameLst>
                                      </p:cBhvr>
                                      <p:to>
                                        <p:strVal val="visible"/>
                                      </p:to>
                                    </p:set>
                                  </p:childTnLst>
                                </p:cTn>
                              </p:par>
                              <p:par>
                                <p:cTn id="357" presetID="1" presetClass="entr" presetSubtype="0" fill="hold" nodeType="withEffect" restart="never">
                                  <p:stCondLst>
                                    <p:cond delay="7060"/>
                                  </p:stCondLst>
                                  <p:childTnLst>
                                    <p:set>
                                      <p:cBhvr>
                                        <p:cTn id="358" dur="1" fill="hold">
                                          <p:stCondLst>
                                            <p:cond delay="0"/>
                                          </p:stCondLst>
                                        </p:cTn>
                                        <p:tgtEl>
                                          <p:spTgt spid="109"/>
                                        </p:tgtEl>
                                        <p:attrNameLst>
                                          <p:attrName>style.visibility</p:attrName>
                                        </p:attrNameLst>
                                      </p:cBhvr>
                                      <p:to>
                                        <p:strVal val="visible"/>
                                      </p:to>
                                    </p:set>
                                  </p:childTnLst>
                                </p:cTn>
                              </p:par>
                              <p:par>
                                <p:cTn id="359" presetID="1" presetClass="entr" presetSubtype="0" fill="hold" nodeType="withEffect" restart="never">
                                  <p:stCondLst>
                                    <p:cond delay="7220"/>
                                  </p:stCondLst>
                                  <p:childTnLst>
                                    <p:set>
                                      <p:cBhvr>
                                        <p:cTn id="360" dur="1" fill="hold">
                                          <p:stCondLst>
                                            <p:cond delay="0"/>
                                          </p:stCondLst>
                                        </p:cTn>
                                        <p:tgtEl>
                                          <p:spTgt spid="110"/>
                                        </p:tgtEl>
                                        <p:attrNameLst>
                                          <p:attrName>style.visibility</p:attrName>
                                        </p:attrNameLst>
                                      </p:cBhvr>
                                      <p:to>
                                        <p:strVal val="visible"/>
                                      </p:to>
                                    </p:set>
                                  </p:childTnLst>
                                </p:cTn>
                              </p:par>
                              <p:par>
                                <p:cTn id="361" presetID="1" presetClass="entr" presetSubtype="0" fill="hold" nodeType="withEffect" restart="never">
                                  <p:stCondLst>
                                    <p:cond delay="7380"/>
                                  </p:stCondLst>
                                  <p:childTnLst>
                                    <p:set>
                                      <p:cBhvr>
                                        <p:cTn id="362" dur="1" fill="hold">
                                          <p:stCondLst>
                                            <p:cond delay="0"/>
                                          </p:stCondLst>
                                        </p:cTn>
                                        <p:tgtEl>
                                          <p:spTgt spid="111"/>
                                        </p:tgtEl>
                                        <p:attrNameLst>
                                          <p:attrName>style.visibility</p:attrName>
                                        </p:attrNameLst>
                                      </p:cBhvr>
                                      <p:to>
                                        <p:strVal val="visible"/>
                                      </p:to>
                                    </p:set>
                                  </p:childTnLst>
                                </p:cTn>
                              </p:par>
                              <p:par>
                                <p:cTn id="363" presetID="1" presetClass="entr" presetSubtype="0" fill="hold" nodeType="withEffect" restart="never">
                                  <p:stCondLst>
                                    <p:cond delay="7540"/>
                                  </p:stCondLst>
                                  <p:childTnLst>
                                    <p:set>
                                      <p:cBhvr>
                                        <p:cTn id="364" dur="1" fill="hold">
                                          <p:stCondLst>
                                            <p:cond delay="0"/>
                                          </p:stCondLst>
                                        </p:cTn>
                                        <p:tgtEl>
                                          <p:spTgt spid="112"/>
                                        </p:tgtEl>
                                        <p:attrNameLst>
                                          <p:attrName>style.visibility</p:attrName>
                                        </p:attrNameLst>
                                      </p:cBhvr>
                                      <p:to>
                                        <p:strVal val="visible"/>
                                      </p:to>
                                    </p:set>
                                  </p:childTnLst>
                                </p:cTn>
                              </p:par>
                              <p:par>
                                <p:cTn id="365" presetID="1" presetClass="entr" presetSubtype="0" fill="hold" nodeType="withEffect" restart="never">
                                  <p:stCondLst>
                                    <p:cond delay="8140"/>
                                  </p:stCondLst>
                                  <p:childTnLst>
                                    <p:set>
                                      <p:cBhvr>
                                        <p:cTn id="366" dur="1" fill="hold">
                                          <p:stCondLst>
                                            <p:cond delay="0"/>
                                          </p:stCondLst>
                                        </p:cTn>
                                        <p:tgtEl>
                                          <p:spTgt spid="113"/>
                                        </p:tgtEl>
                                        <p:attrNameLst>
                                          <p:attrName>style.visibility</p:attrName>
                                        </p:attrNameLst>
                                      </p:cBhvr>
                                      <p:to>
                                        <p:strVal val="visible"/>
                                      </p:to>
                                    </p:set>
                                  </p:childTnLst>
                                </p:cTn>
                              </p:par>
                              <p:par>
                                <p:cTn id="367" presetID="1" presetClass="entr" presetSubtype="0" fill="hold" nodeType="withEffect" restart="never">
                                  <p:stCondLst>
                                    <p:cond delay="8300"/>
                                  </p:stCondLst>
                                  <p:childTnLst>
                                    <p:set>
                                      <p:cBhvr>
                                        <p:cTn id="368" dur="1" fill="hold">
                                          <p:stCondLst>
                                            <p:cond delay="0"/>
                                          </p:stCondLst>
                                        </p:cTn>
                                        <p:tgtEl>
                                          <p:spTgt spid="114"/>
                                        </p:tgtEl>
                                        <p:attrNameLst>
                                          <p:attrName>style.visibility</p:attrName>
                                        </p:attrNameLst>
                                      </p:cBhvr>
                                      <p:to>
                                        <p:strVal val="visible"/>
                                      </p:to>
                                    </p:set>
                                  </p:childTnLst>
                                </p:cTn>
                              </p:par>
                              <p:par>
                                <p:cTn id="369" presetID="1" presetClass="entr" presetSubtype="0" fill="hold" nodeType="withEffect" restart="never">
                                  <p:stCondLst>
                                    <p:cond delay="8460"/>
                                  </p:stCondLst>
                                  <p:childTnLst>
                                    <p:set>
                                      <p:cBhvr>
                                        <p:cTn id="370" dur="1" fill="hold">
                                          <p:stCondLst>
                                            <p:cond delay="0"/>
                                          </p:stCondLst>
                                        </p:cTn>
                                        <p:tgtEl>
                                          <p:spTgt spid="115"/>
                                        </p:tgtEl>
                                        <p:attrNameLst>
                                          <p:attrName>style.visibility</p:attrName>
                                        </p:attrNameLst>
                                      </p:cBhvr>
                                      <p:to>
                                        <p:strVal val="visible"/>
                                      </p:to>
                                    </p:set>
                                  </p:childTnLst>
                                </p:cTn>
                              </p:par>
                              <p:par>
                                <p:cTn id="371" presetID="1" presetClass="entr" presetSubtype="0" fill="hold" nodeType="withEffect" restart="never">
                                  <p:stCondLst>
                                    <p:cond delay="8620"/>
                                  </p:stCondLst>
                                  <p:childTnLst>
                                    <p:set>
                                      <p:cBhvr>
                                        <p:cTn id="372" dur="1" fill="hold">
                                          <p:stCondLst>
                                            <p:cond delay="0"/>
                                          </p:stCondLst>
                                        </p:cTn>
                                        <p:tgtEl>
                                          <p:spTgt spid="116"/>
                                        </p:tgtEl>
                                        <p:attrNameLst>
                                          <p:attrName>style.visibility</p:attrName>
                                        </p:attrNameLst>
                                      </p:cBhvr>
                                      <p:to>
                                        <p:strVal val="visible"/>
                                      </p:to>
                                    </p:set>
                                  </p:childTnLst>
                                </p:cTn>
                              </p:par>
                              <p:par>
                                <p:cTn id="373" presetID="1" presetClass="entr" presetSubtype="0" fill="hold" nodeType="withEffect" restart="never">
                                  <p:stCondLst>
                                    <p:cond delay="8780"/>
                                  </p:stCondLst>
                                  <p:childTnLst>
                                    <p:set>
                                      <p:cBhvr>
                                        <p:cTn id="374" dur="1" fill="hold">
                                          <p:stCondLst>
                                            <p:cond delay="0"/>
                                          </p:stCondLst>
                                        </p:cTn>
                                        <p:tgtEl>
                                          <p:spTgt spid="117"/>
                                        </p:tgtEl>
                                        <p:attrNameLst>
                                          <p:attrName>style.visibility</p:attrName>
                                        </p:attrNameLst>
                                      </p:cBhvr>
                                      <p:to>
                                        <p:strVal val="visible"/>
                                      </p:to>
                                    </p:set>
                                  </p:childTnLst>
                                </p:cTn>
                              </p:par>
                              <p:par>
                                <p:cTn id="375" presetID="1" presetClass="entr" presetSubtype="0" fill="hold" nodeType="withEffect" restart="never">
                                  <p:stCondLst>
                                    <p:cond delay="8940"/>
                                  </p:stCondLst>
                                  <p:childTnLst>
                                    <p:set>
                                      <p:cBhvr>
                                        <p:cTn id="376" dur="1" fill="hold">
                                          <p:stCondLst>
                                            <p:cond delay="0"/>
                                          </p:stCondLst>
                                        </p:cTn>
                                        <p:tgtEl>
                                          <p:spTgt spid="118"/>
                                        </p:tgtEl>
                                        <p:attrNameLst>
                                          <p:attrName>style.visibility</p:attrName>
                                        </p:attrNameLst>
                                      </p:cBhvr>
                                      <p:to>
                                        <p:strVal val="visible"/>
                                      </p:to>
                                    </p:set>
                                  </p:childTnLst>
                                </p:cTn>
                              </p:par>
                              <p:par>
                                <p:cTn id="377" presetID="1" presetClass="entr" presetSubtype="0" fill="hold" nodeType="withEffect" restart="never">
                                  <p:stCondLst>
                                    <p:cond delay="9100"/>
                                  </p:stCondLst>
                                  <p:childTnLst>
                                    <p:set>
                                      <p:cBhvr>
                                        <p:cTn id="378" dur="1" fill="hold">
                                          <p:stCondLst>
                                            <p:cond delay="0"/>
                                          </p:stCondLst>
                                        </p:cTn>
                                        <p:tgtEl>
                                          <p:spTgt spid="119"/>
                                        </p:tgtEl>
                                        <p:attrNameLst>
                                          <p:attrName>style.visibility</p:attrName>
                                        </p:attrNameLst>
                                      </p:cBhvr>
                                      <p:to>
                                        <p:strVal val="visible"/>
                                      </p:to>
                                    </p:set>
                                  </p:childTnLst>
                                </p:cTn>
                              </p:par>
                              <p:par>
                                <p:cTn id="379" presetID="1" presetClass="entr" presetSubtype="0" fill="hold" nodeType="withEffect" restart="never">
                                  <p:stCondLst>
                                    <p:cond delay="9260"/>
                                  </p:stCondLst>
                                  <p:childTnLst>
                                    <p:set>
                                      <p:cBhvr>
                                        <p:cTn id="380" dur="1" fill="hold">
                                          <p:stCondLst>
                                            <p:cond delay="0"/>
                                          </p:stCondLst>
                                        </p:cTn>
                                        <p:tgtEl>
                                          <p:spTgt spid="120"/>
                                        </p:tgtEl>
                                        <p:attrNameLst>
                                          <p:attrName>style.visibility</p:attrName>
                                        </p:attrNameLst>
                                      </p:cBhvr>
                                      <p:to>
                                        <p:strVal val="visible"/>
                                      </p:to>
                                    </p:set>
                                  </p:childTnLst>
                                </p:cTn>
                              </p:par>
                              <p:par>
                                <p:cTn id="381" presetID="1" presetClass="entr" presetSubtype="0" fill="hold" nodeType="withEffect" restart="never">
                                  <p:stCondLst>
                                    <p:cond delay="9420"/>
                                  </p:stCondLst>
                                  <p:childTnLst>
                                    <p:set>
                                      <p:cBhvr>
                                        <p:cTn id="382" dur="1" fill="hold">
                                          <p:stCondLst>
                                            <p:cond delay="0"/>
                                          </p:stCondLst>
                                        </p:cTn>
                                        <p:tgtEl>
                                          <p:spTgt spid="121"/>
                                        </p:tgtEl>
                                        <p:attrNameLst>
                                          <p:attrName>style.visibility</p:attrName>
                                        </p:attrNameLst>
                                      </p:cBhvr>
                                      <p:to>
                                        <p:strVal val="visible"/>
                                      </p:to>
                                    </p:set>
                                  </p:childTnLst>
                                </p:cTn>
                              </p:par>
                              <p:par>
                                <p:cTn id="383" presetID="1" presetClass="entr" presetSubtype="0" fill="hold" nodeType="withEffect" restart="never">
                                  <p:stCondLst>
                                    <p:cond delay="9580"/>
                                  </p:stCondLst>
                                  <p:childTnLst>
                                    <p:set>
                                      <p:cBhvr>
                                        <p:cTn id="384" dur="1" fill="hold">
                                          <p:stCondLst>
                                            <p:cond delay="0"/>
                                          </p:stCondLst>
                                        </p:cTn>
                                        <p:tgtEl>
                                          <p:spTgt spid="122"/>
                                        </p:tgtEl>
                                        <p:attrNameLst>
                                          <p:attrName>style.visibility</p:attrName>
                                        </p:attrNameLst>
                                      </p:cBhvr>
                                      <p:to>
                                        <p:strVal val="visible"/>
                                      </p:to>
                                    </p:set>
                                  </p:childTnLst>
                                </p:cTn>
                              </p:par>
                              <p:par>
                                <p:cTn id="385" presetID="1" presetClass="entr" presetSubtype="0" fill="hold" nodeType="withEffect" restart="never">
                                  <p:stCondLst>
                                    <p:cond delay="9740"/>
                                  </p:stCondLst>
                                  <p:childTnLst>
                                    <p:set>
                                      <p:cBhvr>
                                        <p:cTn id="386" dur="1" fill="hold">
                                          <p:stCondLst>
                                            <p:cond delay="0"/>
                                          </p:stCondLst>
                                        </p:cTn>
                                        <p:tgtEl>
                                          <p:spTgt spid="123"/>
                                        </p:tgtEl>
                                        <p:attrNameLst>
                                          <p:attrName>style.visibility</p:attrName>
                                        </p:attrNameLst>
                                      </p:cBhvr>
                                      <p:to>
                                        <p:strVal val="visible"/>
                                      </p:to>
                                    </p:set>
                                  </p:childTnLst>
                                </p:cTn>
                              </p:par>
                              <p:par>
                                <p:cTn id="387" presetID="1" presetClass="entr" presetSubtype="0" fill="hold" nodeType="withEffect" restart="never">
                                  <p:stCondLst>
                                    <p:cond delay="9900"/>
                                  </p:stCondLst>
                                  <p:childTnLst>
                                    <p:set>
                                      <p:cBhvr>
                                        <p:cTn id="388" dur="1" fill="hold">
                                          <p:stCondLst>
                                            <p:cond delay="0"/>
                                          </p:stCondLst>
                                        </p:cTn>
                                        <p:tgtEl>
                                          <p:spTgt spid="124"/>
                                        </p:tgtEl>
                                        <p:attrNameLst>
                                          <p:attrName>style.visibility</p:attrName>
                                        </p:attrNameLst>
                                      </p:cBhvr>
                                      <p:to>
                                        <p:strVal val="visible"/>
                                      </p:to>
                                    </p:set>
                                  </p:childTnLst>
                                </p:cTn>
                              </p:par>
                              <p:par>
                                <p:cTn id="389" presetID="1" presetClass="entr" presetSubtype="0" fill="hold" nodeType="withEffect" restart="never">
                                  <p:stCondLst>
                                    <p:cond delay="10060"/>
                                  </p:stCondLst>
                                  <p:childTnLst>
                                    <p:set>
                                      <p:cBhvr>
                                        <p:cTn id="390" dur="1" fill="hold">
                                          <p:stCondLst>
                                            <p:cond delay="0"/>
                                          </p:stCondLst>
                                        </p:cTn>
                                        <p:tgtEl>
                                          <p:spTgt spid="125"/>
                                        </p:tgtEl>
                                        <p:attrNameLst>
                                          <p:attrName>style.visibility</p:attrName>
                                        </p:attrNameLst>
                                      </p:cBhvr>
                                      <p:to>
                                        <p:strVal val="visible"/>
                                      </p:to>
                                    </p:set>
                                  </p:childTnLst>
                                </p:cTn>
                              </p:par>
                              <p:par>
                                <p:cTn id="391" presetID="1" presetClass="entr" presetSubtype="0" fill="hold" nodeType="withEffect" restart="never">
                                  <p:stCondLst>
                                    <p:cond delay="10220"/>
                                  </p:stCondLst>
                                  <p:childTnLst>
                                    <p:set>
                                      <p:cBhvr>
                                        <p:cTn id="392" dur="1" fill="hold">
                                          <p:stCondLst>
                                            <p:cond delay="0"/>
                                          </p:stCondLst>
                                        </p:cTn>
                                        <p:tgtEl>
                                          <p:spTgt spid="126"/>
                                        </p:tgtEl>
                                        <p:attrNameLst>
                                          <p:attrName>style.visibility</p:attrName>
                                        </p:attrNameLst>
                                      </p:cBhvr>
                                      <p:to>
                                        <p:strVal val="visible"/>
                                      </p:to>
                                    </p:set>
                                  </p:childTnLst>
                                </p:cTn>
                              </p:par>
                              <p:par>
                                <p:cTn id="393" presetID="1" presetClass="entr" presetSubtype="0" fill="hold" nodeType="withEffect" restart="never">
                                  <p:stCondLst>
                                    <p:cond delay="10380"/>
                                  </p:stCondLst>
                                  <p:childTnLst>
                                    <p:set>
                                      <p:cBhvr>
                                        <p:cTn id="394" dur="1" fill="hold">
                                          <p:stCondLst>
                                            <p:cond delay="0"/>
                                          </p:stCondLst>
                                        </p:cTn>
                                        <p:tgtEl>
                                          <p:spTgt spid="127"/>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10" presetClass="entr" presetSubtype="0" fill="hold" nodeType="clickEffect">
                                  <p:stCondLst>
                                    <p:cond delay="0"/>
                                  </p:stCondLst>
                                  <p:childTnLst>
                                    <p:set>
                                      <p:cBhvr>
                                        <p:cTn id="203" dur="1" fill="hold">
                                          <p:stCondLst>
                                            <p:cond delay="0"/>
                                          </p:stCondLst>
                                        </p:cTn>
                                        <p:tgtEl>
                                          <p:spTgt spid="64"/>
                                        </p:tgtEl>
                                        <p:attrNameLst>
                                          <p:attrName>style.visibility</p:attrName>
                                        </p:attrNameLst>
                                      </p:cBhvr>
                                      <p:to>
                                        <p:strVal val="visible"/>
                                      </p:to>
                                    </p:set>
                                    <p:animEffect transition="in" filter="fade">
                                      <p:cBhvr>
                                        <p:cTn id="204"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 and 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4E857E7A-89D6-4AE0-8248-D8C2377469A3}"/>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5C63C726-C11E-43CB-ADEE-D565DB34DCE5}"/>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F1997D58-FA34-49ED-8C98-C5EA000213DD}"/>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7862A6A2-76A6-4469-AD4D-85DA77B5E625}"/>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749EF1E9-B838-4C93-A116-224367CBE1D7}"/>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04F42055-AF03-4BD2-A974-7FA876F31B1E}"/>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34A8A619-63C1-4A5C-8FAC-E3F99B4FB8BC}"/>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9CD522F5-AE4C-4B4B-BD12-D23139B52F20}"/>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D06C2B7D-42FC-43E1-8EB2-5B1B0B3656DE}"/>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DAF37AD5-D125-4026-9E2D-9FE8E992418F}"/>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62161EC3-641D-4692-B3EF-CEC4336BF3A1}"/>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7EF92375-5922-4DDE-AE4B-1EDD6F619A23}"/>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1CDE9472-FE52-493B-AF77-BD1EDE34B330}"/>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0D220D8F-3096-4777-8C39-1427894E2C7D}"/>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54C5A412-E291-4C94-AA9C-4D706722E50E}"/>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524DA82-3090-475E-97BF-0972B9D014D3}"/>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08E01034-B361-4CC9-8915-264543C76028}"/>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12B5B8FB-B928-46C1-B821-F43116D4D080}"/>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58A5B37C-616F-41E3-B24C-C3F1DCA68DF8}"/>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Use the known FM expansion for PM</a:t>
            </a:r>
          </a:p>
        </p:txBody>
      </p:sp>
      <p:sp>
        <p:nvSpPr>
          <p:cNvPr id="22" name="comparison-spectrum-lines-0-axis-0-axis-shaft">
            <a:extLst xmlns:a="http://schemas.openxmlformats.org/drawingml/2006/main">
              <a:ext uri="{FF2B5EF4-FFF2-40B4-BE49-F238E27FC236}">
                <a16:creationId xmlns:a16="http://schemas.microsoft.com/office/drawing/2014/main" id="{4734AF10-D432-49C4-890A-A13A5C9B831C}"/>
              </a:ext>
            </a:extLst>
          </p:cNvPr>
          <p:cNvSpPr>
            <a:spLocks xmlns:a="http://schemas.openxmlformats.org/drawingml/2006/main" noGrp="1"/>
          </p:cNvSpPr>
          <p:nvPr/>
        </p:nvSpPr>
        <p:spPr>
          <a:xfrm xmlns:a="http://schemas.openxmlformats.org/drawingml/2006/main">
            <a:off x="866775" y="6400800"/>
            <a:ext cx="2100263"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comparison-spectrum-lines-0-axis-0-axis-head">
            <a:extLst xmlns:a="http://schemas.openxmlformats.org/drawingml/2006/main">
              <a:ext uri="{FF2B5EF4-FFF2-40B4-BE49-F238E27FC236}">
                <a16:creationId xmlns:a16="http://schemas.microsoft.com/office/drawing/2014/main" id="{3C3D2FD1-0AD1-4F84-9C34-48E5D35DB488}"/>
              </a:ext>
            </a:extLst>
          </p:cNvPr>
          <p:cNvSpPr>
            <a:spLocks xmlns:a="http://schemas.openxmlformats.org/drawingml/2006/main" noGrp="1"/>
          </p:cNvSpPr>
          <p:nvPr/>
        </p:nvSpPr>
        <p:spPr>
          <a:xfrm xmlns:a="http://schemas.openxmlformats.org/drawingml/2006/main" rot="5400000">
            <a:off x="2947988" y="63579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comparison-spectrum-lines-0-axis-0-tick-0">
            <a:extLst xmlns:a="http://schemas.openxmlformats.org/drawingml/2006/main">
              <a:ext uri="{FF2B5EF4-FFF2-40B4-BE49-F238E27FC236}">
                <a16:creationId xmlns:a16="http://schemas.microsoft.com/office/drawing/2014/main" id="{10262890-8545-4AE5-AD04-94CA36D1F04A}"/>
              </a:ext>
            </a:extLst>
          </p:cNvPr>
          <p:cNvSpPr>
            <a:spLocks xmlns:a="http://schemas.openxmlformats.org/drawingml/2006/main" noGrp="1"/>
          </p:cNvSpPr>
          <p:nvPr/>
        </p:nvSpPr>
        <p:spPr>
          <a:xfrm xmlns:a="http://schemas.openxmlformats.org/drawingml/2006/main">
            <a:off x="1959769" y="64008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comparison-spectrum-lines-0-stem-0--3">
            <a:extLst xmlns:a="http://schemas.openxmlformats.org/drawingml/2006/main">
              <a:ext uri="{FF2B5EF4-FFF2-40B4-BE49-F238E27FC236}">
                <a16:creationId xmlns:a16="http://schemas.microsoft.com/office/drawing/2014/main" id="{DC418A70-A378-4088-AA72-81D6EF05ABDC}"/>
              </a:ext>
            </a:extLst>
          </p:cNvPr>
          <p:cNvSpPr>
            <a:spLocks xmlns:a="http://schemas.openxmlformats.org/drawingml/2006/main" noGrp="1"/>
          </p:cNvSpPr>
          <p:nvPr/>
        </p:nvSpPr>
        <p:spPr>
          <a:xfrm xmlns:a="http://schemas.openxmlformats.org/drawingml/2006/main">
            <a:off x="3017505" y="6381234"/>
            <a:ext cx="95" cy="19566"/>
          </a:xfrm>
          <a:custGeom xmlns:a="http://schemas.openxmlformats.org/drawingml/2006/main">
            <a:pathLst>
              <a:path w="95" h="19566">
                <a:moveTo>
                  <a:pt x="0" y="19566"/>
                </a:moveTo>
                <a:lnTo>
                  <a:pt x="0" y="0"/>
                </a:lnTo>
              </a:path>
            </a:pathLst>
          </a:custGeom>
          <a:noFill xmlns:a="http://schemas.openxmlformats.org/drawingml/2006/main"/>
          <a:ln xmlns:a="http://schemas.openxmlformats.org/drawingml/2006/main" w="17145">
            <a:solidFill>
              <a:srgbClr val="202020"/>
            </a:solidFill>
          </a:ln>
        </p:spPr>
      </p:sp>
      <p:sp>
        <p:nvSpPr>
          <p:cNvPr id="26" name="comparison-spectrum-lines-0-stem-0--2">
            <a:extLst xmlns:a="http://schemas.openxmlformats.org/drawingml/2006/main">
              <a:ext uri="{FF2B5EF4-FFF2-40B4-BE49-F238E27FC236}">
                <a16:creationId xmlns:a16="http://schemas.microsoft.com/office/drawing/2014/main" id="{81A10157-0C8F-41CE-BA13-217B3CCF2B66}"/>
              </a:ext>
            </a:extLst>
          </p:cNvPr>
          <p:cNvSpPr>
            <a:spLocks xmlns:a="http://schemas.openxmlformats.org/drawingml/2006/main" noGrp="1"/>
          </p:cNvSpPr>
          <p:nvPr/>
        </p:nvSpPr>
        <p:spPr>
          <a:xfrm xmlns:a="http://schemas.openxmlformats.org/drawingml/2006/main">
            <a:off x="2664926" y="6285882"/>
            <a:ext cx="95" cy="114918"/>
          </a:xfrm>
          <a:custGeom xmlns:a="http://schemas.openxmlformats.org/drawingml/2006/main">
            <a:pathLst>
              <a:path w="95" h="114918">
                <a:moveTo>
                  <a:pt x="0" y="114918"/>
                </a:moveTo>
                <a:lnTo>
                  <a:pt x="0" y="0"/>
                </a:lnTo>
              </a:path>
            </a:pathLst>
          </a:custGeom>
          <a:noFill xmlns:a="http://schemas.openxmlformats.org/drawingml/2006/main"/>
          <a:ln xmlns:a="http://schemas.openxmlformats.org/drawingml/2006/main" w="17145">
            <a:solidFill>
              <a:srgbClr val="202020"/>
            </a:solidFill>
          </a:ln>
        </p:spPr>
      </p:sp>
      <p:sp>
        <p:nvSpPr>
          <p:cNvPr id="27" name="comparison-spectrum-lines-0-stem-0--1">
            <a:extLst xmlns:a="http://schemas.openxmlformats.org/drawingml/2006/main">
              <a:ext uri="{FF2B5EF4-FFF2-40B4-BE49-F238E27FC236}">
                <a16:creationId xmlns:a16="http://schemas.microsoft.com/office/drawing/2014/main" id="{F1370AF7-12AE-4548-BC35-E2E4AD90B8E9}"/>
              </a:ext>
            </a:extLst>
          </p:cNvPr>
          <p:cNvSpPr>
            <a:spLocks xmlns:a="http://schemas.openxmlformats.org/drawingml/2006/main" noGrp="1"/>
          </p:cNvSpPr>
          <p:nvPr/>
        </p:nvSpPr>
        <p:spPr>
          <a:xfrm xmlns:a="http://schemas.openxmlformats.org/drawingml/2006/main">
            <a:off x="2312347" y="5960694"/>
            <a:ext cx="95" cy="440106"/>
          </a:xfrm>
          <a:custGeom xmlns:a="http://schemas.openxmlformats.org/drawingml/2006/main">
            <a:pathLst>
              <a:path w="95" h="440106">
                <a:moveTo>
                  <a:pt x="0" y="440106"/>
                </a:moveTo>
                <a:lnTo>
                  <a:pt x="0" y="0"/>
                </a:lnTo>
              </a:path>
            </a:pathLst>
          </a:custGeom>
          <a:noFill xmlns:a="http://schemas.openxmlformats.org/drawingml/2006/main"/>
          <a:ln xmlns:a="http://schemas.openxmlformats.org/drawingml/2006/main" w="17145">
            <a:solidFill>
              <a:srgbClr val="202020"/>
            </a:solidFill>
          </a:ln>
        </p:spPr>
      </p:sp>
      <p:sp>
        <p:nvSpPr>
          <p:cNvPr id="28" name="comparison-spectrum-lines-0-stem-0-0">
            <a:extLst xmlns:a="http://schemas.openxmlformats.org/drawingml/2006/main">
              <a:ext uri="{FF2B5EF4-FFF2-40B4-BE49-F238E27FC236}">
                <a16:creationId xmlns:a16="http://schemas.microsoft.com/office/drawing/2014/main" id="{0BEC0746-93B6-4789-B6A7-0E4DD5AFBEF1}"/>
              </a:ext>
            </a:extLst>
          </p:cNvPr>
          <p:cNvSpPr>
            <a:spLocks xmlns:a="http://schemas.openxmlformats.org/drawingml/2006/main" noGrp="1"/>
          </p:cNvSpPr>
          <p:nvPr/>
        </p:nvSpPr>
        <p:spPr>
          <a:xfrm xmlns:a="http://schemas.openxmlformats.org/drawingml/2006/main">
            <a:off x="1959769" y="5635507"/>
            <a:ext cx="95" cy="765293"/>
          </a:xfrm>
          <a:custGeom xmlns:a="http://schemas.openxmlformats.org/drawingml/2006/main">
            <a:pathLst>
              <a:path w="95" h="765293">
                <a:moveTo>
                  <a:pt x="0" y="765293"/>
                </a:moveTo>
                <a:lnTo>
                  <a:pt x="0" y="0"/>
                </a:lnTo>
              </a:path>
            </a:pathLst>
          </a:custGeom>
          <a:noFill xmlns:a="http://schemas.openxmlformats.org/drawingml/2006/main"/>
          <a:ln xmlns:a="http://schemas.openxmlformats.org/drawingml/2006/main" w="22860">
            <a:solidFill>
              <a:srgbClr val="202020"/>
            </a:solidFill>
          </a:ln>
        </p:spPr>
      </p:sp>
      <p:sp>
        <p:nvSpPr>
          <p:cNvPr id="29" name="comparison-spectrum-lines-0-stem-0-1">
            <a:extLst xmlns:a="http://schemas.openxmlformats.org/drawingml/2006/main">
              <a:ext uri="{FF2B5EF4-FFF2-40B4-BE49-F238E27FC236}">
                <a16:creationId xmlns:a16="http://schemas.microsoft.com/office/drawing/2014/main" id="{725E9337-4F07-4CC6-A09D-3D06C1AC27CF}"/>
              </a:ext>
            </a:extLst>
          </p:cNvPr>
          <p:cNvSpPr>
            <a:spLocks xmlns:a="http://schemas.openxmlformats.org/drawingml/2006/main" noGrp="1"/>
          </p:cNvSpPr>
          <p:nvPr/>
        </p:nvSpPr>
        <p:spPr>
          <a:xfrm xmlns:a="http://schemas.openxmlformats.org/drawingml/2006/main">
            <a:off x="1607190" y="5960694"/>
            <a:ext cx="95" cy="440106"/>
          </a:xfrm>
          <a:custGeom xmlns:a="http://schemas.openxmlformats.org/drawingml/2006/main">
            <a:pathLst>
              <a:path w="95" h="440106">
                <a:moveTo>
                  <a:pt x="0" y="440106"/>
                </a:moveTo>
                <a:lnTo>
                  <a:pt x="0" y="0"/>
                </a:lnTo>
              </a:path>
            </a:pathLst>
          </a:custGeom>
          <a:noFill xmlns:a="http://schemas.openxmlformats.org/drawingml/2006/main"/>
          <a:ln xmlns:a="http://schemas.openxmlformats.org/drawingml/2006/main" w="17145">
            <a:solidFill>
              <a:srgbClr val="202020"/>
            </a:solidFill>
          </a:ln>
        </p:spPr>
      </p:sp>
      <p:sp>
        <p:nvSpPr>
          <p:cNvPr id="30" name="comparison-spectrum-lines-0-stem-0-2">
            <a:extLst xmlns:a="http://schemas.openxmlformats.org/drawingml/2006/main">
              <a:ext uri="{FF2B5EF4-FFF2-40B4-BE49-F238E27FC236}">
                <a16:creationId xmlns:a16="http://schemas.microsoft.com/office/drawing/2014/main" id="{1A87DB31-0A8D-4DBF-8F3E-67A020CCCB25}"/>
              </a:ext>
            </a:extLst>
          </p:cNvPr>
          <p:cNvSpPr>
            <a:spLocks xmlns:a="http://schemas.openxmlformats.org/drawingml/2006/main" noGrp="1"/>
          </p:cNvSpPr>
          <p:nvPr/>
        </p:nvSpPr>
        <p:spPr>
          <a:xfrm xmlns:a="http://schemas.openxmlformats.org/drawingml/2006/main">
            <a:off x="1254611" y="6285882"/>
            <a:ext cx="95" cy="114918"/>
          </a:xfrm>
          <a:custGeom xmlns:a="http://schemas.openxmlformats.org/drawingml/2006/main">
            <a:pathLst>
              <a:path w="95" h="114918">
                <a:moveTo>
                  <a:pt x="0" y="114918"/>
                </a:moveTo>
                <a:lnTo>
                  <a:pt x="0" y="0"/>
                </a:lnTo>
              </a:path>
            </a:pathLst>
          </a:custGeom>
          <a:noFill xmlns:a="http://schemas.openxmlformats.org/drawingml/2006/main"/>
          <a:ln xmlns:a="http://schemas.openxmlformats.org/drawingml/2006/main" w="17145">
            <a:solidFill>
              <a:srgbClr val="202020"/>
            </a:solidFill>
          </a:ln>
        </p:spPr>
      </p:sp>
      <p:sp>
        <p:nvSpPr>
          <p:cNvPr id="31" name="comparison-spectrum-lines-0-stem-0-3">
            <a:extLst xmlns:a="http://schemas.openxmlformats.org/drawingml/2006/main">
              <a:ext uri="{FF2B5EF4-FFF2-40B4-BE49-F238E27FC236}">
                <a16:creationId xmlns:a16="http://schemas.microsoft.com/office/drawing/2014/main" id="{991255B4-8DEB-4223-8D72-FED3A297555F}"/>
              </a:ext>
            </a:extLst>
          </p:cNvPr>
          <p:cNvSpPr>
            <a:spLocks xmlns:a="http://schemas.openxmlformats.org/drawingml/2006/main" noGrp="1"/>
          </p:cNvSpPr>
          <p:nvPr/>
        </p:nvSpPr>
        <p:spPr>
          <a:xfrm xmlns:a="http://schemas.openxmlformats.org/drawingml/2006/main">
            <a:off x="902033" y="6381234"/>
            <a:ext cx="95" cy="19566"/>
          </a:xfrm>
          <a:custGeom xmlns:a="http://schemas.openxmlformats.org/drawingml/2006/main">
            <a:pathLst>
              <a:path w="95" h="19566">
                <a:moveTo>
                  <a:pt x="0" y="19566"/>
                </a:moveTo>
                <a:lnTo>
                  <a:pt x="0" y="0"/>
                </a:lnTo>
              </a:path>
            </a:pathLst>
          </a:custGeom>
          <a:noFill xmlns:a="http://schemas.openxmlformats.org/drawingml/2006/main"/>
          <a:ln xmlns:a="http://schemas.openxmlformats.org/drawingml/2006/main" w="17145">
            <a:solidFill>
              <a:srgbClr val="202020"/>
            </a:solidFill>
          </a:ln>
        </p:spPr>
      </p:sp>
      <p:sp>
        <p:nvSpPr>
          <p:cNvPr id="32" name="comparison-spectrum-lines-0-axis-1-axis-shaft">
            <a:extLst xmlns:a="http://schemas.openxmlformats.org/drawingml/2006/main">
              <a:ext uri="{FF2B5EF4-FFF2-40B4-BE49-F238E27FC236}">
                <a16:creationId xmlns:a16="http://schemas.microsoft.com/office/drawing/2014/main" id="{89126778-4541-4445-8B4E-D1C7CD6BB8DD}"/>
              </a:ext>
            </a:extLst>
          </p:cNvPr>
          <p:cNvSpPr>
            <a:spLocks xmlns:a="http://schemas.openxmlformats.org/drawingml/2006/main" noGrp="1"/>
          </p:cNvSpPr>
          <p:nvPr/>
        </p:nvSpPr>
        <p:spPr>
          <a:xfrm xmlns:a="http://schemas.openxmlformats.org/drawingml/2006/main">
            <a:off x="3490913" y="6400800"/>
            <a:ext cx="2100263"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3" name="comparison-spectrum-lines-0-axis-1-axis-head">
            <a:extLst xmlns:a="http://schemas.openxmlformats.org/drawingml/2006/main">
              <a:ext uri="{FF2B5EF4-FFF2-40B4-BE49-F238E27FC236}">
                <a16:creationId xmlns:a16="http://schemas.microsoft.com/office/drawing/2014/main" id="{BB1A3F06-1116-44DA-9590-751376EE15E1}"/>
              </a:ext>
            </a:extLst>
          </p:cNvPr>
          <p:cNvSpPr>
            <a:spLocks xmlns:a="http://schemas.openxmlformats.org/drawingml/2006/main" noGrp="1"/>
          </p:cNvSpPr>
          <p:nvPr/>
        </p:nvSpPr>
        <p:spPr>
          <a:xfrm xmlns:a="http://schemas.openxmlformats.org/drawingml/2006/main" rot="5400000">
            <a:off x="5572125" y="63579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4" name="comparison-spectrum-lines-0-axis-1-tick-0">
            <a:extLst xmlns:a="http://schemas.openxmlformats.org/drawingml/2006/main">
              <a:ext uri="{FF2B5EF4-FFF2-40B4-BE49-F238E27FC236}">
                <a16:creationId xmlns:a16="http://schemas.microsoft.com/office/drawing/2014/main" id="{61ED9FFE-15DB-4DBD-A542-30B7A08489DA}"/>
              </a:ext>
            </a:extLst>
          </p:cNvPr>
          <p:cNvSpPr>
            <a:spLocks xmlns:a="http://schemas.openxmlformats.org/drawingml/2006/main" noGrp="1"/>
          </p:cNvSpPr>
          <p:nvPr/>
        </p:nvSpPr>
        <p:spPr>
          <a:xfrm xmlns:a="http://schemas.openxmlformats.org/drawingml/2006/main">
            <a:off x="4583906" y="64008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5" name="comparison-spectrum-lines-0-stem-1--3">
            <a:extLst xmlns:a="http://schemas.openxmlformats.org/drawingml/2006/main">
              <a:ext uri="{FF2B5EF4-FFF2-40B4-BE49-F238E27FC236}">
                <a16:creationId xmlns:a16="http://schemas.microsoft.com/office/drawing/2014/main" id="{6A8A559C-D63D-454C-BF1B-3E0D18B8B8ED}"/>
              </a:ext>
            </a:extLst>
          </p:cNvPr>
          <p:cNvSpPr>
            <a:spLocks xmlns:a="http://schemas.openxmlformats.org/drawingml/2006/main" noGrp="1"/>
          </p:cNvSpPr>
          <p:nvPr/>
        </p:nvSpPr>
        <p:spPr>
          <a:xfrm xmlns:a="http://schemas.openxmlformats.org/drawingml/2006/main">
            <a:off x="3526170" y="6381234"/>
            <a:ext cx="95" cy="19566"/>
          </a:xfrm>
          <a:custGeom xmlns:a="http://schemas.openxmlformats.org/drawingml/2006/main">
            <a:pathLst>
              <a:path w="95" h="19566">
                <a:moveTo>
                  <a:pt x="0" y="19566"/>
                </a:moveTo>
                <a:lnTo>
                  <a:pt x="0" y="0"/>
                </a:lnTo>
              </a:path>
            </a:pathLst>
          </a:custGeom>
          <a:noFill xmlns:a="http://schemas.openxmlformats.org/drawingml/2006/main"/>
          <a:ln xmlns:a="http://schemas.openxmlformats.org/drawingml/2006/main" w="17145">
            <a:solidFill>
              <a:srgbClr val="202020"/>
            </a:solidFill>
          </a:ln>
        </p:spPr>
      </p:sp>
      <p:sp>
        <p:nvSpPr>
          <p:cNvPr id="36" name="comparison-spectrum-lines-0-stem-1--2">
            <a:extLst xmlns:a="http://schemas.openxmlformats.org/drawingml/2006/main">
              <a:ext uri="{FF2B5EF4-FFF2-40B4-BE49-F238E27FC236}">
                <a16:creationId xmlns:a16="http://schemas.microsoft.com/office/drawing/2014/main" id="{E6AE2DC7-4E57-47E3-B4FA-C4CCDBBC92D4}"/>
              </a:ext>
            </a:extLst>
          </p:cNvPr>
          <p:cNvSpPr>
            <a:spLocks xmlns:a="http://schemas.openxmlformats.org/drawingml/2006/main" noGrp="1"/>
          </p:cNvSpPr>
          <p:nvPr/>
        </p:nvSpPr>
        <p:spPr>
          <a:xfrm xmlns:a="http://schemas.openxmlformats.org/drawingml/2006/main">
            <a:off x="3878749" y="6285882"/>
            <a:ext cx="95" cy="114918"/>
          </a:xfrm>
          <a:custGeom xmlns:a="http://schemas.openxmlformats.org/drawingml/2006/main">
            <a:pathLst>
              <a:path w="95" h="114918">
                <a:moveTo>
                  <a:pt x="0" y="114918"/>
                </a:moveTo>
                <a:lnTo>
                  <a:pt x="0" y="0"/>
                </a:lnTo>
              </a:path>
            </a:pathLst>
          </a:custGeom>
          <a:noFill xmlns:a="http://schemas.openxmlformats.org/drawingml/2006/main"/>
          <a:ln xmlns:a="http://schemas.openxmlformats.org/drawingml/2006/main" w="17145">
            <a:solidFill>
              <a:srgbClr val="202020"/>
            </a:solidFill>
          </a:ln>
        </p:spPr>
      </p:sp>
      <p:sp>
        <p:nvSpPr>
          <p:cNvPr id="37" name="comparison-spectrum-lines-0-stem-1--1">
            <a:extLst xmlns:a="http://schemas.openxmlformats.org/drawingml/2006/main">
              <a:ext uri="{FF2B5EF4-FFF2-40B4-BE49-F238E27FC236}">
                <a16:creationId xmlns:a16="http://schemas.microsoft.com/office/drawing/2014/main" id="{48B1B7B9-32E9-4B37-AE0A-CB72B8EED912}"/>
              </a:ext>
            </a:extLst>
          </p:cNvPr>
          <p:cNvSpPr>
            <a:spLocks xmlns:a="http://schemas.openxmlformats.org/drawingml/2006/main" noGrp="1"/>
          </p:cNvSpPr>
          <p:nvPr/>
        </p:nvSpPr>
        <p:spPr>
          <a:xfrm xmlns:a="http://schemas.openxmlformats.org/drawingml/2006/main">
            <a:off x="4231328" y="5960694"/>
            <a:ext cx="95" cy="440106"/>
          </a:xfrm>
          <a:custGeom xmlns:a="http://schemas.openxmlformats.org/drawingml/2006/main">
            <a:pathLst>
              <a:path w="95" h="440106">
                <a:moveTo>
                  <a:pt x="0" y="440106"/>
                </a:moveTo>
                <a:lnTo>
                  <a:pt x="0" y="0"/>
                </a:lnTo>
              </a:path>
            </a:pathLst>
          </a:custGeom>
          <a:noFill xmlns:a="http://schemas.openxmlformats.org/drawingml/2006/main"/>
          <a:ln xmlns:a="http://schemas.openxmlformats.org/drawingml/2006/main" w="17145">
            <a:solidFill>
              <a:srgbClr val="202020"/>
            </a:solidFill>
          </a:ln>
        </p:spPr>
      </p:sp>
      <p:sp>
        <p:nvSpPr>
          <p:cNvPr id="38" name="comparison-spectrum-lines-0-stem-1-0">
            <a:extLst xmlns:a="http://schemas.openxmlformats.org/drawingml/2006/main">
              <a:ext uri="{FF2B5EF4-FFF2-40B4-BE49-F238E27FC236}">
                <a16:creationId xmlns:a16="http://schemas.microsoft.com/office/drawing/2014/main" id="{FCFD8EB7-8F78-46DA-A40C-B8A3314496A8}"/>
              </a:ext>
            </a:extLst>
          </p:cNvPr>
          <p:cNvSpPr>
            <a:spLocks xmlns:a="http://schemas.openxmlformats.org/drawingml/2006/main" noGrp="1"/>
          </p:cNvSpPr>
          <p:nvPr/>
        </p:nvSpPr>
        <p:spPr>
          <a:xfrm xmlns:a="http://schemas.openxmlformats.org/drawingml/2006/main">
            <a:off x="4583906" y="5635507"/>
            <a:ext cx="95" cy="765293"/>
          </a:xfrm>
          <a:custGeom xmlns:a="http://schemas.openxmlformats.org/drawingml/2006/main">
            <a:pathLst>
              <a:path w="95" h="765293">
                <a:moveTo>
                  <a:pt x="0" y="765293"/>
                </a:moveTo>
                <a:lnTo>
                  <a:pt x="0" y="0"/>
                </a:lnTo>
              </a:path>
            </a:pathLst>
          </a:custGeom>
          <a:noFill xmlns:a="http://schemas.openxmlformats.org/drawingml/2006/main"/>
          <a:ln xmlns:a="http://schemas.openxmlformats.org/drawingml/2006/main" w="22860">
            <a:solidFill>
              <a:srgbClr val="202020"/>
            </a:solidFill>
          </a:ln>
        </p:spPr>
      </p:sp>
      <p:sp>
        <p:nvSpPr>
          <p:cNvPr id="39" name="comparison-spectrum-lines-0-stem-1-1">
            <a:extLst xmlns:a="http://schemas.openxmlformats.org/drawingml/2006/main">
              <a:ext uri="{FF2B5EF4-FFF2-40B4-BE49-F238E27FC236}">
                <a16:creationId xmlns:a16="http://schemas.microsoft.com/office/drawing/2014/main" id="{76959FDE-1C25-4A7A-A1C2-ECCFEC6A04E4}"/>
              </a:ext>
            </a:extLst>
          </p:cNvPr>
          <p:cNvSpPr>
            <a:spLocks xmlns:a="http://schemas.openxmlformats.org/drawingml/2006/main" noGrp="1"/>
          </p:cNvSpPr>
          <p:nvPr/>
        </p:nvSpPr>
        <p:spPr>
          <a:xfrm xmlns:a="http://schemas.openxmlformats.org/drawingml/2006/main">
            <a:off x="4936485" y="5960694"/>
            <a:ext cx="95" cy="440106"/>
          </a:xfrm>
          <a:custGeom xmlns:a="http://schemas.openxmlformats.org/drawingml/2006/main">
            <a:pathLst>
              <a:path w="95" h="440106">
                <a:moveTo>
                  <a:pt x="0" y="440106"/>
                </a:moveTo>
                <a:lnTo>
                  <a:pt x="0" y="0"/>
                </a:lnTo>
              </a:path>
            </a:pathLst>
          </a:custGeom>
          <a:noFill xmlns:a="http://schemas.openxmlformats.org/drawingml/2006/main"/>
          <a:ln xmlns:a="http://schemas.openxmlformats.org/drawingml/2006/main" w="17145">
            <a:solidFill>
              <a:srgbClr val="202020"/>
            </a:solidFill>
          </a:ln>
        </p:spPr>
      </p:sp>
      <p:sp>
        <p:nvSpPr>
          <p:cNvPr id="40" name="comparison-spectrum-lines-0-stem-1-2">
            <a:extLst xmlns:a="http://schemas.openxmlformats.org/drawingml/2006/main">
              <a:ext uri="{FF2B5EF4-FFF2-40B4-BE49-F238E27FC236}">
                <a16:creationId xmlns:a16="http://schemas.microsoft.com/office/drawing/2014/main" id="{2D959097-521D-452B-BA75-716E4D22BD90}"/>
              </a:ext>
            </a:extLst>
          </p:cNvPr>
          <p:cNvSpPr>
            <a:spLocks xmlns:a="http://schemas.openxmlformats.org/drawingml/2006/main" noGrp="1"/>
          </p:cNvSpPr>
          <p:nvPr/>
        </p:nvSpPr>
        <p:spPr>
          <a:xfrm xmlns:a="http://schemas.openxmlformats.org/drawingml/2006/main">
            <a:off x="5289064" y="6285882"/>
            <a:ext cx="95" cy="114918"/>
          </a:xfrm>
          <a:custGeom xmlns:a="http://schemas.openxmlformats.org/drawingml/2006/main">
            <a:pathLst>
              <a:path w="95" h="114918">
                <a:moveTo>
                  <a:pt x="0" y="114918"/>
                </a:moveTo>
                <a:lnTo>
                  <a:pt x="0" y="0"/>
                </a:lnTo>
              </a:path>
            </a:pathLst>
          </a:custGeom>
          <a:noFill xmlns:a="http://schemas.openxmlformats.org/drawingml/2006/main"/>
          <a:ln xmlns:a="http://schemas.openxmlformats.org/drawingml/2006/main" w="17145">
            <a:solidFill>
              <a:srgbClr val="202020"/>
            </a:solidFill>
          </a:ln>
        </p:spPr>
      </p:sp>
      <p:sp>
        <p:nvSpPr>
          <p:cNvPr id="41" name="comparison-spectrum-lines-0-stem-1-3">
            <a:extLst xmlns:a="http://schemas.openxmlformats.org/drawingml/2006/main">
              <a:ext uri="{FF2B5EF4-FFF2-40B4-BE49-F238E27FC236}">
                <a16:creationId xmlns:a16="http://schemas.microsoft.com/office/drawing/2014/main" id="{55C4148E-9CB6-4E77-99BE-81712258D303}"/>
              </a:ext>
            </a:extLst>
          </p:cNvPr>
          <p:cNvSpPr>
            <a:spLocks xmlns:a="http://schemas.openxmlformats.org/drawingml/2006/main" noGrp="1"/>
          </p:cNvSpPr>
          <p:nvPr/>
        </p:nvSpPr>
        <p:spPr>
          <a:xfrm xmlns:a="http://schemas.openxmlformats.org/drawingml/2006/main">
            <a:off x="5641642" y="6381234"/>
            <a:ext cx="95" cy="19566"/>
          </a:xfrm>
          <a:custGeom xmlns:a="http://schemas.openxmlformats.org/drawingml/2006/main">
            <a:pathLst>
              <a:path w="95" h="19566">
                <a:moveTo>
                  <a:pt x="0" y="19566"/>
                </a:moveTo>
                <a:lnTo>
                  <a:pt x="0" y="0"/>
                </a:lnTo>
              </a:path>
            </a:pathLst>
          </a:custGeom>
          <a:noFill xmlns:a="http://schemas.openxmlformats.org/drawingml/2006/main"/>
          <a:ln xmlns:a="http://schemas.openxmlformats.org/drawingml/2006/main" w="17145">
            <a:solidFill>
              <a:srgbClr val="202020"/>
            </a:solidFill>
          </a:ln>
        </p:spPr>
      </p:sp>
      <p:sp>
        <p:nvSpPr>
          <p:cNvPr id="42" name="comparison-spectrum-lines-1-axis-0-axis-shaft">
            <a:extLst xmlns:a="http://schemas.openxmlformats.org/drawingml/2006/main">
              <a:ext uri="{FF2B5EF4-FFF2-40B4-BE49-F238E27FC236}">
                <a16:creationId xmlns:a16="http://schemas.microsoft.com/office/drawing/2014/main" id="{94B6444F-5499-42D0-8B68-E18732B9FD6A}"/>
              </a:ext>
            </a:extLst>
          </p:cNvPr>
          <p:cNvSpPr>
            <a:spLocks xmlns:a="http://schemas.openxmlformats.org/drawingml/2006/main" noGrp="1"/>
          </p:cNvSpPr>
          <p:nvPr/>
        </p:nvSpPr>
        <p:spPr>
          <a:xfrm xmlns:a="http://schemas.openxmlformats.org/drawingml/2006/main">
            <a:off x="6486525" y="6400800"/>
            <a:ext cx="2100263"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3" name="comparison-spectrum-lines-1-axis-0-axis-head">
            <a:extLst xmlns:a="http://schemas.openxmlformats.org/drawingml/2006/main">
              <a:ext uri="{FF2B5EF4-FFF2-40B4-BE49-F238E27FC236}">
                <a16:creationId xmlns:a16="http://schemas.microsoft.com/office/drawing/2014/main" id="{50FEDBF2-6C62-4A73-BBA8-0BA0F8B21EE2}"/>
              </a:ext>
            </a:extLst>
          </p:cNvPr>
          <p:cNvSpPr>
            <a:spLocks xmlns:a="http://schemas.openxmlformats.org/drawingml/2006/main" noGrp="1"/>
          </p:cNvSpPr>
          <p:nvPr/>
        </p:nvSpPr>
        <p:spPr>
          <a:xfrm xmlns:a="http://schemas.openxmlformats.org/drawingml/2006/main" rot="5400000">
            <a:off x="8567738" y="63579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44" name="comparison-spectrum-lines-1-axis-0-tick-0">
            <a:extLst xmlns:a="http://schemas.openxmlformats.org/drawingml/2006/main">
              <a:ext uri="{FF2B5EF4-FFF2-40B4-BE49-F238E27FC236}">
                <a16:creationId xmlns:a16="http://schemas.microsoft.com/office/drawing/2014/main" id="{19FC6688-E1A8-4DF4-BBFB-2C09880B3801}"/>
              </a:ext>
            </a:extLst>
          </p:cNvPr>
          <p:cNvSpPr>
            <a:spLocks xmlns:a="http://schemas.openxmlformats.org/drawingml/2006/main" noGrp="1"/>
          </p:cNvSpPr>
          <p:nvPr/>
        </p:nvSpPr>
        <p:spPr>
          <a:xfrm xmlns:a="http://schemas.openxmlformats.org/drawingml/2006/main">
            <a:off x="7579519" y="64008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5" name="comparison-spectrum-lines-1-stem-0--3">
            <a:extLst xmlns:a="http://schemas.openxmlformats.org/drawingml/2006/main">
              <a:ext uri="{FF2B5EF4-FFF2-40B4-BE49-F238E27FC236}">
                <a16:creationId xmlns:a16="http://schemas.microsoft.com/office/drawing/2014/main" id="{9B2A7FEC-6748-4322-A648-B6DDA15808ED}"/>
              </a:ext>
            </a:extLst>
          </p:cNvPr>
          <p:cNvSpPr>
            <a:spLocks xmlns:a="http://schemas.openxmlformats.org/drawingml/2006/main" noGrp="1"/>
          </p:cNvSpPr>
          <p:nvPr/>
        </p:nvSpPr>
        <p:spPr>
          <a:xfrm xmlns:a="http://schemas.openxmlformats.org/drawingml/2006/main">
            <a:off x="8637255" y="6381234"/>
            <a:ext cx="95" cy="19566"/>
          </a:xfrm>
          <a:custGeom xmlns:a="http://schemas.openxmlformats.org/drawingml/2006/main">
            <a:pathLst>
              <a:path w="95" h="19566">
                <a:moveTo>
                  <a:pt x="0" y="19566"/>
                </a:moveTo>
                <a:lnTo>
                  <a:pt x="0" y="0"/>
                </a:lnTo>
              </a:path>
            </a:pathLst>
          </a:custGeom>
          <a:noFill xmlns:a="http://schemas.openxmlformats.org/drawingml/2006/main"/>
          <a:ln xmlns:a="http://schemas.openxmlformats.org/drawingml/2006/main" w="17145">
            <a:solidFill>
              <a:srgbClr val="202020"/>
            </a:solidFill>
          </a:ln>
        </p:spPr>
      </p:sp>
      <p:sp>
        <p:nvSpPr>
          <p:cNvPr id="46" name="comparison-spectrum-lines-1-stem-0--2">
            <a:extLst xmlns:a="http://schemas.openxmlformats.org/drawingml/2006/main">
              <a:ext uri="{FF2B5EF4-FFF2-40B4-BE49-F238E27FC236}">
                <a16:creationId xmlns:a16="http://schemas.microsoft.com/office/drawing/2014/main" id="{FBAE4E4E-185C-4044-87AA-7BBEBC60126C}"/>
              </a:ext>
            </a:extLst>
          </p:cNvPr>
          <p:cNvSpPr>
            <a:spLocks xmlns:a="http://schemas.openxmlformats.org/drawingml/2006/main" noGrp="1"/>
          </p:cNvSpPr>
          <p:nvPr/>
        </p:nvSpPr>
        <p:spPr>
          <a:xfrm xmlns:a="http://schemas.openxmlformats.org/drawingml/2006/main">
            <a:off x="8284676" y="6285882"/>
            <a:ext cx="95" cy="114918"/>
          </a:xfrm>
          <a:custGeom xmlns:a="http://schemas.openxmlformats.org/drawingml/2006/main">
            <a:pathLst>
              <a:path w="95" h="114918">
                <a:moveTo>
                  <a:pt x="0" y="114918"/>
                </a:moveTo>
                <a:lnTo>
                  <a:pt x="0" y="0"/>
                </a:lnTo>
              </a:path>
            </a:pathLst>
          </a:custGeom>
          <a:noFill xmlns:a="http://schemas.openxmlformats.org/drawingml/2006/main"/>
          <a:ln xmlns:a="http://schemas.openxmlformats.org/drawingml/2006/main" w="17145">
            <a:solidFill>
              <a:srgbClr val="202020"/>
            </a:solidFill>
          </a:ln>
        </p:spPr>
      </p:sp>
      <p:sp>
        <p:nvSpPr>
          <p:cNvPr id="47" name="comparison-spectrum-lines-1-stem-0--1">
            <a:extLst xmlns:a="http://schemas.openxmlformats.org/drawingml/2006/main">
              <a:ext uri="{FF2B5EF4-FFF2-40B4-BE49-F238E27FC236}">
                <a16:creationId xmlns:a16="http://schemas.microsoft.com/office/drawing/2014/main" id="{4AD0112F-8705-4920-90F1-D48C419FF788}"/>
              </a:ext>
            </a:extLst>
          </p:cNvPr>
          <p:cNvSpPr>
            <a:spLocks xmlns:a="http://schemas.openxmlformats.org/drawingml/2006/main" noGrp="1"/>
          </p:cNvSpPr>
          <p:nvPr/>
        </p:nvSpPr>
        <p:spPr>
          <a:xfrm xmlns:a="http://schemas.openxmlformats.org/drawingml/2006/main">
            <a:off x="7932097" y="5960694"/>
            <a:ext cx="95" cy="440106"/>
          </a:xfrm>
          <a:custGeom xmlns:a="http://schemas.openxmlformats.org/drawingml/2006/main">
            <a:pathLst>
              <a:path w="95" h="440106">
                <a:moveTo>
                  <a:pt x="0" y="440106"/>
                </a:moveTo>
                <a:lnTo>
                  <a:pt x="0" y="0"/>
                </a:lnTo>
              </a:path>
            </a:pathLst>
          </a:custGeom>
          <a:noFill xmlns:a="http://schemas.openxmlformats.org/drawingml/2006/main"/>
          <a:ln xmlns:a="http://schemas.openxmlformats.org/drawingml/2006/main" w="17145">
            <a:solidFill>
              <a:srgbClr val="202020"/>
            </a:solidFill>
          </a:ln>
        </p:spPr>
      </p:sp>
      <p:sp>
        <p:nvSpPr>
          <p:cNvPr id="48" name="comparison-spectrum-lines-1-stem-0-0">
            <a:extLst xmlns:a="http://schemas.openxmlformats.org/drawingml/2006/main">
              <a:ext uri="{FF2B5EF4-FFF2-40B4-BE49-F238E27FC236}">
                <a16:creationId xmlns:a16="http://schemas.microsoft.com/office/drawing/2014/main" id="{42DE7F7C-4339-4D33-9D70-FDFD2F64C601}"/>
              </a:ext>
            </a:extLst>
          </p:cNvPr>
          <p:cNvSpPr>
            <a:spLocks xmlns:a="http://schemas.openxmlformats.org/drawingml/2006/main" noGrp="1"/>
          </p:cNvSpPr>
          <p:nvPr/>
        </p:nvSpPr>
        <p:spPr>
          <a:xfrm xmlns:a="http://schemas.openxmlformats.org/drawingml/2006/main">
            <a:off x="7579519" y="5635507"/>
            <a:ext cx="95" cy="765293"/>
          </a:xfrm>
          <a:custGeom xmlns:a="http://schemas.openxmlformats.org/drawingml/2006/main">
            <a:pathLst>
              <a:path w="95" h="765293">
                <a:moveTo>
                  <a:pt x="0" y="765293"/>
                </a:moveTo>
                <a:lnTo>
                  <a:pt x="0" y="0"/>
                </a:lnTo>
              </a:path>
            </a:pathLst>
          </a:custGeom>
          <a:noFill xmlns:a="http://schemas.openxmlformats.org/drawingml/2006/main"/>
          <a:ln xmlns:a="http://schemas.openxmlformats.org/drawingml/2006/main" w="22860">
            <a:solidFill>
              <a:srgbClr val="202020"/>
            </a:solidFill>
          </a:ln>
        </p:spPr>
      </p:sp>
      <p:sp>
        <p:nvSpPr>
          <p:cNvPr id="49" name="comparison-spectrum-lines-1-stem-0-1">
            <a:extLst xmlns:a="http://schemas.openxmlformats.org/drawingml/2006/main">
              <a:ext uri="{FF2B5EF4-FFF2-40B4-BE49-F238E27FC236}">
                <a16:creationId xmlns:a16="http://schemas.microsoft.com/office/drawing/2014/main" id="{FC8ED7BA-FE70-4501-BA5D-08D4824A47B0}"/>
              </a:ext>
            </a:extLst>
          </p:cNvPr>
          <p:cNvSpPr>
            <a:spLocks xmlns:a="http://schemas.openxmlformats.org/drawingml/2006/main" noGrp="1"/>
          </p:cNvSpPr>
          <p:nvPr/>
        </p:nvSpPr>
        <p:spPr>
          <a:xfrm xmlns:a="http://schemas.openxmlformats.org/drawingml/2006/main">
            <a:off x="7226940" y="5960694"/>
            <a:ext cx="95" cy="440106"/>
          </a:xfrm>
          <a:custGeom xmlns:a="http://schemas.openxmlformats.org/drawingml/2006/main">
            <a:pathLst>
              <a:path w="95" h="440106">
                <a:moveTo>
                  <a:pt x="0" y="440106"/>
                </a:moveTo>
                <a:lnTo>
                  <a:pt x="0" y="0"/>
                </a:lnTo>
              </a:path>
            </a:pathLst>
          </a:custGeom>
          <a:noFill xmlns:a="http://schemas.openxmlformats.org/drawingml/2006/main"/>
          <a:ln xmlns:a="http://schemas.openxmlformats.org/drawingml/2006/main" w="17145">
            <a:solidFill>
              <a:srgbClr val="202020"/>
            </a:solidFill>
          </a:ln>
        </p:spPr>
      </p:sp>
      <p:sp>
        <p:nvSpPr>
          <p:cNvPr id="50" name="comparison-spectrum-lines-1-stem-0-2">
            <a:extLst xmlns:a="http://schemas.openxmlformats.org/drawingml/2006/main">
              <a:ext uri="{FF2B5EF4-FFF2-40B4-BE49-F238E27FC236}">
                <a16:creationId xmlns:a16="http://schemas.microsoft.com/office/drawing/2014/main" id="{01BF3304-7B2B-43CB-883E-E0E6A4FB991F}"/>
              </a:ext>
            </a:extLst>
          </p:cNvPr>
          <p:cNvSpPr>
            <a:spLocks xmlns:a="http://schemas.openxmlformats.org/drawingml/2006/main" noGrp="1"/>
          </p:cNvSpPr>
          <p:nvPr/>
        </p:nvSpPr>
        <p:spPr>
          <a:xfrm xmlns:a="http://schemas.openxmlformats.org/drawingml/2006/main">
            <a:off x="6874361" y="6285882"/>
            <a:ext cx="95" cy="114918"/>
          </a:xfrm>
          <a:custGeom xmlns:a="http://schemas.openxmlformats.org/drawingml/2006/main">
            <a:pathLst>
              <a:path w="95" h="114918">
                <a:moveTo>
                  <a:pt x="0" y="114918"/>
                </a:moveTo>
                <a:lnTo>
                  <a:pt x="0" y="0"/>
                </a:lnTo>
              </a:path>
            </a:pathLst>
          </a:custGeom>
          <a:noFill xmlns:a="http://schemas.openxmlformats.org/drawingml/2006/main"/>
          <a:ln xmlns:a="http://schemas.openxmlformats.org/drawingml/2006/main" w="17145">
            <a:solidFill>
              <a:srgbClr val="202020"/>
            </a:solidFill>
          </a:ln>
        </p:spPr>
      </p:sp>
      <p:sp>
        <p:nvSpPr>
          <p:cNvPr id="51" name="comparison-spectrum-lines-1-stem-0-3">
            <a:extLst xmlns:a="http://schemas.openxmlformats.org/drawingml/2006/main">
              <a:ext uri="{FF2B5EF4-FFF2-40B4-BE49-F238E27FC236}">
                <a16:creationId xmlns:a16="http://schemas.microsoft.com/office/drawing/2014/main" id="{A94C1CD0-29B6-46AD-B73C-22060D2CA9F7}"/>
              </a:ext>
            </a:extLst>
          </p:cNvPr>
          <p:cNvSpPr>
            <a:spLocks xmlns:a="http://schemas.openxmlformats.org/drawingml/2006/main" noGrp="1"/>
          </p:cNvSpPr>
          <p:nvPr/>
        </p:nvSpPr>
        <p:spPr>
          <a:xfrm xmlns:a="http://schemas.openxmlformats.org/drawingml/2006/main">
            <a:off x="6521783" y="6381234"/>
            <a:ext cx="95" cy="19566"/>
          </a:xfrm>
          <a:custGeom xmlns:a="http://schemas.openxmlformats.org/drawingml/2006/main">
            <a:pathLst>
              <a:path w="95" h="19566">
                <a:moveTo>
                  <a:pt x="0" y="19566"/>
                </a:moveTo>
                <a:lnTo>
                  <a:pt x="0" y="0"/>
                </a:lnTo>
              </a:path>
            </a:pathLst>
          </a:custGeom>
          <a:noFill xmlns:a="http://schemas.openxmlformats.org/drawingml/2006/main"/>
          <a:ln xmlns:a="http://schemas.openxmlformats.org/drawingml/2006/main" w="17145">
            <a:solidFill>
              <a:srgbClr val="202020"/>
            </a:solidFill>
          </a:ln>
        </p:spPr>
      </p:sp>
      <p:sp>
        <p:nvSpPr>
          <p:cNvPr id="52" name="comparison-spectrum-lines-1-axis-1-axis-shaft">
            <a:extLst xmlns:a="http://schemas.openxmlformats.org/drawingml/2006/main">
              <a:ext uri="{FF2B5EF4-FFF2-40B4-BE49-F238E27FC236}">
                <a16:creationId xmlns:a16="http://schemas.microsoft.com/office/drawing/2014/main" id="{39F4EC72-D329-4311-A25A-898EE8298531}"/>
              </a:ext>
            </a:extLst>
          </p:cNvPr>
          <p:cNvSpPr>
            <a:spLocks xmlns:a="http://schemas.openxmlformats.org/drawingml/2006/main" noGrp="1"/>
          </p:cNvSpPr>
          <p:nvPr/>
        </p:nvSpPr>
        <p:spPr>
          <a:xfrm xmlns:a="http://schemas.openxmlformats.org/drawingml/2006/main">
            <a:off x="9110663" y="6400800"/>
            <a:ext cx="2100263"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3" name="comparison-spectrum-lines-1-axis-1-axis-head">
            <a:extLst xmlns:a="http://schemas.openxmlformats.org/drawingml/2006/main">
              <a:ext uri="{FF2B5EF4-FFF2-40B4-BE49-F238E27FC236}">
                <a16:creationId xmlns:a16="http://schemas.microsoft.com/office/drawing/2014/main" id="{F11EDD1E-E2D9-4C7E-A0D8-1CD5F3429B2E}"/>
              </a:ext>
            </a:extLst>
          </p:cNvPr>
          <p:cNvSpPr>
            <a:spLocks xmlns:a="http://schemas.openxmlformats.org/drawingml/2006/main" noGrp="1"/>
          </p:cNvSpPr>
          <p:nvPr/>
        </p:nvSpPr>
        <p:spPr>
          <a:xfrm xmlns:a="http://schemas.openxmlformats.org/drawingml/2006/main" rot="5400000">
            <a:off x="11191875" y="63579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54" name="comparison-spectrum-lines-1-axis-1-tick-0">
            <a:extLst xmlns:a="http://schemas.openxmlformats.org/drawingml/2006/main">
              <a:ext uri="{FF2B5EF4-FFF2-40B4-BE49-F238E27FC236}">
                <a16:creationId xmlns:a16="http://schemas.microsoft.com/office/drawing/2014/main" id="{02FF2CD1-62B1-4229-87FF-94C8A1BBA8FF}"/>
              </a:ext>
            </a:extLst>
          </p:cNvPr>
          <p:cNvSpPr>
            <a:spLocks xmlns:a="http://schemas.openxmlformats.org/drawingml/2006/main" noGrp="1"/>
          </p:cNvSpPr>
          <p:nvPr/>
        </p:nvSpPr>
        <p:spPr>
          <a:xfrm xmlns:a="http://schemas.openxmlformats.org/drawingml/2006/main">
            <a:off x="10203656" y="64008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5" name="comparison-spectrum-lines-1-stem-1--3">
            <a:extLst xmlns:a="http://schemas.openxmlformats.org/drawingml/2006/main">
              <a:ext uri="{FF2B5EF4-FFF2-40B4-BE49-F238E27FC236}">
                <a16:creationId xmlns:a16="http://schemas.microsoft.com/office/drawing/2014/main" id="{14B66852-D4E8-479B-A4C6-97E30B28EA9F}"/>
              </a:ext>
            </a:extLst>
          </p:cNvPr>
          <p:cNvSpPr>
            <a:spLocks xmlns:a="http://schemas.openxmlformats.org/drawingml/2006/main" noGrp="1"/>
          </p:cNvSpPr>
          <p:nvPr/>
        </p:nvSpPr>
        <p:spPr>
          <a:xfrm xmlns:a="http://schemas.openxmlformats.org/drawingml/2006/main">
            <a:off x="9145920" y="6381234"/>
            <a:ext cx="95" cy="19566"/>
          </a:xfrm>
          <a:custGeom xmlns:a="http://schemas.openxmlformats.org/drawingml/2006/main">
            <a:pathLst>
              <a:path w="95" h="19566">
                <a:moveTo>
                  <a:pt x="0" y="19566"/>
                </a:moveTo>
                <a:lnTo>
                  <a:pt x="0" y="0"/>
                </a:lnTo>
              </a:path>
            </a:pathLst>
          </a:custGeom>
          <a:noFill xmlns:a="http://schemas.openxmlformats.org/drawingml/2006/main"/>
          <a:ln xmlns:a="http://schemas.openxmlformats.org/drawingml/2006/main" w="17145">
            <a:solidFill>
              <a:srgbClr val="202020"/>
            </a:solidFill>
          </a:ln>
        </p:spPr>
      </p:sp>
      <p:sp>
        <p:nvSpPr>
          <p:cNvPr id="56" name="comparison-spectrum-lines-1-stem-1--2">
            <a:extLst xmlns:a="http://schemas.openxmlformats.org/drawingml/2006/main">
              <a:ext uri="{FF2B5EF4-FFF2-40B4-BE49-F238E27FC236}">
                <a16:creationId xmlns:a16="http://schemas.microsoft.com/office/drawing/2014/main" id="{5C185481-AC60-4A98-AD3F-A147137451A2}"/>
              </a:ext>
            </a:extLst>
          </p:cNvPr>
          <p:cNvSpPr>
            <a:spLocks xmlns:a="http://schemas.openxmlformats.org/drawingml/2006/main" noGrp="1"/>
          </p:cNvSpPr>
          <p:nvPr/>
        </p:nvSpPr>
        <p:spPr>
          <a:xfrm xmlns:a="http://schemas.openxmlformats.org/drawingml/2006/main">
            <a:off x="9498499" y="6285882"/>
            <a:ext cx="95" cy="114918"/>
          </a:xfrm>
          <a:custGeom xmlns:a="http://schemas.openxmlformats.org/drawingml/2006/main">
            <a:pathLst>
              <a:path w="95" h="114918">
                <a:moveTo>
                  <a:pt x="0" y="114918"/>
                </a:moveTo>
                <a:lnTo>
                  <a:pt x="0" y="0"/>
                </a:lnTo>
              </a:path>
            </a:pathLst>
          </a:custGeom>
          <a:noFill xmlns:a="http://schemas.openxmlformats.org/drawingml/2006/main"/>
          <a:ln xmlns:a="http://schemas.openxmlformats.org/drawingml/2006/main" w="17145">
            <a:solidFill>
              <a:srgbClr val="202020"/>
            </a:solidFill>
          </a:ln>
        </p:spPr>
      </p:sp>
      <p:sp>
        <p:nvSpPr>
          <p:cNvPr id="57" name="comparison-spectrum-lines-1-stem-1--1">
            <a:extLst xmlns:a="http://schemas.openxmlformats.org/drawingml/2006/main">
              <a:ext uri="{FF2B5EF4-FFF2-40B4-BE49-F238E27FC236}">
                <a16:creationId xmlns:a16="http://schemas.microsoft.com/office/drawing/2014/main" id="{6843713B-5DB9-48F3-87E7-64531522CE80}"/>
              </a:ext>
            </a:extLst>
          </p:cNvPr>
          <p:cNvSpPr>
            <a:spLocks xmlns:a="http://schemas.openxmlformats.org/drawingml/2006/main" noGrp="1"/>
          </p:cNvSpPr>
          <p:nvPr/>
        </p:nvSpPr>
        <p:spPr>
          <a:xfrm xmlns:a="http://schemas.openxmlformats.org/drawingml/2006/main">
            <a:off x="9851078" y="5960694"/>
            <a:ext cx="95" cy="440106"/>
          </a:xfrm>
          <a:custGeom xmlns:a="http://schemas.openxmlformats.org/drawingml/2006/main">
            <a:pathLst>
              <a:path w="95" h="440106">
                <a:moveTo>
                  <a:pt x="0" y="440106"/>
                </a:moveTo>
                <a:lnTo>
                  <a:pt x="0" y="0"/>
                </a:lnTo>
              </a:path>
            </a:pathLst>
          </a:custGeom>
          <a:noFill xmlns:a="http://schemas.openxmlformats.org/drawingml/2006/main"/>
          <a:ln xmlns:a="http://schemas.openxmlformats.org/drawingml/2006/main" w="17145">
            <a:solidFill>
              <a:srgbClr val="202020"/>
            </a:solidFill>
          </a:ln>
        </p:spPr>
      </p:sp>
      <p:sp>
        <p:nvSpPr>
          <p:cNvPr id="58" name="comparison-spectrum-lines-1-stem-1-0">
            <a:extLst xmlns:a="http://schemas.openxmlformats.org/drawingml/2006/main">
              <a:ext uri="{FF2B5EF4-FFF2-40B4-BE49-F238E27FC236}">
                <a16:creationId xmlns:a16="http://schemas.microsoft.com/office/drawing/2014/main" id="{CD4B6019-DEE3-4726-BFF0-65659B0059AE}"/>
              </a:ext>
            </a:extLst>
          </p:cNvPr>
          <p:cNvSpPr>
            <a:spLocks xmlns:a="http://schemas.openxmlformats.org/drawingml/2006/main" noGrp="1"/>
          </p:cNvSpPr>
          <p:nvPr/>
        </p:nvSpPr>
        <p:spPr>
          <a:xfrm xmlns:a="http://schemas.openxmlformats.org/drawingml/2006/main">
            <a:off x="10203656" y="5635507"/>
            <a:ext cx="95" cy="765293"/>
          </a:xfrm>
          <a:custGeom xmlns:a="http://schemas.openxmlformats.org/drawingml/2006/main">
            <a:pathLst>
              <a:path w="95" h="765293">
                <a:moveTo>
                  <a:pt x="0" y="765293"/>
                </a:moveTo>
                <a:lnTo>
                  <a:pt x="0" y="0"/>
                </a:lnTo>
              </a:path>
            </a:pathLst>
          </a:custGeom>
          <a:noFill xmlns:a="http://schemas.openxmlformats.org/drawingml/2006/main"/>
          <a:ln xmlns:a="http://schemas.openxmlformats.org/drawingml/2006/main" w="22860">
            <a:solidFill>
              <a:srgbClr val="202020"/>
            </a:solidFill>
          </a:ln>
        </p:spPr>
      </p:sp>
      <p:sp>
        <p:nvSpPr>
          <p:cNvPr id="59" name="comparison-spectrum-lines-1-stem-1-1">
            <a:extLst xmlns:a="http://schemas.openxmlformats.org/drawingml/2006/main">
              <a:ext uri="{FF2B5EF4-FFF2-40B4-BE49-F238E27FC236}">
                <a16:creationId xmlns:a16="http://schemas.microsoft.com/office/drawing/2014/main" id="{020ABB47-AABF-482B-BE09-609DF3482381}"/>
              </a:ext>
            </a:extLst>
          </p:cNvPr>
          <p:cNvSpPr>
            <a:spLocks xmlns:a="http://schemas.openxmlformats.org/drawingml/2006/main" noGrp="1"/>
          </p:cNvSpPr>
          <p:nvPr/>
        </p:nvSpPr>
        <p:spPr>
          <a:xfrm xmlns:a="http://schemas.openxmlformats.org/drawingml/2006/main">
            <a:off x="10556235" y="5960694"/>
            <a:ext cx="95" cy="440106"/>
          </a:xfrm>
          <a:custGeom xmlns:a="http://schemas.openxmlformats.org/drawingml/2006/main">
            <a:pathLst>
              <a:path w="95" h="440106">
                <a:moveTo>
                  <a:pt x="0" y="440106"/>
                </a:moveTo>
                <a:lnTo>
                  <a:pt x="0" y="0"/>
                </a:lnTo>
              </a:path>
            </a:pathLst>
          </a:custGeom>
          <a:noFill xmlns:a="http://schemas.openxmlformats.org/drawingml/2006/main"/>
          <a:ln xmlns:a="http://schemas.openxmlformats.org/drawingml/2006/main" w="17145">
            <a:solidFill>
              <a:srgbClr val="202020"/>
            </a:solidFill>
          </a:ln>
        </p:spPr>
      </p:sp>
      <p:sp>
        <p:nvSpPr>
          <p:cNvPr id="60" name="comparison-spectrum-lines-1-stem-1-2">
            <a:extLst xmlns:a="http://schemas.openxmlformats.org/drawingml/2006/main">
              <a:ext uri="{FF2B5EF4-FFF2-40B4-BE49-F238E27FC236}">
                <a16:creationId xmlns:a16="http://schemas.microsoft.com/office/drawing/2014/main" id="{DCD453BD-2D61-4318-8390-F4031ABAF43E}"/>
              </a:ext>
            </a:extLst>
          </p:cNvPr>
          <p:cNvSpPr>
            <a:spLocks xmlns:a="http://schemas.openxmlformats.org/drawingml/2006/main" noGrp="1"/>
          </p:cNvSpPr>
          <p:nvPr/>
        </p:nvSpPr>
        <p:spPr>
          <a:xfrm xmlns:a="http://schemas.openxmlformats.org/drawingml/2006/main">
            <a:off x="10908814" y="6285882"/>
            <a:ext cx="95" cy="114918"/>
          </a:xfrm>
          <a:custGeom xmlns:a="http://schemas.openxmlformats.org/drawingml/2006/main">
            <a:pathLst>
              <a:path w="95" h="114918">
                <a:moveTo>
                  <a:pt x="0" y="114918"/>
                </a:moveTo>
                <a:lnTo>
                  <a:pt x="0" y="0"/>
                </a:lnTo>
              </a:path>
            </a:pathLst>
          </a:custGeom>
          <a:noFill xmlns:a="http://schemas.openxmlformats.org/drawingml/2006/main"/>
          <a:ln xmlns:a="http://schemas.openxmlformats.org/drawingml/2006/main" w="17145">
            <a:solidFill>
              <a:srgbClr val="202020"/>
            </a:solidFill>
          </a:ln>
        </p:spPr>
      </p:sp>
      <p:sp>
        <p:nvSpPr>
          <p:cNvPr id="61" name="comparison-spectrum-lines-1-stem-1-3">
            <a:extLst xmlns:a="http://schemas.openxmlformats.org/drawingml/2006/main">
              <a:ext uri="{FF2B5EF4-FFF2-40B4-BE49-F238E27FC236}">
                <a16:creationId xmlns:a16="http://schemas.microsoft.com/office/drawing/2014/main" id="{E1A39491-FB6D-4041-B296-38D12D1896ED}"/>
              </a:ext>
            </a:extLst>
          </p:cNvPr>
          <p:cNvSpPr>
            <a:spLocks xmlns:a="http://schemas.openxmlformats.org/drawingml/2006/main" noGrp="1"/>
          </p:cNvSpPr>
          <p:nvPr/>
        </p:nvSpPr>
        <p:spPr>
          <a:xfrm xmlns:a="http://schemas.openxmlformats.org/drawingml/2006/main">
            <a:off x="11261392" y="6381234"/>
            <a:ext cx="95" cy="19566"/>
          </a:xfrm>
          <a:custGeom xmlns:a="http://schemas.openxmlformats.org/drawingml/2006/main">
            <a:pathLst>
              <a:path w="95" h="19566">
                <a:moveTo>
                  <a:pt x="0" y="19566"/>
                </a:moveTo>
                <a:lnTo>
                  <a:pt x="0" y="0"/>
                </a:lnTo>
              </a:path>
            </a:pathLst>
          </a:custGeom>
          <a:noFill xmlns:a="http://schemas.openxmlformats.org/drawingml/2006/main"/>
          <a:ln xmlns:a="http://schemas.openxmlformats.org/drawingml/2006/main" w="17145">
            <a:solidFill>
              <a:srgbClr val="202020"/>
            </a:solidFill>
          </a:ln>
        </p:spPr>
      </p:sp>
      <p:pic>
        <p:nvPicPr>
          <p:cNvPr id="62"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ECC6824-04EE-4F5C-903D-1953C3125C18}"/>
              </a:ext>
            </a:extLst>
          </p:cNvPr>
          <p:cNvPicPr>
            <a:picLocks xmlns:a="http://schemas.openxmlformats.org/drawingml/2006/main" noChangeAspect="1"/>
          </p:cNvPicPr>
          <p:nvPr/>
        </p:nvPicPr>
        <p:blipFill>
          <a:blip xmlns:r="http://schemas.openxmlformats.org/officeDocument/2006/relationships" xmlns:a="http://schemas.openxmlformats.org/drawingml/2006/main" r:embed="Ra90b03b04fce47a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6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4CC7A19-4291-4C93-950F-3D58C5F41B50}"/>
              </a:ext>
            </a:extLst>
          </p:cNvPr>
          <p:cNvPicPr>
            <a:picLocks xmlns:a="http://schemas.openxmlformats.org/drawingml/2006/main" noChangeAspect="1"/>
          </p:cNvPicPr>
          <p:nvPr/>
        </p:nvPicPr>
        <p:blipFill>
          <a:blip xmlns:r="http://schemas.openxmlformats.org/officeDocument/2006/relationships" xmlns:a="http://schemas.openxmlformats.org/drawingml/2006/main" r:embed="Rcece7b3bf02e499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6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CCA5255-9145-4289-8380-17DC47E1B9C6}"/>
              </a:ext>
            </a:extLst>
          </p:cNvPr>
          <p:cNvPicPr>
            <a:picLocks xmlns:a="http://schemas.openxmlformats.org/drawingml/2006/main" noChangeAspect="1"/>
          </p:cNvPicPr>
          <p:nvPr/>
        </p:nvPicPr>
        <p:blipFill>
          <a:blip xmlns:r="http://schemas.openxmlformats.org/officeDocument/2006/relationships" xmlns:a="http://schemas.openxmlformats.org/drawingml/2006/main" r:embed="Rd883a646b73e41c5">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65" name="common-tone-message" descr="m(t)=A_m\cos(2\pi f_mt)">
            <a:extLst xmlns:a="http://schemas.openxmlformats.org/drawingml/2006/main">
              <a:ext uri="{FF2B5EF4-FFF2-40B4-BE49-F238E27FC236}">
                <a16:creationId xmlns:a16="http://schemas.microsoft.com/office/drawing/2014/main" id="{2DD76795-7089-4729-BEF6-74788AC9A172}"/>
              </a:ext>
            </a:extLst>
          </p:cNvPr>
          <p:cNvPicPr>
            <a:picLocks xmlns:a="http://schemas.openxmlformats.org/drawingml/2006/main" noChangeAspect="1"/>
          </p:cNvPicPr>
          <p:nvPr/>
        </p:nvPicPr>
        <p:blipFill>
          <a:blip xmlns:r="http://schemas.openxmlformats.org/officeDocument/2006/relationships" xmlns:a="http://schemas.openxmlformats.org/drawingml/2006/main" r:embed="Rd516f60dde32438c">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8816340" y="2058174"/>
            <a:ext cx="2699385" cy="246102"/>
          </a:xfrm>
          <a:prstGeom xmlns:a="http://schemas.openxmlformats.org/drawingml/2006/main" prst="rect">
            <a:avLst/>
          </a:prstGeom>
        </p:spPr>
      </p:pic>
      <p:pic>
        <p:nvPicPr>
          <p:cNvPr id="66" name="fm-reference-original" descr="s_{\mathrm{FM}}(t)=A_c\cos[2\pi f_ct+\beta\sin(2\pi f_mt)]">
            <a:extLst xmlns:a="http://schemas.openxmlformats.org/drawingml/2006/main">
              <a:ext uri="{FF2B5EF4-FFF2-40B4-BE49-F238E27FC236}">
                <a16:creationId xmlns:a16="http://schemas.microsoft.com/office/drawing/2014/main" id="{7EFAFF4E-A0B7-46C8-82B3-B0450C61C11A}"/>
              </a:ext>
            </a:extLst>
          </p:cNvPr>
          <p:cNvPicPr>
            <a:picLocks xmlns:a="http://schemas.openxmlformats.org/drawingml/2006/main" noChangeAspect="1"/>
          </p:cNvPicPr>
          <p:nvPr/>
        </p:nvPicPr>
        <p:blipFill>
          <a:blip xmlns:r="http://schemas.openxmlformats.org/officeDocument/2006/relationships" xmlns:a="http://schemas.openxmlformats.org/drawingml/2006/main" r:embed="R6b389994a81d4cd8">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2619375"/>
            <a:ext cx="4732020" cy="257175"/>
          </a:xfrm>
          <a:prstGeom xmlns:a="http://schemas.openxmlformats.org/drawingml/2006/main" prst="rect">
            <a:avLst/>
          </a:prstGeom>
        </p:spPr>
      </p:pic>
      <p:pic>
        <p:nvPicPr>
          <p:cNvPr id="67" name="fm-reference-expanded" descr="s_{\mathrm{FM}}(t)=A_c\sum_{n=-\infty}^{\infty}J_n(\beta)\cos[2\pi(f_c+nf_m)t]">
            <a:extLst xmlns:a="http://schemas.openxmlformats.org/drawingml/2006/main">
              <a:ext uri="{FF2B5EF4-FFF2-40B4-BE49-F238E27FC236}">
                <a16:creationId xmlns:a16="http://schemas.microsoft.com/office/drawing/2014/main" id="{5262B477-BFA8-478E-B1FC-29879B257DA9}"/>
              </a:ext>
            </a:extLst>
          </p:cNvPr>
          <p:cNvPicPr>
            <a:picLocks xmlns:a="http://schemas.openxmlformats.org/drawingml/2006/main" noChangeAspect="1"/>
          </p:cNvPicPr>
          <p:nvPr/>
        </p:nvPicPr>
        <p:blipFill>
          <a:blip xmlns:r="http://schemas.openxmlformats.org/officeDocument/2006/relationships" xmlns:a="http://schemas.openxmlformats.org/drawingml/2006/main" r:embed="R054e8511269f4d9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3169860"/>
            <a:ext cx="5657850" cy="318254"/>
          </a:xfrm>
          <a:prstGeom xmlns:a="http://schemas.openxmlformats.org/drawingml/2006/main" prst="rect">
            <a:avLst/>
          </a:prstGeom>
        </p:spPr>
      </p:pic>
      <p:pic>
        <p:nvPicPr>
          <p:cNvPr id="68" name="signal-pm-input" descr="s_{\mathrm{PM}}(t)=A_c\cos[2\pi f_ct+k_pm(t)]">
            <a:extLst xmlns:a="http://schemas.openxmlformats.org/drawingml/2006/main">
              <a:ext uri="{FF2B5EF4-FFF2-40B4-BE49-F238E27FC236}">
                <a16:creationId xmlns:a16="http://schemas.microsoft.com/office/drawing/2014/main" id="{F45D20D1-1923-411D-99F4-1F9E1175BB6E}"/>
              </a:ext>
            </a:extLst>
          </p:cNvPr>
          <p:cNvPicPr>
            <a:picLocks xmlns:a="http://schemas.openxmlformats.org/drawingml/2006/main" noChangeAspect="1"/>
          </p:cNvPicPr>
          <p:nvPr/>
        </p:nvPicPr>
        <p:blipFill>
          <a:blip xmlns:r="http://schemas.openxmlformats.org/officeDocument/2006/relationships" xmlns:a="http://schemas.openxmlformats.org/drawingml/2006/main" r:embed="R40530d5abdd845c2">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4086479"/>
            <a:ext cx="3912870" cy="255389"/>
          </a:xfrm>
          <a:prstGeom xmlns:a="http://schemas.openxmlformats.org/drawingml/2006/main" prst="rect">
            <a:avLst/>
          </a:prstGeom>
        </p:spPr>
      </p:pic>
      <p:pic>
        <p:nvPicPr>
          <p:cNvPr id="69" name="pm-phase-index" descr="\beta_p=k_pA_m">
            <a:extLst xmlns:a="http://schemas.openxmlformats.org/drawingml/2006/main">
              <a:ext uri="{FF2B5EF4-FFF2-40B4-BE49-F238E27FC236}">
                <a16:creationId xmlns:a16="http://schemas.microsoft.com/office/drawing/2014/main" id="{37483D5F-389B-4F9A-93D0-C54FE9CA4D01}"/>
              </a:ext>
            </a:extLst>
          </p:cNvPr>
          <p:cNvPicPr>
            <a:picLocks xmlns:a="http://schemas.openxmlformats.org/drawingml/2006/main" noChangeAspect="1"/>
          </p:cNvPicPr>
          <p:nvPr/>
        </p:nvPicPr>
        <p:blipFill>
          <a:blip xmlns:r="http://schemas.openxmlformats.org/officeDocument/2006/relationships" xmlns:a="http://schemas.openxmlformats.org/drawingml/2006/main" r:embed="Rd5bea829fac94fb1">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3656052"/>
            <a:ext cx="1414463" cy="250746"/>
          </a:xfrm>
          <a:prstGeom xmlns:a="http://schemas.openxmlformats.org/drawingml/2006/main" prst="rect">
            <a:avLst/>
          </a:prstGeom>
        </p:spPr>
      </p:pic>
      <p:pic>
        <p:nvPicPr>
          <p:cNvPr id="70" name="signal-pm-tone" descr="s_{\mathrm{PM}}(t)=A_c\cos[2\pi f_ct+k_pA_m\cos(2\pi f_mt)]">
            <a:extLst xmlns:a="http://schemas.openxmlformats.org/drawingml/2006/main">
              <a:ext uri="{FF2B5EF4-FFF2-40B4-BE49-F238E27FC236}">
                <a16:creationId xmlns:a16="http://schemas.microsoft.com/office/drawing/2014/main" id="{1AB7884A-52E6-4C76-B4FF-88BBE80DF0A4}"/>
              </a:ext>
            </a:extLst>
          </p:cNvPr>
          <p:cNvPicPr>
            <a:picLocks xmlns:a="http://schemas.openxmlformats.org/drawingml/2006/main" noChangeAspect="1"/>
          </p:cNvPicPr>
          <p:nvPr/>
        </p:nvPicPr>
        <p:blipFill>
          <a:blip xmlns:r="http://schemas.openxmlformats.org/officeDocument/2006/relationships" xmlns:a="http://schemas.openxmlformats.org/drawingml/2006/main" r:embed="R336718d9ccbb45a4">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4085651"/>
            <a:ext cx="5126355" cy="256937"/>
          </a:xfrm>
          <a:prstGeom xmlns:a="http://schemas.openxmlformats.org/drawingml/2006/main" prst="rect">
            <a:avLst/>
          </a:prstGeom>
        </p:spPr>
      </p:pic>
      <p:pic>
        <p:nvPicPr>
          <p:cNvPr id="71" name="pm-sine-identity" descr="k_pA_m\cos(2\pi f_mt)=\beta_p\sin(2\pi f_mt+\pi/2)">
            <a:extLst xmlns:a="http://schemas.openxmlformats.org/drawingml/2006/main">
              <a:ext uri="{FF2B5EF4-FFF2-40B4-BE49-F238E27FC236}">
                <a16:creationId xmlns:a16="http://schemas.microsoft.com/office/drawing/2014/main" id="{3BE9A7FB-471D-4387-82D3-1EE3F899F024}"/>
              </a:ext>
            </a:extLst>
          </p:cNvPr>
          <p:cNvPicPr>
            <a:picLocks xmlns:a="http://schemas.openxmlformats.org/drawingml/2006/main" noChangeAspect="1"/>
          </p:cNvPicPr>
          <p:nvPr/>
        </p:nvPicPr>
        <p:blipFill>
          <a:blip xmlns:r="http://schemas.openxmlformats.org/officeDocument/2006/relationships" xmlns:a="http://schemas.openxmlformats.org/drawingml/2006/main" r:embed="R65b9e2e1f42e4e39">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181100" y="4672757"/>
            <a:ext cx="5040630" cy="265212"/>
          </a:xfrm>
          <a:prstGeom xmlns:a="http://schemas.openxmlformats.org/drawingml/2006/main" prst="rect">
            <a:avLst/>
          </a:prstGeom>
        </p:spPr>
      </p:pic>
      <p:pic>
        <p:nvPicPr>
          <p:cNvPr id="72" name="signal-pm-sine" descr="s_{\mathrm{PM}}(t)=A_c\cos[2\pi f_ct+\beta_p\sin(2\pi f_mt+\pi/2)]">
            <a:extLst xmlns:a="http://schemas.openxmlformats.org/drawingml/2006/main">
              <a:ext uri="{FF2B5EF4-FFF2-40B4-BE49-F238E27FC236}">
                <a16:creationId xmlns:a16="http://schemas.microsoft.com/office/drawing/2014/main" id="{58F5F65C-D81B-4584-8F26-07EA7D34C9C5}"/>
              </a:ext>
            </a:extLst>
          </p:cNvPr>
          <p:cNvPicPr>
            <a:picLocks xmlns:a="http://schemas.openxmlformats.org/drawingml/2006/main" noChangeAspect="1"/>
          </p:cNvPicPr>
          <p:nvPr/>
        </p:nvPicPr>
        <p:blipFill>
          <a:blip xmlns:r="http://schemas.openxmlformats.org/officeDocument/2006/relationships" xmlns:a="http://schemas.openxmlformats.org/drawingml/2006/main" r:embed="Rb6518042d47342c0">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4085754"/>
            <a:ext cx="5497830" cy="255389"/>
          </a:xfrm>
          <a:prstGeom xmlns:a="http://schemas.openxmlformats.org/drawingml/2006/main" prst="rect">
            <a:avLst/>
          </a:prstGeom>
        </p:spPr>
      </p:pic>
      <p:pic>
        <p:nvPicPr>
          <p:cNvPr id="73" name="signal-pm-expanded" descr="s_{\mathrm{PM}}(t)=A_c\sum_{n=-\infty}^{\infty}J_n(\beta_p)\cos[2\pi f_ct+n(2\pi f_mt+\pi/2)]">
            <a:extLst xmlns:a="http://schemas.openxmlformats.org/drawingml/2006/main">
              <a:ext uri="{FF2B5EF4-FFF2-40B4-BE49-F238E27FC236}">
                <a16:creationId xmlns:a16="http://schemas.microsoft.com/office/drawing/2014/main" id="{286306ED-7191-4FFD-BAED-C9CC0885E612}"/>
              </a:ext>
            </a:extLst>
          </p:cNvPr>
          <p:cNvPicPr>
            <a:picLocks xmlns:a="http://schemas.openxmlformats.org/drawingml/2006/main" noChangeAspect="1"/>
          </p:cNvPicPr>
          <p:nvPr/>
        </p:nvPicPr>
        <p:blipFill>
          <a:blip xmlns:r="http://schemas.openxmlformats.org/officeDocument/2006/relationships" xmlns:a="http://schemas.openxmlformats.org/drawingml/2006/main" r:embed="R5eceb13596ec46d5">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4070493"/>
            <a:ext cx="6810375" cy="308015"/>
          </a:xfrm>
          <a:prstGeom xmlns:a="http://schemas.openxmlformats.org/drawingml/2006/main" prst="rect">
            <a:avLst/>
          </a:prstGeom>
        </p:spPr>
      </p:pic>
      <p:pic>
        <p:nvPicPr>
          <p:cNvPr id="74" name="signal-main" descr="s_{\mathrm{PM}}(t)=A_c\sum_{n=-\infty}^{\infty}J_n(\beta_p)\cos[2\pi(f_c+nf_m)t+n\pi/2]">
            <a:extLst xmlns:a="http://schemas.openxmlformats.org/drawingml/2006/main">
              <a:ext uri="{FF2B5EF4-FFF2-40B4-BE49-F238E27FC236}">
                <a16:creationId xmlns:a16="http://schemas.microsoft.com/office/drawing/2014/main" id="{D2D069E3-3F03-42C1-AA7B-BD39AF58AA73}"/>
              </a:ext>
            </a:extLst>
          </p:cNvPr>
          <p:cNvPicPr>
            <a:picLocks xmlns:a="http://schemas.openxmlformats.org/drawingml/2006/main" noChangeAspect="1"/>
          </p:cNvPicPr>
          <p:nvPr/>
        </p:nvPicPr>
        <p:blipFill>
          <a:blip xmlns:r="http://schemas.openxmlformats.org/officeDocument/2006/relationships" xmlns:a="http://schemas.openxmlformats.org/drawingml/2006/main" r:embed="Re7f10b51918c46a6">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09600" y="4070168"/>
            <a:ext cx="6562725" cy="308015"/>
          </a:xfrm>
          <a:prstGeom xmlns:a="http://schemas.openxmlformats.org/drawingml/2006/main" prst="rect">
            <a:avLst/>
          </a:prstGeom>
        </p:spPr>
      </p:pic>
      <p:pic>
        <p:nvPicPr>
          <p:cNvPr id="75" name="equal-phase-amplitude" descr="\beta_p=\beta:\quad\text{same line magnitudes, different phases}">
            <a:extLst xmlns:a="http://schemas.openxmlformats.org/drawingml/2006/main">
              <a:ext uri="{FF2B5EF4-FFF2-40B4-BE49-F238E27FC236}">
                <a16:creationId xmlns:a16="http://schemas.microsoft.com/office/drawing/2014/main" id="{0B7FE7FF-AD1C-4923-8094-922E68A55896}"/>
              </a:ext>
            </a:extLst>
          </p:cNvPr>
          <p:cNvPicPr>
            <a:picLocks xmlns:a="http://schemas.openxmlformats.org/drawingml/2006/main" noChangeAspect="1"/>
          </p:cNvPicPr>
          <p:nvPr/>
        </p:nvPicPr>
        <p:blipFill>
          <a:blip xmlns:r="http://schemas.openxmlformats.org/officeDocument/2006/relationships" xmlns:a="http://schemas.openxmlformats.org/drawingml/2006/main" r:embed="R1d93bc1e4b99417b">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09600" y="4635639"/>
            <a:ext cx="6878002" cy="272772"/>
          </a:xfrm>
          <a:prstGeom xmlns:a="http://schemas.openxmlformats.org/drawingml/2006/main" prst="rect">
            <a:avLst/>
          </a:prstGeom>
        </p:spPr>
      </p:pic>
      <p:pic>
        <p:nvPicPr>
          <p:cNvPr id="76" name="comparison-spectrum-0" descr="\mathrm{PM}:\ |S(f)|,\quad\beta_p=1">
            <a:extLst xmlns:a="http://schemas.openxmlformats.org/drawingml/2006/main">
              <a:ext uri="{FF2B5EF4-FFF2-40B4-BE49-F238E27FC236}">
                <a16:creationId xmlns:a16="http://schemas.microsoft.com/office/drawing/2014/main" id="{F71A1638-63D2-44C6-847F-DB4B1D19388D}"/>
              </a:ext>
            </a:extLst>
          </p:cNvPr>
          <p:cNvPicPr>
            <a:picLocks xmlns:a="http://schemas.openxmlformats.org/drawingml/2006/main" noChangeAspect="1"/>
          </p:cNvPicPr>
          <p:nvPr/>
        </p:nvPicPr>
        <p:blipFill>
          <a:blip xmlns:r="http://schemas.openxmlformats.org/officeDocument/2006/relationships" xmlns:a="http://schemas.openxmlformats.org/drawingml/2006/main" r:embed="Ra14d14cc55964453">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2009775" y="5168354"/>
            <a:ext cx="2571750" cy="245566"/>
          </a:xfrm>
          <a:prstGeom xmlns:a="http://schemas.openxmlformats.org/drawingml/2006/main" prst="rect">
            <a:avLst/>
          </a:prstGeom>
        </p:spPr>
      </p:pic>
      <p:pic>
        <p:nvPicPr>
          <p:cNvPr id="77" name="comparison-spectrum-lines-0-axis-0-domain" descr="f">
            <a:extLst xmlns:a="http://schemas.openxmlformats.org/drawingml/2006/main">
              <a:ext uri="{FF2B5EF4-FFF2-40B4-BE49-F238E27FC236}">
                <a16:creationId xmlns:a16="http://schemas.microsoft.com/office/drawing/2014/main" id="{E2E5F1C3-7AFD-43AE-B0CD-404ABBF24A6A}"/>
              </a:ext>
            </a:extLst>
          </p:cNvPr>
          <p:cNvPicPr>
            <a:picLocks xmlns:a="http://schemas.openxmlformats.org/drawingml/2006/main" noChangeAspect="1"/>
          </p:cNvPicPr>
          <p:nvPr/>
        </p:nvPicPr>
        <p:blipFill>
          <a:blip xmlns:r="http://schemas.openxmlformats.org/officeDocument/2006/relationships" xmlns:a="http://schemas.openxmlformats.org/drawingml/2006/main" r:embed="Rda4a0748297e420a">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3081338" y="6186190"/>
            <a:ext cx="95250" cy="143470"/>
          </a:xfrm>
          <a:prstGeom xmlns:a="http://schemas.openxmlformats.org/drawingml/2006/main" prst="rect">
            <a:avLst/>
          </a:prstGeom>
        </p:spPr>
      </p:pic>
      <p:pic>
        <p:nvPicPr>
          <p:cNvPr id="78" name="comparison-spectrum-lines-0-axis-0-ticklabel-0" descr="-f_c">
            <a:extLst xmlns:a="http://schemas.openxmlformats.org/drawingml/2006/main">
              <a:ext uri="{FF2B5EF4-FFF2-40B4-BE49-F238E27FC236}">
                <a16:creationId xmlns:a16="http://schemas.microsoft.com/office/drawing/2014/main" id="{698364A8-E4C0-406B-9110-A58FFE36847B}"/>
              </a:ext>
            </a:extLst>
          </p:cNvPr>
          <p:cNvPicPr>
            <a:picLocks xmlns:a="http://schemas.openxmlformats.org/drawingml/2006/main" noChangeAspect="1"/>
          </p:cNvPicPr>
          <p:nvPr/>
        </p:nvPicPr>
        <p:blipFill>
          <a:blip xmlns:r="http://schemas.openxmlformats.org/officeDocument/2006/relationships" xmlns:a="http://schemas.openxmlformats.org/drawingml/2006/main" r:embed="R52fcf28c35014a5f">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1807369" y="6560820"/>
            <a:ext cx="304800" cy="156210"/>
          </a:xfrm>
          <a:prstGeom xmlns:a="http://schemas.openxmlformats.org/drawingml/2006/main" prst="rect">
            <a:avLst/>
          </a:prstGeom>
        </p:spPr>
      </p:pic>
      <p:pic>
        <p:nvPicPr>
          <p:cNvPr id="79" name="comparison-spectrum-lines-0-axis-1-domain" descr="f">
            <a:extLst xmlns:a="http://schemas.openxmlformats.org/drawingml/2006/main">
              <a:ext uri="{FF2B5EF4-FFF2-40B4-BE49-F238E27FC236}">
                <a16:creationId xmlns:a16="http://schemas.microsoft.com/office/drawing/2014/main" id="{097FA430-1EAA-4C5E-B544-577519B731B3}"/>
              </a:ext>
            </a:extLst>
          </p:cNvPr>
          <p:cNvPicPr>
            <a:picLocks xmlns:a="http://schemas.openxmlformats.org/drawingml/2006/main" noChangeAspect="1"/>
          </p:cNvPicPr>
          <p:nvPr/>
        </p:nvPicPr>
        <p:blipFill>
          <a:blip xmlns:r="http://schemas.openxmlformats.org/officeDocument/2006/relationships" xmlns:a="http://schemas.openxmlformats.org/drawingml/2006/main" r:embed="R1ed71d6ced0a4617">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5705475" y="6186190"/>
            <a:ext cx="95250" cy="143470"/>
          </a:xfrm>
          <a:prstGeom xmlns:a="http://schemas.openxmlformats.org/drawingml/2006/main" prst="rect">
            <a:avLst/>
          </a:prstGeom>
        </p:spPr>
      </p:pic>
      <p:pic>
        <p:nvPicPr>
          <p:cNvPr id="80" name="comparison-spectrum-lines-0-axis-1-ticklabel-0" descr="f_c">
            <a:extLst xmlns:a="http://schemas.openxmlformats.org/drawingml/2006/main">
              <a:ext uri="{FF2B5EF4-FFF2-40B4-BE49-F238E27FC236}">
                <a16:creationId xmlns:a16="http://schemas.microsoft.com/office/drawing/2014/main" id="{74747157-0418-494F-B738-CBF66BFAF9C4}"/>
              </a:ext>
            </a:extLst>
          </p:cNvPr>
          <p:cNvPicPr>
            <a:picLocks xmlns:a="http://schemas.openxmlformats.org/drawingml/2006/main" noChangeAspect="1"/>
          </p:cNvPicPr>
          <p:nvPr/>
        </p:nvPicPr>
        <p:blipFill>
          <a:blip xmlns:r="http://schemas.openxmlformats.org/officeDocument/2006/relationships" xmlns:a="http://schemas.openxmlformats.org/drawingml/2006/main" r:embed="R499760c5c0c24b3a">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4507706" y="6553676"/>
            <a:ext cx="152400" cy="170498"/>
          </a:xfrm>
          <a:prstGeom xmlns:a="http://schemas.openxmlformats.org/drawingml/2006/main" prst="rect">
            <a:avLst/>
          </a:prstGeom>
        </p:spPr>
      </p:pic>
      <p:pic>
        <p:nvPicPr>
          <p:cNvPr id="81" name="comparison-spectrum-1" descr="\mathrm{FM}:\ |S(f)|,\quad\beta=1">
            <a:extLst xmlns:a="http://schemas.openxmlformats.org/drawingml/2006/main">
              <a:ext uri="{FF2B5EF4-FFF2-40B4-BE49-F238E27FC236}">
                <a16:creationId xmlns:a16="http://schemas.microsoft.com/office/drawing/2014/main" id="{39EE5050-5CB6-4F06-B5AD-546762042EB1}"/>
              </a:ext>
            </a:extLst>
          </p:cNvPr>
          <p:cNvPicPr>
            <a:picLocks xmlns:a="http://schemas.openxmlformats.org/drawingml/2006/main" noChangeAspect="1"/>
          </p:cNvPicPr>
          <p:nvPr/>
        </p:nvPicPr>
        <p:blipFill>
          <a:blip xmlns:r="http://schemas.openxmlformats.org/officeDocument/2006/relationships" xmlns:a="http://schemas.openxmlformats.org/drawingml/2006/main" r:embed="Rc112d167143d458e">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7700963" y="5172819"/>
            <a:ext cx="2428875" cy="236637"/>
          </a:xfrm>
          <a:prstGeom xmlns:a="http://schemas.openxmlformats.org/drawingml/2006/main" prst="rect">
            <a:avLst/>
          </a:prstGeom>
        </p:spPr>
      </p:pic>
      <p:pic>
        <p:nvPicPr>
          <p:cNvPr id="82" name="comparison-spectrum-lines-1-axis-0-domain" descr="f">
            <a:extLst xmlns:a="http://schemas.openxmlformats.org/drawingml/2006/main">
              <a:ext uri="{FF2B5EF4-FFF2-40B4-BE49-F238E27FC236}">
                <a16:creationId xmlns:a16="http://schemas.microsoft.com/office/drawing/2014/main" id="{0337D654-3B58-4AE6-8728-CFAB6E45056B}"/>
              </a:ext>
            </a:extLst>
          </p:cNvPr>
          <p:cNvPicPr>
            <a:picLocks xmlns:a="http://schemas.openxmlformats.org/drawingml/2006/main" noChangeAspect="1"/>
          </p:cNvPicPr>
          <p:nvPr/>
        </p:nvPicPr>
        <p:blipFill>
          <a:blip xmlns:r="http://schemas.openxmlformats.org/officeDocument/2006/relationships" xmlns:a="http://schemas.openxmlformats.org/drawingml/2006/main" r:embed="R5991e4bf7eff4c09">
            <a:extLst>
              <a:ext uri="{96DAC541-7B7A-43D3-8B79-37D633B846F1}">
                <ns20:svgBlip xmlns:ns20="http://schemas.microsoft.com/office/drawing/2016/SVG/main" r:embed="rIdMathSvg20"/>
              </a:ext>
            </a:extLst>
          </a:blip>
          <a:stretch xmlns:a="http://schemas.openxmlformats.org/drawingml/2006/main"/>
        </p:blipFill>
        <p:spPr>
          <a:xfrm xmlns:a="http://schemas.openxmlformats.org/drawingml/2006/main">
            <a:off x="8701088" y="6186190"/>
            <a:ext cx="95250" cy="143470"/>
          </a:xfrm>
          <a:prstGeom xmlns:a="http://schemas.openxmlformats.org/drawingml/2006/main" prst="rect">
            <a:avLst/>
          </a:prstGeom>
        </p:spPr>
      </p:pic>
      <p:pic>
        <p:nvPicPr>
          <p:cNvPr id="83" name="comparison-spectrum-lines-1-axis-0-ticklabel-0" descr="-f_c">
            <a:extLst xmlns:a="http://schemas.openxmlformats.org/drawingml/2006/main">
              <a:ext uri="{FF2B5EF4-FFF2-40B4-BE49-F238E27FC236}">
                <a16:creationId xmlns:a16="http://schemas.microsoft.com/office/drawing/2014/main" id="{CF5C8276-185E-42E9-B6B9-80789D5EF04B}"/>
              </a:ext>
            </a:extLst>
          </p:cNvPr>
          <p:cNvPicPr>
            <a:picLocks xmlns:a="http://schemas.openxmlformats.org/drawingml/2006/main" noChangeAspect="1"/>
          </p:cNvPicPr>
          <p:nvPr/>
        </p:nvPicPr>
        <p:blipFill>
          <a:blip xmlns:r="http://schemas.openxmlformats.org/officeDocument/2006/relationships" xmlns:a="http://schemas.openxmlformats.org/drawingml/2006/main" r:embed="R06c4b85fe36e4903">
            <a:extLst>
              <a:ext uri="{96DAC541-7B7A-43D3-8B79-37D633B846F1}">
                <ns21:svgBlip xmlns:ns21="http://schemas.microsoft.com/office/drawing/2016/SVG/main" r:embed="rIdMathSvg21"/>
              </a:ext>
            </a:extLst>
          </a:blip>
          <a:stretch xmlns:a="http://schemas.openxmlformats.org/drawingml/2006/main"/>
        </p:blipFill>
        <p:spPr>
          <a:xfrm xmlns:a="http://schemas.openxmlformats.org/drawingml/2006/main">
            <a:off x="7427119" y="6560820"/>
            <a:ext cx="304800" cy="156210"/>
          </a:xfrm>
          <a:prstGeom xmlns:a="http://schemas.openxmlformats.org/drawingml/2006/main" prst="rect">
            <a:avLst/>
          </a:prstGeom>
        </p:spPr>
      </p:pic>
      <p:pic>
        <p:nvPicPr>
          <p:cNvPr id="84" name="comparison-spectrum-lines-1-axis-1-domain" descr="f">
            <a:extLst xmlns:a="http://schemas.openxmlformats.org/drawingml/2006/main">
              <a:ext uri="{FF2B5EF4-FFF2-40B4-BE49-F238E27FC236}">
                <a16:creationId xmlns:a16="http://schemas.microsoft.com/office/drawing/2014/main" id="{4A88CA4A-F538-4834-91B4-DBC6A4FB81FE}"/>
              </a:ext>
            </a:extLst>
          </p:cNvPr>
          <p:cNvPicPr>
            <a:picLocks xmlns:a="http://schemas.openxmlformats.org/drawingml/2006/main" noChangeAspect="1"/>
          </p:cNvPicPr>
          <p:nvPr/>
        </p:nvPicPr>
        <p:blipFill>
          <a:blip xmlns:r="http://schemas.openxmlformats.org/officeDocument/2006/relationships" xmlns:a="http://schemas.openxmlformats.org/drawingml/2006/main" r:embed="Rbccd68f159c245c0">
            <a:extLst>
              <a:ext uri="{96DAC541-7B7A-43D3-8B79-37D633B846F1}">
                <ns22:svgBlip xmlns:ns22="http://schemas.microsoft.com/office/drawing/2016/SVG/main" r:embed="rIdMathSvg22"/>
              </a:ext>
            </a:extLst>
          </a:blip>
          <a:stretch xmlns:a="http://schemas.openxmlformats.org/drawingml/2006/main"/>
        </p:blipFill>
        <p:spPr>
          <a:xfrm xmlns:a="http://schemas.openxmlformats.org/drawingml/2006/main">
            <a:off x="11325225" y="6186190"/>
            <a:ext cx="95250" cy="143470"/>
          </a:xfrm>
          <a:prstGeom xmlns:a="http://schemas.openxmlformats.org/drawingml/2006/main" prst="rect">
            <a:avLst/>
          </a:prstGeom>
        </p:spPr>
      </p:pic>
      <p:pic>
        <p:nvPicPr>
          <p:cNvPr id="85" name="comparison-spectrum-lines-1-axis-1-ticklabel-0" descr="f_c">
            <a:extLst xmlns:a="http://schemas.openxmlformats.org/drawingml/2006/main">
              <a:ext uri="{FF2B5EF4-FFF2-40B4-BE49-F238E27FC236}">
                <a16:creationId xmlns:a16="http://schemas.microsoft.com/office/drawing/2014/main" id="{7039ABE6-70C0-46AC-9E50-FD6AE8947A49}"/>
              </a:ext>
            </a:extLst>
          </p:cNvPr>
          <p:cNvPicPr>
            <a:picLocks xmlns:a="http://schemas.openxmlformats.org/drawingml/2006/main" noChangeAspect="1"/>
          </p:cNvPicPr>
          <p:nvPr/>
        </p:nvPicPr>
        <p:blipFill>
          <a:blip xmlns:r="http://schemas.openxmlformats.org/officeDocument/2006/relationships" xmlns:a="http://schemas.openxmlformats.org/drawingml/2006/main" r:embed="R27e9298ffb894d12">
            <a:extLst>
              <a:ext uri="{96DAC541-7B7A-43D3-8B79-37D633B846F1}">
                <ns23:svgBlip xmlns:ns23="http://schemas.microsoft.com/office/drawing/2016/SVG/main" r:embed="rIdMathSvg23"/>
              </a:ext>
            </a:extLst>
          </a:blip>
          <a:stretch xmlns:a="http://schemas.openxmlformats.org/drawingml/2006/main"/>
        </p:blipFill>
        <p:spPr>
          <a:xfrm xmlns:a="http://schemas.openxmlformats.org/drawingml/2006/main">
            <a:off x="10127456" y="6553676"/>
            <a:ext cx="152400" cy="170498"/>
          </a:xfrm>
          <a:prstGeom xmlns:a="http://schemas.openxmlformats.org/drawingml/2006/main" prst="rect">
            <a:avLst/>
          </a:prstGeom>
        </p:spPr>
      </p:pic>
      <p:pic>
        <p:nvPicPr>
          <p:cNvPr id="86" name="fixed-signal-pm-input" descr="s_{\mathrm{PM}}(t)=A_c\cos[2\pi f_ct+k_pm(t)]">
            <a:extLst xmlns:a="http://schemas.openxmlformats.org/drawingml/2006/main">
              <a:ext uri="{FF2B5EF4-FFF2-40B4-BE49-F238E27FC236}">
                <a16:creationId xmlns:a16="http://schemas.microsoft.com/office/drawing/2014/main" id="{22B4F957-DF01-494C-B5E4-402EE4092564}"/>
              </a:ext>
            </a:extLst>
          </p:cNvPr>
          <p:cNvPicPr>
            <a:picLocks xmlns:a="http://schemas.openxmlformats.org/drawingml/2006/main" noChangeAspect="1"/>
          </p:cNvPicPr>
          <p:nvPr/>
        </p:nvPicPr>
        <p:blipFill>
          <a:blip xmlns:r="http://schemas.openxmlformats.org/officeDocument/2006/relationships" xmlns:a="http://schemas.openxmlformats.org/drawingml/2006/main" r:embed="Rb34ac1c47529412c">
            <a:extLst>
              <a:ext uri="{96DAC541-7B7A-43D3-8B79-37D633B846F1}">
                <ns24:svgBlip xmlns:ns24="http://schemas.microsoft.com/office/drawing/2016/SVG/main" r:embed="rIdMathSvg24"/>
              </a:ext>
            </a:extLst>
          </a:blip>
          <a:stretch xmlns:a="http://schemas.openxmlformats.org/drawingml/2006/main"/>
        </p:blipFill>
        <p:spPr>
          <a:xfrm xmlns:a="http://schemas.openxmlformats.org/drawingml/2006/main">
            <a:off x="609600" y="4086479"/>
            <a:ext cx="3912870" cy="255389"/>
          </a:xfrm>
          <a:prstGeom xmlns:a="http://schemas.openxmlformats.org/drawingml/2006/main" prst="rect">
            <a:avLst/>
          </a:prstGeom>
        </p:spPr>
      </p:pic>
      <p:pic>
        <p:nvPicPr>
          <p:cNvPr id="87" name="signal-pm-tone-stable" descr="s_{\mathrm{PM}}(t)=A_c\cos[2\pi f_ct+k_pA_m\cos(2\pi f_mt)]">
            <a:extLst xmlns:a="http://schemas.openxmlformats.org/drawingml/2006/main">
              <a:ext uri="{FF2B5EF4-FFF2-40B4-BE49-F238E27FC236}">
                <a16:creationId xmlns:a16="http://schemas.microsoft.com/office/drawing/2014/main" id="{CE1C65F0-892C-4481-8C4B-B040EE651A75}"/>
              </a:ext>
            </a:extLst>
          </p:cNvPr>
          <p:cNvPicPr>
            <a:picLocks xmlns:a="http://schemas.openxmlformats.org/drawingml/2006/main" noChangeAspect="1"/>
          </p:cNvPicPr>
          <p:nvPr/>
        </p:nvPicPr>
        <p:blipFill>
          <a:blip xmlns:r="http://schemas.openxmlformats.org/officeDocument/2006/relationships" xmlns:a="http://schemas.openxmlformats.org/drawingml/2006/main" r:embed="Re6530e1d07f14343">
            <a:extLst>
              <a:ext uri="{96DAC541-7B7A-43D3-8B79-37D633B846F1}">
                <ns25:svgBlip xmlns:ns25="http://schemas.microsoft.com/office/drawing/2016/SVG/main" r:embed="rIdMathSvg25"/>
              </a:ext>
            </a:extLst>
          </a:blip>
          <a:stretch xmlns:a="http://schemas.openxmlformats.org/drawingml/2006/main"/>
        </p:blipFill>
        <p:spPr>
          <a:xfrm xmlns:a="http://schemas.openxmlformats.org/drawingml/2006/main">
            <a:off x="609600" y="4085651"/>
            <a:ext cx="5126355" cy="256937"/>
          </a:xfrm>
          <a:prstGeom xmlns:a="http://schemas.openxmlformats.org/drawingml/2006/main" prst="rect">
            <a:avLst/>
          </a:prstGeom>
        </p:spPr>
      </p:pic>
      <p:pic>
        <p:nvPicPr>
          <p:cNvPr id="88" name="signal-pm-tone-moving0" descr="s_{\mathrm{PM}}(t)=A_c\cos[2\pi f_ct+k_pA_m\cos(2\pi f_mt)]">
            <a:extLst xmlns:a="http://schemas.openxmlformats.org/drawingml/2006/main">
              <a:ext uri="{FF2B5EF4-FFF2-40B4-BE49-F238E27FC236}">
                <a16:creationId xmlns:a16="http://schemas.microsoft.com/office/drawing/2014/main" id="{7049DB26-751C-4B3E-9C1A-A08BDB4DB4E7}"/>
              </a:ext>
            </a:extLst>
          </p:cNvPr>
          <p:cNvPicPr>
            <a:picLocks xmlns:a="http://schemas.openxmlformats.org/drawingml/2006/main" noChangeAspect="1"/>
          </p:cNvPicPr>
          <p:nvPr/>
        </p:nvPicPr>
        <p:blipFill>
          <a:blip xmlns:r="http://schemas.openxmlformats.org/officeDocument/2006/relationships" xmlns:a="http://schemas.openxmlformats.org/drawingml/2006/main" r:embed="Rf5d34db283f543ea">
            <a:extLst>
              <a:ext uri="{96DAC541-7B7A-43D3-8B79-37D633B846F1}">
                <ns26:svgBlip xmlns:ns26="http://schemas.microsoft.com/office/drawing/2016/SVG/main" r:embed="rIdMathSvg26"/>
              </a:ext>
            </a:extLst>
          </a:blip>
          <a:stretch xmlns:a="http://schemas.openxmlformats.org/drawingml/2006/main"/>
        </p:blipFill>
        <p:spPr>
          <a:xfrm xmlns:a="http://schemas.openxmlformats.org/drawingml/2006/main">
            <a:off x="609600" y="4085651"/>
            <a:ext cx="5126355" cy="256937"/>
          </a:xfrm>
          <a:prstGeom xmlns:a="http://schemas.openxmlformats.org/drawingml/2006/main" prst="rect">
            <a:avLst/>
          </a:prstGeom>
        </p:spPr>
      </p:pic>
      <p:pic>
        <p:nvPicPr>
          <p:cNvPr id="89" name="signal-pm-sine-stable" descr="s_{\mathrm{PM}}(t)=A_c\cos[2\pi f_ct+\beta_p\sin(2\pi f_mt+\pi/2)]">
            <a:extLst xmlns:a="http://schemas.openxmlformats.org/drawingml/2006/main">
              <a:ext uri="{FF2B5EF4-FFF2-40B4-BE49-F238E27FC236}">
                <a16:creationId xmlns:a16="http://schemas.microsoft.com/office/drawing/2014/main" id="{B52140AE-46F7-41A9-94FC-1155B51B3B94}"/>
              </a:ext>
            </a:extLst>
          </p:cNvPr>
          <p:cNvPicPr>
            <a:picLocks xmlns:a="http://schemas.openxmlformats.org/drawingml/2006/main" noChangeAspect="1"/>
          </p:cNvPicPr>
          <p:nvPr/>
        </p:nvPicPr>
        <p:blipFill>
          <a:blip xmlns:r="http://schemas.openxmlformats.org/officeDocument/2006/relationships" xmlns:a="http://schemas.openxmlformats.org/drawingml/2006/main" r:embed="Rfa05d27b3b5a4e79">
            <a:extLst>
              <a:ext uri="{96DAC541-7B7A-43D3-8B79-37D633B846F1}">
                <ns27:svgBlip xmlns:ns27="http://schemas.microsoft.com/office/drawing/2016/SVG/main" r:embed="rIdMathSvg27"/>
              </a:ext>
            </a:extLst>
          </a:blip>
          <a:stretch xmlns:a="http://schemas.openxmlformats.org/drawingml/2006/main"/>
        </p:blipFill>
        <p:spPr>
          <a:xfrm xmlns:a="http://schemas.openxmlformats.org/drawingml/2006/main">
            <a:off x="609600" y="4085754"/>
            <a:ext cx="5497830" cy="255389"/>
          </a:xfrm>
          <a:prstGeom xmlns:a="http://schemas.openxmlformats.org/drawingml/2006/main" prst="rect">
            <a:avLst/>
          </a:prstGeom>
        </p:spPr>
      </p:pic>
      <p:pic>
        <p:nvPicPr>
          <p:cNvPr id="90" name="signal-pm-sine-moving0" descr="s_{\mathrm{PM}}(t)=A_c\cos[2\pi f_ct+\beta_p\sin(2\pi f_mt+\pi/2)]">
            <a:extLst xmlns:a="http://schemas.openxmlformats.org/drawingml/2006/main">
              <a:ext uri="{FF2B5EF4-FFF2-40B4-BE49-F238E27FC236}">
                <a16:creationId xmlns:a16="http://schemas.microsoft.com/office/drawing/2014/main" id="{7FF400DE-45B7-49B1-8A69-7D143809E6C6}"/>
              </a:ext>
            </a:extLst>
          </p:cNvPr>
          <p:cNvPicPr>
            <a:picLocks xmlns:a="http://schemas.openxmlformats.org/drawingml/2006/main" noChangeAspect="1"/>
          </p:cNvPicPr>
          <p:nvPr/>
        </p:nvPicPr>
        <p:blipFill>
          <a:blip xmlns:r="http://schemas.openxmlformats.org/officeDocument/2006/relationships" xmlns:a="http://schemas.openxmlformats.org/drawingml/2006/main" r:embed="R47ae8ed31ffb47dd">
            <a:extLst>
              <a:ext uri="{96DAC541-7B7A-43D3-8B79-37D633B846F1}">
                <ns28:svgBlip xmlns:ns28="http://schemas.microsoft.com/office/drawing/2016/SVG/main" r:embed="rIdMathSvg28"/>
              </a:ext>
            </a:extLst>
          </a:blip>
          <a:stretch xmlns:a="http://schemas.openxmlformats.org/drawingml/2006/main"/>
        </p:blipFill>
        <p:spPr>
          <a:xfrm xmlns:a="http://schemas.openxmlformats.org/drawingml/2006/main">
            <a:off x="609600" y="4085754"/>
            <a:ext cx="5497830" cy="255389"/>
          </a:xfrm>
          <a:prstGeom xmlns:a="http://schemas.openxmlformats.org/drawingml/2006/main" prst="rect">
            <a:avLst/>
          </a:prstGeom>
        </p:spPr>
      </p:pic>
      <p:pic>
        <p:nvPicPr>
          <p:cNvPr id="91" name="signal-pm-expanded-moving0" descr="s_{\mathrm{PM}}(t)=A_c\sum_{n=-\infty}^{\infty}J_n(\beta_p)\cos[2\pi f_ct+n(2\pi f_mt+\pi/2)]">
            <a:extLst xmlns:a="http://schemas.openxmlformats.org/drawingml/2006/main">
              <a:ext uri="{FF2B5EF4-FFF2-40B4-BE49-F238E27FC236}">
                <a16:creationId xmlns:a16="http://schemas.microsoft.com/office/drawing/2014/main" id="{7394A512-3BA3-485B-99C1-709C8989F4D8}"/>
              </a:ext>
            </a:extLst>
          </p:cNvPr>
          <p:cNvPicPr>
            <a:picLocks xmlns:a="http://schemas.openxmlformats.org/drawingml/2006/main" noChangeAspect="1"/>
          </p:cNvPicPr>
          <p:nvPr/>
        </p:nvPicPr>
        <p:blipFill>
          <a:blip xmlns:r="http://schemas.openxmlformats.org/officeDocument/2006/relationships" xmlns:a="http://schemas.openxmlformats.org/drawingml/2006/main" r:embed="Re43c1be94960476d">
            <a:extLst>
              <a:ext uri="{96DAC541-7B7A-43D3-8B79-37D633B846F1}">
                <ns29:svgBlip xmlns:ns29="http://schemas.microsoft.com/office/drawing/2016/SVG/main" r:embed="rIdMathSvg29"/>
              </a:ext>
            </a:extLst>
          </a:blip>
          <a:stretch xmlns:a="http://schemas.openxmlformats.org/drawingml/2006/main"/>
        </p:blipFill>
        <p:spPr>
          <a:xfrm xmlns:a="http://schemas.openxmlformats.org/drawingml/2006/main">
            <a:off x="609600" y="4070493"/>
            <a:ext cx="6810375" cy="308015"/>
          </a:xfrm>
          <a:prstGeom xmlns:a="http://schemas.openxmlformats.org/drawingml/2006/main" prst="rect">
            <a:avLst/>
          </a:prstGeom>
        </p:spPr>
      </p:pic>
      <p:pic>
        <p:nvPicPr>
          <p:cNvPr id="92" name="signal-pm-expanded-moving1" descr="s_{\mathrm{PM}}(t)=A_c\sum_{n=-\infty}^{\infty}J_n(\beta_p)\cos[2\pi f_ct+n(2\pi f_mt+\pi/2)]">
            <a:extLst xmlns:a="http://schemas.openxmlformats.org/drawingml/2006/main">
              <a:ext uri="{FF2B5EF4-FFF2-40B4-BE49-F238E27FC236}">
                <a16:creationId xmlns:a16="http://schemas.microsoft.com/office/drawing/2014/main" id="{A7A3BA72-B748-4C91-BA28-4E55CB54B26B}"/>
              </a:ext>
            </a:extLst>
          </p:cNvPr>
          <p:cNvPicPr>
            <a:picLocks xmlns:a="http://schemas.openxmlformats.org/drawingml/2006/main" noChangeAspect="1"/>
          </p:cNvPicPr>
          <p:nvPr/>
        </p:nvPicPr>
        <p:blipFill>
          <a:blip xmlns:r="http://schemas.openxmlformats.org/officeDocument/2006/relationships" xmlns:a="http://schemas.openxmlformats.org/drawingml/2006/main" r:embed="Rd61e178929b34dad">
            <a:extLst>
              <a:ext uri="{96DAC541-7B7A-43D3-8B79-37D633B846F1}">
                <ns30:svgBlip xmlns:ns30="http://schemas.microsoft.com/office/drawing/2016/SVG/main" r:embed="rIdMathSvg30"/>
              </a:ext>
            </a:extLst>
          </a:blip>
          <a:stretch xmlns:a="http://schemas.openxmlformats.org/drawingml/2006/main"/>
        </p:blipFill>
        <p:spPr>
          <a:xfrm xmlns:a="http://schemas.openxmlformats.org/drawingml/2006/main">
            <a:off x="609600" y="4070493"/>
            <a:ext cx="6810375" cy="308015"/>
          </a:xfrm>
          <a:prstGeom xmlns:a="http://schemas.openxmlformats.org/drawingml/2006/main" prst="rect">
            <a:avLst/>
          </a:prstGeom>
        </p:spPr>
      </p:pic>
      <p:pic>
        <p:nvPicPr>
          <p:cNvPr id="93" name="signal-main-stable" descr="s_{\mathrm{PM}}(t)=A_c\sum_{n=-\infty}^{\infty}J_n(\beta_p)\cos[2\pi(f_c+nf_m)t+n\pi/2]">
            <a:extLst xmlns:a="http://schemas.openxmlformats.org/drawingml/2006/main">
              <a:ext uri="{FF2B5EF4-FFF2-40B4-BE49-F238E27FC236}">
                <a16:creationId xmlns:a16="http://schemas.microsoft.com/office/drawing/2014/main" id="{BA9DDCE3-7DDA-43BD-B8BD-BCA2C4AFE872}"/>
              </a:ext>
            </a:extLst>
          </p:cNvPr>
          <p:cNvPicPr>
            <a:picLocks xmlns:a="http://schemas.openxmlformats.org/drawingml/2006/main" noChangeAspect="1"/>
          </p:cNvPicPr>
          <p:nvPr/>
        </p:nvPicPr>
        <p:blipFill>
          <a:blip xmlns:r="http://schemas.openxmlformats.org/officeDocument/2006/relationships" xmlns:a="http://schemas.openxmlformats.org/drawingml/2006/main" r:embed="R7c70e936e28f4f98">
            <a:extLst>
              <a:ext uri="{96DAC541-7B7A-43D3-8B79-37D633B846F1}">
                <ns31:svgBlip xmlns:ns31="http://schemas.microsoft.com/office/drawing/2016/SVG/main" r:embed="rIdMathSvg31"/>
              </a:ext>
            </a:extLst>
          </a:blip>
          <a:stretch xmlns:a="http://schemas.openxmlformats.org/drawingml/2006/main"/>
        </p:blipFill>
        <p:spPr>
          <a:xfrm xmlns:a="http://schemas.openxmlformats.org/drawingml/2006/main">
            <a:off x="609600" y="4070168"/>
            <a:ext cx="6562725" cy="308015"/>
          </a:xfrm>
          <a:prstGeom xmlns:a="http://schemas.openxmlformats.org/drawingml/2006/main" prst="rect">
            <a:avLst/>
          </a:prstGeom>
        </p:spPr>
      </p:pic>
      <p:pic>
        <p:nvPicPr>
          <p:cNvPr id="94" name="signal-main-moving0" descr="s_{\mathrm{PM}}(t)=A_c\sum_{n=-\infty}^{\infty}J_n(\beta_p)\cos[2\pi(f_c+nf_m)t+n\pi/2]">
            <a:extLst xmlns:a="http://schemas.openxmlformats.org/drawingml/2006/main">
              <a:ext uri="{FF2B5EF4-FFF2-40B4-BE49-F238E27FC236}">
                <a16:creationId xmlns:a16="http://schemas.microsoft.com/office/drawing/2014/main" id="{C41CCC83-2AFF-4998-A3E5-28E521C197E4}"/>
              </a:ext>
            </a:extLst>
          </p:cNvPr>
          <p:cNvPicPr>
            <a:picLocks xmlns:a="http://schemas.openxmlformats.org/drawingml/2006/main" noChangeAspect="1"/>
          </p:cNvPicPr>
          <p:nvPr/>
        </p:nvPicPr>
        <p:blipFill>
          <a:blip xmlns:r="http://schemas.openxmlformats.org/officeDocument/2006/relationships" xmlns:a="http://schemas.openxmlformats.org/drawingml/2006/main" r:embed="R9d72159090644bc8">
            <a:extLst>
              <a:ext uri="{96DAC541-7B7A-43D3-8B79-37D633B846F1}">
                <ns32:svgBlip xmlns:ns32="http://schemas.microsoft.com/office/drawing/2016/SVG/main" r:embed="rIdMathSvg32"/>
              </a:ext>
            </a:extLst>
          </a:blip>
          <a:stretch xmlns:a="http://schemas.openxmlformats.org/drawingml/2006/main"/>
        </p:blipFill>
        <p:spPr>
          <a:xfrm xmlns:a="http://schemas.openxmlformats.org/drawingml/2006/main">
            <a:off x="609600" y="4070168"/>
            <a:ext cx="6562725" cy="308015"/>
          </a:xfrm>
          <a:prstGeom xmlns:a="http://schemas.openxmlformats.org/drawingml/2006/main" prst="rect">
            <a:avLst/>
          </a:prstGeom>
        </p:spPr>
      </p:pic>
      <p:pic>
        <p:nvPicPr>
          <p:cNvPr id="95" name="signal-main-moving1" descr="s_{\mathrm{PM}}(t)=A_c\sum_{n=-\infty}^{\infty}J_n(\beta_p)\cos[2\pi(f_c+nf_m)t+n\pi/2]">
            <a:extLst xmlns:a="http://schemas.openxmlformats.org/drawingml/2006/main">
              <a:ext uri="{FF2B5EF4-FFF2-40B4-BE49-F238E27FC236}">
                <a16:creationId xmlns:a16="http://schemas.microsoft.com/office/drawing/2014/main" id="{663E50DE-0CAF-40B8-A54D-28D850ED7BF6}"/>
              </a:ext>
            </a:extLst>
          </p:cNvPr>
          <p:cNvPicPr>
            <a:picLocks xmlns:a="http://schemas.openxmlformats.org/drawingml/2006/main" noChangeAspect="1"/>
          </p:cNvPicPr>
          <p:nvPr/>
        </p:nvPicPr>
        <p:blipFill>
          <a:blip xmlns:r="http://schemas.openxmlformats.org/officeDocument/2006/relationships" xmlns:a="http://schemas.openxmlformats.org/drawingml/2006/main" r:embed="R9ec377f8d6bc4050">
            <a:extLst>
              <a:ext uri="{96DAC541-7B7A-43D3-8B79-37D633B846F1}">
                <ns33:svgBlip xmlns:ns33="http://schemas.microsoft.com/office/drawing/2016/SVG/main" r:embed="rIdMathSvg33"/>
              </a:ext>
            </a:extLst>
          </a:blip>
          <a:stretch xmlns:a="http://schemas.openxmlformats.org/drawingml/2006/main"/>
        </p:blipFill>
        <p:spPr>
          <a:xfrm xmlns:a="http://schemas.openxmlformats.org/drawingml/2006/main">
            <a:off x="609600" y="4070168"/>
            <a:ext cx="6562725" cy="308015"/>
          </a:xfrm>
          <a:prstGeom xmlns:a="http://schemas.openxmlformats.org/drawingml/2006/main" prst="rect">
            <a:avLst/>
          </a:prstGeom>
        </p:spPr>
      </p:pic>
      <p:sp>
        <p:nvSpPr>
          <p:cNvPr id="96" name="math-flight-7-origin">
            <a:extLst xmlns:a="http://schemas.openxmlformats.org/drawingml/2006/main">
              <a:ext uri="{FF2B5EF4-FFF2-40B4-BE49-F238E27FC236}">
                <a16:creationId xmlns:a16="http://schemas.microsoft.com/office/drawing/2014/main" id="{F0036A15-322F-4BCC-9881-7D4B6B34BD48}"/>
              </a:ext>
            </a:extLst>
          </p:cNvPr>
          <p:cNvSpPr>
            <a:spLocks xmlns:a="http://schemas.openxmlformats.org/drawingml/2006/main" noGrp="1"/>
          </p:cNvSpPr>
          <p:nvPr/>
        </p:nvSpPr>
        <p:spPr>
          <a:xfrm xmlns:a="http://schemas.openxmlformats.org/drawingml/2006/main">
            <a:off x="9770154" y="2058174"/>
            <a:ext cx="1716247" cy="246102"/>
          </a:xfrm>
          <a:prstGeom xmlns:a="http://schemas.openxmlformats.org/drawingml/2006/main" prst="rect">
            <a:avLst/>
          </a:prstGeom>
          <a:noFill xmlns:a="http://schemas.openxmlformats.org/drawingml/2006/main"/>
          <a:ln xmlns:a="http://schemas.openxmlformats.org/drawingml/2006/main" w="0">
            <a:noFill/>
          </a:ln>
        </p:spPr>
      </p:sp>
      <p:pic>
        <p:nvPicPr>
          <p:cNvPr id="97" name="math-flight-7" descr="A_m\cos(2\pi f_mt)">
            <a:extLst xmlns:a="http://schemas.openxmlformats.org/drawingml/2006/main">
              <a:ext uri="{FF2B5EF4-FFF2-40B4-BE49-F238E27FC236}">
                <a16:creationId xmlns:a16="http://schemas.microsoft.com/office/drawing/2014/main" id="{672D316C-AEF8-4BC5-8812-5E02D64E0452}"/>
              </a:ext>
            </a:extLst>
          </p:cNvPr>
          <p:cNvPicPr>
            <a:picLocks xmlns:a="http://schemas.openxmlformats.org/drawingml/2006/main" noChangeAspect="1"/>
          </p:cNvPicPr>
          <p:nvPr/>
        </p:nvPicPr>
        <p:blipFill>
          <a:blip xmlns:r="http://schemas.openxmlformats.org/officeDocument/2006/relationships" xmlns:a="http://schemas.openxmlformats.org/drawingml/2006/main" r:embed="R3b13d9fc2af247f9">
            <a:extLst>
              <a:ext uri="{96DAC541-7B7A-43D3-8B79-37D633B846F1}">
                <ns34:svgBlip xmlns:ns34="http://schemas.microsoft.com/office/drawing/2016/SVG/main" r:embed="rIdMathSvg34"/>
              </a:ext>
            </a:extLst>
          </a:blip>
          <a:stretch xmlns:a="http://schemas.openxmlformats.org/drawingml/2006/main"/>
        </p:blipFill>
        <p:spPr>
          <a:xfrm xmlns:a="http://schemas.openxmlformats.org/drawingml/2006/main">
            <a:off x="3900459" y="4086101"/>
            <a:ext cx="1728438" cy="248250"/>
          </a:xfrm>
          <a:prstGeom xmlns:a="http://schemas.openxmlformats.org/drawingml/2006/main" prst="rect">
            <a:avLst/>
          </a:prstGeom>
        </p:spPr>
      </p:pic>
      <p:sp>
        <p:nvSpPr>
          <p:cNvPr id="98" name="math-flight-8-origin">
            <a:extLst xmlns:a="http://schemas.openxmlformats.org/drawingml/2006/main">
              <a:ext uri="{FF2B5EF4-FFF2-40B4-BE49-F238E27FC236}">
                <a16:creationId xmlns:a16="http://schemas.microsoft.com/office/drawing/2014/main" id="{6DE47276-B41C-409F-91A8-8E3454F9F216}"/>
              </a:ext>
            </a:extLst>
          </p:cNvPr>
          <p:cNvSpPr>
            <a:spLocks xmlns:a="http://schemas.openxmlformats.org/drawingml/2006/main" noGrp="1"/>
          </p:cNvSpPr>
          <p:nvPr/>
        </p:nvSpPr>
        <p:spPr>
          <a:xfrm xmlns:a="http://schemas.openxmlformats.org/drawingml/2006/main">
            <a:off x="3731198" y="4672757"/>
            <a:ext cx="2459943" cy="265212"/>
          </a:xfrm>
          <a:prstGeom xmlns:a="http://schemas.openxmlformats.org/drawingml/2006/main" prst="rect">
            <a:avLst/>
          </a:prstGeom>
          <a:noFill xmlns:a="http://schemas.openxmlformats.org/drawingml/2006/main"/>
          <a:ln xmlns:a="http://schemas.openxmlformats.org/drawingml/2006/main" w="0">
            <a:noFill/>
          </a:ln>
        </p:spPr>
      </p:sp>
      <p:pic>
        <p:nvPicPr>
          <p:cNvPr id="99" name="math-flight-8" descr="\beta_p\sin(2\pi f_mt+\pi/2)">
            <a:extLst xmlns:a="http://schemas.openxmlformats.org/drawingml/2006/main">
              <a:ext uri="{FF2B5EF4-FFF2-40B4-BE49-F238E27FC236}">
                <a16:creationId xmlns:a16="http://schemas.microsoft.com/office/drawing/2014/main" id="{03A8823F-59F7-4038-B324-DA32EED5599F}"/>
              </a:ext>
            </a:extLst>
          </p:cNvPr>
          <p:cNvPicPr>
            <a:picLocks xmlns:a="http://schemas.openxmlformats.org/drawingml/2006/main" noChangeAspect="1"/>
          </p:cNvPicPr>
          <p:nvPr/>
        </p:nvPicPr>
        <p:blipFill>
          <a:blip xmlns:r="http://schemas.openxmlformats.org/officeDocument/2006/relationships" xmlns:a="http://schemas.openxmlformats.org/drawingml/2006/main" r:embed="R72c476468b024b01">
            <a:extLst>
              <a:ext uri="{96DAC541-7B7A-43D3-8B79-37D633B846F1}">
                <ns35:svgBlip xmlns:ns35="http://schemas.microsoft.com/office/drawing/2016/SVG/main" r:embed="rIdMathSvg35"/>
              </a:ext>
            </a:extLst>
          </a:blip>
          <a:stretch xmlns:a="http://schemas.openxmlformats.org/drawingml/2006/main"/>
        </p:blipFill>
        <p:spPr>
          <a:xfrm xmlns:a="http://schemas.openxmlformats.org/drawingml/2006/main">
            <a:off x="3631841" y="4085754"/>
            <a:ext cx="2365058" cy="255389"/>
          </a:xfrm>
          <a:prstGeom xmlns:a="http://schemas.openxmlformats.org/drawingml/2006/main" prst="rect">
            <a:avLst/>
          </a:prstGeom>
        </p:spPr>
      </p:pic>
    </p:spTree>
    <p:extLst>
      <p:ext uri="{BB962C8B-B14F-4D97-AF65-F5344CB8AC3E}">
        <p14:creationId xmlns:p14="http://schemas.microsoft.com/office/powerpoint/2010/main" val="146144279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400"/>
                                        <p:tgtEl>
                                          <p:spTgt spid="69"/>
                                        </p:tgtEl>
                                      </p:cBhvr>
                                    </p:animEffect>
                                  </p:childTnLst>
                                </p:cTn>
                              </p:par>
                              <p:par>
                                <p:cTn id="8" presetID="10" presetClass="entr" presetSubtype="0" fill="hold" nodeType="withEffect">
                                  <p:stCondLst>
                                    <p:cond delay="700"/>
                                  </p:stCondLst>
                                  <p:childTnLst>
                                    <p:set>
                                      <p:cBhvr>
                                        <p:cTn id="9" dur="1" fill="hold">
                                          <p:stCondLst>
                                            <p:cond delay="0"/>
                                          </p:stCondLst>
                                        </p:cTn>
                                        <p:tgtEl>
                                          <p:spTgt spid="70"/>
                                        </p:tgtEl>
                                        <p:attrNameLst>
                                          <p:attrName>style.visibility</p:attrName>
                                        </p:attrNameLst>
                                      </p:cBhvr>
                                      <p:to>
                                        <p:strVal val="visible"/>
                                      </p:to>
                                    </p:set>
                                    <p:animEffect transition="in" filter="fade">
                                      <p:cBhvr>
                                        <p:cTn id="10" dur="220"/>
                                        <p:tgtEl>
                                          <p:spTgt spid="70"/>
                                        </p:tgtEl>
                                      </p:cBhvr>
                                    </p:animEffect>
                                  </p:childTnLst>
                                </p:cTn>
                              </p:par>
                              <p:par>
                                <p:cTn id="11" presetID="10" presetClass="exit" presetSubtype="0" fill="hold" nodeType="withEffect">
                                  <p:stCondLst>
                                    <p:cond delay="0"/>
                                  </p:stCondLst>
                                  <p:childTnLst>
                                    <p:animEffect transition="out" filter="fade">
                                      <p:cBhvr>
                                        <p:cTn id="178" dur="200" fill="hold">
                                          <p:stCondLst>
                                            <p:cond delay="700"/>
                                          </p:stCondLst>
                                        </p:cTn>
                                        <p:tgtEl>
                                          <p:spTgt spid="68"/>
                                        </p:tgtEl>
                                      </p:cBhvr>
                                    </p:animEffect>
                                    <p:set>
                                      <p:cBhvr>
                                        <p:cTn id="179" dur="1" fill="hold">
                                          <p:stCondLst>
                                            <p:cond delay="900"/>
                                          </p:stCondLst>
                                        </p:cTn>
                                        <p:tgtEl>
                                          <p:spTgt spid="68"/>
                                        </p:tgtEl>
                                        <p:attrNameLst>
                                          <p:attrName>style.visibility</p:attrName>
                                        </p:attrNameLst>
                                      </p:cBhvr>
                                      <p:to>
                                        <p:strVal val="hidden"/>
                                      </p:to>
                                    </p:set>
                                  </p:childTnLst>
                                </p:cTn>
                              </p:par>
                              <p:par>
                                <p:cTn id="12" presetID="10" presetClass="entr" presetSubtype="0" fill="hold" nodeType="withEffect">
                                  <p:stCondLst>
                                    <p:cond delay="700"/>
                                  </p:stCondLst>
                                  <p:childTnLst>
                                    <p:set>
                                      <p:cBhvr>
                                        <p:cTn id="13" dur="1" fill="hold">
                                          <p:stCondLst>
                                            <p:cond delay="0"/>
                                          </p:stCondLst>
                                        </p:cTn>
                                        <p:tgtEl>
                                          <p:spTgt spid="87"/>
                                        </p:tgtEl>
                                        <p:attrNameLst>
                                          <p:attrName>style.visibility</p:attrName>
                                        </p:attrNameLst>
                                      </p:cBhvr>
                                      <p:to>
                                        <p:strVal val="visible"/>
                                      </p:to>
                                    </p:set>
                                  </p:childTnLst>
                                </p:cTn>
                              </p:par>
                              <p:par>
                                <p:cTn id="15" presetID="10" presetClass="entr" presetSubtype="0" fill="hold" nodeType="withEffect">
                                  <p:stCondLst>
                                    <p:cond delay="700"/>
                                  </p:stCondLst>
                                  <p:childTnLst>
                                    <p:set>
                                      <p:cBhvr>
                                        <p:cTn id="16" dur="1" fill="hold">
                                          <p:stCondLst>
                                            <p:cond delay="0"/>
                                          </p:stCondLst>
                                        </p:cTn>
                                        <p:tgtEl>
                                          <p:spTgt spid="88"/>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97"/>
                                        </p:tgtEl>
                                        <p:attrNameLst>
                                          <p:attrName>style.visibility</p:attrName>
                                        </p:attrNameLst>
                                      </p:cBhvr>
                                      <p:to>
                                        <p:strVal val="visible"/>
                                      </p:to>
                                    </p:set>
                                    <p:animMotion origin="layout" pathEditMode="relative" path="M 0.48093828 -0.29585900 L 0.00000000 0.00000000 E">
                                      <p:cBhvr>
                                        <p:cTn id="21" dur="700" fill="hold"/>
                                        <p:tgtEl>
                                          <p:spTgt spid="97"/>
                                        </p:tgtEl>
                                        <p:attrNameLst>
                                          <p:attrName>ppt_x</p:attrName>
                                          <p:attrName>ppt_y</p:attrName>
                                        </p:attrNameLst>
                                      </p:cBhvr>
                                    </p:animMotion>
                                    <p:animScale zoomContents="1">
                                      <p:cBhvr>
                                        <p:cTn id="22" dur="700" fill="hold"/>
                                        <p:tgtEl>
                                          <p:spTgt spid="97"/>
                                        </p:tgtEl>
                                      </p:cBhvr>
                                      <p:from x="99295" y="99135"/>
                                      <p:to x="100000" y="100000"/>
                                    </p:animScale>
                                  </p:childTnLst>
                                </p:cTn>
                              </p:par>
                              <p:par>
                                <p:cTn id="23" presetID="10" presetClass="exit" presetSubtype="0" fill="hold" nodeType="withEffect">
                                  <p:stCondLst>
                                    <p:cond delay="0"/>
                                  </p:stCondLst>
                                  <p:childTnLst>
                                    <p:animEffect transition="out" filter="fade">
                                      <p:cBhvr>
                                        <p:cTn id="200" dur="200" fill="hold">
                                          <p:stCondLst>
                                            <p:cond delay="700"/>
                                          </p:stCondLst>
                                        </p:cTn>
                                        <p:tgtEl>
                                          <p:spTgt spid="97"/>
                                        </p:tgtEl>
                                      </p:cBhvr>
                                    </p:animEffect>
                                    <p:set>
                                      <p:cBhvr>
                                        <p:cTn id="201" dur="1" fill="hold">
                                          <p:stCondLst>
                                            <p:cond delay="900"/>
                                          </p:stCondLst>
                                        </p:cTn>
                                        <p:tgtEl>
                                          <p:spTgt spid="9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1"/>
                                        </p:tgtEl>
                                        <p:attrNameLst>
                                          <p:attrName>style.visibility</p:attrName>
                                        </p:attrNameLst>
                                      </p:cBhvr>
                                      <p:to>
                                        <p:strVal val="visible"/>
                                      </p:to>
                                    </p:set>
                                    <p:animEffect transition="in" filter="fade">
                                      <p:cBhvr>
                                        <p:cTn id="28" dur="400"/>
                                        <p:tgtEl>
                                          <p:spTgt spid="7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700"/>
                                  </p:stCondLst>
                                  <p:childTnLst>
                                    <p:set>
                                      <p:cBhvr>
                                        <p:cTn id="32" dur="1" fill="hold">
                                          <p:stCondLst>
                                            <p:cond delay="0"/>
                                          </p:stCondLst>
                                        </p:cTn>
                                        <p:tgtEl>
                                          <p:spTgt spid="72"/>
                                        </p:tgtEl>
                                        <p:attrNameLst>
                                          <p:attrName>style.visibility</p:attrName>
                                        </p:attrNameLst>
                                      </p:cBhvr>
                                      <p:to>
                                        <p:strVal val="visible"/>
                                      </p:to>
                                    </p:set>
                                    <p:animEffect transition="in" filter="fade">
                                      <p:cBhvr>
                                        <p:cTn id="33" dur="220"/>
                                        <p:tgtEl>
                                          <p:spTgt spid="72"/>
                                        </p:tgtEl>
                                      </p:cBhvr>
                                    </p:animEffect>
                                  </p:childTnLst>
                                </p:cTn>
                              </p:par>
                              <p:par>
                                <p:cTn id="34" presetID="10" presetClass="exit" presetSubtype="0" fill="hold" nodeType="withEffect">
                                  <p:stCondLst>
                                    <p:cond delay="0"/>
                                  </p:stCondLst>
                                  <p:childTnLst>
                                    <p:animEffect transition="out" filter="fade">
                                      <p:cBhvr>
                                        <p:cTn id="180" dur="200" fill="hold">
                                          <p:stCondLst>
                                            <p:cond delay="700"/>
                                          </p:stCondLst>
                                        </p:cTn>
                                        <p:tgtEl>
                                          <p:spTgt spid="70"/>
                                        </p:tgtEl>
                                      </p:cBhvr>
                                    </p:animEffect>
                                    <p:set>
                                      <p:cBhvr>
                                        <p:cTn id="181" dur="1" fill="hold">
                                          <p:stCondLst>
                                            <p:cond delay="900"/>
                                          </p:stCondLst>
                                        </p:cTn>
                                        <p:tgtEl>
                                          <p:spTgt spid="70"/>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188" dur="200" fill="hold">
                                          <p:stCondLst>
                                            <p:cond delay="700"/>
                                          </p:stCondLst>
                                        </p:cTn>
                                        <p:tgtEl>
                                          <p:spTgt spid="87"/>
                                        </p:tgtEl>
                                      </p:cBhvr>
                                    </p:animEffect>
                                    <p:set>
                                      <p:cBhvr>
                                        <p:cTn id="189" dur="1" fill="hold">
                                          <p:stCondLst>
                                            <p:cond delay="900"/>
                                          </p:stCondLst>
                                        </p:cTn>
                                        <p:tgtEl>
                                          <p:spTgt spid="87"/>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190" dur="200" fill="hold">
                                          <p:stCondLst>
                                            <p:cond delay="700"/>
                                          </p:stCondLst>
                                        </p:cTn>
                                        <p:tgtEl>
                                          <p:spTgt spid="88"/>
                                        </p:tgtEl>
                                      </p:cBhvr>
                                    </p:animEffect>
                                    <p:set>
                                      <p:cBhvr>
                                        <p:cTn id="191" dur="1" fill="hold">
                                          <p:stCondLst>
                                            <p:cond delay="900"/>
                                          </p:stCondLst>
                                        </p:cTn>
                                        <p:tgtEl>
                                          <p:spTgt spid="88"/>
                                        </p:tgtEl>
                                        <p:attrNameLst>
                                          <p:attrName>style.visibility</p:attrName>
                                        </p:attrNameLst>
                                      </p:cBhvr>
                                      <p:to>
                                        <p:strVal val="hidden"/>
                                      </p:to>
                                    </p:set>
                                  </p:childTnLst>
                                </p:cTn>
                              </p:par>
                              <p:par>
                                <p:cTn id="37" presetID="10" presetClass="entr" presetSubtype="0" fill="hold" nodeType="withEffect">
                                  <p:stCondLst>
                                    <p:cond delay="700"/>
                                  </p:stCondLst>
                                  <p:childTnLst>
                                    <p:set>
                                      <p:cBhvr>
                                        <p:cTn id="38" dur="1" fill="hold">
                                          <p:stCondLst>
                                            <p:cond delay="0"/>
                                          </p:stCondLst>
                                        </p:cTn>
                                        <p:tgtEl>
                                          <p:spTgt spid="89"/>
                                        </p:tgtEl>
                                        <p:attrNameLst>
                                          <p:attrName>style.visibility</p:attrName>
                                        </p:attrNameLst>
                                      </p:cBhvr>
                                      <p:to>
                                        <p:strVal val="visible"/>
                                      </p:to>
                                    </p:set>
                                  </p:childTnLst>
                                </p:cTn>
                              </p:par>
                              <p:par>
                                <p:cTn id="40" presetID="10" presetClass="entr" presetSubtype="0" fill="hold" nodeType="withEffect">
                                  <p:stCondLst>
                                    <p:cond delay="700"/>
                                  </p:stCondLst>
                                  <p:childTnLst>
                                    <p:set>
                                      <p:cBhvr>
                                        <p:cTn id="41" dur="1" fill="hold">
                                          <p:stCondLst>
                                            <p:cond delay="0"/>
                                          </p:stCondLst>
                                        </p:cTn>
                                        <p:tgtEl>
                                          <p:spTgt spid="90"/>
                                        </p:tgtEl>
                                        <p:attrNameLst>
                                          <p:attrName>style.visibility</p:attrName>
                                        </p:attrNameLst>
                                      </p:cBhvr>
                                      <p:to>
                                        <p:strVal val="visible"/>
                                      </p:to>
                                    </p:set>
                                  </p:childTnLst>
                                </p:cTn>
                              </p:par>
                              <p:par>
                                <p:cTn id="43" presetID="10" presetClass="entr" presetSubtype="0" fill="hold" nodeType="withEffect">
                                  <p:stCondLst>
                                    <p:cond delay="0"/>
                                  </p:stCondLst>
                                  <p:childTnLst>
                                    <p:set>
                                      <p:cBhvr>
                                        <p:cTn id="44" dur="1" fill="hold">
                                          <p:stCondLst>
                                            <p:cond delay="0"/>
                                          </p:stCondLst>
                                        </p:cTn>
                                        <p:tgtEl>
                                          <p:spTgt spid="99"/>
                                        </p:tgtEl>
                                        <p:attrNameLst>
                                          <p:attrName>style.visibility</p:attrName>
                                        </p:attrNameLst>
                                      </p:cBhvr>
                                      <p:to>
                                        <p:strVal val="visible"/>
                                      </p:to>
                                    </p:set>
                                    <p:animMotion origin="layout" pathEditMode="relative" path="M 0.01204064 0.08631008 L 0.00000000 0.00000000 E">
                                      <p:cBhvr>
                                        <p:cTn id="46" dur="700" fill="hold"/>
                                        <p:tgtEl>
                                          <p:spTgt spid="99"/>
                                        </p:tgtEl>
                                        <p:attrNameLst>
                                          <p:attrName>ppt_x</p:attrName>
                                          <p:attrName>ppt_y</p:attrName>
                                        </p:attrNameLst>
                                      </p:cBhvr>
                                    </p:animMotion>
                                    <p:animScale zoomContents="1">
                                      <p:cBhvr>
                                        <p:cTn id="47" dur="700" fill="hold"/>
                                        <p:tgtEl>
                                          <p:spTgt spid="99"/>
                                        </p:tgtEl>
                                      </p:cBhvr>
                                      <p:from x="104012" y="103846"/>
                                      <p:to x="100000" y="100000"/>
                                    </p:animScale>
                                  </p:childTnLst>
                                </p:cTn>
                              </p:par>
                              <p:par>
                                <p:cTn id="48" presetID="10" presetClass="exit" presetSubtype="0" fill="hold" nodeType="withEffect">
                                  <p:stCondLst>
                                    <p:cond delay="0"/>
                                  </p:stCondLst>
                                  <p:childTnLst>
                                    <p:animEffect transition="out" filter="fade">
                                      <p:cBhvr>
                                        <p:cTn id="202" dur="200" fill="hold">
                                          <p:stCondLst>
                                            <p:cond delay="700"/>
                                          </p:stCondLst>
                                        </p:cTn>
                                        <p:tgtEl>
                                          <p:spTgt spid="99"/>
                                        </p:tgtEl>
                                      </p:cBhvr>
                                    </p:animEffect>
                                    <p:set>
                                      <p:cBhvr>
                                        <p:cTn id="203" dur="1" fill="hold">
                                          <p:stCondLst>
                                            <p:cond delay="900"/>
                                          </p:stCondLst>
                                        </p:cTn>
                                        <p:tgtEl>
                                          <p:spTgt spid="9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73"/>
                                        </p:tgtEl>
                                        <p:attrNameLst>
                                          <p:attrName>style.visibility</p:attrName>
                                        </p:attrNameLst>
                                      </p:cBhvr>
                                      <p:to>
                                        <p:strVal val="visible"/>
                                      </p:to>
                                    </p:set>
                                    <p:animEffect transition="in" filter="fade">
                                      <p:cBhvr>
                                        <p:cTn id="53" dur="220"/>
                                        <p:tgtEl>
                                          <p:spTgt spid="73"/>
                                        </p:tgtEl>
                                      </p:cBhvr>
                                    </p:animEffect>
                                  </p:childTnLst>
                                </p:cTn>
                              </p:par>
                              <p:par>
                                <p:cTn id="54" presetID="10" presetClass="exit" presetSubtype="0" fill="hold" nodeType="withEffect">
                                  <p:stCondLst>
                                    <p:cond delay="0"/>
                                  </p:stCondLst>
                                  <p:childTnLst>
                                    <p:animEffect transition="out" filter="fade">
                                      <p:cBhvr>
                                        <p:cTn id="182" dur="200" fill="hold">
                                          <p:stCondLst>
                                            <p:cond delay="0"/>
                                          </p:stCondLst>
                                        </p:cTn>
                                        <p:tgtEl>
                                          <p:spTgt spid="72"/>
                                        </p:tgtEl>
                                      </p:cBhvr>
                                    </p:animEffect>
                                    <p:set>
                                      <p:cBhvr>
                                        <p:cTn id="183" dur="1" fill="hold">
                                          <p:stCondLst>
                                            <p:cond delay="200"/>
                                          </p:stCondLst>
                                        </p:cTn>
                                        <p:tgtEl>
                                          <p:spTgt spid="72"/>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192" dur="200" fill="hold">
                                          <p:stCondLst>
                                            <p:cond delay="0"/>
                                          </p:stCondLst>
                                        </p:cTn>
                                        <p:tgtEl>
                                          <p:spTgt spid="89"/>
                                        </p:tgtEl>
                                      </p:cBhvr>
                                    </p:animEffect>
                                    <p:set>
                                      <p:cBhvr>
                                        <p:cTn id="193" dur="1" fill="hold">
                                          <p:stCondLst>
                                            <p:cond delay="200"/>
                                          </p:stCondLst>
                                        </p:cTn>
                                        <p:tgtEl>
                                          <p:spTgt spid="89"/>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194" dur="200" fill="hold">
                                          <p:stCondLst>
                                            <p:cond delay="0"/>
                                          </p:stCondLst>
                                        </p:cTn>
                                        <p:tgtEl>
                                          <p:spTgt spid="90"/>
                                        </p:tgtEl>
                                      </p:cBhvr>
                                    </p:animEffect>
                                    <p:set>
                                      <p:cBhvr>
                                        <p:cTn id="195" dur="1" fill="hold">
                                          <p:stCondLst>
                                            <p:cond delay="200"/>
                                          </p:stCondLst>
                                        </p:cTn>
                                        <p:tgtEl>
                                          <p:spTgt spid="90"/>
                                        </p:tgtEl>
                                        <p:attrNameLst>
                                          <p:attrName>style.visibility</p:attrName>
                                        </p:attrNameLst>
                                      </p:cBhvr>
                                      <p:to>
                                        <p:strVal val="hidden"/>
                                      </p:to>
                                    </p:set>
                                  </p:childTnLst>
                                </p:cTn>
                              </p:par>
                              <p:par>
                                <p:cTn id="57" presetID="10" presetClass="entr" presetSubtype="0" fill="hold" nodeType="with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par>
                                <p:cTn id="60" presetID="10" presetClass="entr" presetSubtype="0" fill="hold" nodeType="withEffect">
                                  <p:stCondLst>
                                    <p:cond delay="0"/>
                                  </p:stCondLst>
                                  <p:childTnLst>
                                    <p:set>
                                      <p:cBhvr>
                                        <p:cTn id="61" dur="1" fill="hold">
                                          <p:stCondLst>
                                            <p:cond delay="0"/>
                                          </p:stCondLst>
                                        </p:cTn>
                                        <p:tgtEl>
                                          <p:spTgt spid="9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4"/>
                                        </p:tgtEl>
                                        <p:attrNameLst>
                                          <p:attrName>style.visibility</p:attrName>
                                        </p:attrNameLst>
                                      </p:cBhvr>
                                      <p:to>
                                        <p:strVal val="visible"/>
                                      </p:to>
                                    </p:set>
                                    <p:animEffect transition="in" filter="fade">
                                      <p:cBhvr>
                                        <p:cTn id="67" dur="220"/>
                                        <p:tgtEl>
                                          <p:spTgt spid="74"/>
                                        </p:tgtEl>
                                      </p:cBhvr>
                                    </p:animEffect>
                                  </p:childTnLst>
                                </p:cTn>
                              </p:par>
                              <p:par>
                                <p:cTn id="68" presetID="10" presetClass="exit" presetSubtype="0" fill="hold" nodeType="withEffect">
                                  <p:stCondLst>
                                    <p:cond delay="0"/>
                                  </p:stCondLst>
                                  <p:childTnLst>
                                    <p:animEffect transition="out" filter="fade">
                                      <p:cBhvr>
                                        <p:cTn id="184" dur="200" fill="hold">
                                          <p:stCondLst>
                                            <p:cond delay="0"/>
                                          </p:stCondLst>
                                        </p:cTn>
                                        <p:tgtEl>
                                          <p:spTgt spid="73"/>
                                        </p:tgtEl>
                                      </p:cBhvr>
                                    </p:animEffect>
                                    <p:set>
                                      <p:cBhvr>
                                        <p:cTn id="185" dur="1" fill="hold">
                                          <p:stCondLst>
                                            <p:cond delay="200"/>
                                          </p:stCondLst>
                                        </p:cTn>
                                        <p:tgtEl>
                                          <p:spTgt spid="73"/>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196" dur="200" fill="hold">
                                          <p:stCondLst>
                                            <p:cond delay="0"/>
                                          </p:stCondLst>
                                        </p:cTn>
                                        <p:tgtEl>
                                          <p:spTgt spid="91"/>
                                        </p:tgtEl>
                                      </p:cBhvr>
                                    </p:animEffect>
                                    <p:set>
                                      <p:cBhvr>
                                        <p:cTn id="197" dur="1" fill="hold">
                                          <p:stCondLst>
                                            <p:cond delay="200"/>
                                          </p:stCondLst>
                                        </p:cTn>
                                        <p:tgtEl>
                                          <p:spTgt spid="91"/>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198" dur="200" fill="hold">
                                          <p:stCondLst>
                                            <p:cond delay="0"/>
                                          </p:stCondLst>
                                        </p:cTn>
                                        <p:tgtEl>
                                          <p:spTgt spid="92"/>
                                        </p:tgtEl>
                                      </p:cBhvr>
                                    </p:animEffect>
                                    <p:set>
                                      <p:cBhvr>
                                        <p:cTn id="199" dur="1" fill="hold">
                                          <p:stCondLst>
                                            <p:cond delay="200"/>
                                          </p:stCondLst>
                                        </p:cTn>
                                        <p:tgtEl>
                                          <p:spTgt spid="92"/>
                                        </p:tgtEl>
                                        <p:attrNameLst>
                                          <p:attrName>style.visibility</p:attrName>
                                        </p:attrNameLst>
                                      </p:cBhvr>
                                      <p:to>
                                        <p:strVal val="hidden"/>
                                      </p:to>
                                    </p:set>
                                  </p:childTnLst>
                                </p:cTn>
                              </p:par>
                              <p:par>
                                <p:cTn id="71" presetID="10" presetClass="entr" presetSubtype="0" fill="hold" nodeType="withEffect">
                                  <p:stCondLst>
                                    <p:cond delay="0"/>
                                  </p:stCondLst>
                                  <p:childTnLst>
                                    <p:set>
                                      <p:cBhvr>
                                        <p:cTn id="72" dur="1" fill="hold">
                                          <p:stCondLst>
                                            <p:cond delay="0"/>
                                          </p:stCondLst>
                                        </p:cTn>
                                        <p:tgtEl>
                                          <p:spTgt spid="93"/>
                                        </p:tgtEl>
                                        <p:attrNameLst>
                                          <p:attrName>style.visibility</p:attrName>
                                        </p:attrNameLst>
                                      </p:cBhvr>
                                      <p:to>
                                        <p:strVal val="visible"/>
                                      </p:to>
                                    </p:set>
                                  </p:childTnLst>
                                </p:cTn>
                              </p:par>
                              <p:par>
                                <p:cTn id="74" presetID="10" presetClass="entr" presetSubtype="0" fill="hold" nodeType="withEffect">
                                  <p:stCondLst>
                                    <p:cond delay="0"/>
                                  </p:stCondLst>
                                  <p:childTnLst>
                                    <p:set>
                                      <p:cBhvr>
                                        <p:cTn id="75" dur="1" fill="hold">
                                          <p:stCondLst>
                                            <p:cond delay="0"/>
                                          </p:stCondLst>
                                        </p:cTn>
                                        <p:tgtEl>
                                          <p:spTgt spid="94"/>
                                        </p:tgtEl>
                                        <p:attrNameLst>
                                          <p:attrName>style.visibility</p:attrName>
                                        </p:attrNameLst>
                                      </p:cBhvr>
                                      <p:to>
                                        <p:strVal val="visible"/>
                                      </p:to>
                                    </p:set>
                                  </p:childTnLst>
                                </p:cTn>
                              </p:par>
                              <p:par>
                                <p:cTn id="77" presetID="10" presetClass="entr" presetSubtype="0" fill="hold" nodeType="withEffect">
                                  <p:stCondLst>
                                    <p:cond delay="0"/>
                                  </p:stCondLst>
                                  <p:childTnLst>
                                    <p:set>
                                      <p:cBhvr>
                                        <p:cTn id="78" dur="1" fill="hold">
                                          <p:stCondLst>
                                            <p:cond delay="0"/>
                                          </p:stCondLst>
                                        </p:cTn>
                                        <p:tgtEl>
                                          <p:spTgt spid="9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186" dur="200" fill="hold">
                                          <p:stCondLst>
                                            <p:cond delay="0"/>
                                          </p:stCondLst>
                                        </p:cTn>
                                        <p:tgtEl>
                                          <p:spTgt spid="71"/>
                                        </p:tgtEl>
                                      </p:cBhvr>
                                    </p:animEffect>
                                    <p:set>
                                      <p:cBhvr>
                                        <p:cTn id="187" dur="1" fill="hold">
                                          <p:stCondLst>
                                            <p:cond delay="200"/>
                                          </p:stCondLst>
                                        </p:cTn>
                                        <p:tgtEl>
                                          <p:spTgt spid="71"/>
                                        </p:tgtEl>
                                        <p:attrNameLst>
                                          <p:attrName>style.visibility</p:attrName>
                                        </p:attrNameLst>
                                      </p:cBhvr>
                                      <p:to>
                                        <p:strVal val="hidden"/>
                                      </p:to>
                                    </p:set>
                                  </p:childTnLst>
                                </p:cTn>
                              </p:par>
                              <p:par>
                                <p:cTn id="83" presetID="10" presetClass="entr" presetSubtype="0" fill="hold" nodeType="withEffect">
                                  <p:stCondLst>
                                    <p:cond delay="0"/>
                                  </p:stCondLst>
                                  <p:childTnLst>
                                    <p:set>
                                      <p:cBhvr>
                                        <p:cTn id="84" dur="1" fill="hold">
                                          <p:stCondLst>
                                            <p:cond delay="0"/>
                                          </p:stCondLst>
                                        </p:cTn>
                                        <p:tgtEl>
                                          <p:spTgt spid="75"/>
                                        </p:tgtEl>
                                        <p:attrNameLst>
                                          <p:attrName>style.visibility</p:attrName>
                                        </p:attrNameLst>
                                      </p:cBhvr>
                                      <p:to>
                                        <p:strVal val="visible"/>
                                      </p:to>
                                    </p:set>
                                    <p:animEffect transition="in" filter="fade">
                                      <p:cBhvr>
                                        <p:cTn id="85" dur="400"/>
                                        <p:tgtEl>
                                          <p:spTgt spid="75"/>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76"/>
                                        </p:tgtEl>
                                        <p:attrNameLst>
                                          <p:attrName>style.visibility</p:attrName>
                                        </p:attrNameLst>
                                      </p:cBhvr>
                                      <p:to>
                                        <p:strVal val="visible"/>
                                      </p:to>
                                    </p:set>
                                    <p:animEffect transition="in" filter="fade">
                                      <p:cBhvr>
                                        <p:cTn id="90" dur="400"/>
                                        <p:tgtEl>
                                          <p:spTgt spid="76"/>
                                        </p:tgtEl>
                                      </p:cBhvr>
                                    </p:animEffect>
                                  </p:childTnLst>
                                </p:cTn>
                              </p:par>
                              <p:par>
                                <p:cTn id="91" presetID="10" presetClass="entr" presetSubtype="0" fill="hold" nodeType="with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fade">
                                      <p:cBhvr>
                                        <p:cTn id="93" dur="400"/>
                                        <p:tgtEl>
                                          <p:spTgt spid="25"/>
                                        </p:tgtEl>
                                      </p:cBhvr>
                                    </p:animEffect>
                                  </p:childTnLst>
                                </p:cTn>
                              </p:par>
                              <p:par>
                                <p:cTn id="94" presetID="10" presetClass="entr" presetSubtype="0" fill="hold" nodeType="with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400"/>
                                        <p:tgtEl>
                                          <p:spTgt spid="26"/>
                                        </p:tgtEl>
                                      </p:cBhvr>
                                    </p:animEffect>
                                  </p:childTnLst>
                                </p:cTn>
                              </p:par>
                              <p:par>
                                <p:cTn id="97" presetID="10" presetClass="entr" presetSubtype="0" fill="hold" nodeType="with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fade">
                                      <p:cBhvr>
                                        <p:cTn id="99" dur="400"/>
                                        <p:tgtEl>
                                          <p:spTgt spid="27"/>
                                        </p:tgtEl>
                                      </p:cBhvr>
                                    </p:animEffect>
                                  </p:childTnLst>
                                </p:cTn>
                              </p:par>
                              <p:par>
                                <p:cTn id="100" presetID="10" presetClass="entr" presetSubtype="0" fill="hold" nodeType="with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400"/>
                                        <p:tgtEl>
                                          <p:spTgt spid="28"/>
                                        </p:tgtEl>
                                      </p:cBhvr>
                                    </p:animEffect>
                                  </p:childTnLst>
                                </p:cTn>
                              </p:par>
                              <p:par>
                                <p:cTn id="103" presetID="10" presetClass="entr" presetSubtype="0" fill="hold" nodeType="with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400"/>
                                        <p:tgtEl>
                                          <p:spTgt spid="29"/>
                                        </p:tgtEl>
                                      </p:cBhvr>
                                    </p:animEffect>
                                  </p:childTnLst>
                                </p:cTn>
                              </p:par>
                              <p:par>
                                <p:cTn id="106" presetID="10" presetClass="entr" presetSubtype="0" fill="hold" nodeType="withEffect">
                                  <p:stCondLst>
                                    <p:cond delay="0"/>
                                  </p:stCondLst>
                                  <p:childTnLst>
                                    <p:set>
                                      <p:cBhvr>
                                        <p:cTn id="107" dur="1" fill="hold">
                                          <p:stCondLst>
                                            <p:cond delay="0"/>
                                          </p:stCondLst>
                                        </p:cTn>
                                        <p:tgtEl>
                                          <p:spTgt spid="30"/>
                                        </p:tgtEl>
                                        <p:attrNameLst>
                                          <p:attrName>style.visibility</p:attrName>
                                        </p:attrNameLst>
                                      </p:cBhvr>
                                      <p:to>
                                        <p:strVal val="visible"/>
                                      </p:to>
                                    </p:set>
                                    <p:animEffect transition="in" filter="fade">
                                      <p:cBhvr>
                                        <p:cTn id="108" dur="400"/>
                                        <p:tgtEl>
                                          <p:spTgt spid="30"/>
                                        </p:tgtEl>
                                      </p:cBhvr>
                                    </p:animEffect>
                                  </p:childTnLst>
                                </p:cTn>
                              </p:par>
                              <p:par>
                                <p:cTn id="109" presetID="10" presetClass="entr" presetSubtype="0" fill="hold" nodeType="with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400"/>
                                        <p:tgtEl>
                                          <p:spTgt spid="31"/>
                                        </p:tgtEl>
                                      </p:cBhvr>
                                    </p:animEffect>
                                  </p:childTnLst>
                                </p:cTn>
                              </p:par>
                              <p:par>
                                <p:cTn id="112" presetID="10" presetClass="entr" presetSubtype="0" fill="hold" nodeType="withEffect">
                                  <p:stCondLst>
                                    <p:cond delay="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400"/>
                                        <p:tgtEl>
                                          <p:spTgt spid="35"/>
                                        </p:tgtEl>
                                      </p:cBhvr>
                                    </p:animEffect>
                                  </p:childTnLst>
                                </p:cTn>
                              </p:par>
                              <p:par>
                                <p:cTn id="115" presetID="10" presetClass="entr" presetSubtype="0" fill="hold" nodeType="withEffect">
                                  <p:stCondLst>
                                    <p:cond delay="0"/>
                                  </p:stCondLst>
                                  <p:childTnLst>
                                    <p:set>
                                      <p:cBhvr>
                                        <p:cTn id="116" dur="1" fill="hold">
                                          <p:stCondLst>
                                            <p:cond delay="0"/>
                                          </p:stCondLst>
                                        </p:cTn>
                                        <p:tgtEl>
                                          <p:spTgt spid="36"/>
                                        </p:tgtEl>
                                        <p:attrNameLst>
                                          <p:attrName>style.visibility</p:attrName>
                                        </p:attrNameLst>
                                      </p:cBhvr>
                                      <p:to>
                                        <p:strVal val="visible"/>
                                      </p:to>
                                    </p:set>
                                    <p:animEffect transition="in" filter="fade">
                                      <p:cBhvr>
                                        <p:cTn id="117" dur="400"/>
                                        <p:tgtEl>
                                          <p:spTgt spid="36"/>
                                        </p:tgtEl>
                                      </p:cBhvr>
                                    </p:animEffect>
                                  </p:childTnLst>
                                </p:cTn>
                              </p:par>
                              <p:par>
                                <p:cTn id="118" presetID="10" presetClass="entr" presetSubtype="0" fill="hold"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fade">
                                      <p:cBhvr>
                                        <p:cTn id="120" dur="400"/>
                                        <p:tgtEl>
                                          <p:spTgt spid="37"/>
                                        </p:tgtEl>
                                      </p:cBhvr>
                                    </p:animEffect>
                                  </p:childTnLst>
                                </p:cTn>
                              </p:par>
                              <p:par>
                                <p:cTn id="121" presetID="10" presetClass="entr" presetSubtype="0" fill="hold" nodeType="with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400"/>
                                        <p:tgtEl>
                                          <p:spTgt spid="38"/>
                                        </p:tgtEl>
                                      </p:cBhvr>
                                    </p:animEffect>
                                  </p:childTnLst>
                                </p:cTn>
                              </p:par>
                              <p:par>
                                <p:cTn id="124" presetID="10" presetClass="entr" presetSubtype="0" fill="hold" nodeType="withEffect">
                                  <p:stCondLst>
                                    <p:cond delay="0"/>
                                  </p:stCondLst>
                                  <p:childTnLst>
                                    <p:set>
                                      <p:cBhvr>
                                        <p:cTn id="125" dur="1" fill="hold">
                                          <p:stCondLst>
                                            <p:cond delay="0"/>
                                          </p:stCondLst>
                                        </p:cTn>
                                        <p:tgtEl>
                                          <p:spTgt spid="39"/>
                                        </p:tgtEl>
                                        <p:attrNameLst>
                                          <p:attrName>style.visibility</p:attrName>
                                        </p:attrNameLst>
                                      </p:cBhvr>
                                      <p:to>
                                        <p:strVal val="visible"/>
                                      </p:to>
                                    </p:set>
                                    <p:animEffect transition="in" filter="fade">
                                      <p:cBhvr>
                                        <p:cTn id="126" dur="400"/>
                                        <p:tgtEl>
                                          <p:spTgt spid="39"/>
                                        </p:tgtEl>
                                      </p:cBhvr>
                                    </p:animEffect>
                                  </p:childTnLst>
                                </p:cTn>
                              </p:par>
                              <p:par>
                                <p:cTn id="127" presetID="10" presetClass="entr" presetSubtype="0" fill="hold" nodeType="with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9" dur="400"/>
                                        <p:tgtEl>
                                          <p:spTgt spid="40"/>
                                        </p:tgtEl>
                                      </p:cBhvr>
                                    </p:animEffect>
                                  </p:childTnLst>
                                </p:cTn>
                              </p:par>
                              <p:par>
                                <p:cTn id="130" presetID="10" presetClass="entr" presetSubtype="0" fill="hold" nodeType="withEffect">
                                  <p:stCondLst>
                                    <p:cond delay="0"/>
                                  </p:stCondLst>
                                  <p:childTnLst>
                                    <p:set>
                                      <p:cBhvr>
                                        <p:cTn id="131" dur="1" fill="hold">
                                          <p:stCondLst>
                                            <p:cond delay="0"/>
                                          </p:stCondLst>
                                        </p:cTn>
                                        <p:tgtEl>
                                          <p:spTgt spid="41"/>
                                        </p:tgtEl>
                                        <p:attrNameLst>
                                          <p:attrName>style.visibility</p:attrName>
                                        </p:attrNameLst>
                                      </p:cBhvr>
                                      <p:to>
                                        <p:strVal val="visible"/>
                                      </p:to>
                                    </p:set>
                                    <p:animEffect transition="in" filter="fade">
                                      <p:cBhvr>
                                        <p:cTn id="132" dur="400"/>
                                        <p:tgtEl>
                                          <p:spTgt spid="41"/>
                                        </p:tgtEl>
                                      </p:cBhvr>
                                    </p:animEffect>
                                  </p:childTnLst>
                                </p:cTn>
                              </p:par>
                              <p:par>
                                <p:cTn id="133" presetID="10" presetClass="entr" presetSubtype="0" fill="hold" nodeType="withEffect">
                                  <p:stCondLst>
                                    <p:cond delay="0"/>
                                  </p:stCondLst>
                                  <p:childTnLst>
                                    <p:set>
                                      <p:cBhvr>
                                        <p:cTn id="134" dur="1" fill="hold">
                                          <p:stCondLst>
                                            <p:cond delay="0"/>
                                          </p:stCondLst>
                                        </p:cTn>
                                        <p:tgtEl>
                                          <p:spTgt spid="81"/>
                                        </p:tgtEl>
                                        <p:attrNameLst>
                                          <p:attrName>style.visibility</p:attrName>
                                        </p:attrNameLst>
                                      </p:cBhvr>
                                      <p:to>
                                        <p:strVal val="visible"/>
                                      </p:to>
                                    </p:set>
                                    <p:animEffect transition="in" filter="fade">
                                      <p:cBhvr>
                                        <p:cTn id="135" dur="400"/>
                                        <p:tgtEl>
                                          <p:spTgt spid="81"/>
                                        </p:tgtEl>
                                      </p:cBhvr>
                                    </p:animEffect>
                                  </p:childTnLst>
                                </p:cTn>
                              </p:par>
                              <p:par>
                                <p:cTn id="136" presetID="10" presetClass="entr" presetSubtype="0" fill="hold" nodeType="with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400"/>
                                        <p:tgtEl>
                                          <p:spTgt spid="45"/>
                                        </p:tgtEl>
                                      </p:cBhvr>
                                    </p:animEffect>
                                  </p:childTnLst>
                                </p:cTn>
                              </p:par>
                              <p:par>
                                <p:cTn id="139" presetID="10" presetClass="entr" presetSubtype="0" fill="hold" nodeType="withEffect">
                                  <p:stCondLst>
                                    <p:cond delay="0"/>
                                  </p:stCondLst>
                                  <p:childTnLst>
                                    <p:set>
                                      <p:cBhvr>
                                        <p:cTn id="140" dur="1" fill="hold">
                                          <p:stCondLst>
                                            <p:cond delay="0"/>
                                          </p:stCondLst>
                                        </p:cTn>
                                        <p:tgtEl>
                                          <p:spTgt spid="46"/>
                                        </p:tgtEl>
                                        <p:attrNameLst>
                                          <p:attrName>style.visibility</p:attrName>
                                        </p:attrNameLst>
                                      </p:cBhvr>
                                      <p:to>
                                        <p:strVal val="visible"/>
                                      </p:to>
                                    </p:set>
                                    <p:animEffect transition="in" filter="fade">
                                      <p:cBhvr>
                                        <p:cTn id="141" dur="400"/>
                                        <p:tgtEl>
                                          <p:spTgt spid="46"/>
                                        </p:tgtEl>
                                      </p:cBhvr>
                                    </p:animEffect>
                                  </p:childTnLst>
                                </p:cTn>
                              </p:par>
                              <p:par>
                                <p:cTn id="142" presetID="10" presetClass="entr" presetSubtype="0" fill="hold" nodeType="withEffect">
                                  <p:stCondLst>
                                    <p:cond delay="0"/>
                                  </p:stCondLst>
                                  <p:childTnLst>
                                    <p:set>
                                      <p:cBhvr>
                                        <p:cTn id="143" dur="1" fill="hold">
                                          <p:stCondLst>
                                            <p:cond delay="0"/>
                                          </p:stCondLst>
                                        </p:cTn>
                                        <p:tgtEl>
                                          <p:spTgt spid="47"/>
                                        </p:tgtEl>
                                        <p:attrNameLst>
                                          <p:attrName>style.visibility</p:attrName>
                                        </p:attrNameLst>
                                      </p:cBhvr>
                                      <p:to>
                                        <p:strVal val="visible"/>
                                      </p:to>
                                    </p:set>
                                    <p:animEffect transition="in" filter="fade">
                                      <p:cBhvr>
                                        <p:cTn id="144" dur="400"/>
                                        <p:tgtEl>
                                          <p:spTgt spid="47"/>
                                        </p:tgtEl>
                                      </p:cBhvr>
                                    </p:animEffect>
                                  </p:childTnLst>
                                </p:cTn>
                              </p:par>
                              <p:par>
                                <p:cTn id="145" presetID="10" presetClass="entr" presetSubtype="0" fill="hold" nodeType="with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fade">
                                      <p:cBhvr>
                                        <p:cTn id="147" dur="400"/>
                                        <p:tgtEl>
                                          <p:spTgt spid="48"/>
                                        </p:tgtEl>
                                      </p:cBhvr>
                                    </p:animEffect>
                                  </p:childTnLst>
                                </p:cTn>
                              </p:par>
                              <p:par>
                                <p:cTn id="148" presetID="10" presetClass="entr" presetSubtype="0" fill="hold" nodeType="withEffect">
                                  <p:stCondLst>
                                    <p:cond delay="0"/>
                                  </p:stCondLst>
                                  <p:childTnLst>
                                    <p:set>
                                      <p:cBhvr>
                                        <p:cTn id="149" dur="1" fill="hold">
                                          <p:stCondLst>
                                            <p:cond delay="0"/>
                                          </p:stCondLst>
                                        </p:cTn>
                                        <p:tgtEl>
                                          <p:spTgt spid="49"/>
                                        </p:tgtEl>
                                        <p:attrNameLst>
                                          <p:attrName>style.visibility</p:attrName>
                                        </p:attrNameLst>
                                      </p:cBhvr>
                                      <p:to>
                                        <p:strVal val="visible"/>
                                      </p:to>
                                    </p:set>
                                    <p:animEffect transition="in" filter="fade">
                                      <p:cBhvr>
                                        <p:cTn id="150" dur="400"/>
                                        <p:tgtEl>
                                          <p:spTgt spid="49"/>
                                        </p:tgtEl>
                                      </p:cBhvr>
                                    </p:animEffect>
                                  </p:childTnLst>
                                </p:cTn>
                              </p:par>
                              <p:par>
                                <p:cTn id="151" presetID="10" presetClass="entr" presetSubtype="0" fill="hold" nodeType="withEffect">
                                  <p:stCondLst>
                                    <p:cond delay="0"/>
                                  </p:stCondLst>
                                  <p:childTnLst>
                                    <p:set>
                                      <p:cBhvr>
                                        <p:cTn id="152" dur="1" fill="hold">
                                          <p:stCondLst>
                                            <p:cond delay="0"/>
                                          </p:stCondLst>
                                        </p:cTn>
                                        <p:tgtEl>
                                          <p:spTgt spid="50"/>
                                        </p:tgtEl>
                                        <p:attrNameLst>
                                          <p:attrName>style.visibility</p:attrName>
                                        </p:attrNameLst>
                                      </p:cBhvr>
                                      <p:to>
                                        <p:strVal val="visible"/>
                                      </p:to>
                                    </p:set>
                                    <p:animEffect transition="in" filter="fade">
                                      <p:cBhvr>
                                        <p:cTn id="153" dur="400"/>
                                        <p:tgtEl>
                                          <p:spTgt spid="50"/>
                                        </p:tgtEl>
                                      </p:cBhvr>
                                    </p:animEffect>
                                  </p:childTnLst>
                                </p:cTn>
                              </p:par>
                              <p:par>
                                <p:cTn id="154" presetID="10" presetClass="entr" presetSubtype="0" fill="hold" nodeType="withEffect">
                                  <p:stCondLst>
                                    <p:cond delay="0"/>
                                  </p:stCondLst>
                                  <p:childTnLst>
                                    <p:set>
                                      <p:cBhvr>
                                        <p:cTn id="155" dur="1" fill="hold">
                                          <p:stCondLst>
                                            <p:cond delay="0"/>
                                          </p:stCondLst>
                                        </p:cTn>
                                        <p:tgtEl>
                                          <p:spTgt spid="51"/>
                                        </p:tgtEl>
                                        <p:attrNameLst>
                                          <p:attrName>style.visibility</p:attrName>
                                        </p:attrNameLst>
                                      </p:cBhvr>
                                      <p:to>
                                        <p:strVal val="visible"/>
                                      </p:to>
                                    </p:set>
                                    <p:animEffect transition="in" filter="fade">
                                      <p:cBhvr>
                                        <p:cTn id="156" dur="400"/>
                                        <p:tgtEl>
                                          <p:spTgt spid="51"/>
                                        </p:tgtEl>
                                      </p:cBhvr>
                                    </p:animEffect>
                                  </p:childTnLst>
                                </p:cTn>
                              </p:par>
                              <p:par>
                                <p:cTn id="157" presetID="10" presetClass="entr" presetSubtype="0" fill="hold" nodeType="withEffect">
                                  <p:stCondLst>
                                    <p:cond delay="0"/>
                                  </p:stCondLst>
                                  <p:childTnLst>
                                    <p:set>
                                      <p:cBhvr>
                                        <p:cTn id="158" dur="1" fill="hold">
                                          <p:stCondLst>
                                            <p:cond delay="0"/>
                                          </p:stCondLst>
                                        </p:cTn>
                                        <p:tgtEl>
                                          <p:spTgt spid="55"/>
                                        </p:tgtEl>
                                        <p:attrNameLst>
                                          <p:attrName>style.visibility</p:attrName>
                                        </p:attrNameLst>
                                      </p:cBhvr>
                                      <p:to>
                                        <p:strVal val="visible"/>
                                      </p:to>
                                    </p:set>
                                    <p:animEffect transition="in" filter="fade">
                                      <p:cBhvr>
                                        <p:cTn id="159" dur="400"/>
                                        <p:tgtEl>
                                          <p:spTgt spid="55"/>
                                        </p:tgtEl>
                                      </p:cBhvr>
                                    </p:animEffect>
                                  </p:childTnLst>
                                </p:cTn>
                              </p:par>
                              <p:par>
                                <p:cTn id="160" presetID="10" presetClass="entr" presetSubtype="0" fill="hold" nodeType="withEffect">
                                  <p:stCondLst>
                                    <p:cond delay="0"/>
                                  </p:stCondLst>
                                  <p:childTnLst>
                                    <p:set>
                                      <p:cBhvr>
                                        <p:cTn id="161" dur="1" fill="hold">
                                          <p:stCondLst>
                                            <p:cond delay="0"/>
                                          </p:stCondLst>
                                        </p:cTn>
                                        <p:tgtEl>
                                          <p:spTgt spid="56"/>
                                        </p:tgtEl>
                                        <p:attrNameLst>
                                          <p:attrName>style.visibility</p:attrName>
                                        </p:attrNameLst>
                                      </p:cBhvr>
                                      <p:to>
                                        <p:strVal val="visible"/>
                                      </p:to>
                                    </p:set>
                                    <p:animEffect transition="in" filter="fade">
                                      <p:cBhvr>
                                        <p:cTn id="162" dur="400"/>
                                        <p:tgtEl>
                                          <p:spTgt spid="56"/>
                                        </p:tgtEl>
                                      </p:cBhvr>
                                    </p:animEffect>
                                  </p:childTnLst>
                                </p:cTn>
                              </p:par>
                              <p:par>
                                <p:cTn id="163" presetID="10" presetClass="entr" presetSubtype="0" fill="hold" nodeType="withEffect">
                                  <p:stCondLst>
                                    <p:cond delay="0"/>
                                  </p:stCondLst>
                                  <p:childTnLst>
                                    <p:set>
                                      <p:cBhvr>
                                        <p:cTn id="164" dur="1" fill="hold">
                                          <p:stCondLst>
                                            <p:cond delay="0"/>
                                          </p:stCondLst>
                                        </p:cTn>
                                        <p:tgtEl>
                                          <p:spTgt spid="57"/>
                                        </p:tgtEl>
                                        <p:attrNameLst>
                                          <p:attrName>style.visibility</p:attrName>
                                        </p:attrNameLst>
                                      </p:cBhvr>
                                      <p:to>
                                        <p:strVal val="visible"/>
                                      </p:to>
                                    </p:set>
                                    <p:animEffect transition="in" filter="fade">
                                      <p:cBhvr>
                                        <p:cTn id="165" dur="400"/>
                                        <p:tgtEl>
                                          <p:spTgt spid="57"/>
                                        </p:tgtEl>
                                      </p:cBhvr>
                                    </p:animEffect>
                                  </p:childTnLst>
                                </p:cTn>
                              </p:par>
                              <p:par>
                                <p:cTn id="166" presetID="10" presetClass="entr" presetSubtype="0" fill="hold" nodeType="withEffect">
                                  <p:stCondLst>
                                    <p:cond delay="0"/>
                                  </p:stCondLst>
                                  <p:childTnLst>
                                    <p:set>
                                      <p:cBhvr>
                                        <p:cTn id="167" dur="1" fill="hold">
                                          <p:stCondLst>
                                            <p:cond delay="0"/>
                                          </p:stCondLst>
                                        </p:cTn>
                                        <p:tgtEl>
                                          <p:spTgt spid="58"/>
                                        </p:tgtEl>
                                        <p:attrNameLst>
                                          <p:attrName>style.visibility</p:attrName>
                                        </p:attrNameLst>
                                      </p:cBhvr>
                                      <p:to>
                                        <p:strVal val="visible"/>
                                      </p:to>
                                    </p:set>
                                    <p:animEffect transition="in" filter="fade">
                                      <p:cBhvr>
                                        <p:cTn id="168" dur="400"/>
                                        <p:tgtEl>
                                          <p:spTgt spid="58"/>
                                        </p:tgtEl>
                                      </p:cBhvr>
                                    </p:animEffect>
                                  </p:childTnLst>
                                </p:cTn>
                              </p:par>
                              <p:par>
                                <p:cTn id="169" presetID="10" presetClass="entr" presetSubtype="0" fill="hold" nodeType="withEffect">
                                  <p:stCondLst>
                                    <p:cond delay="0"/>
                                  </p:stCondLst>
                                  <p:childTnLst>
                                    <p:set>
                                      <p:cBhvr>
                                        <p:cTn id="170" dur="1" fill="hold">
                                          <p:stCondLst>
                                            <p:cond delay="0"/>
                                          </p:stCondLst>
                                        </p:cTn>
                                        <p:tgtEl>
                                          <p:spTgt spid="59"/>
                                        </p:tgtEl>
                                        <p:attrNameLst>
                                          <p:attrName>style.visibility</p:attrName>
                                        </p:attrNameLst>
                                      </p:cBhvr>
                                      <p:to>
                                        <p:strVal val="visible"/>
                                      </p:to>
                                    </p:set>
                                    <p:animEffect transition="in" filter="fade">
                                      <p:cBhvr>
                                        <p:cTn id="171" dur="400"/>
                                        <p:tgtEl>
                                          <p:spTgt spid="59"/>
                                        </p:tgtEl>
                                      </p:cBhvr>
                                    </p:animEffect>
                                  </p:childTnLst>
                                </p:cTn>
                              </p:par>
                              <p:par>
                                <p:cTn id="172" presetID="10" presetClass="entr" presetSubtype="0" fill="hold" nodeType="withEffect">
                                  <p:stCondLst>
                                    <p:cond delay="0"/>
                                  </p:stCondLst>
                                  <p:childTnLst>
                                    <p:set>
                                      <p:cBhvr>
                                        <p:cTn id="173" dur="1" fill="hold">
                                          <p:stCondLst>
                                            <p:cond delay="0"/>
                                          </p:stCondLst>
                                        </p:cTn>
                                        <p:tgtEl>
                                          <p:spTgt spid="60"/>
                                        </p:tgtEl>
                                        <p:attrNameLst>
                                          <p:attrName>style.visibility</p:attrName>
                                        </p:attrNameLst>
                                      </p:cBhvr>
                                      <p:to>
                                        <p:strVal val="visible"/>
                                      </p:to>
                                    </p:set>
                                    <p:animEffect transition="in" filter="fade">
                                      <p:cBhvr>
                                        <p:cTn id="174" dur="400"/>
                                        <p:tgtEl>
                                          <p:spTgt spid="60"/>
                                        </p:tgtEl>
                                      </p:cBhvr>
                                    </p:animEffect>
                                  </p:childTnLst>
                                </p:cTn>
                              </p:par>
                              <p:par>
                                <p:cTn id="175" presetID="10" presetClass="entr" presetSubtype="0" fill="hold" nodeType="withEffect">
                                  <p:stCondLst>
                                    <p:cond delay="0"/>
                                  </p:stCondLst>
                                  <p:childTnLst>
                                    <p:set>
                                      <p:cBhvr>
                                        <p:cTn id="176" dur="1" fill="hold">
                                          <p:stCondLst>
                                            <p:cond delay="0"/>
                                          </p:stCondLst>
                                        </p:cTn>
                                        <p:tgtEl>
                                          <p:spTgt spid="61"/>
                                        </p:tgtEl>
                                        <p:attrNameLst>
                                          <p:attrName>style.visibility</p:attrName>
                                        </p:attrNameLst>
                                      </p:cBhvr>
                                      <p:to>
                                        <p:strVal val="visible"/>
                                      </p:to>
                                    </p:set>
                                    <p:animEffect transition="in" filter="fade">
                                      <p:cBhvr>
                                        <p:cTn id="177"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D7E88C7C-0C74-4B5D-8E7F-294CF9733F8D}"/>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319734A9-C8D8-4D72-B2F4-3E8F1DAE849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6E221A41-C29C-4290-AE8E-CBD3AAC82E72}"/>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DEBDD86C-267D-4091-AED8-671D24689E02}"/>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1052ADFE-CD59-4182-B19C-4E073D61115A}"/>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C439B397-EF0B-4EF0-AE04-A5CBCAB0F75F}"/>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8652E56F-6601-4629-BA35-6FA41B241AA5}"/>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3FDA084C-1504-4178-B05E-503C0CD57ADF}"/>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63F9BCF0-481A-4A9B-A395-767E5CE75B75}"/>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02BA7CF3-BC05-4B0E-B566-91F83B591B73}"/>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9246A6C1-530C-48EA-BB46-A4839F671A61}"/>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DF168546-0776-47FC-BF5B-4E5FFCF2012A}"/>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438D6C93-C854-49B7-99BD-AFF2DECD5637}"/>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1410A9A5-F956-4917-9F9A-804FC9F2D533}"/>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66FACEAF-0DB0-47AA-90FC-3A4B9289FC48}"/>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3644E3C0-0B7D-4CEB-BB57-755BCD6F3CEC}"/>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B2C8E417-8AC1-40BE-A1F0-CD37B12A4F60}"/>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8F0D5B01-242B-4918-B6D8-CA05175C586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988A2EA7-F1B9-4AA9-B920-A22FB3BD0C05}"/>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Instantaneous frequency and spectral components</a:t>
            </a:r>
          </a:p>
        </p:txBody>
      </p:sp>
      <p:sp>
        <p:nvSpPr>
          <p:cNvPr id="22" name="known-frequency-label">
            <a:extLst xmlns:a="http://schemas.openxmlformats.org/drawingml/2006/main">
              <a:ext uri="{FF2B5EF4-FFF2-40B4-BE49-F238E27FC236}">
                <a16:creationId xmlns:a16="http://schemas.microsoft.com/office/drawing/2014/main" id="{792F6BF8-3FCA-4F90-9AA2-A49C551D9F8E}"/>
              </a:ext>
            </a:extLst>
          </p:cNvPr>
          <p:cNvSpPr>
            <a:spLocks xmlns:a="http://schemas.openxmlformats.org/drawingml/2006/main" noGrp="1"/>
          </p:cNvSpPr>
          <p:nvPr/>
        </p:nvSpPr>
        <p:spPr>
          <a:xfrm xmlns:a="http://schemas.openxmlformats.org/drawingml/2006/main">
            <a:off x="666750" y="2505075"/>
            <a:ext cx="4333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Frequency at each instant</a:t>
            </a:r>
          </a:p>
        </p:txBody>
      </p:sp>
      <p:sp>
        <p:nvSpPr>
          <p:cNvPr id="23" name="spectrum-label">
            <a:extLst xmlns:a="http://schemas.openxmlformats.org/drawingml/2006/main">
              <a:ext uri="{FF2B5EF4-FFF2-40B4-BE49-F238E27FC236}">
                <a16:creationId xmlns:a16="http://schemas.microsoft.com/office/drawing/2014/main" id="{D8D18245-CD3C-48C8-9BDB-1D3EEAE13561}"/>
              </a:ext>
            </a:extLst>
          </p:cNvPr>
          <p:cNvSpPr>
            <a:spLocks xmlns:a="http://schemas.openxmlformats.org/drawingml/2006/main" noGrp="1"/>
          </p:cNvSpPr>
          <p:nvPr/>
        </p:nvSpPr>
        <p:spPr>
          <a:xfrm xmlns:a="http://schemas.openxmlformats.org/drawingml/2006/main">
            <a:off x="5762625" y="2505075"/>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Frequencies that compose the same s(t)</a:t>
            </a:r>
          </a:p>
        </p:txBody>
      </p:sp>
      <p:sp>
        <p:nvSpPr>
          <p:cNvPr id="24" name="instant-axis-axis-shaft">
            <a:extLst xmlns:a="http://schemas.openxmlformats.org/drawingml/2006/main">
              <a:ext uri="{FF2B5EF4-FFF2-40B4-BE49-F238E27FC236}">
                <a16:creationId xmlns:a16="http://schemas.microsoft.com/office/drawing/2014/main" id="{EE8B905C-F630-4CDE-99EE-9751E8B47D15}"/>
              </a:ext>
            </a:extLst>
          </p:cNvPr>
          <p:cNvSpPr>
            <a:spLocks xmlns:a="http://schemas.openxmlformats.org/drawingml/2006/main" noGrp="1"/>
          </p:cNvSpPr>
          <p:nvPr/>
        </p:nvSpPr>
        <p:spPr>
          <a:xfrm xmlns:a="http://schemas.openxmlformats.org/drawingml/2006/main">
            <a:off x="1771650" y="4905375"/>
            <a:ext cx="284797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instant-axis-axis-head">
            <a:extLst xmlns:a="http://schemas.openxmlformats.org/drawingml/2006/main">
              <a:ext uri="{FF2B5EF4-FFF2-40B4-BE49-F238E27FC236}">
                <a16:creationId xmlns:a16="http://schemas.microsoft.com/office/drawing/2014/main" id="{7577E7A9-3460-4436-BB70-5D9AB2359737}"/>
              </a:ext>
            </a:extLst>
          </p:cNvPr>
          <p:cNvSpPr>
            <a:spLocks xmlns:a="http://schemas.openxmlformats.org/drawingml/2006/main" noGrp="1"/>
          </p:cNvSpPr>
          <p:nvPr/>
        </p:nvSpPr>
        <p:spPr>
          <a:xfrm xmlns:a="http://schemas.openxmlformats.org/drawingml/2006/main" rot="5400000">
            <a:off x="4600575" y="48625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6" name="instant-axis-tick-0">
            <a:extLst xmlns:a="http://schemas.openxmlformats.org/drawingml/2006/main">
              <a:ext uri="{FF2B5EF4-FFF2-40B4-BE49-F238E27FC236}">
                <a16:creationId xmlns:a16="http://schemas.microsoft.com/office/drawing/2014/main" id="{D9B18D98-01FA-4EA9-BC7A-639487ECE2A9}"/>
              </a:ext>
            </a:extLst>
          </p:cNvPr>
          <p:cNvSpPr>
            <a:spLocks xmlns:a="http://schemas.openxmlformats.org/drawingml/2006/main" noGrp="1"/>
          </p:cNvSpPr>
          <p:nvPr/>
        </p:nvSpPr>
        <p:spPr>
          <a:xfrm xmlns:a="http://schemas.openxmlformats.org/drawingml/2006/main">
            <a:off x="1771650" y="49053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instant-axis-tick-1">
            <a:extLst xmlns:a="http://schemas.openxmlformats.org/drawingml/2006/main">
              <a:ext uri="{FF2B5EF4-FFF2-40B4-BE49-F238E27FC236}">
                <a16:creationId xmlns:a16="http://schemas.microsoft.com/office/drawing/2014/main" id="{C86A38F4-B422-4D84-9575-657491C802C6}"/>
              </a:ext>
            </a:extLst>
          </p:cNvPr>
          <p:cNvSpPr>
            <a:spLocks xmlns:a="http://schemas.openxmlformats.org/drawingml/2006/main" noGrp="1"/>
          </p:cNvSpPr>
          <p:nvPr/>
        </p:nvSpPr>
        <p:spPr>
          <a:xfrm xmlns:a="http://schemas.openxmlformats.org/drawingml/2006/main">
            <a:off x="4705350" y="49053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instant-y">
            <a:extLst xmlns:a="http://schemas.openxmlformats.org/drawingml/2006/main">
              <a:ext uri="{FF2B5EF4-FFF2-40B4-BE49-F238E27FC236}">
                <a16:creationId xmlns:a16="http://schemas.microsoft.com/office/drawing/2014/main" id="{555523DB-C653-487A-A9DC-DF3E1635CA5F}"/>
              </a:ext>
            </a:extLst>
          </p:cNvPr>
          <p:cNvSpPr>
            <a:spLocks xmlns:a="http://schemas.openxmlformats.org/drawingml/2006/main" noGrp="1"/>
          </p:cNvSpPr>
          <p:nvPr/>
        </p:nvSpPr>
        <p:spPr>
          <a:xfrm xmlns:a="http://schemas.openxmlformats.org/drawingml/2006/main">
            <a:off x="1771650" y="3781425"/>
            <a:ext cx="95" cy="1123950"/>
          </a:xfrm>
          <a:custGeom xmlns:a="http://schemas.openxmlformats.org/drawingml/2006/main">
            <a:pathLst>
              <a:path w="95" h="1123950">
                <a:moveTo>
                  <a:pt x="0" y="1123950"/>
                </a:moveTo>
                <a:lnTo>
                  <a:pt x="0" y="0"/>
                </a:lnTo>
              </a:path>
            </a:pathLst>
          </a:custGeom>
          <a:noFill xmlns:a="http://schemas.openxmlformats.org/drawingml/2006/main"/>
          <a:ln xmlns:a="http://schemas.openxmlformats.org/drawingml/2006/main" w="9525">
            <a:solidFill>
              <a:srgbClr val="888888"/>
            </a:solidFill>
          </a:ln>
        </p:spPr>
      </p:sp>
      <p:sp>
        <p:nvSpPr>
          <p:cNvPr id="29" name="instant-tick-0">
            <a:extLst xmlns:a="http://schemas.openxmlformats.org/drawingml/2006/main">
              <a:ext uri="{FF2B5EF4-FFF2-40B4-BE49-F238E27FC236}">
                <a16:creationId xmlns:a16="http://schemas.microsoft.com/office/drawing/2014/main" id="{D8741CC1-556A-4FEA-8205-E16A7AC776BC}"/>
              </a:ext>
            </a:extLst>
          </p:cNvPr>
          <p:cNvSpPr>
            <a:spLocks xmlns:a="http://schemas.openxmlformats.org/drawingml/2006/main" noGrp="1"/>
          </p:cNvSpPr>
          <p:nvPr/>
        </p:nvSpPr>
        <p:spPr>
          <a:xfrm xmlns:a="http://schemas.openxmlformats.org/drawingml/2006/main">
            <a:off x="1724025" y="4491038"/>
            <a:ext cx="47625" cy="9525"/>
          </a:xfrm>
          <a:prstGeom xmlns:a="http://schemas.openxmlformats.org/drawingml/2006/main" prst="rect">
            <a:avLst/>
          </a:prstGeom>
          <a:solidFill xmlns:a="http://schemas.openxmlformats.org/drawingml/2006/main">
            <a:srgbClr val="888888"/>
          </a:solidFill>
          <a:ln xmlns:a="http://schemas.openxmlformats.org/drawingml/2006/main" w="0">
            <a:noFill/>
          </a:ln>
        </p:spPr>
      </p:sp>
      <p:sp>
        <p:nvSpPr>
          <p:cNvPr id="30" name="instant-tick-1">
            <a:extLst xmlns:a="http://schemas.openxmlformats.org/drawingml/2006/main">
              <a:ext uri="{FF2B5EF4-FFF2-40B4-BE49-F238E27FC236}">
                <a16:creationId xmlns:a16="http://schemas.microsoft.com/office/drawing/2014/main" id="{1C470321-5267-4642-8AAF-90C68EC4F5CA}"/>
              </a:ext>
            </a:extLst>
          </p:cNvPr>
          <p:cNvSpPr>
            <a:spLocks xmlns:a="http://schemas.openxmlformats.org/drawingml/2006/main" noGrp="1"/>
          </p:cNvSpPr>
          <p:nvPr/>
        </p:nvSpPr>
        <p:spPr>
          <a:xfrm xmlns:a="http://schemas.openxmlformats.org/drawingml/2006/main">
            <a:off x="1724025" y="4205288"/>
            <a:ext cx="47625" cy="9525"/>
          </a:xfrm>
          <a:prstGeom xmlns:a="http://schemas.openxmlformats.org/drawingml/2006/main" prst="rect">
            <a:avLst/>
          </a:prstGeom>
          <a:solidFill xmlns:a="http://schemas.openxmlformats.org/drawingml/2006/main">
            <a:srgbClr val="888888"/>
          </a:solidFill>
          <a:ln xmlns:a="http://schemas.openxmlformats.org/drawingml/2006/main" w="0">
            <a:noFill/>
          </a:ln>
        </p:spPr>
      </p:sp>
      <p:sp>
        <p:nvSpPr>
          <p:cNvPr id="31" name="instant-tick-2">
            <a:extLst xmlns:a="http://schemas.openxmlformats.org/drawingml/2006/main">
              <a:ext uri="{FF2B5EF4-FFF2-40B4-BE49-F238E27FC236}">
                <a16:creationId xmlns:a16="http://schemas.microsoft.com/office/drawing/2014/main" id="{63FB59B6-2FDF-4AA5-AB6F-DACBB4C4ED09}"/>
              </a:ext>
            </a:extLst>
          </p:cNvPr>
          <p:cNvSpPr>
            <a:spLocks xmlns:a="http://schemas.openxmlformats.org/drawingml/2006/main" noGrp="1"/>
          </p:cNvSpPr>
          <p:nvPr/>
        </p:nvSpPr>
        <p:spPr>
          <a:xfrm xmlns:a="http://schemas.openxmlformats.org/drawingml/2006/main">
            <a:off x="1724025" y="3919538"/>
            <a:ext cx="47625" cy="9525"/>
          </a:xfrm>
          <a:prstGeom xmlns:a="http://schemas.openxmlformats.org/drawingml/2006/main" prst="rect">
            <a:avLst/>
          </a:prstGeom>
          <a:solidFill xmlns:a="http://schemas.openxmlformats.org/drawingml/2006/main">
            <a:srgbClr val="888888"/>
          </a:solidFill>
          <a:ln xmlns:a="http://schemas.openxmlformats.org/drawingml/2006/main" w="0">
            <a:noFill/>
          </a:ln>
        </p:spPr>
      </p:sp>
      <p:sp>
        <p:nvSpPr>
          <p:cNvPr id="32" name="instant-carrier">
            <a:extLst xmlns:a="http://schemas.openxmlformats.org/drawingml/2006/main">
              <a:ext uri="{FF2B5EF4-FFF2-40B4-BE49-F238E27FC236}">
                <a16:creationId xmlns:a16="http://schemas.microsoft.com/office/drawing/2014/main" id="{4540A5D3-B479-4366-9598-1E27DC7C6A53}"/>
              </a:ext>
            </a:extLst>
          </p:cNvPr>
          <p:cNvSpPr>
            <a:spLocks xmlns:a="http://schemas.openxmlformats.org/drawingml/2006/main" noGrp="1"/>
          </p:cNvSpPr>
          <p:nvPr/>
        </p:nvSpPr>
        <p:spPr>
          <a:xfrm xmlns:a="http://schemas.openxmlformats.org/drawingml/2006/main">
            <a:off x="1771650" y="4205288"/>
            <a:ext cx="2933700" cy="9525"/>
          </a:xfrm>
          <a:prstGeom xmlns:a="http://schemas.openxmlformats.org/drawingml/2006/main" prst="rect">
            <a:avLst/>
          </a:prstGeom>
          <a:solidFill xmlns:a="http://schemas.openxmlformats.org/drawingml/2006/main">
            <a:srgbClr val="B5B5B5"/>
          </a:solidFill>
          <a:ln xmlns:a="http://schemas.openxmlformats.org/drawingml/2006/main" w="0">
            <a:noFill/>
          </a:ln>
        </p:spPr>
      </p:sp>
      <p:sp>
        <p:nvSpPr>
          <p:cNvPr id="33" name="instant-frequency">
            <a:extLst xmlns:a="http://schemas.openxmlformats.org/drawingml/2006/main">
              <a:ext uri="{FF2B5EF4-FFF2-40B4-BE49-F238E27FC236}">
                <a16:creationId xmlns:a16="http://schemas.microsoft.com/office/drawing/2014/main" id="{06D6A84A-B6B7-47DB-96C1-99BC35A876C2}"/>
              </a:ext>
            </a:extLst>
          </p:cNvPr>
          <p:cNvSpPr>
            <a:spLocks xmlns:a="http://schemas.openxmlformats.org/drawingml/2006/main" noGrp="1"/>
          </p:cNvSpPr>
          <p:nvPr/>
        </p:nvSpPr>
        <p:spPr>
          <a:xfrm xmlns:a="http://schemas.openxmlformats.org/drawingml/2006/main">
            <a:off x="1771650" y="3919538"/>
            <a:ext cx="2933700" cy="571500"/>
          </a:xfrm>
          <a:custGeom xmlns:a="http://schemas.openxmlformats.org/drawingml/2006/main">
            <a:pathLst>
              <a:path w="2933700" h="571500">
                <a:moveTo>
                  <a:pt x="0" y="0"/>
                </a:moveTo>
                <a:lnTo>
                  <a:pt x="9779" y="63"/>
                </a:lnTo>
                <a:lnTo>
                  <a:pt x="19558" y="251"/>
                </a:lnTo>
                <a:lnTo>
                  <a:pt x="29337" y="564"/>
                </a:lnTo>
                <a:lnTo>
                  <a:pt x="39116" y="1002"/>
                </a:lnTo>
                <a:lnTo>
                  <a:pt x="48895" y="1565"/>
                </a:lnTo>
                <a:lnTo>
                  <a:pt x="58674" y="2253"/>
                </a:lnTo>
                <a:lnTo>
                  <a:pt x="68453" y="3065"/>
                </a:lnTo>
                <a:lnTo>
                  <a:pt x="78232" y="4002"/>
                </a:lnTo>
                <a:lnTo>
                  <a:pt x="88011" y="5061"/>
                </a:lnTo>
                <a:lnTo>
                  <a:pt x="97790" y="6244"/>
                </a:lnTo>
                <a:lnTo>
                  <a:pt x="107569" y="7550"/>
                </a:lnTo>
                <a:lnTo>
                  <a:pt x="117348" y="8977"/>
                </a:lnTo>
                <a:lnTo>
                  <a:pt x="127127" y="10526"/>
                </a:lnTo>
                <a:lnTo>
                  <a:pt x="136906" y="12196"/>
                </a:lnTo>
                <a:lnTo>
                  <a:pt x="146685" y="13986"/>
                </a:lnTo>
                <a:lnTo>
                  <a:pt x="156464" y="15894"/>
                </a:lnTo>
                <a:lnTo>
                  <a:pt x="166243" y="17922"/>
                </a:lnTo>
                <a:lnTo>
                  <a:pt x="176022" y="20066"/>
                </a:lnTo>
                <a:lnTo>
                  <a:pt x="185801" y="22328"/>
                </a:lnTo>
                <a:lnTo>
                  <a:pt x="195580" y="24704"/>
                </a:lnTo>
                <a:lnTo>
                  <a:pt x="205359" y="27196"/>
                </a:lnTo>
                <a:lnTo>
                  <a:pt x="215138" y="29800"/>
                </a:lnTo>
                <a:lnTo>
                  <a:pt x="224917" y="32517"/>
                </a:lnTo>
                <a:lnTo>
                  <a:pt x="234696" y="35345"/>
                </a:lnTo>
                <a:lnTo>
                  <a:pt x="244475" y="38283"/>
                </a:lnTo>
                <a:lnTo>
                  <a:pt x="254254" y="41330"/>
                </a:lnTo>
                <a:lnTo>
                  <a:pt x="264033" y="44483"/>
                </a:lnTo>
                <a:lnTo>
                  <a:pt x="273812" y="47743"/>
                </a:lnTo>
                <a:lnTo>
                  <a:pt x="283591" y="51107"/>
                </a:lnTo>
                <a:lnTo>
                  <a:pt x="293370" y="54573"/>
                </a:lnTo>
                <a:lnTo>
                  <a:pt x="303149" y="58142"/>
                </a:lnTo>
                <a:lnTo>
                  <a:pt x="312928" y="61810"/>
                </a:lnTo>
                <a:lnTo>
                  <a:pt x="322707" y="65576"/>
                </a:lnTo>
                <a:lnTo>
                  <a:pt x="332486" y="69439"/>
                </a:lnTo>
                <a:lnTo>
                  <a:pt x="342265" y="73396"/>
                </a:lnTo>
                <a:lnTo>
                  <a:pt x="352044" y="77447"/>
                </a:lnTo>
                <a:lnTo>
                  <a:pt x="361823" y="81589"/>
                </a:lnTo>
                <a:lnTo>
                  <a:pt x="371602" y="85821"/>
                </a:lnTo>
                <a:lnTo>
                  <a:pt x="381381" y="90141"/>
                </a:lnTo>
                <a:lnTo>
                  <a:pt x="391160" y="94546"/>
                </a:lnTo>
                <a:lnTo>
                  <a:pt x="400939" y="99035"/>
                </a:lnTo>
                <a:lnTo>
                  <a:pt x="410718" y="103606"/>
                </a:lnTo>
                <a:lnTo>
                  <a:pt x="420497" y="108257"/>
                </a:lnTo>
                <a:lnTo>
                  <a:pt x="430276" y="112986"/>
                </a:lnTo>
                <a:lnTo>
                  <a:pt x="440055" y="117790"/>
                </a:lnTo>
                <a:lnTo>
                  <a:pt x="449834" y="122669"/>
                </a:lnTo>
                <a:lnTo>
                  <a:pt x="459613" y="127618"/>
                </a:lnTo>
                <a:lnTo>
                  <a:pt x="469392" y="132637"/>
                </a:lnTo>
                <a:lnTo>
                  <a:pt x="479171" y="137724"/>
                </a:lnTo>
                <a:lnTo>
                  <a:pt x="488950" y="142875"/>
                </a:lnTo>
                <a:lnTo>
                  <a:pt x="498729" y="148089"/>
                </a:lnTo>
                <a:lnTo>
                  <a:pt x="508508" y="153363"/>
                </a:lnTo>
                <a:lnTo>
                  <a:pt x="518287" y="158695"/>
                </a:lnTo>
                <a:lnTo>
                  <a:pt x="528066" y="164084"/>
                </a:lnTo>
                <a:lnTo>
                  <a:pt x="537845" y="169525"/>
                </a:lnTo>
                <a:lnTo>
                  <a:pt x="547624" y="175017"/>
                </a:lnTo>
                <a:lnTo>
                  <a:pt x="557403" y="180558"/>
                </a:lnTo>
                <a:lnTo>
                  <a:pt x="567182" y="186146"/>
                </a:lnTo>
                <a:lnTo>
                  <a:pt x="576961" y="191776"/>
                </a:lnTo>
                <a:lnTo>
                  <a:pt x="586740" y="197448"/>
                </a:lnTo>
                <a:lnTo>
                  <a:pt x="596519" y="203159"/>
                </a:lnTo>
                <a:lnTo>
                  <a:pt x="606298" y="208906"/>
                </a:lnTo>
                <a:lnTo>
                  <a:pt x="616077" y="214687"/>
                </a:lnTo>
                <a:lnTo>
                  <a:pt x="625856" y="220499"/>
                </a:lnTo>
                <a:lnTo>
                  <a:pt x="635635" y="226339"/>
                </a:lnTo>
                <a:lnTo>
                  <a:pt x="645414" y="232206"/>
                </a:lnTo>
                <a:lnTo>
                  <a:pt x="655193" y="238096"/>
                </a:lnTo>
                <a:lnTo>
                  <a:pt x="664972" y="244007"/>
                </a:lnTo>
                <a:lnTo>
                  <a:pt x="674751" y="249936"/>
                </a:lnTo>
                <a:lnTo>
                  <a:pt x="684530" y="255881"/>
                </a:lnTo>
                <a:lnTo>
                  <a:pt x="694309" y="261839"/>
                </a:lnTo>
                <a:lnTo>
                  <a:pt x="704088" y="267808"/>
                </a:lnTo>
                <a:lnTo>
                  <a:pt x="713867" y="273784"/>
                </a:lnTo>
                <a:lnTo>
                  <a:pt x="723646" y="279766"/>
                </a:lnTo>
                <a:lnTo>
                  <a:pt x="733425" y="285750"/>
                </a:lnTo>
                <a:lnTo>
                  <a:pt x="743204" y="291734"/>
                </a:lnTo>
                <a:lnTo>
                  <a:pt x="752983" y="297716"/>
                </a:lnTo>
                <a:lnTo>
                  <a:pt x="762762" y="303692"/>
                </a:lnTo>
                <a:lnTo>
                  <a:pt x="772541" y="309661"/>
                </a:lnTo>
                <a:lnTo>
                  <a:pt x="782320" y="315619"/>
                </a:lnTo>
                <a:lnTo>
                  <a:pt x="792099" y="321564"/>
                </a:lnTo>
                <a:lnTo>
                  <a:pt x="801878" y="327493"/>
                </a:lnTo>
                <a:lnTo>
                  <a:pt x="811657" y="333404"/>
                </a:lnTo>
                <a:lnTo>
                  <a:pt x="821436" y="339294"/>
                </a:lnTo>
                <a:lnTo>
                  <a:pt x="831215" y="345161"/>
                </a:lnTo>
                <a:lnTo>
                  <a:pt x="840994" y="351001"/>
                </a:lnTo>
                <a:lnTo>
                  <a:pt x="850773" y="356813"/>
                </a:lnTo>
                <a:lnTo>
                  <a:pt x="860552" y="362594"/>
                </a:lnTo>
                <a:lnTo>
                  <a:pt x="870331" y="368341"/>
                </a:lnTo>
                <a:lnTo>
                  <a:pt x="880110" y="374052"/>
                </a:lnTo>
                <a:lnTo>
                  <a:pt x="889889" y="379724"/>
                </a:lnTo>
                <a:lnTo>
                  <a:pt x="899668" y="385354"/>
                </a:lnTo>
                <a:lnTo>
                  <a:pt x="909447" y="390942"/>
                </a:lnTo>
                <a:lnTo>
                  <a:pt x="919226" y="396483"/>
                </a:lnTo>
                <a:lnTo>
                  <a:pt x="929005" y="401975"/>
                </a:lnTo>
                <a:lnTo>
                  <a:pt x="938784" y="407416"/>
                </a:lnTo>
                <a:lnTo>
                  <a:pt x="948563" y="412805"/>
                </a:lnTo>
                <a:lnTo>
                  <a:pt x="958342" y="418137"/>
                </a:lnTo>
                <a:lnTo>
                  <a:pt x="968121" y="423411"/>
                </a:lnTo>
                <a:lnTo>
                  <a:pt x="977900" y="428625"/>
                </a:lnTo>
                <a:lnTo>
                  <a:pt x="987679" y="433776"/>
                </a:lnTo>
                <a:lnTo>
                  <a:pt x="997458" y="438863"/>
                </a:lnTo>
                <a:lnTo>
                  <a:pt x="1007237" y="443882"/>
                </a:lnTo>
                <a:lnTo>
                  <a:pt x="1017016" y="448831"/>
                </a:lnTo>
                <a:lnTo>
                  <a:pt x="1026795" y="453710"/>
                </a:lnTo>
                <a:lnTo>
                  <a:pt x="1036574" y="458514"/>
                </a:lnTo>
                <a:lnTo>
                  <a:pt x="1046353" y="463243"/>
                </a:lnTo>
                <a:lnTo>
                  <a:pt x="1056132" y="467894"/>
                </a:lnTo>
                <a:lnTo>
                  <a:pt x="1065911" y="472465"/>
                </a:lnTo>
                <a:lnTo>
                  <a:pt x="1075690" y="476954"/>
                </a:lnTo>
                <a:lnTo>
                  <a:pt x="1085469" y="481359"/>
                </a:lnTo>
                <a:lnTo>
                  <a:pt x="1095248" y="485679"/>
                </a:lnTo>
                <a:lnTo>
                  <a:pt x="1105027" y="489911"/>
                </a:lnTo>
                <a:lnTo>
                  <a:pt x="1114806" y="494053"/>
                </a:lnTo>
                <a:lnTo>
                  <a:pt x="1124585" y="498104"/>
                </a:lnTo>
                <a:lnTo>
                  <a:pt x="1134364" y="502061"/>
                </a:lnTo>
                <a:lnTo>
                  <a:pt x="1144143" y="505924"/>
                </a:lnTo>
                <a:lnTo>
                  <a:pt x="1153922" y="509690"/>
                </a:lnTo>
                <a:lnTo>
                  <a:pt x="1163701" y="513358"/>
                </a:lnTo>
                <a:lnTo>
                  <a:pt x="1173480" y="516927"/>
                </a:lnTo>
                <a:lnTo>
                  <a:pt x="1183259" y="520393"/>
                </a:lnTo>
                <a:lnTo>
                  <a:pt x="1193038" y="523757"/>
                </a:lnTo>
                <a:lnTo>
                  <a:pt x="1202817" y="527017"/>
                </a:lnTo>
                <a:lnTo>
                  <a:pt x="1212596" y="530170"/>
                </a:lnTo>
                <a:lnTo>
                  <a:pt x="1222375" y="533217"/>
                </a:lnTo>
                <a:lnTo>
                  <a:pt x="1232154" y="536155"/>
                </a:lnTo>
                <a:lnTo>
                  <a:pt x="1241933" y="538983"/>
                </a:lnTo>
                <a:lnTo>
                  <a:pt x="1251712" y="541700"/>
                </a:lnTo>
                <a:lnTo>
                  <a:pt x="1261491" y="544304"/>
                </a:lnTo>
                <a:lnTo>
                  <a:pt x="1271270" y="546796"/>
                </a:lnTo>
                <a:lnTo>
                  <a:pt x="1281049" y="549172"/>
                </a:lnTo>
                <a:lnTo>
                  <a:pt x="1290828" y="551434"/>
                </a:lnTo>
                <a:lnTo>
                  <a:pt x="1300607" y="553578"/>
                </a:lnTo>
                <a:lnTo>
                  <a:pt x="1310386" y="555606"/>
                </a:lnTo>
                <a:lnTo>
                  <a:pt x="1320165" y="557514"/>
                </a:lnTo>
                <a:lnTo>
                  <a:pt x="1329944" y="559304"/>
                </a:lnTo>
                <a:lnTo>
                  <a:pt x="1339723" y="560974"/>
                </a:lnTo>
                <a:lnTo>
                  <a:pt x="1349502" y="562523"/>
                </a:lnTo>
                <a:lnTo>
                  <a:pt x="1359281" y="563950"/>
                </a:lnTo>
                <a:lnTo>
                  <a:pt x="1369060" y="565256"/>
                </a:lnTo>
                <a:lnTo>
                  <a:pt x="1378839" y="566439"/>
                </a:lnTo>
                <a:lnTo>
                  <a:pt x="1388618" y="567498"/>
                </a:lnTo>
                <a:lnTo>
                  <a:pt x="1398397" y="568435"/>
                </a:lnTo>
                <a:lnTo>
                  <a:pt x="1408176" y="569247"/>
                </a:lnTo>
                <a:lnTo>
                  <a:pt x="1417955" y="569935"/>
                </a:lnTo>
                <a:lnTo>
                  <a:pt x="1427734" y="570498"/>
                </a:lnTo>
                <a:lnTo>
                  <a:pt x="1437513" y="570936"/>
                </a:lnTo>
                <a:lnTo>
                  <a:pt x="1447292" y="571249"/>
                </a:lnTo>
                <a:lnTo>
                  <a:pt x="1457071" y="571437"/>
                </a:lnTo>
                <a:lnTo>
                  <a:pt x="1466850" y="571500"/>
                </a:lnTo>
                <a:lnTo>
                  <a:pt x="1476629" y="571437"/>
                </a:lnTo>
                <a:lnTo>
                  <a:pt x="1486408" y="571249"/>
                </a:lnTo>
                <a:lnTo>
                  <a:pt x="1496187" y="570936"/>
                </a:lnTo>
                <a:lnTo>
                  <a:pt x="1505966" y="570498"/>
                </a:lnTo>
                <a:lnTo>
                  <a:pt x="1515745" y="569935"/>
                </a:lnTo>
                <a:lnTo>
                  <a:pt x="1525524" y="569247"/>
                </a:lnTo>
                <a:lnTo>
                  <a:pt x="1535303" y="568435"/>
                </a:lnTo>
                <a:lnTo>
                  <a:pt x="1545082" y="567498"/>
                </a:lnTo>
                <a:lnTo>
                  <a:pt x="1554861" y="566439"/>
                </a:lnTo>
                <a:lnTo>
                  <a:pt x="1564640" y="565256"/>
                </a:lnTo>
                <a:lnTo>
                  <a:pt x="1574419" y="563950"/>
                </a:lnTo>
                <a:lnTo>
                  <a:pt x="1584198" y="562523"/>
                </a:lnTo>
                <a:lnTo>
                  <a:pt x="1593977" y="560974"/>
                </a:lnTo>
                <a:lnTo>
                  <a:pt x="1603756" y="559304"/>
                </a:lnTo>
                <a:lnTo>
                  <a:pt x="1613535" y="557514"/>
                </a:lnTo>
                <a:lnTo>
                  <a:pt x="1623314" y="555606"/>
                </a:lnTo>
                <a:lnTo>
                  <a:pt x="1633093" y="553578"/>
                </a:lnTo>
                <a:lnTo>
                  <a:pt x="1642872" y="551434"/>
                </a:lnTo>
                <a:lnTo>
                  <a:pt x="1652651" y="549172"/>
                </a:lnTo>
                <a:lnTo>
                  <a:pt x="1662430" y="546796"/>
                </a:lnTo>
                <a:lnTo>
                  <a:pt x="1672209" y="544304"/>
                </a:lnTo>
                <a:lnTo>
                  <a:pt x="1681988" y="541700"/>
                </a:lnTo>
                <a:lnTo>
                  <a:pt x="1691767" y="538983"/>
                </a:lnTo>
                <a:lnTo>
                  <a:pt x="1701546" y="536155"/>
                </a:lnTo>
                <a:lnTo>
                  <a:pt x="1711325" y="533217"/>
                </a:lnTo>
                <a:lnTo>
                  <a:pt x="1721104" y="530170"/>
                </a:lnTo>
                <a:lnTo>
                  <a:pt x="1730883" y="527017"/>
                </a:lnTo>
                <a:lnTo>
                  <a:pt x="1740662" y="523757"/>
                </a:lnTo>
                <a:lnTo>
                  <a:pt x="1750441" y="520393"/>
                </a:lnTo>
                <a:lnTo>
                  <a:pt x="1760220" y="516927"/>
                </a:lnTo>
                <a:lnTo>
                  <a:pt x="1769999" y="513358"/>
                </a:lnTo>
                <a:lnTo>
                  <a:pt x="1779778" y="509690"/>
                </a:lnTo>
                <a:lnTo>
                  <a:pt x="1789557" y="505924"/>
                </a:lnTo>
                <a:lnTo>
                  <a:pt x="1799336" y="502061"/>
                </a:lnTo>
                <a:lnTo>
                  <a:pt x="1809115" y="498104"/>
                </a:lnTo>
                <a:lnTo>
                  <a:pt x="1818894" y="494053"/>
                </a:lnTo>
                <a:lnTo>
                  <a:pt x="1828673" y="489911"/>
                </a:lnTo>
                <a:lnTo>
                  <a:pt x="1838452" y="485679"/>
                </a:lnTo>
                <a:lnTo>
                  <a:pt x="1848231" y="481359"/>
                </a:lnTo>
                <a:lnTo>
                  <a:pt x="1858010" y="476954"/>
                </a:lnTo>
                <a:lnTo>
                  <a:pt x="1867789" y="472465"/>
                </a:lnTo>
                <a:lnTo>
                  <a:pt x="1877568" y="467894"/>
                </a:lnTo>
                <a:lnTo>
                  <a:pt x="1887347" y="463243"/>
                </a:lnTo>
                <a:lnTo>
                  <a:pt x="1897126" y="458514"/>
                </a:lnTo>
                <a:lnTo>
                  <a:pt x="1906905" y="453710"/>
                </a:lnTo>
                <a:lnTo>
                  <a:pt x="1916684" y="448831"/>
                </a:lnTo>
                <a:lnTo>
                  <a:pt x="1926463" y="443882"/>
                </a:lnTo>
                <a:lnTo>
                  <a:pt x="1936242" y="438863"/>
                </a:lnTo>
                <a:lnTo>
                  <a:pt x="1946021" y="433776"/>
                </a:lnTo>
                <a:lnTo>
                  <a:pt x="1955800" y="428625"/>
                </a:lnTo>
                <a:lnTo>
                  <a:pt x="1965579" y="423411"/>
                </a:lnTo>
                <a:lnTo>
                  <a:pt x="1975358" y="418137"/>
                </a:lnTo>
                <a:lnTo>
                  <a:pt x="1985137" y="412805"/>
                </a:lnTo>
                <a:lnTo>
                  <a:pt x="1994916" y="407416"/>
                </a:lnTo>
                <a:lnTo>
                  <a:pt x="2004695" y="401975"/>
                </a:lnTo>
                <a:lnTo>
                  <a:pt x="2014474" y="396483"/>
                </a:lnTo>
                <a:lnTo>
                  <a:pt x="2024253" y="390942"/>
                </a:lnTo>
                <a:lnTo>
                  <a:pt x="2034032" y="385354"/>
                </a:lnTo>
                <a:lnTo>
                  <a:pt x="2043811" y="379724"/>
                </a:lnTo>
                <a:lnTo>
                  <a:pt x="2053590" y="374052"/>
                </a:lnTo>
                <a:lnTo>
                  <a:pt x="2063369" y="368341"/>
                </a:lnTo>
                <a:lnTo>
                  <a:pt x="2073148" y="362594"/>
                </a:lnTo>
                <a:lnTo>
                  <a:pt x="2082927" y="356813"/>
                </a:lnTo>
                <a:lnTo>
                  <a:pt x="2092706" y="351001"/>
                </a:lnTo>
                <a:lnTo>
                  <a:pt x="2102485" y="345161"/>
                </a:lnTo>
                <a:lnTo>
                  <a:pt x="2112264" y="339294"/>
                </a:lnTo>
                <a:lnTo>
                  <a:pt x="2122043" y="333404"/>
                </a:lnTo>
                <a:lnTo>
                  <a:pt x="2131822" y="327493"/>
                </a:lnTo>
                <a:lnTo>
                  <a:pt x="2141601" y="321564"/>
                </a:lnTo>
                <a:lnTo>
                  <a:pt x="2151380" y="315619"/>
                </a:lnTo>
                <a:lnTo>
                  <a:pt x="2161159" y="309661"/>
                </a:lnTo>
                <a:lnTo>
                  <a:pt x="2170938" y="303692"/>
                </a:lnTo>
                <a:lnTo>
                  <a:pt x="2180717" y="297716"/>
                </a:lnTo>
                <a:lnTo>
                  <a:pt x="2190496" y="291734"/>
                </a:lnTo>
                <a:lnTo>
                  <a:pt x="2200275" y="285750"/>
                </a:lnTo>
                <a:lnTo>
                  <a:pt x="2210054" y="279766"/>
                </a:lnTo>
                <a:lnTo>
                  <a:pt x="2219833" y="273784"/>
                </a:lnTo>
                <a:lnTo>
                  <a:pt x="2229612" y="267808"/>
                </a:lnTo>
                <a:lnTo>
                  <a:pt x="2239391" y="261839"/>
                </a:lnTo>
                <a:lnTo>
                  <a:pt x="2249170" y="255881"/>
                </a:lnTo>
                <a:lnTo>
                  <a:pt x="2258949" y="249936"/>
                </a:lnTo>
                <a:lnTo>
                  <a:pt x="2268728" y="244007"/>
                </a:lnTo>
                <a:lnTo>
                  <a:pt x="2278507" y="238096"/>
                </a:lnTo>
                <a:lnTo>
                  <a:pt x="2288286" y="232206"/>
                </a:lnTo>
                <a:lnTo>
                  <a:pt x="2298065" y="226339"/>
                </a:lnTo>
                <a:lnTo>
                  <a:pt x="2307844" y="220499"/>
                </a:lnTo>
                <a:lnTo>
                  <a:pt x="2317623" y="214687"/>
                </a:lnTo>
                <a:lnTo>
                  <a:pt x="2327402" y="208906"/>
                </a:lnTo>
                <a:lnTo>
                  <a:pt x="2337181" y="203159"/>
                </a:lnTo>
                <a:lnTo>
                  <a:pt x="2346960" y="197448"/>
                </a:lnTo>
                <a:lnTo>
                  <a:pt x="2356739" y="191776"/>
                </a:lnTo>
                <a:lnTo>
                  <a:pt x="2366518" y="186146"/>
                </a:lnTo>
                <a:lnTo>
                  <a:pt x="2376297" y="180558"/>
                </a:lnTo>
                <a:lnTo>
                  <a:pt x="2386076" y="175017"/>
                </a:lnTo>
                <a:lnTo>
                  <a:pt x="2395855" y="169525"/>
                </a:lnTo>
                <a:lnTo>
                  <a:pt x="2405634" y="164084"/>
                </a:lnTo>
                <a:lnTo>
                  <a:pt x="2415413" y="158695"/>
                </a:lnTo>
                <a:lnTo>
                  <a:pt x="2425192" y="153363"/>
                </a:lnTo>
                <a:lnTo>
                  <a:pt x="2434971" y="148089"/>
                </a:lnTo>
                <a:lnTo>
                  <a:pt x="2444750" y="142875"/>
                </a:lnTo>
                <a:lnTo>
                  <a:pt x="2454529" y="137724"/>
                </a:lnTo>
                <a:lnTo>
                  <a:pt x="2464308" y="132637"/>
                </a:lnTo>
                <a:lnTo>
                  <a:pt x="2474087" y="127618"/>
                </a:lnTo>
                <a:lnTo>
                  <a:pt x="2483866" y="122669"/>
                </a:lnTo>
                <a:lnTo>
                  <a:pt x="2493645" y="117790"/>
                </a:lnTo>
                <a:lnTo>
                  <a:pt x="2503424" y="112986"/>
                </a:lnTo>
                <a:lnTo>
                  <a:pt x="2513203" y="108257"/>
                </a:lnTo>
                <a:lnTo>
                  <a:pt x="2522982" y="103606"/>
                </a:lnTo>
                <a:lnTo>
                  <a:pt x="2532761" y="99035"/>
                </a:lnTo>
                <a:lnTo>
                  <a:pt x="2542540" y="94546"/>
                </a:lnTo>
                <a:lnTo>
                  <a:pt x="2552319" y="90141"/>
                </a:lnTo>
                <a:lnTo>
                  <a:pt x="2562098" y="85821"/>
                </a:lnTo>
                <a:lnTo>
                  <a:pt x="2571877" y="81589"/>
                </a:lnTo>
                <a:lnTo>
                  <a:pt x="2581656" y="77447"/>
                </a:lnTo>
                <a:lnTo>
                  <a:pt x="2591435" y="73396"/>
                </a:lnTo>
                <a:lnTo>
                  <a:pt x="2601214" y="69439"/>
                </a:lnTo>
                <a:lnTo>
                  <a:pt x="2610993" y="65576"/>
                </a:lnTo>
                <a:lnTo>
                  <a:pt x="2620772" y="61810"/>
                </a:lnTo>
                <a:lnTo>
                  <a:pt x="2630551" y="58142"/>
                </a:lnTo>
                <a:lnTo>
                  <a:pt x="2640330" y="54573"/>
                </a:lnTo>
                <a:lnTo>
                  <a:pt x="2650109" y="51107"/>
                </a:lnTo>
                <a:lnTo>
                  <a:pt x="2659888" y="47743"/>
                </a:lnTo>
                <a:lnTo>
                  <a:pt x="2669667" y="44483"/>
                </a:lnTo>
                <a:lnTo>
                  <a:pt x="2679446" y="41330"/>
                </a:lnTo>
                <a:lnTo>
                  <a:pt x="2689225" y="38283"/>
                </a:lnTo>
                <a:lnTo>
                  <a:pt x="2699004" y="35345"/>
                </a:lnTo>
                <a:lnTo>
                  <a:pt x="2708783" y="32517"/>
                </a:lnTo>
                <a:lnTo>
                  <a:pt x="2718562" y="29800"/>
                </a:lnTo>
                <a:lnTo>
                  <a:pt x="2728341" y="27196"/>
                </a:lnTo>
                <a:lnTo>
                  <a:pt x="2738120" y="24704"/>
                </a:lnTo>
                <a:lnTo>
                  <a:pt x="2747899" y="22328"/>
                </a:lnTo>
                <a:lnTo>
                  <a:pt x="2757678" y="20066"/>
                </a:lnTo>
                <a:lnTo>
                  <a:pt x="2767457" y="17922"/>
                </a:lnTo>
                <a:lnTo>
                  <a:pt x="2777236" y="15894"/>
                </a:lnTo>
                <a:lnTo>
                  <a:pt x="2787015" y="13986"/>
                </a:lnTo>
                <a:lnTo>
                  <a:pt x="2796794" y="12196"/>
                </a:lnTo>
                <a:lnTo>
                  <a:pt x="2806573" y="10526"/>
                </a:lnTo>
                <a:lnTo>
                  <a:pt x="2816352" y="8977"/>
                </a:lnTo>
                <a:lnTo>
                  <a:pt x="2826131" y="7550"/>
                </a:lnTo>
                <a:lnTo>
                  <a:pt x="2835910" y="6244"/>
                </a:lnTo>
                <a:lnTo>
                  <a:pt x="2845689" y="5061"/>
                </a:lnTo>
                <a:lnTo>
                  <a:pt x="2855468" y="4002"/>
                </a:lnTo>
                <a:lnTo>
                  <a:pt x="2865247" y="3065"/>
                </a:lnTo>
                <a:lnTo>
                  <a:pt x="2875026" y="2253"/>
                </a:lnTo>
                <a:lnTo>
                  <a:pt x="2884805" y="1565"/>
                </a:lnTo>
                <a:lnTo>
                  <a:pt x="2894584" y="1002"/>
                </a:lnTo>
                <a:lnTo>
                  <a:pt x="2904363" y="564"/>
                </a:lnTo>
                <a:lnTo>
                  <a:pt x="2914142" y="251"/>
                </a:lnTo>
                <a:lnTo>
                  <a:pt x="2923921" y="63"/>
                </a:lnTo>
                <a:lnTo>
                  <a:pt x="2933700" y="0"/>
                </a:lnTo>
              </a:path>
            </a:pathLst>
          </a:custGeom>
          <a:noFill xmlns:a="http://schemas.openxmlformats.org/drawingml/2006/main"/>
          <a:ln xmlns:a="http://schemas.openxmlformats.org/drawingml/2006/main" w="20955">
            <a:solidFill>
              <a:srgbClr val="202020"/>
            </a:solidFill>
          </a:ln>
        </p:spPr>
      </p:sp>
      <p:sp>
        <p:nvSpPr>
          <p:cNvPr id="34" name="spectrum-axis-0-axis-shaft">
            <a:extLst xmlns:a="http://schemas.openxmlformats.org/drawingml/2006/main">
              <a:ext uri="{FF2B5EF4-FFF2-40B4-BE49-F238E27FC236}">
                <a16:creationId xmlns:a16="http://schemas.microsoft.com/office/drawing/2014/main" id="{A0CDD8CF-53BB-43D7-861E-199C6A47C91D}"/>
              </a:ext>
            </a:extLst>
          </p:cNvPr>
          <p:cNvSpPr>
            <a:spLocks xmlns:a="http://schemas.openxmlformats.org/drawingml/2006/main" noGrp="1"/>
          </p:cNvSpPr>
          <p:nvPr/>
        </p:nvSpPr>
        <p:spPr>
          <a:xfrm xmlns:a="http://schemas.openxmlformats.org/drawingml/2006/main">
            <a:off x="5943600" y="4905375"/>
            <a:ext cx="242887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5" name="spectrum-axis-0-axis-head">
            <a:extLst xmlns:a="http://schemas.openxmlformats.org/drawingml/2006/main">
              <a:ext uri="{FF2B5EF4-FFF2-40B4-BE49-F238E27FC236}">
                <a16:creationId xmlns:a16="http://schemas.microsoft.com/office/drawing/2014/main" id="{AB873F09-33C7-4386-A162-5E4BE179BA6A}"/>
              </a:ext>
            </a:extLst>
          </p:cNvPr>
          <p:cNvSpPr>
            <a:spLocks xmlns:a="http://schemas.openxmlformats.org/drawingml/2006/main" noGrp="1"/>
          </p:cNvSpPr>
          <p:nvPr/>
        </p:nvSpPr>
        <p:spPr>
          <a:xfrm xmlns:a="http://schemas.openxmlformats.org/drawingml/2006/main" rot="5400000">
            <a:off x="8353425" y="48625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6" name="spectrum-axis-0-tick-0">
            <a:extLst xmlns:a="http://schemas.openxmlformats.org/drawingml/2006/main">
              <a:ext uri="{FF2B5EF4-FFF2-40B4-BE49-F238E27FC236}">
                <a16:creationId xmlns:a16="http://schemas.microsoft.com/office/drawing/2014/main" id="{FDF7F0B4-D0FB-4EF7-A9FA-ADCAD8EC1609}"/>
              </a:ext>
            </a:extLst>
          </p:cNvPr>
          <p:cNvSpPr>
            <a:spLocks xmlns:a="http://schemas.openxmlformats.org/drawingml/2006/main" noGrp="1"/>
          </p:cNvSpPr>
          <p:nvPr/>
        </p:nvSpPr>
        <p:spPr>
          <a:xfrm xmlns:a="http://schemas.openxmlformats.org/drawingml/2006/main">
            <a:off x="7200900" y="49053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7" name="range-stem-0--7">
            <a:extLst xmlns:a="http://schemas.openxmlformats.org/drawingml/2006/main">
              <a:ext uri="{FF2B5EF4-FFF2-40B4-BE49-F238E27FC236}">
                <a16:creationId xmlns:a16="http://schemas.microsoft.com/office/drawing/2014/main" id="{46D63AD7-9929-47F6-83EA-3B68D9E70019}"/>
              </a:ext>
            </a:extLst>
          </p:cNvPr>
          <p:cNvSpPr>
            <a:spLocks xmlns:a="http://schemas.openxmlformats.org/drawingml/2006/main" noGrp="1"/>
          </p:cNvSpPr>
          <p:nvPr/>
        </p:nvSpPr>
        <p:spPr>
          <a:xfrm xmlns:a="http://schemas.openxmlformats.org/drawingml/2006/main">
            <a:off x="8374380" y="4811319"/>
            <a:ext cx="95" cy="94056"/>
          </a:xfrm>
          <a:custGeom xmlns:a="http://schemas.openxmlformats.org/drawingml/2006/main">
            <a:pathLst>
              <a:path w="95" h="94056">
                <a:moveTo>
                  <a:pt x="0" y="94056"/>
                </a:moveTo>
                <a:lnTo>
                  <a:pt x="0" y="0"/>
                </a:lnTo>
              </a:path>
            </a:pathLst>
          </a:custGeom>
          <a:noFill xmlns:a="http://schemas.openxmlformats.org/drawingml/2006/main"/>
          <a:ln xmlns:a="http://schemas.openxmlformats.org/drawingml/2006/main" w="19050">
            <a:solidFill>
              <a:srgbClr val="202020"/>
            </a:solidFill>
          </a:ln>
        </p:spPr>
      </p:sp>
      <p:sp>
        <p:nvSpPr>
          <p:cNvPr id="38" name="range-stem-0--6">
            <a:extLst xmlns:a="http://schemas.openxmlformats.org/drawingml/2006/main">
              <a:ext uri="{FF2B5EF4-FFF2-40B4-BE49-F238E27FC236}">
                <a16:creationId xmlns:a16="http://schemas.microsoft.com/office/drawing/2014/main" id="{29734AF2-EE66-46BA-A0A5-50EF262CC77E}"/>
              </a:ext>
            </a:extLst>
          </p:cNvPr>
          <p:cNvSpPr>
            <a:spLocks xmlns:a="http://schemas.openxmlformats.org/drawingml/2006/main" noGrp="1"/>
          </p:cNvSpPr>
          <p:nvPr/>
        </p:nvSpPr>
        <p:spPr>
          <a:xfrm xmlns:a="http://schemas.openxmlformats.org/drawingml/2006/main">
            <a:off x="8206740" y="4674451"/>
            <a:ext cx="95" cy="230924"/>
          </a:xfrm>
          <a:custGeom xmlns:a="http://schemas.openxmlformats.org/drawingml/2006/main">
            <a:pathLst>
              <a:path w="95" h="230924">
                <a:moveTo>
                  <a:pt x="0" y="230924"/>
                </a:moveTo>
                <a:lnTo>
                  <a:pt x="0" y="0"/>
                </a:lnTo>
              </a:path>
            </a:pathLst>
          </a:custGeom>
          <a:noFill xmlns:a="http://schemas.openxmlformats.org/drawingml/2006/main"/>
          <a:ln xmlns:a="http://schemas.openxmlformats.org/drawingml/2006/main" w="19050">
            <a:solidFill>
              <a:srgbClr val="202020"/>
            </a:solidFill>
          </a:ln>
        </p:spPr>
      </p:sp>
      <p:sp>
        <p:nvSpPr>
          <p:cNvPr id="39" name="range-stem-0--5">
            <a:extLst xmlns:a="http://schemas.openxmlformats.org/drawingml/2006/main">
              <a:ext uri="{FF2B5EF4-FFF2-40B4-BE49-F238E27FC236}">
                <a16:creationId xmlns:a16="http://schemas.microsoft.com/office/drawing/2014/main" id="{D167576E-1BCF-4E42-A9E2-446A841F492E}"/>
              </a:ext>
            </a:extLst>
          </p:cNvPr>
          <p:cNvSpPr>
            <a:spLocks xmlns:a="http://schemas.openxmlformats.org/drawingml/2006/main" noGrp="1"/>
          </p:cNvSpPr>
          <p:nvPr/>
        </p:nvSpPr>
        <p:spPr>
          <a:xfrm xmlns:a="http://schemas.openxmlformats.org/drawingml/2006/main">
            <a:off x="8039100" y="4445213"/>
            <a:ext cx="95" cy="460162"/>
          </a:xfrm>
          <a:custGeom xmlns:a="http://schemas.openxmlformats.org/drawingml/2006/main">
            <a:pathLst>
              <a:path w="95" h="460162">
                <a:moveTo>
                  <a:pt x="0" y="460162"/>
                </a:moveTo>
                <a:lnTo>
                  <a:pt x="0" y="0"/>
                </a:lnTo>
              </a:path>
            </a:pathLst>
          </a:custGeom>
          <a:noFill xmlns:a="http://schemas.openxmlformats.org/drawingml/2006/main"/>
          <a:ln xmlns:a="http://schemas.openxmlformats.org/drawingml/2006/main" w="19050">
            <a:solidFill>
              <a:srgbClr val="202020"/>
            </a:solidFill>
          </a:ln>
        </p:spPr>
      </p:sp>
      <p:sp>
        <p:nvSpPr>
          <p:cNvPr id="40" name="range-stem-0--4">
            <a:extLst xmlns:a="http://schemas.openxmlformats.org/drawingml/2006/main">
              <a:ext uri="{FF2B5EF4-FFF2-40B4-BE49-F238E27FC236}">
                <a16:creationId xmlns:a16="http://schemas.microsoft.com/office/drawing/2014/main" id="{5A7473AC-6800-4491-9AE1-C8F0DB456D9B}"/>
              </a:ext>
            </a:extLst>
          </p:cNvPr>
          <p:cNvSpPr>
            <a:spLocks xmlns:a="http://schemas.openxmlformats.org/drawingml/2006/main" noGrp="1"/>
          </p:cNvSpPr>
          <p:nvPr/>
        </p:nvSpPr>
        <p:spPr>
          <a:xfrm xmlns:a="http://schemas.openxmlformats.org/drawingml/2006/main">
            <a:off x="7871460" y="4215975"/>
            <a:ext cx="95" cy="689400"/>
          </a:xfrm>
          <a:custGeom xmlns:a="http://schemas.openxmlformats.org/drawingml/2006/main">
            <a:pathLst>
              <a:path w="95" h="689400">
                <a:moveTo>
                  <a:pt x="0" y="689400"/>
                </a:moveTo>
                <a:lnTo>
                  <a:pt x="0" y="0"/>
                </a:lnTo>
              </a:path>
            </a:pathLst>
          </a:custGeom>
          <a:noFill xmlns:a="http://schemas.openxmlformats.org/drawingml/2006/main"/>
          <a:ln xmlns:a="http://schemas.openxmlformats.org/drawingml/2006/main" w="19050">
            <a:solidFill>
              <a:srgbClr val="202020"/>
            </a:solidFill>
          </a:ln>
        </p:spPr>
      </p:sp>
      <p:sp>
        <p:nvSpPr>
          <p:cNvPr id="41" name="range-stem-0--3">
            <a:extLst xmlns:a="http://schemas.openxmlformats.org/drawingml/2006/main">
              <a:ext uri="{FF2B5EF4-FFF2-40B4-BE49-F238E27FC236}">
                <a16:creationId xmlns:a16="http://schemas.microsoft.com/office/drawing/2014/main" id="{CA9095F8-8518-4B63-9FBD-1832FF0D5A10}"/>
              </a:ext>
            </a:extLst>
          </p:cNvPr>
          <p:cNvSpPr>
            <a:spLocks xmlns:a="http://schemas.openxmlformats.org/drawingml/2006/main" noGrp="1"/>
          </p:cNvSpPr>
          <p:nvPr/>
        </p:nvSpPr>
        <p:spPr>
          <a:xfrm xmlns:a="http://schemas.openxmlformats.org/drawingml/2006/main">
            <a:off x="7703820" y="4262497"/>
            <a:ext cx="95" cy="642878"/>
          </a:xfrm>
          <a:custGeom xmlns:a="http://schemas.openxmlformats.org/drawingml/2006/main">
            <a:pathLst>
              <a:path w="95" h="642878">
                <a:moveTo>
                  <a:pt x="0" y="642878"/>
                </a:moveTo>
                <a:lnTo>
                  <a:pt x="0" y="0"/>
                </a:lnTo>
              </a:path>
            </a:pathLst>
          </a:custGeom>
          <a:noFill xmlns:a="http://schemas.openxmlformats.org/drawingml/2006/main"/>
          <a:ln xmlns:a="http://schemas.openxmlformats.org/drawingml/2006/main" w="19050">
            <a:solidFill>
              <a:srgbClr val="202020"/>
            </a:solidFill>
          </a:ln>
        </p:spPr>
      </p:sp>
      <p:sp>
        <p:nvSpPr>
          <p:cNvPr id="42" name="range-stem-0--2">
            <a:extLst xmlns:a="http://schemas.openxmlformats.org/drawingml/2006/main">
              <a:ext uri="{FF2B5EF4-FFF2-40B4-BE49-F238E27FC236}">
                <a16:creationId xmlns:a16="http://schemas.microsoft.com/office/drawing/2014/main" id="{3E4C6110-CB8D-4582-AC93-88D4B53F43D0}"/>
              </a:ext>
            </a:extLst>
          </p:cNvPr>
          <p:cNvSpPr>
            <a:spLocks xmlns:a="http://schemas.openxmlformats.org/drawingml/2006/main" noGrp="1"/>
          </p:cNvSpPr>
          <p:nvPr/>
        </p:nvSpPr>
        <p:spPr>
          <a:xfrm xmlns:a="http://schemas.openxmlformats.org/drawingml/2006/main">
            <a:off x="7536180" y="4823321"/>
            <a:ext cx="95" cy="82054"/>
          </a:xfrm>
          <a:custGeom xmlns:a="http://schemas.openxmlformats.org/drawingml/2006/main">
            <a:pathLst>
              <a:path w="95" h="82054">
                <a:moveTo>
                  <a:pt x="0" y="82054"/>
                </a:moveTo>
                <a:lnTo>
                  <a:pt x="0" y="0"/>
                </a:lnTo>
              </a:path>
            </a:pathLst>
          </a:custGeom>
          <a:noFill xmlns:a="http://schemas.openxmlformats.org/drawingml/2006/main"/>
          <a:ln xmlns:a="http://schemas.openxmlformats.org/drawingml/2006/main" w="19050">
            <a:solidFill>
              <a:srgbClr val="202020"/>
            </a:solidFill>
          </a:ln>
        </p:spPr>
      </p:sp>
      <p:sp>
        <p:nvSpPr>
          <p:cNvPr id="43" name="range-stem-0--1">
            <a:extLst xmlns:a="http://schemas.openxmlformats.org/drawingml/2006/main">
              <a:ext uri="{FF2B5EF4-FFF2-40B4-BE49-F238E27FC236}">
                <a16:creationId xmlns:a16="http://schemas.microsoft.com/office/drawing/2014/main" id="{5001E484-E9C5-4CF9-8D38-03EFD333B585}"/>
              </a:ext>
            </a:extLst>
          </p:cNvPr>
          <p:cNvSpPr>
            <a:spLocks xmlns:a="http://schemas.openxmlformats.org/drawingml/2006/main" noGrp="1"/>
          </p:cNvSpPr>
          <p:nvPr/>
        </p:nvSpPr>
        <p:spPr>
          <a:xfrm xmlns:a="http://schemas.openxmlformats.org/drawingml/2006/main">
            <a:off x="7368540" y="4328140"/>
            <a:ext cx="95" cy="577235"/>
          </a:xfrm>
          <a:custGeom xmlns:a="http://schemas.openxmlformats.org/drawingml/2006/main">
            <a:pathLst>
              <a:path w="95" h="577235">
                <a:moveTo>
                  <a:pt x="0" y="577235"/>
                </a:moveTo>
                <a:lnTo>
                  <a:pt x="0" y="0"/>
                </a:lnTo>
              </a:path>
            </a:pathLst>
          </a:custGeom>
          <a:noFill xmlns:a="http://schemas.openxmlformats.org/drawingml/2006/main"/>
          <a:ln xmlns:a="http://schemas.openxmlformats.org/drawingml/2006/main" w="19050">
            <a:solidFill>
              <a:srgbClr val="202020"/>
            </a:solidFill>
          </a:ln>
        </p:spPr>
      </p:sp>
      <p:sp>
        <p:nvSpPr>
          <p:cNvPr id="44" name="range-stem-0-0">
            <a:extLst xmlns:a="http://schemas.openxmlformats.org/drawingml/2006/main">
              <a:ext uri="{FF2B5EF4-FFF2-40B4-BE49-F238E27FC236}">
                <a16:creationId xmlns:a16="http://schemas.microsoft.com/office/drawing/2014/main" id="{9C7505BC-C40D-4134-A532-F073DB612414}"/>
              </a:ext>
            </a:extLst>
          </p:cNvPr>
          <p:cNvSpPr>
            <a:spLocks xmlns:a="http://schemas.openxmlformats.org/drawingml/2006/main" noGrp="1"/>
          </p:cNvSpPr>
          <p:nvPr/>
        </p:nvSpPr>
        <p:spPr>
          <a:xfrm xmlns:a="http://schemas.openxmlformats.org/drawingml/2006/main">
            <a:off x="7200900" y="4592427"/>
            <a:ext cx="95" cy="312948"/>
          </a:xfrm>
          <a:custGeom xmlns:a="http://schemas.openxmlformats.org/drawingml/2006/main">
            <a:pathLst>
              <a:path w="95" h="312948">
                <a:moveTo>
                  <a:pt x="0" y="312948"/>
                </a:moveTo>
                <a:lnTo>
                  <a:pt x="0" y="0"/>
                </a:lnTo>
              </a:path>
            </a:pathLst>
          </a:custGeom>
          <a:noFill xmlns:a="http://schemas.openxmlformats.org/drawingml/2006/main"/>
          <a:ln xmlns:a="http://schemas.openxmlformats.org/drawingml/2006/main" w="19050">
            <a:solidFill>
              <a:srgbClr val="202020"/>
            </a:solidFill>
          </a:ln>
        </p:spPr>
      </p:sp>
      <p:sp>
        <p:nvSpPr>
          <p:cNvPr id="45" name="range-stem-0-1">
            <a:extLst xmlns:a="http://schemas.openxmlformats.org/drawingml/2006/main">
              <a:ext uri="{FF2B5EF4-FFF2-40B4-BE49-F238E27FC236}">
                <a16:creationId xmlns:a16="http://schemas.microsoft.com/office/drawing/2014/main" id="{44488390-F255-4351-B93C-BBBE3306482E}"/>
              </a:ext>
            </a:extLst>
          </p:cNvPr>
          <p:cNvSpPr>
            <a:spLocks xmlns:a="http://schemas.openxmlformats.org/drawingml/2006/main" noGrp="1"/>
          </p:cNvSpPr>
          <p:nvPr/>
        </p:nvSpPr>
        <p:spPr>
          <a:xfrm xmlns:a="http://schemas.openxmlformats.org/drawingml/2006/main">
            <a:off x="7033260" y="4328140"/>
            <a:ext cx="95" cy="577235"/>
          </a:xfrm>
          <a:custGeom xmlns:a="http://schemas.openxmlformats.org/drawingml/2006/main">
            <a:pathLst>
              <a:path w="95" h="577235">
                <a:moveTo>
                  <a:pt x="0" y="577235"/>
                </a:moveTo>
                <a:lnTo>
                  <a:pt x="0" y="0"/>
                </a:lnTo>
              </a:path>
            </a:pathLst>
          </a:custGeom>
          <a:noFill xmlns:a="http://schemas.openxmlformats.org/drawingml/2006/main"/>
          <a:ln xmlns:a="http://schemas.openxmlformats.org/drawingml/2006/main" w="19050">
            <a:solidFill>
              <a:srgbClr val="202020"/>
            </a:solidFill>
          </a:ln>
        </p:spPr>
      </p:sp>
      <p:sp>
        <p:nvSpPr>
          <p:cNvPr id="46" name="range-stem-0-2">
            <a:extLst xmlns:a="http://schemas.openxmlformats.org/drawingml/2006/main">
              <a:ext uri="{FF2B5EF4-FFF2-40B4-BE49-F238E27FC236}">
                <a16:creationId xmlns:a16="http://schemas.microsoft.com/office/drawing/2014/main" id="{46F62C1F-726F-47B7-95DA-C25EF42A1C28}"/>
              </a:ext>
            </a:extLst>
          </p:cNvPr>
          <p:cNvSpPr>
            <a:spLocks xmlns:a="http://schemas.openxmlformats.org/drawingml/2006/main" noGrp="1"/>
          </p:cNvSpPr>
          <p:nvPr/>
        </p:nvSpPr>
        <p:spPr>
          <a:xfrm xmlns:a="http://schemas.openxmlformats.org/drawingml/2006/main">
            <a:off x="6865620" y="4823321"/>
            <a:ext cx="95" cy="82054"/>
          </a:xfrm>
          <a:custGeom xmlns:a="http://schemas.openxmlformats.org/drawingml/2006/main">
            <a:pathLst>
              <a:path w="95" h="82054">
                <a:moveTo>
                  <a:pt x="0" y="82054"/>
                </a:moveTo>
                <a:lnTo>
                  <a:pt x="0" y="0"/>
                </a:lnTo>
              </a:path>
            </a:pathLst>
          </a:custGeom>
          <a:noFill xmlns:a="http://schemas.openxmlformats.org/drawingml/2006/main"/>
          <a:ln xmlns:a="http://schemas.openxmlformats.org/drawingml/2006/main" w="19050">
            <a:solidFill>
              <a:srgbClr val="202020"/>
            </a:solidFill>
          </a:ln>
        </p:spPr>
      </p:sp>
      <p:sp>
        <p:nvSpPr>
          <p:cNvPr id="47" name="range-stem-0-3">
            <a:extLst xmlns:a="http://schemas.openxmlformats.org/drawingml/2006/main">
              <a:ext uri="{FF2B5EF4-FFF2-40B4-BE49-F238E27FC236}">
                <a16:creationId xmlns:a16="http://schemas.microsoft.com/office/drawing/2014/main" id="{B2347DBD-426E-46BE-A813-99D44D19315C}"/>
              </a:ext>
            </a:extLst>
          </p:cNvPr>
          <p:cNvSpPr>
            <a:spLocks xmlns:a="http://schemas.openxmlformats.org/drawingml/2006/main" noGrp="1"/>
          </p:cNvSpPr>
          <p:nvPr/>
        </p:nvSpPr>
        <p:spPr>
          <a:xfrm xmlns:a="http://schemas.openxmlformats.org/drawingml/2006/main">
            <a:off x="6697980" y="4262497"/>
            <a:ext cx="95" cy="642878"/>
          </a:xfrm>
          <a:custGeom xmlns:a="http://schemas.openxmlformats.org/drawingml/2006/main">
            <a:pathLst>
              <a:path w="95" h="642878">
                <a:moveTo>
                  <a:pt x="0" y="642878"/>
                </a:moveTo>
                <a:lnTo>
                  <a:pt x="0" y="0"/>
                </a:lnTo>
              </a:path>
            </a:pathLst>
          </a:custGeom>
          <a:noFill xmlns:a="http://schemas.openxmlformats.org/drawingml/2006/main"/>
          <a:ln xmlns:a="http://schemas.openxmlformats.org/drawingml/2006/main" w="19050">
            <a:solidFill>
              <a:srgbClr val="202020"/>
            </a:solidFill>
          </a:ln>
        </p:spPr>
      </p:sp>
      <p:sp>
        <p:nvSpPr>
          <p:cNvPr id="48" name="range-stem-0-4">
            <a:extLst xmlns:a="http://schemas.openxmlformats.org/drawingml/2006/main">
              <a:ext uri="{FF2B5EF4-FFF2-40B4-BE49-F238E27FC236}">
                <a16:creationId xmlns:a16="http://schemas.microsoft.com/office/drawing/2014/main" id="{38AF8153-EA64-4A11-B120-FEA419707C34}"/>
              </a:ext>
            </a:extLst>
          </p:cNvPr>
          <p:cNvSpPr>
            <a:spLocks xmlns:a="http://schemas.openxmlformats.org/drawingml/2006/main" noGrp="1"/>
          </p:cNvSpPr>
          <p:nvPr/>
        </p:nvSpPr>
        <p:spPr>
          <a:xfrm xmlns:a="http://schemas.openxmlformats.org/drawingml/2006/main">
            <a:off x="6530340" y="4215975"/>
            <a:ext cx="95" cy="689400"/>
          </a:xfrm>
          <a:custGeom xmlns:a="http://schemas.openxmlformats.org/drawingml/2006/main">
            <a:pathLst>
              <a:path w="95" h="689400">
                <a:moveTo>
                  <a:pt x="0" y="689400"/>
                </a:moveTo>
                <a:lnTo>
                  <a:pt x="0" y="0"/>
                </a:lnTo>
              </a:path>
            </a:pathLst>
          </a:custGeom>
          <a:noFill xmlns:a="http://schemas.openxmlformats.org/drawingml/2006/main"/>
          <a:ln xmlns:a="http://schemas.openxmlformats.org/drawingml/2006/main" w="19050">
            <a:solidFill>
              <a:srgbClr val="202020"/>
            </a:solidFill>
          </a:ln>
        </p:spPr>
      </p:sp>
      <p:sp>
        <p:nvSpPr>
          <p:cNvPr id="49" name="range-stem-0-5">
            <a:extLst xmlns:a="http://schemas.openxmlformats.org/drawingml/2006/main">
              <a:ext uri="{FF2B5EF4-FFF2-40B4-BE49-F238E27FC236}">
                <a16:creationId xmlns:a16="http://schemas.microsoft.com/office/drawing/2014/main" id="{1CB6DC67-25F1-4C4A-9FA9-3B0B7E9DE863}"/>
              </a:ext>
            </a:extLst>
          </p:cNvPr>
          <p:cNvSpPr>
            <a:spLocks xmlns:a="http://schemas.openxmlformats.org/drawingml/2006/main" noGrp="1"/>
          </p:cNvSpPr>
          <p:nvPr/>
        </p:nvSpPr>
        <p:spPr>
          <a:xfrm xmlns:a="http://schemas.openxmlformats.org/drawingml/2006/main">
            <a:off x="6362700" y="4445213"/>
            <a:ext cx="95" cy="460162"/>
          </a:xfrm>
          <a:custGeom xmlns:a="http://schemas.openxmlformats.org/drawingml/2006/main">
            <a:pathLst>
              <a:path w="95" h="460162">
                <a:moveTo>
                  <a:pt x="0" y="460162"/>
                </a:moveTo>
                <a:lnTo>
                  <a:pt x="0" y="0"/>
                </a:lnTo>
              </a:path>
            </a:pathLst>
          </a:custGeom>
          <a:noFill xmlns:a="http://schemas.openxmlformats.org/drawingml/2006/main"/>
          <a:ln xmlns:a="http://schemas.openxmlformats.org/drawingml/2006/main" w="19050">
            <a:solidFill>
              <a:srgbClr val="202020"/>
            </a:solidFill>
          </a:ln>
        </p:spPr>
      </p:sp>
      <p:sp>
        <p:nvSpPr>
          <p:cNvPr id="50" name="range-stem-0-6">
            <a:extLst xmlns:a="http://schemas.openxmlformats.org/drawingml/2006/main">
              <a:ext uri="{FF2B5EF4-FFF2-40B4-BE49-F238E27FC236}">
                <a16:creationId xmlns:a16="http://schemas.microsoft.com/office/drawing/2014/main" id="{C9AD39F4-8AB5-4CAF-9FEB-175BE5B8A47C}"/>
              </a:ext>
            </a:extLst>
          </p:cNvPr>
          <p:cNvSpPr>
            <a:spLocks xmlns:a="http://schemas.openxmlformats.org/drawingml/2006/main" noGrp="1"/>
          </p:cNvSpPr>
          <p:nvPr/>
        </p:nvSpPr>
        <p:spPr>
          <a:xfrm xmlns:a="http://schemas.openxmlformats.org/drawingml/2006/main">
            <a:off x="6195060" y="4674451"/>
            <a:ext cx="95" cy="230924"/>
          </a:xfrm>
          <a:custGeom xmlns:a="http://schemas.openxmlformats.org/drawingml/2006/main">
            <a:pathLst>
              <a:path w="95" h="230924">
                <a:moveTo>
                  <a:pt x="0" y="230924"/>
                </a:moveTo>
                <a:lnTo>
                  <a:pt x="0" y="0"/>
                </a:lnTo>
              </a:path>
            </a:pathLst>
          </a:custGeom>
          <a:noFill xmlns:a="http://schemas.openxmlformats.org/drawingml/2006/main"/>
          <a:ln xmlns:a="http://schemas.openxmlformats.org/drawingml/2006/main" w="19050">
            <a:solidFill>
              <a:srgbClr val="202020"/>
            </a:solidFill>
          </a:ln>
        </p:spPr>
      </p:sp>
      <p:sp>
        <p:nvSpPr>
          <p:cNvPr id="51" name="range-stem-0-7">
            <a:extLst xmlns:a="http://schemas.openxmlformats.org/drawingml/2006/main">
              <a:ext uri="{FF2B5EF4-FFF2-40B4-BE49-F238E27FC236}">
                <a16:creationId xmlns:a16="http://schemas.microsoft.com/office/drawing/2014/main" id="{D74F08AC-DCAC-466E-9E1A-595A26E52386}"/>
              </a:ext>
            </a:extLst>
          </p:cNvPr>
          <p:cNvSpPr>
            <a:spLocks xmlns:a="http://schemas.openxmlformats.org/drawingml/2006/main" noGrp="1"/>
          </p:cNvSpPr>
          <p:nvPr/>
        </p:nvSpPr>
        <p:spPr>
          <a:xfrm xmlns:a="http://schemas.openxmlformats.org/drawingml/2006/main">
            <a:off x="6027420" y="4811319"/>
            <a:ext cx="95" cy="94056"/>
          </a:xfrm>
          <a:custGeom xmlns:a="http://schemas.openxmlformats.org/drawingml/2006/main">
            <a:pathLst>
              <a:path w="95" h="94056">
                <a:moveTo>
                  <a:pt x="0" y="94056"/>
                </a:moveTo>
                <a:lnTo>
                  <a:pt x="0" y="0"/>
                </a:lnTo>
              </a:path>
            </a:pathLst>
          </a:custGeom>
          <a:noFill xmlns:a="http://schemas.openxmlformats.org/drawingml/2006/main"/>
          <a:ln xmlns:a="http://schemas.openxmlformats.org/drawingml/2006/main" w="19050">
            <a:solidFill>
              <a:srgbClr val="202020"/>
            </a:solidFill>
          </a:ln>
        </p:spPr>
      </p:sp>
      <p:sp>
        <p:nvSpPr>
          <p:cNvPr id="52" name="range-boundary-0--5-385">
            <a:extLst xmlns:a="http://schemas.openxmlformats.org/drawingml/2006/main">
              <a:ext uri="{FF2B5EF4-FFF2-40B4-BE49-F238E27FC236}">
                <a16:creationId xmlns:a16="http://schemas.microsoft.com/office/drawing/2014/main" id="{EA34232F-A79C-41E5-A691-5AE4D88FDA7C}"/>
              </a:ext>
            </a:extLst>
          </p:cNvPr>
          <p:cNvSpPr>
            <a:spLocks xmlns:a="http://schemas.openxmlformats.org/drawingml/2006/main" noGrp="1"/>
          </p:cNvSpPr>
          <p:nvPr/>
        </p:nvSpPr>
        <p:spPr>
          <a:xfrm xmlns:a="http://schemas.openxmlformats.org/drawingml/2006/main">
            <a:off x="6362700" y="3667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53" name="range-boundary-0--5-397">
            <a:extLst xmlns:a="http://schemas.openxmlformats.org/drawingml/2006/main">
              <a:ext uri="{FF2B5EF4-FFF2-40B4-BE49-F238E27FC236}">
                <a16:creationId xmlns:a16="http://schemas.microsoft.com/office/drawing/2014/main" id="{2A98A47B-04B7-4357-84A6-F4668F7D4FCD}"/>
              </a:ext>
            </a:extLst>
          </p:cNvPr>
          <p:cNvSpPr>
            <a:spLocks xmlns:a="http://schemas.openxmlformats.org/drawingml/2006/main" noGrp="1"/>
          </p:cNvSpPr>
          <p:nvPr/>
        </p:nvSpPr>
        <p:spPr>
          <a:xfrm xmlns:a="http://schemas.openxmlformats.org/drawingml/2006/main">
            <a:off x="6362700" y="37814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54" name="range-boundary-0--5-409">
            <a:extLst xmlns:a="http://schemas.openxmlformats.org/drawingml/2006/main">
              <a:ext uri="{FF2B5EF4-FFF2-40B4-BE49-F238E27FC236}">
                <a16:creationId xmlns:a16="http://schemas.microsoft.com/office/drawing/2014/main" id="{DA1AF1EE-C850-427E-B9B2-F3E613093946}"/>
              </a:ext>
            </a:extLst>
          </p:cNvPr>
          <p:cNvSpPr>
            <a:spLocks xmlns:a="http://schemas.openxmlformats.org/drawingml/2006/main" noGrp="1"/>
          </p:cNvSpPr>
          <p:nvPr/>
        </p:nvSpPr>
        <p:spPr>
          <a:xfrm xmlns:a="http://schemas.openxmlformats.org/drawingml/2006/main">
            <a:off x="6362700" y="38957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55" name="range-boundary-0--5-421">
            <a:extLst xmlns:a="http://schemas.openxmlformats.org/drawingml/2006/main">
              <a:ext uri="{FF2B5EF4-FFF2-40B4-BE49-F238E27FC236}">
                <a16:creationId xmlns:a16="http://schemas.microsoft.com/office/drawing/2014/main" id="{10FEBE17-6D9B-4CA5-B5D3-9590D0CB866D}"/>
              </a:ext>
            </a:extLst>
          </p:cNvPr>
          <p:cNvSpPr>
            <a:spLocks xmlns:a="http://schemas.openxmlformats.org/drawingml/2006/main" noGrp="1"/>
          </p:cNvSpPr>
          <p:nvPr/>
        </p:nvSpPr>
        <p:spPr>
          <a:xfrm xmlns:a="http://schemas.openxmlformats.org/drawingml/2006/main">
            <a:off x="6362700" y="40100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56" name="range-boundary-0--5-433">
            <a:extLst xmlns:a="http://schemas.openxmlformats.org/drawingml/2006/main">
              <a:ext uri="{FF2B5EF4-FFF2-40B4-BE49-F238E27FC236}">
                <a16:creationId xmlns:a16="http://schemas.microsoft.com/office/drawing/2014/main" id="{C1B439A9-5D99-45D1-BC21-3B8BF254AE02}"/>
              </a:ext>
            </a:extLst>
          </p:cNvPr>
          <p:cNvSpPr>
            <a:spLocks xmlns:a="http://schemas.openxmlformats.org/drawingml/2006/main" noGrp="1"/>
          </p:cNvSpPr>
          <p:nvPr/>
        </p:nvSpPr>
        <p:spPr>
          <a:xfrm xmlns:a="http://schemas.openxmlformats.org/drawingml/2006/main">
            <a:off x="6362700" y="41243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57" name="range-boundary-0--5-445">
            <a:extLst xmlns:a="http://schemas.openxmlformats.org/drawingml/2006/main">
              <a:ext uri="{FF2B5EF4-FFF2-40B4-BE49-F238E27FC236}">
                <a16:creationId xmlns:a16="http://schemas.microsoft.com/office/drawing/2014/main" id="{B18620CD-6A46-4C45-B791-82FC0804F24A}"/>
              </a:ext>
            </a:extLst>
          </p:cNvPr>
          <p:cNvSpPr>
            <a:spLocks xmlns:a="http://schemas.openxmlformats.org/drawingml/2006/main" noGrp="1"/>
          </p:cNvSpPr>
          <p:nvPr/>
        </p:nvSpPr>
        <p:spPr>
          <a:xfrm xmlns:a="http://schemas.openxmlformats.org/drawingml/2006/main">
            <a:off x="6362700" y="42386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58" name="range-boundary-0--5-457">
            <a:extLst xmlns:a="http://schemas.openxmlformats.org/drawingml/2006/main">
              <a:ext uri="{FF2B5EF4-FFF2-40B4-BE49-F238E27FC236}">
                <a16:creationId xmlns:a16="http://schemas.microsoft.com/office/drawing/2014/main" id="{6A68989B-B9F5-4F12-9656-CAB9C997E13D}"/>
              </a:ext>
            </a:extLst>
          </p:cNvPr>
          <p:cNvSpPr>
            <a:spLocks xmlns:a="http://schemas.openxmlformats.org/drawingml/2006/main" noGrp="1"/>
          </p:cNvSpPr>
          <p:nvPr/>
        </p:nvSpPr>
        <p:spPr>
          <a:xfrm xmlns:a="http://schemas.openxmlformats.org/drawingml/2006/main">
            <a:off x="6362700" y="43529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59" name="range-boundary-0--5-469">
            <a:extLst xmlns:a="http://schemas.openxmlformats.org/drawingml/2006/main">
              <a:ext uri="{FF2B5EF4-FFF2-40B4-BE49-F238E27FC236}">
                <a16:creationId xmlns:a16="http://schemas.microsoft.com/office/drawing/2014/main" id="{2A9918AA-C0EB-4546-8CA0-1242EB895258}"/>
              </a:ext>
            </a:extLst>
          </p:cNvPr>
          <p:cNvSpPr>
            <a:spLocks xmlns:a="http://schemas.openxmlformats.org/drawingml/2006/main" noGrp="1"/>
          </p:cNvSpPr>
          <p:nvPr/>
        </p:nvSpPr>
        <p:spPr>
          <a:xfrm xmlns:a="http://schemas.openxmlformats.org/drawingml/2006/main">
            <a:off x="6362700" y="44672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0" name="range-boundary-0--5-481">
            <a:extLst xmlns:a="http://schemas.openxmlformats.org/drawingml/2006/main">
              <a:ext uri="{FF2B5EF4-FFF2-40B4-BE49-F238E27FC236}">
                <a16:creationId xmlns:a16="http://schemas.microsoft.com/office/drawing/2014/main" id="{12427CB1-1523-4A28-A342-99EDA6CE59C7}"/>
              </a:ext>
            </a:extLst>
          </p:cNvPr>
          <p:cNvSpPr>
            <a:spLocks xmlns:a="http://schemas.openxmlformats.org/drawingml/2006/main" noGrp="1"/>
          </p:cNvSpPr>
          <p:nvPr/>
        </p:nvSpPr>
        <p:spPr>
          <a:xfrm xmlns:a="http://schemas.openxmlformats.org/drawingml/2006/main">
            <a:off x="6362700" y="45815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1" name="range-boundary-0--5-493">
            <a:extLst xmlns:a="http://schemas.openxmlformats.org/drawingml/2006/main">
              <a:ext uri="{FF2B5EF4-FFF2-40B4-BE49-F238E27FC236}">
                <a16:creationId xmlns:a16="http://schemas.microsoft.com/office/drawing/2014/main" id="{959AC391-8D70-4979-A22C-8346447A5107}"/>
              </a:ext>
            </a:extLst>
          </p:cNvPr>
          <p:cNvSpPr>
            <a:spLocks xmlns:a="http://schemas.openxmlformats.org/drawingml/2006/main" noGrp="1"/>
          </p:cNvSpPr>
          <p:nvPr/>
        </p:nvSpPr>
        <p:spPr>
          <a:xfrm xmlns:a="http://schemas.openxmlformats.org/drawingml/2006/main">
            <a:off x="6362700" y="46958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2" name="range-boundary-0--5-505">
            <a:extLst xmlns:a="http://schemas.openxmlformats.org/drawingml/2006/main">
              <a:ext uri="{FF2B5EF4-FFF2-40B4-BE49-F238E27FC236}">
                <a16:creationId xmlns:a16="http://schemas.microsoft.com/office/drawing/2014/main" id="{DEE045BA-9C16-4076-A29A-5476346F4137}"/>
              </a:ext>
            </a:extLst>
          </p:cNvPr>
          <p:cNvSpPr>
            <a:spLocks xmlns:a="http://schemas.openxmlformats.org/drawingml/2006/main" noGrp="1"/>
          </p:cNvSpPr>
          <p:nvPr/>
        </p:nvSpPr>
        <p:spPr>
          <a:xfrm xmlns:a="http://schemas.openxmlformats.org/drawingml/2006/main">
            <a:off x="6362700" y="4810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3" name="range-boundary-0-5-385">
            <a:extLst xmlns:a="http://schemas.openxmlformats.org/drawingml/2006/main">
              <a:ext uri="{FF2B5EF4-FFF2-40B4-BE49-F238E27FC236}">
                <a16:creationId xmlns:a16="http://schemas.microsoft.com/office/drawing/2014/main" id="{7F9B4B34-3246-4F1B-9F5E-064543806EB3}"/>
              </a:ext>
            </a:extLst>
          </p:cNvPr>
          <p:cNvSpPr>
            <a:spLocks xmlns:a="http://schemas.openxmlformats.org/drawingml/2006/main" noGrp="1"/>
          </p:cNvSpPr>
          <p:nvPr/>
        </p:nvSpPr>
        <p:spPr>
          <a:xfrm xmlns:a="http://schemas.openxmlformats.org/drawingml/2006/main">
            <a:off x="8039100" y="3667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4" name="range-boundary-0-5-397">
            <a:extLst xmlns:a="http://schemas.openxmlformats.org/drawingml/2006/main">
              <a:ext uri="{FF2B5EF4-FFF2-40B4-BE49-F238E27FC236}">
                <a16:creationId xmlns:a16="http://schemas.microsoft.com/office/drawing/2014/main" id="{1F6775E3-1503-4B94-9ACF-C44931F21D92}"/>
              </a:ext>
            </a:extLst>
          </p:cNvPr>
          <p:cNvSpPr>
            <a:spLocks xmlns:a="http://schemas.openxmlformats.org/drawingml/2006/main" noGrp="1"/>
          </p:cNvSpPr>
          <p:nvPr/>
        </p:nvSpPr>
        <p:spPr>
          <a:xfrm xmlns:a="http://schemas.openxmlformats.org/drawingml/2006/main">
            <a:off x="8039100" y="37814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5" name="range-boundary-0-5-409">
            <a:extLst xmlns:a="http://schemas.openxmlformats.org/drawingml/2006/main">
              <a:ext uri="{FF2B5EF4-FFF2-40B4-BE49-F238E27FC236}">
                <a16:creationId xmlns:a16="http://schemas.microsoft.com/office/drawing/2014/main" id="{D47A8037-65E2-47DA-B0B1-ACFE4CDAEB54}"/>
              </a:ext>
            </a:extLst>
          </p:cNvPr>
          <p:cNvSpPr>
            <a:spLocks xmlns:a="http://schemas.openxmlformats.org/drawingml/2006/main" noGrp="1"/>
          </p:cNvSpPr>
          <p:nvPr/>
        </p:nvSpPr>
        <p:spPr>
          <a:xfrm xmlns:a="http://schemas.openxmlformats.org/drawingml/2006/main">
            <a:off x="8039100" y="38957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6" name="range-boundary-0-5-421">
            <a:extLst xmlns:a="http://schemas.openxmlformats.org/drawingml/2006/main">
              <a:ext uri="{FF2B5EF4-FFF2-40B4-BE49-F238E27FC236}">
                <a16:creationId xmlns:a16="http://schemas.microsoft.com/office/drawing/2014/main" id="{65B941B9-644A-42EF-BEC0-AA322CC79DE5}"/>
              </a:ext>
            </a:extLst>
          </p:cNvPr>
          <p:cNvSpPr>
            <a:spLocks xmlns:a="http://schemas.openxmlformats.org/drawingml/2006/main" noGrp="1"/>
          </p:cNvSpPr>
          <p:nvPr/>
        </p:nvSpPr>
        <p:spPr>
          <a:xfrm xmlns:a="http://schemas.openxmlformats.org/drawingml/2006/main">
            <a:off x="8039100" y="40100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7" name="range-boundary-0-5-433">
            <a:extLst xmlns:a="http://schemas.openxmlformats.org/drawingml/2006/main">
              <a:ext uri="{FF2B5EF4-FFF2-40B4-BE49-F238E27FC236}">
                <a16:creationId xmlns:a16="http://schemas.microsoft.com/office/drawing/2014/main" id="{F64832EC-CE9D-4398-AE5F-7CF0BCBD4A90}"/>
              </a:ext>
            </a:extLst>
          </p:cNvPr>
          <p:cNvSpPr>
            <a:spLocks xmlns:a="http://schemas.openxmlformats.org/drawingml/2006/main" noGrp="1"/>
          </p:cNvSpPr>
          <p:nvPr/>
        </p:nvSpPr>
        <p:spPr>
          <a:xfrm xmlns:a="http://schemas.openxmlformats.org/drawingml/2006/main">
            <a:off x="8039100" y="41243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8" name="range-boundary-0-5-445">
            <a:extLst xmlns:a="http://schemas.openxmlformats.org/drawingml/2006/main">
              <a:ext uri="{FF2B5EF4-FFF2-40B4-BE49-F238E27FC236}">
                <a16:creationId xmlns:a16="http://schemas.microsoft.com/office/drawing/2014/main" id="{4F8DED2D-4991-4717-98A6-6EE591D25ECA}"/>
              </a:ext>
            </a:extLst>
          </p:cNvPr>
          <p:cNvSpPr>
            <a:spLocks xmlns:a="http://schemas.openxmlformats.org/drawingml/2006/main" noGrp="1"/>
          </p:cNvSpPr>
          <p:nvPr/>
        </p:nvSpPr>
        <p:spPr>
          <a:xfrm xmlns:a="http://schemas.openxmlformats.org/drawingml/2006/main">
            <a:off x="8039100" y="42386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69" name="range-boundary-0-5-457">
            <a:extLst xmlns:a="http://schemas.openxmlformats.org/drawingml/2006/main">
              <a:ext uri="{FF2B5EF4-FFF2-40B4-BE49-F238E27FC236}">
                <a16:creationId xmlns:a16="http://schemas.microsoft.com/office/drawing/2014/main" id="{31C1EC60-F175-400A-98CA-98FFDA8B5617}"/>
              </a:ext>
            </a:extLst>
          </p:cNvPr>
          <p:cNvSpPr>
            <a:spLocks xmlns:a="http://schemas.openxmlformats.org/drawingml/2006/main" noGrp="1"/>
          </p:cNvSpPr>
          <p:nvPr/>
        </p:nvSpPr>
        <p:spPr>
          <a:xfrm xmlns:a="http://schemas.openxmlformats.org/drawingml/2006/main">
            <a:off x="8039100" y="43529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70" name="range-boundary-0-5-469">
            <a:extLst xmlns:a="http://schemas.openxmlformats.org/drawingml/2006/main">
              <a:ext uri="{FF2B5EF4-FFF2-40B4-BE49-F238E27FC236}">
                <a16:creationId xmlns:a16="http://schemas.microsoft.com/office/drawing/2014/main" id="{ED46BAD7-0DE9-415F-90FA-2487134801AF}"/>
              </a:ext>
            </a:extLst>
          </p:cNvPr>
          <p:cNvSpPr>
            <a:spLocks xmlns:a="http://schemas.openxmlformats.org/drawingml/2006/main" noGrp="1"/>
          </p:cNvSpPr>
          <p:nvPr/>
        </p:nvSpPr>
        <p:spPr>
          <a:xfrm xmlns:a="http://schemas.openxmlformats.org/drawingml/2006/main">
            <a:off x="8039100" y="44672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71" name="range-boundary-0-5-481">
            <a:extLst xmlns:a="http://schemas.openxmlformats.org/drawingml/2006/main">
              <a:ext uri="{FF2B5EF4-FFF2-40B4-BE49-F238E27FC236}">
                <a16:creationId xmlns:a16="http://schemas.microsoft.com/office/drawing/2014/main" id="{A9D9A7FF-7A07-4318-B9EB-AF8AA22594B4}"/>
              </a:ext>
            </a:extLst>
          </p:cNvPr>
          <p:cNvSpPr>
            <a:spLocks xmlns:a="http://schemas.openxmlformats.org/drawingml/2006/main" noGrp="1"/>
          </p:cNvSpPr>
          <p:nvPr/>
        </p:nvSpPr>
        <p:spPr>
          <a:xfrm xmlns:a="http://schemas.openxmlformats.org/drawingml/2006/main">
            <a:off x="8039100" y="45815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72" name="range-boundary-0-5-493">
            <a:extLst xmlns:a="http://schemas.openxmlformats.org/drawingml/2006/main">
              <a:ext uri="{FF2B5EF4-FFF2-40B4-BE49-F238E27FC236}">
                <a16:creationId xmlns:a16="http://schemas.microsoft.com/office/drawing/2014/main" id="{F706F426-DCF8-4AD7-A715-FE9126A9A46B}"/>
              </a:ext>
            </a:extLst>
          </p:cNvPr>
          <p:cNvSpPr>
            <a:spLocks xmlns:a="http://schemas.openxmlformats.org/drawingml/2006/main" noGrp="1"/>
          </p:cNvSpPr>
          <p:nvPr/>
        </p:nvSpPr>
        <p:spPr>
          <a:xfrm xmlns:a="http://schemas.openxmlformats.org/drawingml/2006/main">
            <a:off x="8039100" y="46958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73" name="range-boundary-0-5-505">
            <a:extLst xmlns:a="http://schemas.openxmlformats.org/drawingml/2006/main">
              <a:ext uri="{FF2B5EF4-FFF2-40B4-BE49-F238E27FC236}">
                <a16:creationId xmlns:a16="http://schemas.microsoft.com/office/drawing/2014/main" id="{059CF934-7EF7-4C5D-86C4-D8D9FCFC32AC}"/>
              </a:ext>
            </a:extLst>
          </p:cNvPr>
          <p:cNvSpPr>
            <a:spLocks xmlns:a="http://schemas.openxmlformats.org/drawingml/2006/main" noGrp="1"/>
          </p:cNvSpPr>
          <p:nvPr/>
        </p:nvSpPr>
        <p:spPr>
          <a:xfrm xmlns:a="http://schemas.openxmlformats.org/drawingml/2006/main">
            <a:off x="8039100" y="4810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74" name="spectrum-axis-1-axis-shaft">
            <a:extLst xmlns:a="http://schemas.openxmlformats.org/drawingml/2006/main">
              <a:ext uri="{FF2B5EF4-FFF2-40B4-BE49-F238E27FC236}">
                <a16:creationId xmlns:a16="http://schemas.microsoft.com/office/drawing/2014/main" id="{987B658E-E716-4330-9BE5-3D9D1CA5799D}"/>
              </a:ext>
            </a:extLst>
          </p:cNvPr>
          <p:cNvSpPr>
            <a:spLocks xmlns:a="http://schemas.openxmlformats.org/drawingml/2006/main" noGrp="1"/>
          </p:cNvSpPr>
          <p:nvPr/>
        </p:nvSpPr>
        <p:spPr>
          <a:xfrm xmlns:a="http://schemas.openxmlformats.org/drawingml/2006/main">
            <a:off x="8820150" y="4905375"/>
            <a:ext cx="242887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75" name="spectrum-axis-1-axis-head">
            <a:extLst xmlns:a="http://schemas.openxmlformats.org/drawingml/2006/main">
              <a:ext uri="{FF2B5EF4-FFF2-40B4-BE49-F238E27FC236}">
                <a16:creationId xmlns:a16="http://schemas.microsoft.com/office/drawing/2014/main" id="{5A7164D9-384E-479D-9210-80DF948CB045}"/>
              </a:ext>
            </a:extLst>
          </p:cNvPr>
          <p:cNvSpPr>
            <a:spLocks xmlns:a="http://schemas.openxmlformats.org/drawingml/2006/main" noGrp="1"/>
          </p:cNvSpPr>
          <p:nvPr/>
        </p:nvSpPr>
        <p:spPr>
          <a:xfrm xmlns:a="http://schemas.openxmlformats.org/drawingml/2006/main" rot="5400000">
            <a:off x="11229975" y="48625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76" name="spectrum-axis-1-tick-0">
            <a:extLst xmlns:a="http://schemas.openxmlformats.org/drawingml/2006/main">
              <a:ext uri="{FF2B5EF4-FFF2-40B4-BE49-F238E27FC236}">
                <a16:creationId xmlns:a16="http://schemas.microsoft.com/office/drawing/2014/main" id="{0C6FB2C3-3089-4D6E-BCA6-B373CAB86821}"/>
              </a:ext>
            </a:extLst>
          </p:cNvPr>
          <p:cNvSpPr>
            <a:spLocks xmlns:a="http://schemas.openxmlformats.org/drawingml/2006/main" noGrp="1"/>
          </p:cNvSpPr>
          <p:nvPr/>
        </p:nvSpPr>
        <p:spPr>
          <a:xfrm xmlns:a="http://schemas.openxmlformats.org/drawingml/2006/main">
            <a:off x="10077450" y="49053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77" name="range-stem-1--7">
            <a:extLst xmlns:a="http://schemas.openxmlformats.org/drawingml/2006/main">
              <a:ext uri="{FF2B5EF4-FFF2-40B4-BE49-F238E27FC236}">
                <a16:creationId xmlns:a16="http://schemas.microsoft.com/office/drawing/2014/main" id="{0D27BCA8-28C3-4DBC-8140-D1533E1A7F23}"/>
              </a:ext>
            </a:extLst>
          </p:cNvPr>
          <p:cNvSpPr>
            <a:spLocks xmlns:a="http://schemas.openxmlformats.org/drawingml/2006/main" noGrp="1"/>
          </p:cNvSpPr>
          <p:nvPr/>
        </p:nvSpPr>
        <p:spPr>
          <a:xfrm xmlns:a="http://schemas.openxmlformats.org/drawingml/2006/main">
            <a:off x="8903970" y="4811319"/>
            <a:ext cx="95" cy="94056"/>
          </a:xfrm>
          <a:custGeom xmlns:a="http://schemas.openxmlformats.org/drawingml/2006/main">
            <a:pathLst>
              <a:path w="95" h="94056">
                <a:moveTo>
                  <a:pt x="0" y="94056"/>
                </a:moveTo>
                <a:lnTo>
                  <a:pt x="0" y="0"/>
                </a:lnTo>
              </a:path>
            </a:pathLst>
          </a:custGeom>
          <a:noFill xmlns:a="http://schemas.openxmlformats.org/drawingml/2006/main"/>
          <a:ln xmlns:a="http://schemas.openxmlformats.org/drawingml/2006/main" w="19050">
            <a:solidFill>
              <a:srgbClr val="202020"/>
            </a:solidFill>
          </a:ln>
        </p:spPr>
      </p:sp>
      <p:sp>
        <p:nvSpPr>
          <p:cNvPr id="78" name="range-stem-1--6">
            <a:extLst xmlns:a="http://schemas.openxmlformats.org/drawingml/2006/main">
              <a:ext uri="{FF2B5EF4-FFF2-40B4-BE49-F238E27FC236}">
                <a16:creationId xmlns:a16="http://schemas.microsoft.com/office/drawing/2014/main" id="{F339B6E8-B9DF-46E1-A8EC-BA06E7861763}"/>
              </a:ext>
            </a:extLst>
          </p:cNvPr>
          <p:cNvSpPr>
            <a:spLocks xmlns:a="http://schemas.openxmlformats.org/drawingml/2006/main" noGrp="1"/>
          </p:cNvSpPr>
          <p:nvPr/>
        </p:nvSpPr>
        <p:spPr>
          <a:xfrm xmlns:a="http://schemas.openxmlformats.org/drawingml/2006/main">
            <a:off x="9071610" y="4674451"/>
            <a:ext cx="95" cy="230924"/>
          </a:xfrm>
          <a:custGeom xmlns:a="http://schemas.openxmlformats.org/drawingml/2006/main">
            <a:pathLst>
              <a:path w="95" h="230924">
                <a:moveTo>
                  <a:pt x="0" y="230924"/>
                </a:moveTo>
                <a:lnTo>
                  <a:pt x="0" y="0"/>
                </a:lnTo>
              </a:path>
            </a:pathLst>
          </a:custGeom>
          <a:noFill xmlns:a="http://schemas.openxmlformats.org/drawingml/2006/main"/>
          <a:ln xmlns:a="http://schemas.openxmlformats.org/drawingml/2006/main" w="19050">
            <a:solidFill>
              <a:srgbClr val="202020"/>
            </a:solidFill>
          </a:ln>
        </p:spPr>
      </p:sp>
      <p:sp>
        <p:nvSpPr>
          <p:cNvPr id="79" name="range-stem-1--5">
            <a:extLst xmlns:a="http://schemas.openxmlformats.org/drawingml/2006/main">
              <a:ext uri="{FF2B5EF4-FFF2-40B4-BE49-F238E27FC236}">
                <a16:creationId xmlns:a16="http://schemas.microsoft.com/office/drawing/2014/main" id="{DB3A34E1-37B5-4789-B277-B53B8EC799A0}"/>
              </a:ext>
            </a:extLst>
          </p:cNvPr>
          <p:cNvSpPr>
            <a:spLocks xmlns:a="http://schemas.openxmlformats.org/drawingml/2006/main" noGrp="1"/>
          </p:cNvSpPr>
          <p:nvPr/>
        </p:nvSpPr>
        <p:spPr>
          <a:xfrm xmlns:a="http://schemas.openxmlformats.org/drawingml/2006/main">
            <a:off x="9239250" y="4445213"/>
            <a:ext cx="95" cy="460162"/>
          </a:xfrm>
          <a:custGeom xmlns:a="http://schemas.openxmlformats.org/drawingml/2006/main">
            <a:pathLst>
              <a:path w="95" h="460162">
                <a:moveTo>
                  <a:pt x="0" y="460162"/>
                </a:moveTo>
                <a:lnTo>
                  <a:pt x="0" y="0"/>
                </a:lnTo>
              </a:path>
            </a:pathLst>
          </a:custGeom>
          <a:noFill xmlns:a="http://schemas.openxmlformats.org/drawingml/2006/main"/>
          <a:ln xmlns:a="http://schemas.openxmlformats.org/drawingml/2006/main" w="19050">
            <a:solidFill>
              <a:srgbClr val="202020"/>
            </a:solidFill>
          </a:ln>
        </p:spPr>
      </p:sp>
      <p:sp>
        <p:nvSpPr>
          <p:cNvPr id="80" name="range-stem-1--4">
            <a:extLst xmlns:a="http://schemas.openxmlformats.org/drawingml/2006/main">
              <a:ext uri="{FF2B5EF4-FFF2-40B4-BE49-F238E27FC236}">
                <a16:creationId xmlns:a16="http://schemas.microsoft.com/office/drawing/2014/main" id="{5016CE22-DB90-42B2-9F0F-5EDB19F0A639}"/>
              </a:ext>
            </a:extLst>
          </p:cNvPr>
          <p:cNvSpPr>
            <a:spLocks xmlns:a="http://schemas.openxmlformats.org/drawingml/2006/main" noGrp="1"/>
          </p:cNvSpPr>
          <p:nvPr/>
        </p:nvSpPr>
        <p:spPr>
          <a:xfrm xmlns:a="http://schemas.openxmlformats.org/drawingml/2006/main">
            <a:off x="9406890" y="4215975"/>
            <a:ext cx="95" cy="689400"/>
          </a:xfrm>
          <a:custGeom xmlns:a="http://schemas.openxmlformats.org/drawingml/2006/main">
            <a:pathLst>
              <a:path w="95" h="689400">
                <a:moveTo>
                  <a:pt x="0" y="689400"/>
                </a:moveTo>
                <a:lnTo>
                  <a:pt x="0" y="0"/>
                </a:lnTo>
              </a:path>
            </a:pathLst>
          </a:custGeom>
          <a:noFill xmlns:a="http://schemas.openxmlformats.org/drawingml/2006/main"/>
          <a:ln xmlns:a="http://schemas.openxmlformats.org/drawingml/2006/main" w="19050">
            <a:solidFill>
              <a:srgbClr val="202020"/>
            </a:solidFill>
          </a:ln>
        </p:spPr>
      </p:sp>
      <p:sp>
        <p:nvSpPr>
          <p:cNvPr id="81" name="range-stem-1--3">
            <a:extLst xmlns:a="http://schemas.openxmlformats.org/drawingml/2006/main">
              <a:ext uri="{FF2B5EF4-FFF2-40B4-BE49-F238E27FC236}">
                <a16:creationId xmlns:a16="http://schemas.microsoft.com/office/drawing/2014/main" id="{2FC85AD8-C1C9-4C4C-BC69-F936C47E3632}"/>
              </a:ext>
            </a:extLst>
          </p:cNvPr>
          <p:cNvSpPr>
            <a:spLocks xmlns:a="http://schemas.openxmlformats.org/drawingml/2006/main" noGrp="1"/>
          </p:cNvSpPr>
          <p:nvPr/>
        </p:nvSpPr>
        <p:spPr>
          <a:xfrm xmlns:a="http://schemas.openxmlformats.org/drawingml/2006/main">
            <a:off x="9574530" y="4262497"/>
            <a:ext cx="95" cy="642878"/>
          </a:xfrm>
          <a:custGeom xmlns:a="http://schemas.openxmlformats.org/drawingml/2006/main">
            <a:pathLst>
              <a:path w="95" h="642878">
                <a:moveTo>
                  <a:pt x="0" y="642878"/>
                </a:moveTo>
                <a:lnTo>
                  <a:pt x="0" y="0"/>
                </a:lnTo>
              </a:path>
            </a:pathLst>
          </a:custGeom>
          <a:noFill xmlns:a="http://schemas.openxmlformats.org/drawingml/2006/main"/>
          <a:ln xmlns:a="http://schemas.openxmlformats.org/drawingml/2006/main" w="19050">
            <a:solidFill>
              <a:srgbClr val="202020"/>
            </a:solidFill>
          </a:ln>
        </p:spPr>
      </p:sp>
      <p:sp>
        <p:nvSpPr>
          <p:cNvPr id="82" name="range-stem-1--2">
            <a:extLst xmlns:a="http://schemas.openxmlformats.org/drawingml/2006/main">
              <a:ext uri="{FF2B5EF4-FFF2-40B4-BE49-F238E27FC236}">
                <a16:creationId xmlns:a16="http://schemas.microsoft.com/office/drawing/2014/main" id="{D2A816A5-771A-49A7-BF5E-A0E5D3C2310A}"/>
              </a:ext>
            </a:extLst>
          </p:cNvPr>
          <p:cNvSpPr>
            <a:spLocks xmlns:a="http://schemas.openxmlformats.org/drawingml/2006/main" noGrp="1"/>
          </p:cNvSpPr>
          <p:nvPr/>
        </p:nvSpPr>
        <p:spPr>
          <a:xfrm xmlns:a="http://schemas.openxmlformats.org/drawingml/2006/main">
            <a:off x="9742170" y="4823321"/>
            <a:ext cx="95" cy="82054"/>
          </a:xfrm>
          <a:custGeom xmlns:a="http://schemas.openxmlformats.org/drawingml/2006/main">
            <a:pathLst>
              <a:path w="95" h="82054">
                <a:moveTo>
                  <a:pt x="0" y="82054"/>
                </a:moveTo>
                <a:lnTo>
                  <a:pt x="0" y="0"/>
                </a:lnTo>
              </a:path>
            </a:pathLst>
          </a:custGeom>
          <a:noFill xmlns:a="http://schemas.openxmlformats.org/drawingml/2006/main"/>
          <a:ln xmlns:a="http://schemas.openxmlformats.org/drawingml/2006/main" w="19050">
            <a:solidFill>
              <a:srgbClr val="202020"/>
            </a:solidFill>
          </a:ln>
        </p:spPr>
      </p:sp>
      <p:sp>
        <p:nvSpPr>
          <p:cNvPr id="83" name="range-stem-1--1">
            <a:extLst xmlns:a="http://schemas.openxmlformats.org/drawingml/2006/main">
              <a:ext uri="{FF2B5EF4-FFF2-40B4-BE49-F238E27FC236}">
                <a16:creationId xmlns:a16="http://schemas.microsoft.com/office/drawing/2014/main" id="{0AA96075-A644-40E8-AC0A-8027EC63DF86}"/>
              </a:ext>
            </a:extLst>
          </p:cNvPr>
          <p:cNvSpPr>
            <a:spLocks xmlns:a="http://schemas.openxmlformats.org/drawingml/2006/main" noGrp="1"/>
          </p:cNvSpPr>
          <p:nvPr/>
        </p:nvSpPr>
        <p:spPr>
          <a:xfrm xmlns:a="http://schemas.openxmlformats.org/drawingml/2006/main">
            <a:off x="9909810" y="4328140"/>
            <a:ext cx="95" cy="577235"/>
          </a:xfrm>
          <a:custGeom xmlns:a="http://schemas.openxmlformats.org/drawingml/2006/main">
            <a:pathLst>
              <a:path w="95" h="577235">
                <a:moveTo>
                  <a:pt x="0" y="577235"/>
                </a:moveTo>
                <a:lnTo>
                  <a:pt x="0" y="0"/>
                </a:lnTo>
              </a:path>
            </a:pathLst>
          </a:custGeom>
          <a:noFill xmlns:a="http://schemas.openxmlformats.org/drawingml/2006/main"/>
          <a:ln xmlns:a="http://schemas.openxmlformats.org/drawingml/2006/main" w="19050">
            <a:solidFill>
              <a:srgbClr val="202020"/>
            </a:solidFill>
          </a:ln>
        </p:spPr>
      </p:sp>
      <p:sp>
        <p:nvSpPr>
          <p:cNvPr id="84" name="range-stem-1-0">
            <a:extLst xmlns:a="http://schemas.openxmlformats.org/drawingml/2006/main">
              <a:ext uri="{FF2B5EF4-FFF2-40B4-BE49-F238E27FC236}">
                <a16:creationId xmlns:a16="http://schemas.microsoft.com/office/drawing/2014/main" id="{99061902-35FB-4D32-9936-153CEEA71E7D}"/>
              </a:ext>
            </a:extLst>
          </p:cNvPr>
          <p:cNvSpPr>
            <a:spLocks xmlns:a="http://schemas.openxmlformats.org/drawingml/2006/main" noGrp="1"/>
          </p:cNvSpPr>
          <p:nvPr/>
        </p:nvSpPr>
        <p:spPr>
          <a:xfrm xmlns:a="http://schemas.openxmlformats.org/drawingml/2006/main">
            <a:off x="10077450" y="4592427"/>
            <a:ext cx="95" cy="312948"/>
          </a:xfrm>
          <a:custGeom xmlns:a="http://schemas.openxmlformats.org/drawingml/2006/main">
            <a:pathLst>
              <a:path w="95" h="312948">
                <a:moveTo>
                  <a:pt x="0" y="312948"/>
                </a:moveTo>
                <a:lnTo>
                  <a:pt x="0" y="0"/>
                </a:lnTo>
              </a:path>
            </a:pathLst>
          </a:custGeom>
          <a:noFill xmlns:a="http://schemas.openxmlformats.org/drawingml/2006/main"/>
          <a:ln xmlns:a="http://schemas.openxmlformats.org/drawingml/2006/main" w="19050">
            <a:solidFill>
              <a:srgbClr val="202020"/>
            </a:solidFill>
          </a:ln>
        </p:spPr>
      </p:sp>
      <p:sp>
        <p:nvSpPr>
          <p:cNvPr id="85" name="range-stem-1-1">
            <a:extLst xmlns:a="http://schemas.openxmlformats.org/drawingml/2006/main">
              <a:ext uri="{FF2B5EF4-FFF2-40B4-BE49-F238E27FC236}">
                <a16:creationId xmlns:a16="http://schemas.microsoft.com/office/drawing/2014/main" id="{00BEA205-E43A-4AB2-84E8-00BB5FB37326}"/>
              </a:ext>
            </a:extLst>
          </p:cNvPr>
          <p:cNvSpPr>
            <a:spLocks xmlns:a="http://schemas.openxmlformats.org/drawingml/2006/main" noGrp="1"/>
          </p:cNvSpPr>
          <p:nvPr/>
        </p:nvSpPr>
        <p:spPr>
          <a:xfrm xmlns:a="http://schemas.openxmlformats.org/drawingml/2006/main">
            <a:off x="10245090" y="4328140"/>
            <a:ext cx="95" cy="577235"/>
          </a:xfrm>
          <a:custGeom xmlns:a="http://schemas.openxmlformats.org/drawingml/2006/main">
            <a:pathLst>
              <a:path w="95" h="577235">
                <a:moveTo>
                  <a:pt x="0" y="577235"/>
                </a:moveTo>
                <a:lnTo>
                  <a:pt x="0" y="0"/>
                </a:lnTo>
              </a:path>
            </a:pathLst>
          </a:custGeom>
          <a:noFill xmlns:a="http://schemas.openxmlformats.org/drawingml/2006/main"/>
          <a:ln xmlns:a="http://schemas.openxmlformats.org/drawingml/2006/main" w="19050">
            <a:solidFill>
              <a:srgbClr val="202020"/>
            </a:solidFill>
          </a:ln>
        </p:spPr>
      </p:sp>
      <p:sp>
        <p:nvSpPr>
          <p:cNvPr id="86" name="range-stem-1-2">
            <a:extLst xmlns:a="http://schemas.openxmlformats.org/drawingml/2006/main">
              <a:ext uri="{FF2B5EF4-FFF2-40B4-BE49-F238E27FC236}">
                <a16:creationId xmlns:a16="http://schemas.microsoft.com/office/drawing/2014/main" id="{314DE99E-EFA4-464F-80F0-58327CEC5443}"/>
              </a:ext>
            </a:extLst>
          </p:cNvPr>
          <p:cNvSpPr>
            <a:spLocks xmlns:a="http://schemas.openxmlformats.org/drawingml/2006/main" noGrp="1"/>
          </p:cNvSpPr>
          <p:nvPr/>
        </p:nvSpPr>
        <p:spPr>
          <a:xfrm xmlns:a="http://schemas.openxmlformats.org/drawingml/2006/main">
            <a:off x="10412730" y="4823321"/>
            <a:ext cx="95" cy="82054"/>
          </a:xfrm>
          <a:custGeom xmlns:a="http://schemas.openxmlformats.org/drawingml/2006/main">
            <a:pathLst>
              <a:path w="95" h="82054">
                <a:moveTo>
                  <a:pt x="0" y="82054"/>
                </a:moveTo>
                <a:lnTo>
                  <a:pt x="0" y="0"/>
                </a:lnTo>
              </a:path>
            </a:pathLst>
          </a:custGeom>
          <a:noFill xmlns:a="http://schemas.openxmlformats.org/drawingml/2006/main"/>
          <a:ln xmlns:a="http://schemas.openxmlformats.org/drawingml/2006/main" w="19050">
            <a:solidFill>
              <a:srgbClr val="202020"/>
            </a:solidFill>
          </a:ln>
        </p:spPr>
      </p:sp>
      <p:sp>
        <p:nvSpPr>
          <p:cNvPr id="87" name="range-stem-1-3">
            <a:extLst xmlns:a="http://schemas.openxmlformats.org/drawingml/2006/main">
              <a:ext uri="{FF2B5EF4-FFF2-40B4-BE49-F238E27FC236}">
                <a16:creationId xmlns:a16="http://schemas.microsoft.com/office/drawing/2014/main" id="{5CAFC1C0-BED1-42E4-9DDC-8DF67E509650}"/>
              </a:ext>
            </a:extLst>
          </p:cNvPr>
          <p:cNvSpPr>
            <a:spLocks xmlns:a="http://schemas.openxmlformats.org/drawingml/2006/main" noGrp="1"/>
          </p:cNvSpPr>
          <p:nvPr/>
        </p:nvSpPr>
        <p:spPr>
          <a:xfrm xmlns:a="http://schemas.openxmlformats.org/drawingml/2006/main">
            <a:off x="10580370" y="4262497"/>
            <a:ext cx="95" cy="642878"/>
          </a:xfrm>
          <a:custGeom xmlns:a="http://schemas.openxmlformats.org/drawingml/2006/main">
            <a:pathLst>
              <a:path w="95" h="642878">
                <a:moveTo>
                  <a:pt x="0" y="642878"/>
                </a:moveTo>
                <a:lnTo>
                  <a:pt x="0" y="0"/>
                </a:lnTo>
              </a:path>
            </a:pathLst>
          </a:custGeom>
          <a:noFill xmlns:a="http://schemas.openxmlformats.org/drawingml/2006/main"/>
          <a:ln xmlns:a="http://schemas.openxmlformats.org/drawingml/2006/main" w="19050">
            <a:solidFill>
              <a:srgbClr val="202020"/>
            </a:solidFill>
          </a:ln>
        </p:spPr>
      </p:sp>
      <p:sp>
        <p:nvSpPr>
          <p:cNvPr id="88" name="range-stem-1-4">
            <a:extLst xmlns:a="http://schemas.openxmlformats.org/drawingml/2006/main">
              <a:ext uri="{FF2B5EF4-FFF2-40B4-BE49-F238E27FC236}">
                <a16:creationId xmlns:a16="http://schemas.microsoft.com/office/drawing/2014/main" id="{8176A398-2868-449D-ADAD-4BC23D5D8195}"/>
              </a:ext>
            </a:extLst>
          </p:cNvPr>
          <p:cNvSpPr>
            <a:spLocks xmlns:a="http://schemas.openxmlformats.org/drawingml/2006/main" noGrp="1"/>
          </p:cNvSpPr>
          <p:nvPr/>
        </p:nvSpPr>
        <p:spPr>
          <a:xfrm xmlns:a="http://schemas.openxmlformats.org/drawingml/2006/main">
            <a:off x="10748010" y="4215975"/>
            <a:ext cx="95" cy="689400"/>
          </a:xfrm>
          <a:custGeom xmlns:a="http://schemas.openxmlformats.org/drawingml/2006/main">
            <a:pathLst>
              <a:path w="95" h="689400">
                <a:moveTo>
                  <a:pt x="0" y="689400"/>
                </a:moveTo>
                <a:lnTo>
                  <a:pt x="0" y="0"/>
                </a:lnTo>
              </a:path>
            </a:pathLst>
          </a:custGeom>
          <a:noFill xmlns:a="http://schemas.openxmlformats.org/drawingml/2006/main"/>
          <a:ln xmlns:a="http://schemas.openxmlformats.org/drawingml/2006/main" w="19050">
            <a:solidFill>
              <a:srgbClr val="202020"/>
            </a:solidFill>
          </a:ln>
        </p:spPr>
      </p:sp>
      <p:sp>
        <p:nvSpPr>
          <p:cNvPr id="89" name="range-stem-1-5">
            <a:extLst xmlns:a="http://schemas.openxmlformats.org/drawingml/2006/main">
              <a:ext uri="{FF2B5EF4-FFF2-40B4-BE49-F238E27FC236}">
                <a16:creationId xmlns:a16="http://schemas.microsoft.com/office/drawing/2014/main" id="{A3D6A918-F847-4E26-824E-97971C0DE53D}"/>
              </a:ext>
            </a:extLst>
          </p:cNvPr>
          <p:cNvSpPr>
            <a:spLocks xmlns:a="http://schemas.openxmlformats.org/drawingml/2006/main" noGrp="1"/>
          </p:cNvSpPr>
          <p:nvPr/>
        </p:nvSpPr>
        <p:spPr>
          <a:xfrm xmlns:a="http://schemas.openxmlformats.org/drawingml/2006/main">
            <a:off x="10915650" y="4445213"/>
            <a:ext cx="95" cy="460162"/>
          </a:xfrm>
          <a:custGeom xmlns:a="http://schemas.openxmlformats.org/drawingml/2006/main">
            <a:pathLst>
              <a:path w="95" h="460162">
                <a:moveTo>
                  <a:pt x="0" y="460162"/>
                </a:moveTo>
                <a:lnTo>
                  <a:pt x="0" y="0"/>
                </a:lnTo>
              </a:path>
            </a:pathLst>
          </a:custGeom>
          <a:noFill xmlns:a="http://schemas.openxmlformats.org/drawingml/2006/main"/>
          <a:ln xmlns:a="http://schemas.openxmlformats.org/drawingml/2006/main" w="19050">
            <a:solidFill>
              <a:srgbClr val="202020"/>
            </a:solidFill>
          </a:ln>
        </p:spPr>
      </p:sp>
      <p:sp>
        <p:nvSpPr>
          <p:cNvPr id="90" name="range-stem-1-6">
            <a:extLst xmlns:a="http://schemas.openxmlformats.org/drawingml/2006/main">
              <a:ext uri="{FF2B5EF4-FFF2-40B4-BE49-F238E27FC236}">
                <a16:creationId xmlns:a16="http://schemas.microsoft.com/office/drawing/2014/main" id="{CB862DE1-77CE-4D81-8F3E-5BF3DD5C7B43}"/>
              </a:ext>
            </a:extLst>
          </p:cNvPr>
          <p:cNvSpPr>
            <a:spLocks xmlns:a="http://schemas.openxmlformats.org/drawingml/2006/main" noGrp="1"/>
          </p:cNvSpPr>
          <p:nvPr/>
        </p:nvSpPr>
        <p:spPr>
          <a:xfrm xmlns:a="http://schemas.openxmlformats.org/drawingml/2006/main">
            <a:off x="11083290" y="4674451"/>
            <a:ext cx="95" cy="230924"/>
          </a:xfrm>
          <a:custGeom xmlns:a="http://schemas.openxmlformats.org/drawingml/2006/main">
            <a:pathLst>
              <a:path w="95" h="230924">
                <a:moveTo>
                  <a:pt x="0" y="230924"/>
                </a:moveTo>
                <a:lnTo>
                  <a:pt x="0" y="0"/>
                </a:lnTo>
              </a:path>
            </a:pathLst>
          </a:custGeom>
          <a:noFill xmlns:a="http://schemas.openxmlformats.org/drawingml/2006/main"/>
          <a:ln xmlns:a="http://schemas.openxmlformats.org/drawingml/2006/main" w="19050">
            <a:solidFill>
              <a:srgbClr val="202020"/>
            </a:solidFill>
          </a:ln>
        </p:spPr>
      </p:sp>
      <p:sp>
        <p:nvSpPr>
          <p:cNvPr id="91" name="range-stem-1-7">
            <a:extLst xmlns:a="http://schemas.openxmlformats.org/drawingml/2006/main">
              <a:ext uri="{FF2B5EF4-FFF2-40B4-BE49-F238E27FC236}">
                <a16:creationId xmlns:a16="http://schemas.microsoft.com/office/drawing/2014/main" id="{607396AC-44AA-4A0B-8A6B-A96B19BA577D}"/>
              </a:ext>
            </a:extLst>
          </p:cNvPr>
          <p:cNvSpPr>
            <a:spLocks xmlns:a="http://schemas.openxmlformats.org/drawingml/2006/main" noGrp="1"/>
          </p:cNvSpPr>
          <p:nvPr/>
        </p:nvSpPr>
        <p:spPr>
          <a:xfrm xmlns:a="http://schemas.openxmlformats.org/drawingml/2006/main">
            <a:off x="11250930" y="4811319"/>
            <a:ext cx="95" cy="94056"/>
          </a:xfrm>
          <a:custGeom xmlns:a="http://schemas.openxmlformats.org/drawingml/2006/main">
            <a:pathLst>
              <a:path w="95" h="94056">
                <a:moveTo>
                  <a:pt x="0" y="94056"/>
                </a:moveTo>
                <a:lnTo>
                  <a:pt x="0" y="0"/>
                </a:lnTo>
              </a:path>
            </a:pathLst>
          </a:custGeom>
          <a:noFill xmlns:a="http://schemas.openxmlformats.org/drawingml/2006/main"/>
          <a:ln xmlns:a="http://schemas.openxmlformats.org/drawingml/2006/main" w="19050">
            <a:solidFill>
              <a:srgbClr val="202020"/>
            </a:solidFill>
          </a:ln>
        </p:spPr>
      </p:sp>
      <p:sp>
        <p:nvSpPr>
          <p:cNvPr id="92" name="range-boundary-1--5-385">
            <a:extLst xmlns:a="http://schemas.openxmlformats.org/drawingml/2006/main">
              <a:ext uri="{FF2B5EF4-FFF2-40B4-BE49-F238E27FC236}">
                <a16:creationId xmlns:a16="http://schemas.microsoft.com/office/drawing/2014/main" id="{7DC3911B-7968-409E-B9A4-76E72A15771C}"/>
              </a:ext>
            </a:extLst>
          </p:cNvPr>
          <p:cNvSpPr>
            <a:spLocks xmlns:a="http://schemas.openxmlformats.org/drawingml/2006/main" noGrp="1"/>
          </p:cNvSpPr>
          <p:nvPr/>
        </p:nvSpPr>
        <p:spPr>
          <a:xfrm xmlns:a="http://schemas.openxmlformats.org/drawingml/2006/main">
            <a:off x="9239250" y="3667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93" name="range-boundary-1--5-397">
            <a:extLst xmlns:a="http://schemas.openxmlformats.org/drawingml/2006/main">
              <a:ext uri="{FF2B5EF4-FFF2-40B4-BE49-F238E27FC236}">
                <a16:creationId xmlns:a16="http://schemas.microsoft.com/office/drawing/2014/main" id="{8361850F-BB90-4CA5-94A5-19BF2677E836}"/>
              </a:ext>
            </a:extLst>
          </p:cNvPr>
          <p:cNvSpPr>
            <a:spLocks xmlns:a="http://schemas.openxmlformats.org/drawingml/2006/main" noGrp="1"/>
          </p:cNvSpPr>
          <p:nvPr/>
        </p:nvSpPr>
        <p:spPr>
          <a:xfrm xmlns:a="http://schemas.openxmlformats.org/drawingml/2006/main">
            <a:off x="9239250" y="37814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94" name="range-boundary-1--5-409">
            <a:extLst xmlns:a="http://schemas.openxmlformats.org/drawingml/2006/main">
              <a:ext uri="{FF2B5EF4-FFF2-40B4-BE49-F238E27FC236}">
                <a16:creationId xmlns:a16="http://schemas.microsoft.com/office/drawing/2014/main" id="{AE2D750D-097D-41BE-A8BA-2F6BFE4996A7}"/>
              </a:ext>
            </a:extLst>
          </p:cNvPr>
          <p:cNvSpPr>
            <a:spLocks xmlns:a="http://schemas.openxmlformats.org/drawingml/2006/main" noGrp="1"/>
          </p:cNvSpPr>
          <p:nvPr/>
        </p:nvSpPr>
        <p:spPr>
          <a:xfrm xmlns:a="http://schemas.openxmlformats.org/drawingml/2006/main">
            <a:off x="9239250" y="38957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95" name="range-boundary-1--5-421">
            <a:extLst xmlns:a="http://schemas.openxmlformats.org/drawingml/2006/main">
              <a:ext uri="{FF2B5EF4-FFF2-40B4-BE49-F238E27FC236}">
                <a16:creationId xmlns:a16="http://schemas.microsoft.com/office/drawing/2014/main" id="{49CB6D66-4BF4-45FD-9ED6-E7F5C94FD1E5}"/>
              </a:ext>
            </a:extLst>
          </p:cNvPr>
          <p:cNvSpPr>
            <a:spLocks xmlns:a="http://schemas.openxmlformats.org/drawingml/2006/main" noGrp="1"/>
          </p:cNvSpPr>
          <p:nvPr/>
        </p:nvSpPr>
        <p:spPr>
          <a:xfrm xmlns:a="http://schemas.openxmlformats.org/drawingml/2006/main">
            <a:off x="9239250" y="40100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96" name="range-boundary-1--5-433">
            <a:extLst xmlns:a="http://schemas.openxmlformats.org/drawingml/2006/main">
              <a:ext uri="{FF2B5EF4-FFF2-40B4-BE49-F238E27FC236}">
                <a16:creationId xmlns:a16="http://schemas.microsoft.com/office/drawing/2014/main" id="{A490E4A9-20D0-48B7-A031-244011C59E5C}"/>
              </a:ext>
            </a:extLst>
          </p:cNvPr>
          <p:cNvSpPr>
            <a:spLocks xmlns:a="http://schemas.openxmlformats.org/drawingml/2006/main" noGrp="1"/>
          </p:cNvSpPr>
          <p:nvPr/>
        </p:nvSpPr>
        <p:spPr>
          <a:xfrm xmlns:a="http://schemas.openxmlformats.org/drawingml/2006/main">
            <a:off x="9239250" y="41243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97" name="range-boundary-1--5-445">
            <a:extLst xmlns:a="http://schemas.openxmlformats.org/drawingml/2006/main">
              <a:ext uri="{FF2B5EF4-FFF2-40B4-BE49-F238E27FC236}">
                <a16:creationId xmlns:a16="http://schemas.microsoft.com/office/drawing/2014/main" id="{11F146F7-A9DD-4D42-A1C4-BF66078EABB2}"/>
              </a:ext>
            </a:extLst>
          </p:cNvPr>
          <p:cNvSpPr>
            <a:spLocks xmlns:a="http://schemas.openxmlformats.org/drawingml/2006/main" noGrp="1"/>
          </p:cNvSpPr>
          <p:nvPr/>
        </p:nvSpPr>
        <p:spPr>
          <a:xfrm xmlns:a="http://schemas.openxmlformats.org/drawingml/2006/main">
            <a:off x="9239250" y="42386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98" name="range-boundary-1--5-457">
            <a:extLst xmlns:a="http://schemas.openxmlformats.org/drawingml/2006/main">
              <a:ext uri="{FF2B5EF4-FFF2-40B4-BE49-F238E27FC236}">
                <a16:creationId xmlns:a16="http://schemas.microsoft.com/office/drawing/2014/main" id="{4B23542A-5C8C-41E8-8E6F-15A4FD333526}"/>
              </a:ext>
            </a:extLst>
          </p:cNvPr>
          <p:cNvSpPr>
            <a:spLocks xmlns:a="http://schemas.openxmlformats.org/drawingml/2006/main" noGrp="1"/>
          </p:cNvSpPr>
          <p:nvPr/>
        </p:nvSpPr>
        <p:spPr>
          <a:xfrm xmlns:a="http://schemas.openxmlformats.org/drawingml/2006/main">
            <a:off x="9239250" y="43529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99" name="range-boundary-1--5-469">
            <a:extLst xmlns:a="http://schemas.openxmlformats.org/drawingml/2006/main">
              <a:ext uri="{FF2B5EF4-FFF2-40B4-BE49-F238E27FC236}">
                <a16:creationId xmlns:a16="http://schemas.microsoft.com/office/drawing/2014/main" id="{3FE39E8F-798C-4F78-BB57-32323383A0A3}"/>
              </a:ext>
            </a:extLst>
          </p:cNvPr>
          <p:cNvSpPr>
            <a:spLocks xmlns:a="http://schemas.openxmlformats.org/drawingml/2006/main" noGrp="1"/>
          </p:cNvSpPr>
          <p:nvPr/>
        </p:nvSpPr>
        <p:spPr>
          <a:xfrm xmlns:a="http://schemas.openxmlformats.org/drawingml/2006/main">
            <a:off x="9239250" y="44672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0" name="range-boundary-1--5-481">
            <a:extLst xmlns:a="http://schemas.openxmlformats.org/drawingml/2006/main">
              <a:ext uri="{FF2B5EF4-FFF2-40B4-BE49-F238E27FC236}">
                <a16:creationId xmlns:a16="http://schemas.microsoft.com/office/drawing/2014/main" id="{EC9610A4-AAC7-4A13-ABD0-901A418CDC2F}"/>
              </a:ext>
            </a:extLst>
          </p:cNvPr>
          <p:cNvSpPr>
            <a:spLocks xmlns:a="http://schemas.openxmlformats.org/drawingml/2006/main" noGrp="1"/>
          </p:cNvSpPr>
          <p:nvPr/>
        </p:nvSpPr>
        <p:spPr>
          <a:xfrm xmlns:a="http://schemas.openxmlformats.org/drawingml/2006/main">
            <a:off x="9239250" y="45815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1" name="range-boundary-1--5-493">
            <a:extLst xmlns:a="http://schemas.openxmlformats.org/drawingml/2006/main">
              <a:ext uri="{FF2B5EF4-FFF2-40B4-BE49-F238E27FC236}">
                <a16:creationId xmlns:a16="http://schemas.microsoft.com/office/drawing/2014/main" id="{89130710-3C54-4C23-8C8C-CF1010A184E3}"/>
              </a:ext>
            </a:extLst>
          </p:cNvPr>
          <p:cNvSpPr>
            <a:spLocks xmlns:a="http://schemas.openxmlformats.org/drawingml/2006/main" noGrp="1"/>
          </p:cNvSpPr>
          <p:nvPr/>
        </p:nvSpPr>
        <p:spPr>
          <a:xfrm xmlns:a="http://schemas.openxmlformats.org/drawingml/2006/main">
            <a:off x="9239250" y="46958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2" name="range-boundary-1--5-505">
            <a:extLst xmlns:a="http://schemas.openxmlformats.org/drawingml/2006/main">
              <a:ext uri="{FF2B5EF4-FFF2-40B4-BE49-F238E27FC236}">
                <a16:creationId xmlns:a16="http://schemas.microsoft.com/office/drawing/2014/main" id="{10D12F73-6C39-429C-8C16-D666273CF5B4}"/>
              </a:ext>
            </a:extLst>
          </p:cNvPr>
          <p:cNvSpPr>
            <a:spLocks xmlns:a="http://schemas.openxmlformats.org/drawingml/2006/main" noGrp="1"/>
          </p:cNvSpPr>
          <p:nvPr/>
        </p:nvSpPr>
        <p:spPr>
          <a:xfrm xmlns:a="http://schemas.openxmlformats.org/drawingml/2006/main">
            <a:off x="9239250" y="4810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3" name="range-boundary-1-5-385">
            <a:extLst xmlns:a="http://schemas.openxmlformats.org/drawingml/2006/main">
              <a:ext uri="{FF2B5EF4-FFF2-40B4-BE49-F238E27FC236}">
                <a16:creationId xmlns:a16="http://schemas.microsoft.com/office/drawing/2014/main" id="{AAF0840E-E27E-42F9-9E4C-49EDFA6CBA95}"/>
              </a:ext>
            </a:extLst>
          </p:cNvPr>
          <p:cNvSpPr>
            <a:spLocks xmlns:a="http://schemas.openxmlformats.org/drawingml/2006/main" noGrp="1"/>
          </p:cNvSpPr>
          <p:nvPr/>
        </p:nvSpPr>
        <p:spPr>
          <a:xfrm xmlns:a="http://schemas.openxmlformats.org/drawingml/2006/main">
            <a:off x="10915650" y="3667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4" name="range-boundary-1-5-397">
            <a:extLst xmlns:a="http://schemas.openxmlformats.org/drawingml/2006/main">
              <a:ext uri="{FF2B5EF4-FFF2-40B4-BE49-F238E27FC236}">
                <a16:creationId xmlns:a16="http://schemas.microsoft.com/office/drawing/2014/main" id="{DD280BBC-F635-44F7-8DC8-A94C366E5BD9}"/>
              </a:ext>
            </a:extLst>
          </p:cNvPr>
          <p:cNvSpPr>
            <a:spLocks xmlns:a="http://schemas.openxmlformats.org/drawingml/2006/main" noGrp="1"/>
          </p:cNvSpPr>
          <p:nvPr/>
        </p:nvSpPr>
        <p:spPr>
          <a:xfrm xmlns:a="http://schemas.openxmlformats.org/drawingml/2006/main">
            <a:off x="10915650" y="37814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5" name="range-boundary-1-5-409">
            <a:extLst xmlns:a="http://schemas.openxmlformats.org/drawingml/2006/main">
              <a:ext uri="{FF2B5EF4-FFF2-40B4-BE49-F238E27FC236}">
                <a16:creationId xmlns:a16="http://schemas.microsoft.com/office/drawing/2014/main" id="{3D470451-72B1-47A4-A548-0C45BF4D6FC5}"/>
              </a:ext>
            </a:extLst>
          </p:cNvPr>
          <p:cNvSpPr>
            <a:spLocks xmlns:a="http://schemas.openxmlformats.org/drawingml/2006/main" noGrp="1"/>
          </p:cNvSpPr>
          <p:nvPr/>
        </p:nvSpPr>
        <p:spPr>
          <a:xfrm xmlns:a="http://schemas.openxmlformats.org/drawingml/2006/main">
            <a:off x="10915650" y="38957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6" name="range-boundary-1-5-421">
            <a:extLst xmlns:a="http://schemas.openxmlformats.org/drawingml/2006/main">
              <a:ext uri="{FF2B5EF4-FFF2-40B4-BE49-F238E27FC236}">
                <a16:creationId xmlns:a16="http://schemas.microsoft.com/office/drawing/2014/main" id="{558C524E-2F52-4088-BE2A-ED18BDA2EEFD}"/>
              </a:ext>
            </a:extLst>
          </p:cNvPr>
          <p:cNvSpPr>
            <a:spLocks xmlns:a="http://schemas.openxmlformats.org/drawingml/2006/main" noGrp="1"/>
          </p:cNvSpPr>
          <p:nvPr/>
        </p:nvSpPr>
        <p:spPr>
          <a:xfrm xmlns:a="http://schemas.openxmlformats.org/drawingml/2006/main">
            <a:off x="10915650" y="40100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7" name="range-boundary-1-5-433">
            <a:extLst xmlns:a="http://schemas.openxmlformats.org/drawingml/2006/main">
              <a:ext uri="{FF2B5EF4-FFF2-40B4-BE49-F238E27FC236}">
                <a16:creationId xmlns:a16="http://schemas.microsoft.com/office/drawing/2014/main" id="{5C7668BC-86E9-4FAF-A8ED-D203EFB8C336}"/>
              </a:ext>
            </a:extLst>
          </p:cNvPr>
          <p:cNvSpPr>
            <a:spLocks xmlns:a="http://schemas.openxmlformats.org/drawingml/2006/main" noGrp="1"/>
          </p:cNvSpPr>
          <p:nvPr/>
        </p:nvSpPr>
        <p:spPr>
          <a:xfrm xmlns:a="http://schemas.openxmlformats.org/drawingml/2006/main">
            <a:off x="10915650" y="41243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8" name="range-boundary-1-5-445">
            <a:extLst xmlns:a="http://schemas.openxmlformats.org/drawingml/2006/main">
              <a:ext uri="{FF2B5EF4-FFF2-40B4-BE49-F238E27FC236}">
                <a16:creationId xmlns:a16="http://schemas.microsoft.com/office/drawing/2014/main" id="{D9F1B17E-3A41-4BDE-9441-46A020E9A81E}"/>
              </a:ext>
            </a:extLst>
          </p:cNvPr>
          <p:cNvSpPr>
            <a:spLocks xmlns:a="http://schemas.openxmlformats.org/drawingml/2006/main" noGrp="1"/>
          </p:cNvSpPr>
          <p:nvPr/>
        </p:nvSpPr>
        <p:spPr>
          <a:xfrm xmlns:a="http://schemas.openxmlformats.org/drawingml/2006/main">
            <a:off x="10915650" y="42386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09" name="range-boundary-1-5-457">
            <a:extLst xmlns:a="http://schemas.openxmlformats.org/drawingml/2006/main">
              <a:ext uri="{FF2B5EF4-FFF2-40B4-BE49-F238E27FC236}">
                <a16:creationId xmlns:a16="http://schemas.microsoft.com/office/drawing/2014/main" id="{46EA4431-E9E9-4749-807F-E4876DD4704E}"/>
              </a:ext>
            </a:extLst>
          </p:cNvPr>
          <p:cNvSpPr>
            <a:spLocks xmlns:a="http://schemas.openxmlformats.org/drawingml/2006/main" noGrp="1"/>
          </p:cNvSpPr>
          <p:nvPr/>
        </p:nvSpPr>
        <p:spPr>
          <a:xfrm xmlns:a="http://schemas.openxmlformats.org/drawingml/2006/main">
            <a:off x="10915650" y="43529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10" name="range-boundary-1-5-469">
            <a:extLst xmlns:a="http://schemas.openxmlformats.org/drawingml/2006/main">
              <a:ext uri="{FF2B5EF4-FFF2-40B4-BE49-F238E27FC236}">
                <a16:creationId xmlns:a16="http://schemas.microsoft.com/office/drawing/2014/main" id="{A7F7E3D0-8B4B-4E9E-98B8-84EB1B75E077}"/>
              </a:ext>
            </a:extLst>
          </p:cNvPr>
          <p:cNvSpPr>
            <a:spLocks xmlns:a="http://schemas.openxmlformats.org/drawingml/2006/main" noGrp="1"/>
          </p:cNvSpPr>
          <p:nvPr/>
        </p:nvSpPr>
        <p:spPr>
          <a:xfrm xmlns:a="http://schemas.openxmlformats.org/drawingml/2006/main">
            <a:off x="10915650" y="44672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11" name="range-boundary-1-5-481">
            <a:extLst xmlns:a="http://schemas.openxmlformats.org/drawingml/2006/main">
              <a:ext uri="{FF2B5EF4-FFF2-40B4-BE49-F238E27FC236}">
                <a16:creationId xmlns:a16="http://schemas.microsoft.com/office/drawing/2014/main" id="{207CEA8B-40CB-477E-844A-4FC9821F2A38}"/>
              </a:ext>
            </a:extLst>
          </p:cNvPr>
          <p:cNvSpPr>
            <a:spLocks xmlns:a="http://schemas.openxmlformats.org/drawingml/2006/main" noGrp="1"/>
          </p:cNvSpPr>
          <p:nvPr/>
        </p:nvSpPr>
        <p:spPr>
          <a:xfrm xmlns:a="http://schemas.openxmlformats.org/drawingml/2006/main">
            <a:off x="10915650" y="45815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12" name="range-boundary-1-5-493">
            <a:extLst xmlns:a="http://schemas.openxmlformats.org/drawingml/2006/main">
              <a:ext uri="{FF2B5EF4-FFF2-40B4-BE49-F238E27FC236}">
                <a16:creationId xmlns:a16="http://schemas.microsoft.com/office/drawing/2014/main" id="{7AFD71B9-A455-4A3A-8312-735B2223F572}"/>
              </a:ext>
            </a:extLst>
          </p:cNvPr>
          <p:cNvSpPr>
            <a:spLocks xmlns:a="http://schemas.openxmlformats.org/drawingml/2006/main" noGrp="1"/>
          </p:cNvSpPr>
          <p:nvPr/>
        </p:nvSpPr>
        <p:spPr>
          <a:xfrm xmlns:a="http://schemas.openxmlformats.org/drawingml/2006/main">
            <a:off x="10915650" y="46958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13" name="range-boundary-1-5-505">
            <a:extLst xmlns:a="http://schemas.openxmlformats.org/drawingml/2006/main">
              <a:ext uri="{FF2B5EF4-FFF2-40B4-BE49-F238E27FC236}">
                <a16:creationId xmlns:a16="http://schemas.microsoft.com/office/drawing/2014/main" id="{4F1D89A5-5E35-4B86-A110-F37227F96C1C}"/>
              </a:ext>
            </a:extLst>
          </p:cNvPr>
          <p:cNvSpPr>
            <a:spLocks xmlns:a="http://schemas.openxmlformats.org/drawingml/2006/main" noGrp="1"/>
          </p:cNvSpPr>
          <p:nvPr/>
        </p:nvSpPr>
        <p:spPr>
          <a:xfrm xmlns:a="http://schemas.openxmlformats.org/drawingml/2006/main">
            <a:off x="10915650" y="4810125"/>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2383">
            <a:solidFill>
              <a:srgbClr val="909090"/>
            </a:solidFill>
          </a:ln>
        </p:spPr>
      </p:sp>
      <p:sp>
        <p:nvSpPr>
          <p:cNvPr id="114" name="outside-component">
            <a:extLst xmlns:a="http://schemas.openxmlformats.org/drawingml/2006/main">
              <a:ext uri="{FF2B5EF4-FFF2-40B4-BE49-F238E27FC236}">
                <a16:creationId xmlns:a16="http://schemas.microsoft.com/office/drawing/2014/main" id="{F9FBBBBF-834B-494D-BA5D-A5E20708C76F}"/>
              </a:ext>
            </a:extLst>
          </p:cNvPr>
          <p:cNvSpPr>
            <a:spLocks xmlns:a="http://schemas.openxmlformats.org/drawingml/2006/main" noGrp="1"/>
          </p:cNvSpPr>
          <p:nvPr/>
        </p:nvSpPr>
        <p:spPr>
          <a:xfrm xmlns:a="http://schemas.openxmlformats.org/drawingml/2006/main">
            <a:off x="9163050" y="3486150"/>
            <a:ext cx="2209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Still nonzero</a:t>
            </a:r>
          </a:p>
        </p:txBody>
      </p:sp>
      <p:sp>
        <p:nvSpPr>
          <p:cNvPr id="115" name="outside-leader">
            <a:extLst xmlns:a="http://schemas.openxmlformats.org/drawingml/2006/main">
              <a:ext uri="{FF2B5EF4-FFF2-40B4-BE49-F238E27FC236}">
                <a16:creationId xmlns:a16="http://schemas.microsoft.com/office/drawing/2014/main" id="{F772D0E6-9856-4749-A7EE-CB697582AC3F}"/>
              </a:ext>
            </a:extLst>
          </p:cNvPr>
          <p:cNvSpPr>
            <a:spLocks xmlns:a="http://schemas.openxmlformats.org/drawingml/2006/main" noGrp="1"/>
          </p:cNvSpPr>
          <p:nvPr/>
        </p:nvSpPr>
        <p:spPr>
          <a:xfrm xmlns:a="http://schemas.openxmlformats.org/drawingml/2006/main">
            <a:off x="10287000" y="3876675"/>
            <a:ext cx="796290" cy="721576"/>
          </a:xfrm>
          <a:custGeom xmlns:a="http://schemas.openxmlformats.org/drawingml/2006/main">
            <a:pathLst>
              <a:path w="796290" h="721576">
                <a:moveTo>
                  <a:pt x="0" y="0"/>
                </a:moveTo>
                <a:lnTo>
                  <a:pt x="796290" y="721576"/>
                </a:lnTo>
              </a:path>
            </a:pathLst>
          </a:custGeom>
          <a:noFill xmlns:a="http://schemas.openxmlformats.org/drawingml/2006/main"/>
          <a:ln xmlns:a="http://schemas.openxmlformats.org/drawingml/2006/main" w="13335">
            <a:solidFill>
              <a:srgbClr val="202020"/>
            </a:solidFill>
          </a:ln>
        </p:spPr>
      </p:sp>
      <p:sp>
        <p:nvSpPr>
          <p:cNvPr id="116" name="outside-frequency-leader">
            <a:extLst xmlns:a="http://schemas.openxmlformats.org/drawingml/2006/main">
              <a:ext uri="{FF2B5EF4-FFF2-40B4-BE49-F238E27FC236}">
                <a16:creationId xmlns:a16="http://schemas.microsoft.com/office/drawing/2014/main" id="{72DD1C6C-193D-4120-8D5C-5278568A6F07}"/>
              </a:ext>
            </a:extLst>
          </p:cNvPr>
          <p:cNvSpPr>
            <a:spLocks xmlns:a="http://schemas.openxmlformats.org/drawingml/2006/main" noGrp="1"/>
          </p:cNvSpPr>
          <p:nvPr/>
        </p:nvSpPr>
        <p:spPr>
          <a:xfrm xmlns:a="http://schemas.openxmlformats.org/drawingml/2006/main">
            <a:off x="11083290" y="4953000"/>
            <a:ext cx="95" cy="762000"/>
          </a:xfrm>
          <a:custGeom xmlns:a="http://schemas.openxmlformats.org/drawingml/2006/main">
            <a:pathLst>
              <a:path w="95" h="762000">
                <a:moveTo>
                  <a:pt x="0" y="0"/>
                </a:moveTo>
                <a:lnTo>
                  <a:pt x="0" y="762000"/>
                </a:lnTo>
              </a:path>
            </a:pathLst>
          </a:custGeom>
          <a:noFill xmlns:a="http://schemas.openxmlformats.org/drawingml/2006/main"/>
          <a:ln xmlns:a="http://schemas.openxmlformats.org/drawingml/2006/main" w="9525">
            <a:solidFill>
              <a:srgbClr val="777777"/>
            </a:solidFill>
          </a:ln>
        </p:spPr>
      </p:sp>
      <p:pic>
        <p:nvPicPr>
          <p:cNvPr id="117"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79862394-482E-453A-8993-0242C232ED37}"/>
              </a:ext>
            </a:extLst>
          </p:cNvPr>
          <p:cNvPicPr>
            <a:picLocks xmlns:a="http://schemas.openxmlformats.org/drawingml/2006/main" noChangeAspect="1"/>
          </p:cNvPicPr>
          <p:nvPr/>
        </p:nvPicPr>
        <p:blipFill>
          <a:blip xmlns:r="http://schemas.openxmlformats.org/officeDocument/2006/relationships" xmlns:a="http://schemas.openxmlformats.org/drawingml/2006/main" r:embed="Rad98b7a695f241e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18"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3B0421B-8CF7-4334-A44F-B69140939C9C}"/>
              </a:ext>
            </a:extLst>
          </p:cNvPr>
          <p:cNvPicPr>
            <a:picLocks xmlns:a="http://schemas.openxmlformats.org/drawingml/2006/main" noChangeAspect="1"/>
          </p:cNvPicPr>
          <p:nvPr/>
        </p:nvPicPr>
        <p:blipFill>
          <a:blip xmlns:r="http://schemas.openxmlformats.org/officeDocument/2006/relationships" xmlns:a="http://schemas.openxmlformats.org/drawingml/2006/main" r:embed="R3a775e08cbd2417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19"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042909E-136D-438D-AA7D-33F212F1013B}"/>
              </a:ext>
            </a:extLst>
          </p:cNvPr>
          <p:cNvPicPr>
            <a:picLocks xmlns:a="http://schemas.openxmlformats.org/drawingml/2006/main" noChangeAspect="1"/>
          </p:cNvPicPr>
          <p:nvPr/>
        </p:nvPicPr>
        <p:blipFill>
          <a:blip xmlns:r="http://schemas.openxmlformats.org/officeDocument/2006/relationships" xmlns:a="http://schemas.openxmlformats.org/drawingml/2006/main" r:embed="R0f5e9fef64bc4ddb">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20" name="known-frequency" descr="f_i(t)=f_c+k_fm(t)">
            <a:extLst xmlns:a="http://schemas.openxmlformats.org/drawingml/2006/main">
              <a:ext uri="{FF2B5EF4-FFF2-40B4-BE49-F238E27FC236}">
                <a16:creationId xmlns:a16="http://schemas.microsoft.com/office/drawing/2014/main" id="{8286C2EF-033E-47D3-B8DF-B6A27D36A3DD}"/>
              </a:ext>
            </a:extLst>
          </p:cNvPr>
          <p:cNvPicPr>
            <a:picLocks xmlns:a="http://schemas.openxmlformats.org/drawingml/2006/main" noChangeAspect="1"/>
          </p:cNvPicPr>
          <p:nvPr/>
        </p:nvPicPr>
        <p:blipFill>
          <a:blip xmlns:r="http://schemas.openxmlformats.org/officeDocument/2006/relationships" xmlns:a="http://schemas.openxmlformats.org/drawingml/2006/main" r:embed="Re99693f69d0e434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3001268"/>
            <a:ext cx="2571750" cy="283964"/>
          </a:xfrm>
          <a:prstGeom xmlns:a="http://schemas.openxmlformats.org/drawingml/2006/main" prst="rect">
            <a:avLst/>
          </a:prstGeom>
        </p:spPr>
      </p:pic>
      <p:pic>
        <p:nvPicPr>
          <p:cNvPr id="121" name="range-settings" descr="f_m=1\ \mathrm{kHz},\quad\beta=5,\quad\Delta f=5\ \mathrm{kHz}">
            <a:extLst xmlns:a="http://schemas.openxmlformats.org/drawingml/2006/main">
              <a:ext uri="{FF2B5EF4-FFF2-40B4-BE49-F238E27FC236}">
                <a16:creationId xmlns:a16="http://schemas.microsoft.com/office/drawing/2014/main" id="{7FF8ABD9-2D97-4578-9E16-17CA2D944482}"/>
              </a:ext>
            </a:extLst>
          </p:cNvPr>
          <p:cNvPicPr>
            <a:picLocks xmlns:a="http://schemas.openxmlformats.org/drawingml/2006/main" noChangeAspect="1"/>
          </p:cNvPicPr>
          <p:nvPr/>
        </p:nvPicPr>
        <p:blipFill>
          <a:blip xmlns:r="http://schemas.openxmlformats.org/officeDocument/2006/relationships" xmlns:a="http://schemas.openxmlformats.org/drawingml/2006/main" r:embed="Rbfaabe4d27e846e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762625" y="3036838"/>
            <a:ext cx="4167188" cy="212824"/>
          </a:xfrm>
          <a:prstGeom xmlns:a="http://schemas.openxmlformats.org/drawingml/2006/main" prst="rect">
            <a:avLst/>
          </a:prstGeom>
        </p:spPr>
      </p:pic>
      <p:pic>
        <p:nvPicPr>
          <p:cNvPr id="122" name="instant-axis-domain" descr="t\ (\mathrm{ms})">
            <a:extLst xmlns:a="http://schemas.openxmlformats.org/drawingml/2006/main">
              <a:ext uri="{FF2B5EF4-FFF2-40B4-BE49-F238E27FC236}">
                <a16:creationId xmlns:a16="http://schemas.microsoft.com/office/drawing/2014/main" id="{74D7CA16-6B38-489C-8512-640EEA610512}"/>
              </a:ext>
            </a:extLst>
          </p:cNvPr>
          <p:cNvPicPr>
            <a:picLocks xmlns:a="http://schemas.openxmlformats.org/drawingml/2006/main" noChangeAspect="1"/>
          </p:cNvPicPr>
          <p:nvPr/>
        </p:nvPicPr>
        <p:blipFill>
          <a:blip xmlns:r="http://schemas.openxmlformats.org/officeDocument/2006/relationships" xmlns:a="http://schemas.openxmlformats.org/drawingml/2006/main" r:embed="Rac7eef0c392c4032">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4173855" y="5420797"/>
            <a:ext cx="531495" cy="169307"/>
          </a:xfrm>
          <a:prstGeom xmlns:a="http://schemas.openxmlformats.org/drawingml/2006/main" prst="rect">
            <a:avLst/>
          </a:prstGeom>
        </p:spPr>
      </p:pic>
      <p:pic>
        <p:nvPicPr>
          <p:cNvPr id="123" name="instant-axis-ticklabel-0" descr="0">
            <a:extLst xmlns:a="http://schemas.openxmlformats.org/drawingml/2006/main">
              <a:ext uri="{FF2B5EF4-FFF2-40B4-BE49-F238E27FC236}">
                <a16:creationId xmlns:a16="http://schemas.microsoft.com/office/drawing/2014/main" id="{B6C4A962-37E4-434D-9202-54E068E428F5}"/>
              </a:ext>
            </a:extLst>
          </p:cNvPr>
          <p:cNvPicPr>
            <a:picLocks xmlns:a="http://schemas.openxmlformats.org/drawingml/2006/main" noChangeAspect="1"/>
          </p:cNvPicPr>
          <p:nvPr/>
        </p:nvPicPr>
        <p:blipFill>
          <a:blip xmlns:r="http://schemas.openxmlformats.org/officeDocument/2006/relationships" xmlns:a="http://schemas.openxmlformats.org/drawingml/2006/main" r:embed="R7e29efa573fd4d7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714500" y="5079563"/>
            <a:ext cx="114300" cy="127873"/>
          </a:xfrm>
          <a:prstGeom xmlns:a="http://schemas.openxmlformats.org/drawingml/2006/main" prst="rect">
            <a:avLst/>
          </a:prstGeom>
        </p:spPr>
      </p:pic>
      <p:pic>
        <p:nvPicPr>
          <p:cNvPr id="124" name="instant-axis-ticklabel-1" descr="1">
            <a:extLst xmlns:a="http://schemas.openxmlformats.org/drawingml/2006/main">
              <a:ext uri="{FF2B5EF4-FFF2-40B4-BE49-F238E27FC236}">
                <a16:creationId xmlns:a16="http://schemas.microsoft.com/office/drawing/2014/main" id="{87B32AEA-09D1-4E75-8EF6-F506D87AEB7A}"/>
              </a:ext>
            </a:extLst>
          </p:cNvPr>
          <p:cNvPicPr>
            <a:picLocks xmlns:a="http://schemas.openxmlformats.org/drawingml/2006/main" noChangeAspect="1"/>
          </p:cNvPicPr>
          <p:nvPr/>
        </p:nvPicPr>
        <p:blipFill>
          <a:blip xmlns:r="http://schemas.openxmlformats.org/officeDocument/2006/relationships" xmlns:a="http://schemas.openxmlformats.org/drawingml/2006/main" r:embed="R16192d5b69704049">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4648200" y="5079563"/>
            <a:ext cx="114300" cy="127873"/>
          </a:xfrm>
          <a:prstGeom xmlns:a="http://schemas.openxmlformats.org/drawingml/2006/main" prst="rect">
            <a:avLst/>
          </a:prstGeom>
        </p:spPr>
      </p:pic>
      <p:pic>
        <p:nvPicPr>
          <p:cNvPr id="125" name="instant-label-0" descr="f_c-\Delta f">
            <a:extLst xmlns:a="http://schemas.openxmlformats.org/drawingml/2006/main">
              <a:ext uri="{FF2B5EF4-FFF2-40B4-BE49-F238E27FC236}">
                <a16:creationId xmlns:a16="http://schemas.microsoft.com/office/drawing/2014/main" id="{6AD4D6EF-67D1-4C45-A052-9AD772E2C2C1}"/>
              </a:ext>
            </a:extLst>
          </p:cNvPr>
          <p:cNvPicPr>
            <a:picLocks xmlns:a="http://schemas.openxmlformats.org/drawingml/2006/main" noChangeAspect="1"/>
          </p:cNvPicPr>
          <p:nvPr/>
        </p:nvPicPr>
        <p:blipFill>
          <a:blip xmlns:r="http://schemas.openxmlformats.org/officeDocument/2006/relationships" xmlns:a="http://schemas.openxmlformats.org/drawingml/2006/main" r:embed="Raa7e04253c974d28">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902970" y="4399300"/>
            <a:ext cx="744855" cy="183475"/>
          </a:xfrm>
          <a:prstGeom xmlns:a="http://schemas.openxmlformats.org/drawingml/2006/main" prst="rect">
            <a:avLst/>
          </a:prstGeom>
        </p:spPr>
      </p:pic>
      <p:pic>
        <p:nvPicPr>
          <p:cNvPr id="126" name="instant-label-1" descr="f_c">
            <a:extLst xmlns:a="http://schemas.openxmlformats.org/drawingml/2006/main">
              <a:ext uri="{FF2B5EF4-FFF2-40B4-BE49-F238E27FC236}">
                <a16:creationId xmlns:a16="http://schemas.microsoft.com/office/drawing/2014/main" id="{D9273B35-4082-4318-A3AF-63811E9A73B8}"/>
              </a:ext>
            </a:extLst>
          </p:cNvPr>
          <p:cNvPicPr>
            <a:picLocks xmlns:a="http://schemas.openxmlformats.org/drawingml/2006/main" noChangeAspect="1"/>
          </p:cNvPicPr>
          <p:nvPr/>
        </p:nvPicPr>
        <p:blipFill>
          <a:blip xmlns:r="http://schemas.openxmlformats.org/officeDocument/2006/relationships" xmlns:a="http://schemas.openxmlformats.org/drawingml/2006/main" r:embed="Rd9de877af9a24152">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472565" y="4107251"/>
            <a:ext cx="175260" cy="196072"/>
          </a:xfrm>
          <a:prstGeom xmlns:a="http://schemas.openxmlformats.org/drawingml/2006/main" prst="rect">
            <a:avLst/>
          </a:prstGeom>
        </p:spPr>
      </p:pic>
      <p:pic>
        <p:nvPicPr>
          <p:cNvPr id="127" name="instant-label-2" descr="f_c+\Delta f">
            <a:extLst xmlns:a="http://schemas.openxmlformats.org/drawingml/2006/main">
              <a:ext uri="{FF2B5EF4-FFF2-40B4-BE49-F238E27FC236}">
                <a16:creationId xmlns:a16="http://schemas.microsoft.com/office/drawing/2014/main" id="{35147E48-97E8-4F3E-BB52-EDC20E1CF9F3}"/>
              </a:ext>
            </a:extLst>
          </p:cNvPr>
          <p:cNvPicPr>
            <a:picLocks xmlns:a="http://schemas.openxmlformats.org/drawingml/2006/main" noChangeAspect="1"/>
          </p:cNvPicPr>
          <p:nvPr/>
        </p:nvPicPr>
        <p:blipFill>
          <a:blip xmlns:r="http://schemas.openxmlformats.org/officeDocument/2006/relationships" xmlns:a="http://schemas.openxmlformats.org/drawingml/2006/main" r:embed="R7bf6e746b8864b29">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902970" y="3827800"/>
            <a:ext cx="744855" cy="183475"/>
          </a:xfrm>
          <a:prstGeom xmlns:a="http://schemas.openxmlformats.org/drawingml/2006/main" prst="rect">
            <a:avLst/>
          </a:prstGeom>
        </p:spPr>
      </p:pic>
      <p:pic>
        <p:nvPicPr>
          <p:cNvPr id="128" name="spectrum-axis-0-domain" descr="f">
            <a:extLst xmlns:a="http://schemas.openxmlformats.org/drawingml/2006/main">
              <a:ext uri="{FF2B5EF4-FFF2-40B4-BE49-F238E27FC236}">
                <a16:creationId xmlns:a16="http://schemas.microsoft.com/office/drawing/2014/main" id="{EC621221-0E7C-4A0B-9AA8-10B53DDDC3C4}"/>
              </a:ext>
            </a:extLst>
          </p:cNvPr>
          <p:cNvPicPr>
            <a:picLocks xmlns:a="http://schemas.openxmlformats.org/drawingml/2006/main" noChangeAspect="1"/>
          </p:cNvPicPr>
          <p:nvPr/>
        </p:nvPicPr>
        <p:blipFill>
          <a:blip xmlns:r="http://schemas.openxmlformats.org/officeDocument/2006/relationships" xmlns:a="http://schemas.openxmlformats.org/drawingml/2006/main" r:embed="Rbbf26f26b085403c">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8486775" y="4690765"/>
            <a:ext cx="95250" cy="143470"/>
          </a:xfrm>
          <a:prstGeom xmlns:a="http://schemas.openxmlformats.org/drawingml/2006/main" prst="rect">
            <a:avLst/>
          </a:prstGeom>
        </p:spPr>
      </p:pic>
      <p:pic>
        <p:nvPicPr>
          <p:cNvPr id="129" name="spectrum-axis-0-ticklabel-0" descr="-f_c">
            <a:extLst xmlns:a="http://schemas.openxmlformats.org/drawingml/2006/main">
              <a:ext uri="{FF2B5EF4-FFF2-40B4-BE49-F238E27FC236}">
                <a16:creationId xmlns:a16="http://schemas.microsoft.com/office/drawing/2014/main" id="{F80BDE9B-D54C-4015-B342-409728616D62}"/>
              </a:ext>
            </a:extLst>
          </p:cNvPr>
          <p:cNvPicPr>
            <a:picLocks xmlns:a="http://schemas.openxmlformats.org/drawingml/2006/main" noChangeAspect="1"/>
          </p:cNvPicPr>
          <p:nvPr/>
        </p:nvPicPr>
        <p:blipFill>
          <a:blip xmlns:r="http://schemas.openxmlformats.org/officeDocument/2006/relationships" xmlns:a="http://schemas.openxmlformats.org/drawingml/2006/main" r:embed="Reb2b92ebd6324d43">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7048500" y="5065395"/>
            <a:ext cx="304800" cy="156210"/>
          </a:xfrm>
          <a:prstGeom xmlns:a="http://schemas.openxmlformats.org/drawingml/2006/main" prst="rect">
            <a:avLst/>
          </a:prstGeom>
        </p:spPr>
      </p:pic>
      <p:pic>
        <p:nvPicPr>
          <p:cNvPr id="130" name="range-spectrum-symbol" descr="|S(f)|">
            <a:extLst xmlns:a="http://schemas.openxmlformats.org/drawingml/2006/main">
              <a:ext uri="{FF2B5EF4-FFF2-40B4-BE49-F238E27FC236}">
                <a16:creationId xmlns:a16="http://schemas.microsoft.com/office/drawing/2014/main" id="{B5D2909D-8E2E-4F19-8215-1633965E87EF}"/>
              </a:ext>
            </a:extLst>
          </p:cNvPr>
          <p:cNvPicPr>
            <a:picLocks xmlns:a="http://schemas.openxmlformats.org/drawingml/2006/main" noChangeAspect="1"/>
          </p:cNvPicPr>
          <p:nvPr/>
        </p:nvPicPr>
        <p:blipFill>
          <a:blip xmlns:r="http://schemas.openxmlformats.org/officeDocument/2006/relationships" xmlns:a="http://schemas.openxmlformats.org/drawingml/2006/main" r:embed="R7460430eadc34677">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5915025" y="3540145"/>
            <a:ext cx="668655" cy="253960"/>
          </a:xfrm>
          <a:prstGeom xmlns:a="http://schemas.openxmlformats.org/drawingml/2006/main" prst="rect">
            <a:avLst/>
          </a:prstGeom>
        </p:spPr>
      </p:pic>
      <p:pic>
        <p:nvPicPr>
          <p:cNvPr id="131" name="spectrum-axis-1-domain" descr="f">
            <a:extLst xmlns:a="http://schemas.openxmlformats.org/drawingml/2006/main">
              <a:ext uri="{FF2B5EF4-FFF2-40B4-BE49-F238E27FC236}">
                <a16:creationId xmlns:a16="http://schemas.microsoft.com/office/drawing/2014/main" id="{1F053AD1-AE1F-43DE-B0FB-F75B347652F7}"/>
              </a:ext>
            </a:extLst>
          </p:cNvPr>
          <p:cNvPicPr>
            <a:picLocks xmlns:a="http://schemas.openxmlformats.org/drawingml/2006/main" noChangeAspect="1"/>
          </p:cNvPicPr>
          <p:nvPr/>
        </p:nvPicPr>
        <p:blipFill>
          <a:blip xmlns:r="http://schemas.openxmlformats.org/officeDocument/2006/relationships" xmlns:a="http://schemas.openxmlformats.org/drawingml/2006/main" r:embed="Rb4379e4b34fa408c">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11363325" y="4690765"/>
            <a:ext cx="95250" cy="143470"/>
          </a:xfrm>
          <a:prstGeom xmlns:a="http://schemas.openxmlformats.org/drawingml/2006/main" prst="rect">
            <a:avLst/>
          </a:prstGeom>
        </p:spPr>
      </p:pic>
      <p:pic>
        <p:nvPicPr>
          <p:cNvPr id="132" name="spectrum-axis-1-ticklabel-0" descr="f_c">
            <a:extLst xmlns:a="http://schemas.openxmlformats.org/drawingml/2006/main">
              <a:ext uri="{FF2B5EF4-FFF2-40B4-BE49-F238E27FC236}">
                <a16:creationId xmlns:a16="http://schemas.microsoft.com/office/drawing/2014/main" id="{8EE56891-2C6B-4BAC-B474-B62195D34AF3}"/>
              </a:ext>
            </a:extLst>
          </p:cNvPr>
          <p:cNvPicPr>
            <a:picLocks xmlns:a="http://schemas.openxmlformats.org/drawingml/2006/main" noChangeAspect="1"/>
          </p:cNvPicPr>
          <p:nvPr/>
        </p:nvPicPr>
        <p:blipFill>
          <a:blip xmlns:r="http://schemas.openxmlformats.org/officeDocument/2006/relationships" xmlns:a="http://schemas.openxmlformats.org/drawingml/2006/main" r:embed="Rbda37dea242b45e4">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10001250" y="5058251"/>
            <a:ext cx="152400" cy="170498"/>
          </a:xfrm>
          <a:prstGeom xmlns:a="http://schemas.openxmlformats.org/drawingml/2006/main" prst="rect">
            <a:avLst/>
          </a:prstGeom>
        </p:spPr>
      </p:pic>
      <p:pic>
        <p:nvPicPr>
          <p:cNvPr id="133" name="spectral-edge--5" descr="f_c-\Delta f">
            <a:extLst xmlns:a="http://schemas.openxmlformats.org/drawingml/2006/main">
              <a:ext uri="{FF2B5EF4-FFF2-40B4-BE49-F238E27FC236}">
                <a16:creationId xmlns:a16="http://schemas.microsoft.com/office/drawing/2014/main" id="{9DCC0AD3-3D1C-4C2D-9330-E92DACB2063F}"/>
              </a:ext>
            </a:extLst>
          </p:cNvPr>
          <p:cNvPicPr>
            <a:picLocks xmlns:a="http://schemas.openxmlformats.org/drawingml/2006/main" noChangeAspect="1"/>
          </p:cNvPicPr>
          <p:nvPr/>
        </p:nvPicPr>
        <p:blipFill>
          <a:blip xmlns:r="http://schemas.openxmlformats.org/officeDocument/2006/relationships" xmlns:a="http://schemas.openxmlformats.org/drawingml/2006/main" r:embed="Rc47d83fafd0a43e7">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8883015" y="5227201"/>
            <a:ext cx="712470" cy="175498"/>
          </a:xfrm>
          <a:prstGeom xmlns:a="http://schemas.openxmlformats.org/drawingml/2006/main" prst="rect">
            <a:avLst/>
          </a:prstGeom>
        </p:spPr>
      </p:pic>
      <p:pic>
        <p:nvPicPr>
          <p:cNvPr id="134" name="spectral-edge-5" descr="f_c+\Delta f">
            <a:extLst xmlns:a="http://schemas.openxmlformats.org/drawingml/2006/main">
              <a:ext uri="{FF2B5EF4-FFF2-40B4-BE49-F238E27FC236}">
                <a16:creationId xmlns:a16="http://schemas.microsoft.com/office/drawing/2014/main" id="{26A24811-CEA5-4C29-AC98-DC69DAE32668}"/>
              </a:ext>
            </a:extLst>
          </p:cNvPr>
          <p:cNvPicPr>
            <a:picLocks xmlns:a="http://schemas.openxmlformats.org/drawingml/2006/main" noChangeAspect="1"/>
          </p:cNvPicPr>
          <p:nvPr/>
        </p:nvPicPr>
        <p:blipFill>
          <a:blip xmlns:r="http://schemas.openxmlformats.org/officeDocument/2006/relationships" xmlns:a="http://schemas.openxmlformats.org/drawingml/2006/main" r:embed="Rc8e4eb695cac49a6">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10559415" y="5227201"/>
            <a:ext cx="712470" cy="175498"/>
          </a:xfrm>
          <a:prstGeom xmlns:a="http://schemas.openxmlformats.org/drawingml/2006/main" prst="rect">
            <a:avLst/>
          </a:prstGeom>
        </p:spPr>
      </p:pic>
      <p:pic>
        <p:nvPicPr>
          <p:cNvPr id="135" name="outside-frequency" descr="f_c+6\ \mathrm{kHz}">
            <a:extLst xmlns:a="http://schemas.openxmlformats.org/drawingml/2006/main">
              <a:ext uri="{FF2B5EF4-FFF2-40B4-BE49-F238E27FC236}">
                <a16:creationId xmlns:a16="http://schemas.microsoft.com/office/drawing/2014/main" id="{9B5D52B7-6CE5-4368-9C4F-4200C0CDCEAE}"/>
              </a:ext>
            </a:extLst>
          </p:cNvPr>
          <p:cNvPicPr>
            <a:picLocks xmlns:a="http://schemas.openxmlformats.org/drawingml/2006/main" noChangeAspect="1"/>
          </p:cNvPicPr>
          <p:nvPr/>
        </p:nvPicPr>
        <p:blipFill>
          <a:blip xmlns:r="http://schemas.openxmlformats.org/officeDocument/2006/relationships" xmlns:a="http://schemas.openxmlformats.org/drawingml/2006/main" r:embed="Rba0c0e8217f84ab6">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10069830" y="5813078"/>
            <a:ext cx="1139190" cy="184845"/>
          </a:xfrm>
          <a:prstGeom xmlns:a="http://schemas.openxmlformats.org/drawingml/2006/main" prst="rect">
            <a:avLst/>
          </a:prstGeom>
        </p:spPr>
      </p:pic>
      <p:pic>
        <p:nvPicPr>
          <p:cNvPr id="136" name="bandwidth-result" descr="\text{Choose bandwidth from }S(f),\ \text{not from the range of }f_i(t).">
            <a:extLst xmlns:a="http://schemas.openxmlformats.org/drawingml/2006/main">
              <a:ext uri="{FF2B5EF4-FFF2-40B4-BE49-F238E27FC236}">
                <a16:creationId xmlns:a16="http://schemas.microsoft.com/office/drawing/2014/main" id="{809BA424-FE08-4D87-B80D-5E690F4FB33B}"/>
              </a:ext>
            </a:extLst>
          </p:cNvPr>
          <p:cNvPicPr>
            <a:picLocks xmlns:a="http://schemas.openxmlformats.org/drawingml/2006/main" noChangeAspect="1"/>
          </p:cNvPicPr>
          <p:nvPr/>
        </p:nvPicPr>
        <p:blipFill>
          <a:blip xmlns:r="http://schemas.openxmlformats.org/officeDocument/2006/relationships" xmlns:a="http://schemas.openxmlformats.org/drawingml/2006/main" r:embed="R68440701cf5c4e09">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1957388" y="6311205"/>
            <a:ext cx="8229600" cy="283964"/>
          </a:xfrm>
          <a:prstGeom xmlns:a="http://schemas.openxmlformats.org/drawingml/2006/main" prst="rect">
            <a:avLst/>
          </a:prstGeom>
        </p:spPr>
      </p:pic>
    </p:spTree>
    <p:extLst>
      <p:ext uri="{BB962C8B-B14F-4D97-AF65-F5344CB8AC3E}">
        <p14:creationId xmlns:p14="http://schemas.microsoft.com/office/powerpoint/2010/main" val="147409631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par>
                                <p:cTn id="8" presetID="10" presetClass="entr" presetSubtype="0"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400"/>
                                        <p:tgtEl>
                                          <p:spTgt spid="38"/>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400"/>
                                        <p:tgtEl>
                                          <p:spTgt spid="39"/>
                                        </p:tgtEl>
                                      </p:cBhvr>
                                    </p:animEffect>
                                  </p:childTnLst>
                                </p:cTn>
                              </p:par>
                              <p:par>
                                <p:cTn id="14" presetID="10" presetClass="entr" presetSubtype="0" fill="hold"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400"/>
                                        <p:tgtEl>
                                          <p:spTgt spid="40"/>
                                        </p:tgtEl>
                                      </p:cBhvr>
                                    </p:animEffect>
                                  </p:childTnLst>
                                </p:cTn>
                              </p:par>
                              <p:par>
                                <p:cTn id="17" presetID="10"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par>
                                <p:cTn id="20" presetID="10" presetClass="entr" presetSubtype="0" fill="hold"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400"/>
                                        <p:tgtEl>
                                          <p:spTgt spid="42"/>
                                        </p:tgtEl>
                                      </p:cBhvr>
                                    </p:animEffect>
                                  </p:childTnLst>
                                </p:cTn>
                              </p:par>
                              <p:par>
                                <p:cTn id="23" presetID="10"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400"/>
                                        <p:tgtEl>
                                          <p:spTgt spid="43"/>
                                        </p:tgtEl>
                                      </p:cBhvr>
                                    </p:animEffect>
                                  </p:childTnLst>
                                </p:cTn>
                              </p:par>
                              <p:par>
                                <p:cTn id="26" presetID="10" presetClass="entr" presetSubtype="0" fill="hold"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400"/>
                                        <p:tgtEl>
                                          <p:spTgt spid="44"/>
                                        </p:tgtEl>
                                      </p:cBhvr>
                                    </p:animEffect>
                                  </p:childTnLst>
                                </p:cTn>
                              </p:par>
                              <p:par>
                                <p:cTn id="29" presetID="10" presetClass="entr" presetSubtype="0"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400"/>
                                        <p:tgtEl>
                                          <p:spTgt spid="45"/>
                                        </p:tgtEl>
                                      </p:cBhvr>
                                    </p:animEffect>
                                  </p:childTnLst>
                                </p:cTn>
                              </p:par>
                              <p:par>
                                <p:cTn id="32" presetID="10" presetClass="entr" presetSubtype="0" fill="hold"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400"/>
                                        <p:tgtEl>
                                          <p:spTgt spid="46"/>
                                        </p:tgtEl>
                                      </p:cBhvr>
                                    </p:animEffect>
                                  </p:childTnLst>
                                </p:cTn>
                              </p:par>
                              <p:par>
                                <p:cTn id="35" presetID="10"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00"/>
                                        <p:tgtEl>
                                          <p:spTgt spid="47"/>
                                        </p:tgtEl>
                                      </p:cBhvr>
                                    </p:animEffect>
                                  </p:childTnLst>
                                </p:cTn>
                              </p:par>
                              <p:par>
                                <p:cTn id="38" presetID="10" presetClass="entr" presetSubtype="0" fill="hold"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400"/>
                                        <p:tgtEl>
                                          <p:spTgt spid="48"/>
                                        </p:tgtEl>
                                      </p:cBhvr>
                                    </p:animEffect>
                                  </p:childTnLst>
                                </p:cTn>
                              </p:par>
                              <p:par>
                                <p:cTn id="41" presetID="10" presetClass="entr" presetSubtype="0" fill="hold"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fade">
                                      <p:cBhvr>
                                        <p:cTn id="43" dur="400"/>
                                        <p:tgtEl>
                                          <p:spTgt spid="49"/>
                                        </p:tgtEl>
                                      </p:cBhvr>
                                    </p:animEffect>
                                  </p:childTnLst>
                                </p:cTn>
                              </p:par>
                              <p:par>
                                <p:cTn id="44" presetID="10" presetClass="entr" presetSubtype="0" fill="hold"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400"/>
                                        <p:tgtEl>
                                          <p:spTgt spid="50"/>
                                        </p:tgtEl>
                                      </p:cBhvr>
                                    </p:animEffect>
                                  </p:childTnLst>
                                </p:cTn>
                              </p:par>
                              <p:par>
                                <p:cTn id="47" presetID="10"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fade">
                                      <p:cBhvr>
                                        <p:cTn id="49" dur="400"/>
                                        <p:tgtEl>
                                          <p:spTgt spid="51"/>
                                        </p:tgtEl>
                                      </p:cBhvr>
                                    </p:animEffect>
                                  </p:childTnLst>
                                </p:cTn>
                              </p:par>
                              <p:par>
                                <p:cTn id="50" presetID="10" presetClass="entr" presetSubtype="0" fill="hold" nodeType="withEffect">
                                  <p:stCondLst>
                                    <p:cond delay="0"/>
                                  </p:stCondLst>
                                  <p:childTnLst>
                                    <p:set>
                                      <p:cBhvr>
                                        <p:cTn id="51" dur="1" fill="hold">
                                          <p:stCondLst>
                                            <p:cond delay="0"/>
                                          </p:stCondLst>
                                        </p:cTn>
                                        <p:tgtEl>
                                          <p:spTgt spid="130"/>
                                        </p:tgtEl>
                                        <p:attrNameLst>
                                          <p:attrName>style.visibility</p:attrName>
                                        </p:attrNameLst>
                                      </p:cBhvr>
                                      <p:to>
                                        <p:strVal val="visible"/>
                                      </p:to>
                                    </p:set>
                                    <p:animEffect transition="in" filter="fade">
                                      <p:cBhvr>
                                        <p:cTn id="52" dur="400"/>
                                        <p:tgtEl>
                                          <p:spTgt spid="130"/>
                                        </p:tgtEl>
                                      </p:cBhvr>
                                    </p:animEffect>
                                  </p:childTnLst>
                                </p:cTn>
                              </p:par>
                              <p:par>
                                <p:cTn id="53" presetID="10" presetClass="entr" presetSubtype="0" fill="hold" nodeType="withEffect">
                                  <p:stCondLst>
                                    <p:cond delay="0"/>
                                  </p:stCondLst>
                                  <p:childTnLst>
                                    <p:set>
                                      <p:cBhvr>
                                        <p:cTn id="54" dur="1" fill="hold">
                                          <p:stCondLst>
                                            <p:cond delay="0"/>
                                          </p:stCondLst>
                                        </p:cTn>
                                        <p:tgtEl>
                                          <p:spTgt spid="77"/>
                                        </p:tgtEl>
                                        <p:attrNameLst>
                                          <p:attrName>style.visibility</p:attrName>
                                        </p:attrNameLst>
                                      </p:cBhvr>
                                      <p:to>
                                        <p:strVal val="visible"/>
                                      </p:to>
                                    </p:set>
                                    <p:animEffect transition="in" filter="fade">
                                      <p:cBhvr>
                                        <p:cTn id="55" dur="400"/>
                                        <p:tgtEl>
                                          <p:spTgt spid="77"/>
                                        </p:tgtEl>
                                      </p:cBhvr>
                                    </p:animEffect>
                                  </p:childTnLst>
                                </p:cTn>
                              </p:par>
                              <p:par>
                                <p:cTn id="56" presetID="10" presetClass="entr" presetSubtype="0" fill="hold" nodeType="withEffect">
                                  <p:stCondLst>
                                    <p:cond delay="0"/>
                                  </p:stCondLst>
                                  <p:childTnLst>
                                    <p:set>
                                      <p:cBhvr>
                                        <p:cTn id="57" dur="1" fill="hold">
                                          <p:stCondLst>
                                            <p:cond delay="0"/>
                                          </p:stCondLst>
                                        </p:cTn>
                                        <p:tgtEl>
                                          <p:spTgt spid="78"/>
                                        </p:tgtEl>
                                        <p:attrNameLst>
                                          <p:attrName>style.visibility</p:attrName>
                                        </p:attrNameLst>
                                      </p:cBhvr>
                                      <p:to>
                                        <p:strVal val="visible"/>
                                      </p:to>
                                    </p:set>
                                    <p:animEffect transition="in" filter="fade">
                                      <p:cBhvr>
                                        <p:cTn id="58" dur="400"/>
                                        <p:tgtEl>
                                          <p:spTgt spid="78"/>
                                        </p:tgtEl>
                                      </p:cBhvr>
                                    </p:animEffect>
                                  </p:childTnLst>
                                </p:cTn>
                              </p:par>
                              <p:par>
                                <p:cTn id="59" presetID="10" presetClass="entr" presetSubtype="0" fill="hold" nodeType="withEffect">
                                  <p:stCondLst>
                                    <p:cond delay="0"/>
                                  </p:stCondLst>
                                  <p:childTnLst>
                                    <p:set>
                                      <p:cBhvr>
                                        <p:cTn id="60" dur="1" fill="hold">
                                          <p:stCondLst>
                                            <p:cond delay="0"/>
                                          </p:stCondLst>
                                        </p:cTn>
                                        <p:tgtEl>
                                          <p:spTgt spid="79"/>
                                        </p:tgtEl>
                                        <p:attrNameLst>
                                          <p:attrName>style.visibility</p:attrName>
                                        </p:attrNameLst>
                                      </p:cBhvr>
                                      <p:to>
                                        <p:strVal val="visible"/>
                                      </p:to>
                                    </p:set>
                                    <p:animEffect transition="in" filter="fade">
                                      <p:cBhvr>
                                        <p:cTn id="61" dur="400"/>
                                        <p:tgtEl>
                                          <p:spTgt spid="79"/>
                                        </p:tgtEl>
                                      </p:cBhvr>
                                    </p:animEffect>
                                  </p:childTnLst>
                                </p:cTn>
                              </p:par>
                              <p:par>
                                <p:cTn id="62" presetID="10" presetClass="entr" presetSubtype="0" fill="hold" nodeType="withEffect">
                                  <p:stCondLst>
                                    <p:cond delay="0"/>
                                  </p:stCondLst>
                                  <p:childTnLst>
                                    <p:set>
                                      <p:cBhvr>
                                        <p:cTn id="63" dur="1" fill="hold">
                                          <p:stCondLst>
                                            <p:cond delay="0"/>
                                          </p:stCondLst>
                                        </p:cTn>
                                        <p:tgtEl>
                                          <p:spTgt spid="80"/>
                                        </p:tgtEl>
                                        <p:attrNameLst>
                                          <p:attrName>style.visibility</p:attrName>
                                        </p:attrNameLst>
                                      </p:cBhvr>
                                      <p:to>
                                        <p:strVal val="visible"/>
                                      </p:to>
                                    </p:set>
                                    <p:animEffect transition="in" filter="fade">
                                      <p:cBhvr>
                                        <p:cTn id="64" dur="400"/>
                                        <p:tgtEl>
                                          <p:spTgt spid="80"/>
                                        </p:tgtEl>
                                      </p:cBhvr>
                                    </p:animEffect>
                                  </p:childTnLst>
                                </p:cTn>
                              </p:par>
                              <p:par>
                                <p:cTn id="65" presetID="10" presetClass="entr" presetSubtype="0" fill="hold" nodeType="withEffect">
                                  <p:stCondLst>
                                    <p:cond delay="0"/>
                                  </p:stCondLst>
                                  <p:childTnLst>
                                    <p:set>
                                      <p:cBhvr>
                                        <p:cTn id="66" dur="1" fill="hold">
                                          <p:stCondLst>
                                            <p:cond delay="0"/>
                                          </p:stCondLst>
                                        </p:cTn>
                                        <p:tgtEl>
                                          <p:spTgt spid="81"/>
                                        </p:tgtEl>
                                        <p:attrNameLst>
                                          <p:attrName>style.visibility</p:attrName>
                                        </p:attrNameLst>
                                      </p:cBhvr>
                                      <p:to>
                                        <p:strVal val="visible"/>
                                      </p:to>
                                    </p:set>
                                    <p:animEffect transition="in" filter="fade">
                                      <p:cBhvr>
                                        <p:cTn id="67" dur="400"/>
                                        <p:tgtEl>
                                          <p:spTgt spid="81"/>
                                        </p:tgtEl>
                                      </p:cBhvr>
                                    </p:animEffect>
                                  </p:childTnLst>
                                </p:cTn>
                              </p:par>
                              <p:par>
                                <p:cTn id="68" presetID="10" presetClass="entr" presetSubtype="0" fill="hold" nodeType="withEffect">
                                  <p:stCondLst>
                                    <p:cond delay="0"/>
                                  </p:stCondLst>
                                  <p:childTnLst>
                                    <p:set>
                                      <p:cBhvr>
                                        <p:cTn id="69" dur="1" fill="hold">
                                          <p:stCondLst>
                                            <p:cond delay="0"/>
                                          </p:stCondLst>
                                        </p:cTn>
                                        <p:tgtEl>
                                          <p:spTgt spid="82"/>
                                        </p:tgtEl>
                                        <p:attrNameLst>
                                          <p:attrName>style.visibility</p:attrName>
                                        </p:attrNameLst>
                                      </p:cBhvr>
                                      <p:to>
                                        <p:strVal val="visible"/>
                                      </p:to>
                                    </p:set>
                                    <p:animEffect transition="in" filter="fade">
                                      <p:cBhvr>
                                        <p:cTn id="70" dur="400"/>
                                        <p:tgtEl>
                                          <p:spTgt spid="82"/>
                                        </p:tgtEl>
                                      </p:cBhvr>
                                    </p:animEffect>
                                  </p:childTnLst>
                                </p:cTn>
                              </p:par>
                              <p:par>
                                <p:cTn id="71" presetID="10" presetClass="entr" presetSubtype="0" fill="hold" nodeType="withEffect">
                                  <p:stCondLst>
                                    <p:cond delay="0"/>
                                  </p:stCondLst>
                                  <p:childTnLst>
                                    <p:set>
                                      <p:cBhvr>
                                        <p:cTn id="72" dur="1" fill="hold">
                                          <p:stCondLst>
                                            <p:cond delay="0"/>
                                          </p:stCondLst>
                                        </p:cTn>
                                        <p:tgtEl>
                                          <p:spTgt spid="83"/>
                                        </p:tgtEl>
                                        <p:attrNameLst>
                                          <p:attrName>style.visibility</p:attrName>
                                        </p:attrNameLst>
                                      </p:cBhvr>
                                      <p:to>
                                        <p:strVal val="visible"/>
                                      </p:to>
                                    </p:set>
                                    <p:animEffect transition="in" filter="fade">
                                      <p:cBhvr>
                                        <p:cTn id="73" dur="400"/>
                                        <p:tgtEl>
                                          <p:spTgt spid="83"/>
                                        </p:tgtEl>
                                      </p:cBhvr>
                                    </p:animEffect>
                                  </p:childTnLst>
                                </p:cTn>
                              </p:par>
                              <p:par>
                                <p:cTn id="74" presetID="10" presetClass="entr" presetSubtype="0" fill="hold" nodeType="withEffect">
                                  <p:stCondLst>
                                    <p:cond delay="0"/>
                                  </p:stCondLst>
                                  <p:childTnLst>
                                    <p:set>
                                      <p:cBhvr>
                                        <p:cTn id="75" dur="1" fill="hold">
                                          <p:stCondLst>
                                            <p:cond delay="0"/>
                                          </p:stCondLst>
                                        </p:cTn>
                                        <p:tgtEl>
                                          <p:spTgt spid="84"/>
                                        </p:tgtEl>
                                        <p:attrNameLst>
                                          <p:attrName>style.visibility</p:attrName>
                                        </p:attrNameLst>
                                      </p:cBhvr>
                                      <p:to>
                                        <p:strVal val="visible"/>
                                      </p:to>
                                    </p:set>
                                    <p:animEffect transition="in" filter="fade">
                                      <p:cBhvr>
                                        <p:cTn id="76" dur="400"/>
                                        <p:tgtEl>
                                          <p:spTgt spid="84"/>
                                        </p:tgtEl>
                                      </p:cBhvr>
                                    </p:animEffect>
                                  </p:childTnLst>
                                </p:cTn>
                              </p:par>
                              <p:par>
                                <p:cTn id="77" presetID="10" presetClass="entr" presetSubtype="0" fill="hold" nodeType="withEffect">
                                  <p:stCondLst>
                                    <p:cond delay="0"/>
                                  </p:stCondLst>
                                  <p:childTnLst>
                                    <p:set>
                                      <p:cBhvr>
                                        <p:cTn id="78" dur="1" fill="hold">
                                          <p:stCondLst>
                                            <p:cond delay="0"/>
                                          </p:stCondLst>
                                        </p:cTn>
                                        <p:tgtEl>
                                          <p:spTgt spid="85"/>
                                        </p:tgtEl>
                                        <p:attrNameLst>
                                          <p:attrName>style.visibility</p:attrName>
                                        </p:attrNameLst>
                                      </p:cBhvr>
                                      <p:to>
                                        <p:strVal val="visible"/>
                                      </p:to>
                                    </p:set>
                                    <p:animEffect transition="in" filter="fade">
                                      <p:cBhvr>
                                        <p:cTn id="79" dur="400"/>
                                        <p:tgtEl>
                                          <p:spTgt spid="85"/>
                                        </p:tgtEl>
                                      </p:cBhvr>
                                    </p:animEffect>
                                  </p:childTnLst>
                                </p:cTn>
                              </p:par>
                              <p:par>
                                <p:cTn id="80" presetID="10" presetClass="entr" presetSubtype="0" fill="hold" nodeType="withEffect">
                                  <p:stCondLst>
                                    <p:cond delay="0"/>
                                  </p:stCondLst>
                                  <p:childTnLst>
                                    <p:set>
                                      <p:cBhvr>
                                        <p:cTn id="81" dur="1" fill="hold">
                                          <p:stCondLst>
                                            <p:cond delay="0"/>
                                          </p:stCondLst>
                                        </p:cTn>
                                        <p:tgtEl>
                                          <p:spTgt spid="86"/>
                                        </p:tgtEl>
                                        <p:attrNameLst>
                                          <p:attrName>style.visibility</p:attrName>
                                        </p:attrNameLst>
                                      </p:cBhvr>
                                      <p:to>
                                        <p:strVal val="visible"/>
                                      </p:to>
                                    </p:set>
                                    <p:animEffect transition="in" filter="fade">
                                      <p:cBhvr>
                                        <p:cTn id="82" dur="400"/>
                                        <p:tgtEl>
                                          <p:spTgt spid="86"/>
                                        </p:tgtEl>
                                      </p:cBhvr>
                                    </p:animEffect>
                                  </p:childTnLst>
                                </p:cTn>
                              </p:par>
                              <p:par>
                                <p:cTn id="83" presetID="10" presetClass="entr" presetSubtype="0" fill="hold" nodeType="with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fade">
                                      <p:cBhvr>
                                        <p:cTn id="85" dur="400"/>
                                        <p:tgtEl>
                                          <p:spTgt spid="87"/>
                                        </p:tgtEl>
                                      </p:cBhvr>
                                    </p:animEffect>
                                  </p:childTnLst>
                                </p:cTn>
                              </p:par>
                              <p:par>
                                <p:cTn id="86" presetID="10" presetClass="entr" presetSubtype="0" fill="hold" nodeType="withEffect">
                                  <p:stCondLst>
                                    <p:cond delay="0"/>
                                  </p:stCondLst>
                                  <p:childTnLst>
                                    <p:set>
                                      <p:cBhvr>
                                        <p:cTn id="87" dur="1" fill="hold">
                                          <p:stCondLst>
                                            <p:cond delay="0"/>
                                          </p:stCondLst>
                                        </p:cTn>
                                        <p:tgtEl>
                                          <p:spTgt spid="88"/>
                                        </p:tgtEl>
                                        <p:attrNameLst>
                                          <p:attrName>style.visibility</p:attrName>
                                        </p:attrNameLst>
                                      </p:cBhvr>
                                      <p:to>
                                        <p:strVal val="visible"/>
                                      </p:to>
                                    </p:set>
                                    <p:animEffect transition="in" filter="fade">
                                      <p:cBhvr>
                                        <p:cTn id="88" dur="400"/>
                                        <p:tgtEl>
                                          <p:spTgt spid="88"/>
                                        </p:tgtEl>
                                      </p:cBhvr>
                                    </p:animEffect>
                                  </p:childTnLst>
                                </p:cTn>
                              </p:par>
                              <p:par>
                                <p:cTn id="89" presetID="10" presetClass="entr" presetSubtype="0" fill="hold" nodeType="withEffect">
                                  <p:stCondLst>
                                    <p:cond delay="0"/>
                                  </p:stCondLst>
                                  <p:childTnLst>
                                    <p:set>
                                      <p:cBhvr>
                                        <p:cTn id="90" dur="1" fill="hold">
                                          <p:stCondLst>
                                            <p:cond delay="0"/>
                                          </p:stCondLst>
                                        </p:cTn>
                                        <p:tgtEl>
                                          <p:spTgt spid="89"/>
                                        </p:tgtEl>
                                        <p:attrNameLst>
                                          <p:attrName>style.visibility</p:attrName>
                                        </p:attrNameLst>
                                      </p:cBhvr>
                                      <p:to>
                                        <p:strVal val="visible"/>
                                      </p:to>
                                    </p:set>
                                    <p:animEffect transition="in" filter="fade">
                                      <p:cBhvr>
                                        <p:cTn id="91" dur="400"/>
                                        <p:tgtEl>
                                          <p:spTgt spid="89"/>
                                        </p:tgtEl>
                                      </p:cBhvr>
                                    </p:animEffect>
                                  </p:childTnLst>
                                </p:cTn>
                              </p:par>
                              <p:par>
                                <p:cTn id="92" presetID="10" presetClass="entr" presetSubtype="0" fill="hold" nodeType="withEffect">
                                  <p:stCondLst>
                                    <p:cond delay="0"/>
                                  </p:stCondLst>
                                  <p:childTnLst>
                                    <p:set>
                                      <p:cBhvr>
                                        <p:cTn id="93" dur="1" fill="hold">
                                          <p:stCondLst>
                                            <p:cond delay="0"/>
                                          </p:stCondLst>
                                        </p:cTn>
                                        <p:tgtEl>
                                          <p:spTgt spid="90"/>
                                        </p:tgtEl>
                                        <p:attrNameLst>
                                          <p:attrName>style.visibility</p:attrName>
                                        </p:attrNameLst>
                                      </p:cBhvr>
                                      <p:to>
                                        <p:strVal val="visible"/>
                                      </p:to>
                                    </p:set>
                                    <p:animEffect transition="in" filter="fade">
                                      <p:cBhvr>
                                        <p:cTn id="94" dur="400"/>
                                        <p:tgtEl>
                                          <p:spTgt spid="90"/>
                                        </p:tgtEl>
                                      </p:cBhvr>
                                    </p:animEffect>
                                  </p:childTnLst>
                                </p:cTn>
                              </p:par>
                              <p:par>
                                <p:cTn id="95" presetID="10" presetClass="entr" presetSubtype="0" fill="hold" nodeType="withEffect">
                                  <p:stCondLst>
                                    <p:cond delay="0"/>
                                  </p:stCondLst>
                                  <p:childTnLst>
                                    <p:set>
                                      <p:cBhvr>
                                        <p:cTn id="96" dur="1" fill="hold">
                                          <p:stCondLst>
                                            <p:cond delay="0"/>
                                          </p:stCondLst>
                                        </p:cTn>
                                        <p:tgtEl>
                                          <p:spTgt spid="91"/>
                                        </p:tgtEl>
                                        <p:attrNameLst>
                                          <p:attrName>style.visibility</p:attrName>
                                        </p:attrNameLst>
                                      </p:cBhvr>
                                      <p:to>
                                        <p:strVal val="visible"/>
                                      </p:to>
                                    </p:set>
                                    <p:animEffect transition="in" filter="fade">
                                      <p:cBhvr>
                                        <p:cTn id="97" dur="400"/>
                                        <p:tgtEl>
                                          <p:spTgt spid="9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52"/>
                                        </p:tgtEl>
                                        <p:attrNameLst>
                                          <p:attrName>style.visibility</p:attrName>
                                        </p:attrNameLst>
                                      </p:cBhvr>
                                      <p:to>
                                        <p:strVal val="visible"/>
                                      </p:to>
                                    </p:set>
                                    <p:animEffect transition="in" filter="fade">
                                      <p:cBhvr>
                                        <p:cTn id="102" dur="400"/>
                                        <p:tgtEl>
                                          <p:spTgt spid="52"/>
                                        </p:tgtEl>
                                      </p:cBhvr>
                                    </p:animEffect>
                                  </p:childTnLst>
                                </p:cTn>
                              </p:par>
                              <p:par>
                                <p:cTn id="103" presetID="10" presetClass="entr" presetSubtype="0" fill="hold" nodeType="withEffect">
                                  <p:stCondLst>
                                    <p:cond delay="0"/>
                                  </p:stCondLst>
                                  <p:childTnLst>
                                    <p:set>
                                      <p:cBhvr>
                                        <p:cTn id="104" dur="1" fill="hold">
                                          <p:stCondLst>
                                            <p:cond delay="0"/>
                                          </p:stCondLst>
                                        </p:cTn>
                                        <p:tgtEl>
                                          <p:spTgt spid="53"/>
                                        </p:tgtEl>
                                        <p:attrNameLst>
                                          <p:attrName>style.visibility</p:attrName>
                                        </p:attrNameLst>
                                      </p:cBhvr>
                                      <p:to>
                                        <p:strVal val="visible"/>
                                      </p:to>
                                    </p:set>
                                    <p:animEffect transition="in" filter="fade">
                                      <p:cBhvr>
                                        <p:cTn id="105" dur="400"/>
                                        <p:tgtEl>
                                          <p:spTgt spid="53"/>
                                        </p:tgtEl>
                                      </p:cBhvr>
                                    </p:animEffect>
                                  </p:childTnLst>
                                </p:cTn>
                              </p:par>
                              <p:par>
                                <p:cTn id="106" presetID="10" presetClass="entr" presetSubtype="0" fill="hold" nodeType="with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400"/>
                                        <p:tgtEl>
                                          <p:spTgt spid="54"/>
                                        </p:tgtEl>
                                      </p:cBhvr>
                                    </p:animEffect>
                                  </p:childTnLst>
                                </p:cTn>
                              </p:par>
                              <p:par>
                                <p:cTn id="109" presetID="10" presetClass="entr" presetSubtype="0" fill="hold"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400"/>
                                        <p:tgtEl>
                                          <p:spTgt spid="55"/>
                                        </p:tgtEl>
                                      </p:cBhvr>
                                    </p:animEffect>
                                  </p:childTnLst>
                                </p:cTn>
                              </p:par>
                              <p:par>
                                <p:cTn id="112" presetID="10" presetClass="entr" presetSubtype="0" fill="hold"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400"/>
                                        <p:tgtEl>
                                          <p:spTgt spid="56"/>
                                        </p:tgtEl>
                                      </p:cBhvr>
                                    </p:animEffect>
                                  </p:childTnLst>
                                </p:cTn>
                              </p:par>
                              <p:par>
                                <p:cTn id="115" presetID="10" presetClass="entr" presetSubtype="0" fill="hold" nodeType="withEffect">
                                  <p:stCondLst>
                                    <p:cond delay="0"/>
                                  </p:stCondLst>
                                  <p:childTnLst>
                                    <p:set>
                                      <p:cBhvr>
                                        <p:cTn id="116" dur="1" fill="hold">
                                          <p:stCondLst>
                                            <p:cond delay="0"/>
                                          </p:stCondLst>
                                        </p:cTn>
                                        <p:tgtEl>
                                          <p:spTgt spid="57"/>
                                        </p:tgtEl>
                                        <p:attrNameLst>
                                          <p:attrName>style.visibility</p:attrName>
                                        </p:attrNameLst>
                                      </p:cBhvr>
                                      <p:to>
                                        <p:strVal val="visible"/>
                                      </p:to>
                                    </p:set>
                                    <p:animEffect transition="in" filter="fade">
                                      <p:cBhvr>
                                        <p:cTn id="117" dur="400"/>
                                        <p:tgtEl>
                                          <p:spTgt spid="57"/>
                                        </p:tgtEl>
                                      </p:cBhvr>
                                    </p:animEffect>
                                  </p:childTnLst>
                                </p:cTn>
                              </p:par>
                              <p:par>
                                <p:cTn id="118" presetID="10" presetClass="entr" presetSubtype="0" fill="hold" nodeType="withEffect">
                                  <p:stCondLst>
                                    <p:cond delay="0"/>
                                  </p:stCondLst>
                                  <p:childTnLst>
                                    <p:set>
                                      <p:cBhvr>
                                        <p:cTn id="119" dur="1" fill="hold">
                                          <p:stCondLst>
                                            <p:cond delay="0"/>
                                          </p:stCondLst>
                                        </p:cTn>
                                        <p:tgtEl>
                                          <p:spTgt spid="58"/>
                                        </p:tgtEl>
                                        <p:attrNameLst>
                                          <p:attrName>style.visibility</p:attrName>
                                        </p:attrNameLst>
                                      </p:cBhvr>
                                      <p:to>
                                        <p:strVal val="visible"/>
                                      </p:to>
                                    </p:set>
                                    <p:animEffect transition="in" filter="fade">
                                      <p:cBhvr>
                                        <p:cTn id="120" dur="400"/>
                                        <p:tgtEl>
                                          <p:spTgt spid="58"/>
                                        </p:tgtEl>
                                      </p:cBhvr>
                                    </p:animEffect>
                                  </p:childTnLst>
                                </p:cTn>
                              </p:par>
                              <p:par>
                                <p:cTn id="121" presetID="10" presetClass="entr" presetSubtype="0" fill="hold" nodeType="withEffect">
                                  <p:stCondLst>
                                    <p:cond delay="0"/>
                                  </p:stCondLst>
                                  <p:childTnLst>
                                    <p:set>
                                      <p:cBhvr>
                                        <p:cTn id="122" dur="1" fill="hold">
                                          <p:stCondLst>
                                            <p:cond delay="0"/>
                                          </p:stCondLst>
                                        </p:cTn>
                                        <p:tgtEl>
                                          <p:spTgt spid="59"/>
                                        </p:tgtEl>
                                        <p:attrNameLst>
                                          <p:attrName>style.visibility</p:attrName>
                                        </p:attrNameLst>
                                      </p:cBhvr>
                                      <p:to>
                                        <p:strVal val="visible"/>
                                      </p:to>
                                    </p:set>
                                    <p:animEffect transition="in" filter="fade">
                                      <p:cBhvr>
                                        <p:cTn id="123" dur="400"/>
                                        <p:tgtEl>
                                          <p:spTgt spid="59"/>
                                        </p:tgtEl>
                                      </p:cBhvr>
                                    </p:animEffect>
                                  </p:childTnLst>
                                </p:cTn>
                              </p:par>
                              <p:par>
                                <p:cTn id="124" presetID="10" presetClass="entr" presetSubtype="0" fill="hold" nodeType="withEffect">
                                  <p:stCondLst>
                                    <p:cond delay="0"/>
                                  </p:stCondLst>
                                  <p:childTnLst>
                                    <p:set>
                                      <p:cBhvr>
                                        <p:cTn id="125" dur="1" fill="hold">
                                          <p:stCondLst>
                                            <p:cond delay="0"/>
                                          </p:stCondLst>
                                        </p:cTn>
                                        <p:tgtEl>
                                          <p:spTgt spid="60"/>
                                        </p:tgtEl>
                                        <p:attrNameLst>
                                          <p:attrName>style.visibility</p:attrName>
                                        </p:attrNameLst>
                                      </p:cBhvr>
                                      <p:to>
                                        <p:strVal val="visible"/>
                                      </p:to>
                                    </p:set>
                                    <p:animEffect transition="in" filter="fade">
                                      <p:cBhvr>
                                        <p:cTn id="126" dur="400"/>
                                        <p:tgtEl>
                                          <p:spTgt spid="60"/>
                                        </p:tgtEl>
                                      </p:cBhvr>
                                    </p:animEffect>
                                  </p:childTnLst>
                                </p:cTn>
                              </p:par>
                              <p:par>
                                <p:cTn id="127" presetID="10" presetClass="entr" presetSubtype="0" fill="hold" nodeType="withEffect">
                                  <p:stCondLst>
                                    <p:cond delay="0"/>
                                  </p:stCondLst>
                                  <p:childTnLst>
                                    <p:set>
                                      <p:cBhvr>
                                        <p:cTn id="128" dur="1" fill="hold">
                                          <p:stCondLst>
                                            <p:cond delay="0"/>
                                          </p:stCondLst>
                                        </p:cTn>
                                        <p:tgtEl>
                                          <p:spTgt spid="61"/>
                                        </p:tgtEl>
                                        <p:attrNameLst>
                                          <p:attrName>style.visibility</p:attrName>
                                        </p:attrNameLst>
                                      </p:cBhvr>
                                      <p:to>
                                        <p:strVal val="visible"/>
                                      </p:to>
                                    </p:set>
                                    <p:animEffect transition="in" filter="fade">
                                      <p:cBhvr>
                                        <p:cTn id="129" dur="400"/>
                                        <p:tgtEl>
                                          <p:spTgt spid="61"/>
                                        </p:tgtEl>
                                      </p:cBhvr>
                                    </p:animEffect>
                                  </p:childTnLst>
                                </p:cTn>
                              </p:par>
                              <p:par>
                                <p:cTn id="130" presetID="10" presetClass="entr" presetSubtype="0" fill="hold" nodeType="withEffect">
                                  <p:stCondLst>
                                    <p:cond delay="0"/>
                                  </p:stCondLst>
                                  <p:childTnLst>
                                    <p:set>
                                      <p:cBhvr>
                                        <p:cTn id="131" dur="1" fill="hold">
                                          <p:stCondLst>
                                            <p:cond delay="0"/>
                                          </p:stCondLst>
                                        </p:cTn>
                                        <p:tgtEl>
                                          <p:spTgt spid="62"/>
                                        </p:tgtEl>
                                        <p:attrNameLst>
                                          <p:attrName>style.visibility</p:attrName>
                                        </p:attrNameLst>
                                      </p:cBhvr>
                                      <p:to>
                                        <p:strVal val="visible"/>
                                      </p:to>
                                    </p:set>
                                    <p:animEffect transition="in" filter="fade">
                                      <p:cBhvr>
                                        <p:cTn id="132" dur="400"/>
                                        <p:tgtEl>
                                          <p:spTgt spid="62"/>
                                        </p:tgtEl>
                                      </p:cBhvr>
                                    </p:animEffect>
                                  </p:childTnLst>
                                </p:cTn>
                              </p:par>
                              <p:par>
                                <p:cTn id="133" presetID="10" presetClass="entr" presetSubtype="0" fill="hold" nodeType="withEffect">
                                  <p:stCondLst>
                                    <p:cond delay="0"/>
                                  </p:stCondLst>
                                  <p:childTnLst>
                                    <p:set>
                                      <p:cBhvr>
                                        <p:cTn id="134" dur="1" fill="hold">
                                          <p:stCondLst>
                                            <p:cond delay="0"/>
                                          </p:stCondLst>
                                        </p:cTn>
                                        <p:tgtEl>
                                          <p:spTgt spid="63"/>
                                        </p:tgtEl>
                                        <p:attrNameLst>
                                          <p:attrName>style.visibility</p:attrName>
                                        </p:attrNameLst>
                                      </p:cBhvr>
                                      <p:to>
                                        <p:strVal val="visible"/>
                                      </p:to>
                                    </p:set>
                                    <p:animEffect transition="in" filter="fade">
                                      <p:cBhvr>
                                        <p:cTn id="135" dur="400"/>
                                        <p:tgtEl>
                                          <p:spTgt spid="63"/>
                                        </p:tgtEl>
                                      </p:cBhvr>
                                    </p:animEffect>
                                  </p:childTnLst>
                                </p:cTn>
                              </p:par>
                              <p:par>
                                <p:cTn id="136" presetID="10" presetClass="entr" presetSubtype="0" fill="hold" nodeType="withEffect">
                                  <p:stCondLst>
                                    <p:cond delay="0"/>
                                  </p:stCondLst>
                                  <p:childTnLst>
                                    <p:set>
                                      <p:cBhvr>
                                        <p:cTn id="137" dur="1" fill="hold">
                                          <p:stCondLst>
                                            <p:cond delay="0"/>
                                          </p:stCondLst>
                                        </p:cTn>
                                        <p:tgtEl>
                                          <p:spTgt spid="64"/>
                                        </p:tgtEl>
                                        <p:attrNameLst>
                                          <p:attrName>style.visibility</p:attrName>
                                        </p:attrNameLst>
                                      </p:cBhvr>
                                      <p:to>
                                        <p:strVal val="visible"/>
                                      </p:to>
                                    </p:set>
                                    <p:animEffect transition="in" filter="fade">
                                      <p:cBhvr>
                                        <p:cTn id="138" dur="400"/>
                                        <p:tgtEl>
                                          <p:spTgt spid="64"/>
                                        </p:tgtEl>
                                      </p:cBhvr>
                                    </p:animEffect>
                                  </p:childTnLst>
                                </p:cTn>
                              </p:par>
                              <p:par>
                                <p:cTn id="139" presetID="10" presetClass="entr" presetSubtype="0" fill="hold" nodeType="withEffect">
                                  <p:stCondLst>
                                    <p:cond delay="0"/>
                                  </p:stCondLst>
                                  <p:childTnLst>
                                    <p:set>
                                      <p:cBhvr>
                                        <p:cTn id="140" dur="1" fill="hold">
                                          <p:stCondLst>
                                            <p:cond delay="0"/>
                                          </p:stCondLst>
                                        </p:cTn>
                                        <p:tgtEl>
                                          <p:spTgt spid="65"/>
                                        </p:tgtEl>
                                        <p:attrNameLst>
                                          <p:attrName>style.visibility</p:attrName>
                                        </p:attrNameLst>
                                      </p:cBhvr>
                                      <p:to>
                                        <p:strVal val="visible"/>
                                      </p:to>
                                    </p:set>
                                    <p:animEffect transition="in" filter="fade">
                                      <p:cBhvr>
                                        <p:cTn id="141" dur="400"/>
                                        <p:tgtEl>
                                          <p:spTgt spid="65"/>
                                        </p:tgtEl>
                                      </p:cBhvr>
                                    </p:animEffect>
                                  </p:childTnLst>
                                </p:cTn>
                              </p:par>
                              <p:par>
                                <p:cTn id="142" presetID="10" presetClass="entr" presetSubtype="0" fill="hold" nodeType="withEffect">
                                  <p:stCondLst>
                                    <p:cond delay="0"/>
                                  </p:stCondLst>
                                  <p:childTnLst>
                                    <p:set>
                                      <p:cBhvr>
                                        <p:cTn id="143" dur="1" fill="hold">
                                          <p:stCondLst>
                                            <p:cond delay="0"/>
                                          </p:stCondLst>
                                        </p:cTn>
                                        <p:tgtEl>
                                          <p:spTgt spid="66"/>
                                        </p:tgtEl>
                                        <p:attrNameLst>
                                          <p:attrName>style.visibility</p:attrName>
                                        </p:attrNameLst>
                                      </p:cBhvr>
                                      <p:to>
                                        <p:strVal val="visible"/>
                                      </p:to>
                                    </p:set>
                                    <p:animEffect transition="in" filter="fade">
                                      <p:cBhvr>
                                        <p:cTn id="144" dur="400"/>
                                        <p:tgtEl>
                                          <p:spTgt spid="66"/>
                                        </p:tgtEl>
                                      </p:cBhvr>
                                    </p:animEffect>
                                  </p:childTnLst>
                                </p:cTn>
                              </p:par>
                              <p:par>
                                <p:cTn id="145" presetID="10" presetClass="entr" presetSubtype="0" fill="hold" nodeType="withEffect">
                                  <p:stCondLst>
                                    <p:cond delay="0"/>
                                  </p:stCondLst>
                                  <p:childTnLst>
                                    <p:set>
                                      <p:cBhvr>
                                        <p:cTn id="146" dur="1" fill="hold">
                                          <p:stCondLst>
                                            <p:cond delay="0"/>
                                          </p:stCondLst>
                                        </p:cTn>
                                        <p:tgtEl>
                                          <p:spTgt spid="67"/>
                                        </p:tgtEl>
                                        <p:attrNameLst>
                                          <p:attrName>style.visibility</p:attrName>
                                        </p:attrNameLst>
                                      </p:cBhvr>
                                      <p:to>
                                        <p:strVal val="visible"/>
                                      </p:to>
                                    </p:set>
                                    <p:animEffect transition="in" filter="fade">
                                      <p:cBhvr>
                                        <p:cTn id="147" dur="400"/>
                                        <p:tgtEl>
                                          <p:spTgt spid="67"/>
                                        </p:tgtEl>
                                      </p:cBhvr>
                                    </p:animEffect>
                                  </p:childTnLst>
                                </p:cTn>
                              </p:par>
                              <p:par>
                                <p:cTn id="148" presetID="10" presetClass="entr" presetSubtype="0" fill="hold" nodeType="withEffect">
                                  <p:stCondLst>
                                    <p:cond delay="0"/>
                                  </p:stCondLst>
                                  <p:childTnLst>
                                    <p:set>
                                      <p:cBhvr>
                                        <p:cTn id="149" dur="1" fill="hold">
                                          <p:stCondLst>
                                            <p:cond delay="0"/>
                                          </p:stCondLst>
                                        </p:cTn>
                                        <p:tgtEl>
                                          <p:spTgt spid="68"/>
                                        </p:tgtEl>
                                        <p:attrNameLst>
                                          <p:attrName>style.visibility</p:attrName>
                                        </p:attrNameLst>
                                      </p:cBhvr>
                                      <p:to>
                                        <p:strVal val="visible"/>
                                      </p:to>
                                    </p:set>
                                    <p:animEffect transition="in" filter="fade">
                                      <p:cBhvr>
                                        <p:cTn id="150" dur="400"/>
                                        <p:tgtEl>
                                          <p:spTgt spid="68"/>
                                        </p:tgtEl>
                                      </p:cBhvr>
                                    </p:animEffect>
                                  </p:childTnLst>
                                </p:cTn>
                              </p:par>
                              <p:par>
                                <p:cTn id="151" presetID="10" presetClass="entr" presetSubtype="0" fill="hold" nodeType="withEffect">
                                  <p:stCondLst>
                                    <p:cond delay="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400"/>
                                        <p:tgtEl>
                                          <p:spTgt spid="69"/>
                                        </p:tgtEl>
                                      </p:cBhvr>
                                    </p:animEffect>
                                  </p:childTnLst>
                                </p:cTn>
                              </p:par>
                              <p:par>
                                <p:cTn id="154" presetID="10" presetClass="entr" presetSubtype="0" fill="hold" nodeType="withEffect">
                                  <p:stCondLst>
                                    <p:cond delay="0"/>
                                  </p:stCondLst>
                                  <p:childTnLst>
                                    <p:set>
                                      <p:cBhvr>
                                        <p:cTn id="155" dur="1" fill="hold">
                                          <p:stCondLst>
                                            <p:cond delay="0"/>
                                          </p:stCondLst>
                                        </p:cTn>
                                        <p:tgtEl>
                                          <p:spTgt spid="70"/>
                                        </p:tgtEl>
                                        <p:attrNameLst>
                                          <p:attrName>style.visibility</p:attrName>
                                        </p:attrNameLst>
                                      </p:cBhvr>
                                      <p:to>
                                        <p:strVal val="visible"/>
                                      </p:to>
                                    </p:set>
                                    <p:animEffect transition="in" filter="fade">
                                      <p:cBhvr>
                                        <p:cTn id="156" dur="400"/>
                                        <p:tgtEl>
                                          <p:spTgt spid="70"/>
                                        </p:tgtEl>
                                      </p:cBhvr>
                                    </p:animEffect>
                                  </p:childTnLst>
                                </p:cTn>
                              </p:par>
                              <p:par>
                                <p:cTn id="157" presetID="10" presetClass="entr" presetSubtype="0" fill="hold" nodeType="withEffect">
                                  <p:stCondLst>
                                    <p:cond delay="0"/>
                                  </p:stCondLst>
                                  <p:childTnLst>
                                    <p:set>
                                      <p:cBhvr>
                                        <p:cTn id="158" dur="1" fill="hold">
                                          <p:stCondLst>
                                            <p:cond delay="0"/>
                                          </p:stCondLst>
                                        </p:cTn>
                                        <p:tgtEl>
                                          <p:spTgt spid="71"/>
                                        </p:tgtEl>
                                        <p:attrNameLst>
                                          <p:attrName>style.visibility</p:attrName>
                                        </p:attrNameLst>
                                      </p:cBhvr>
                                      <p:to>
                                        <p:strVal val="visible"/>
                                      </p:to>
                                    </p:set>
                                    <p:animEffect transition="in" filter="fade">
                                      <p:cBhvr>
                                        <p:cTn id="159" dur="400"/>
                                        <p:tgtEl>
                                          <p:spTgt spid="71"/>
                                        </p:tgtEl>
                                      </p:cBhvr>
                                    </p:animEffect>
                                  </p:childTnLst>
                                </p:cTn>
                              </p:par>
                              <p:par>
                                <p:cTn id="160" presetID="10" presetClass="entr" presetSubtype="0" fill="hold" nodeType="withEffect">
                                  <p:stCondLst>
                                    <p:cond delay="0"/>
                                  </p:stCondLst>
                                  <p:childTnLst>
                                    <p:set>
                                      <p:cBhvr>
                                        <p:cTn id="161" dur="1" fill="hold">
                                          <p:stCondLst>
                                            <p:cond delay="0"/>
                                          </p:stCondLst>
                                        </p:cTn>
                                        <p:tgtEl>
                                          <p:spTgt spid="72"/>
                                        </p:tgtEl>
                                        <p:attrNameLst>
                                          <p:attrName>style.visibility</p:attrName>
                                        </p:attrNameLst>
                                      </p:cBhvr>
                                      <p:to>
                                        <p:strVal val="visible"/>
                                      </p:to>
                                    </p:set>
                                    <p:animEffect transition="in" filter="fade">
                                      <p:cBhvr>
                                        <p:cTn id="162" dur="400"/>
                                        <p:tgtEl>
                                          <p:spTgt spid="72"/>
                                        </p:tgtEl>
                                      </p:cBhvr>
                                    </p:animEffect>
                                  </p:childTnLst>
                                </p:cTn>
                              </p:par>
                              <p:par>
                                <p:cTn id="163" presetID="10" presetClass="entr" presetSubtype="0" fill="hold" nodeType="withEffect">
                                  <p:stCondLst>
                                    <p:cond delay="0"/>
                                  </p:stCondLst>
                                  <p:childTnLst>
                                    <p:set>
                                      <p:cBhvr>
                                        <p:cTn id="164" dur="1" fill="hold">
                                          <p:stCondLst>
                                            <p:cond delay="0"/>
                                          </p:stCondLst>
                                        </p:cTn>
                                        <p:tgtEl>
                                          <p:spTgt spid="73"/>
                                        </p:tgtEl>
                                        <p:attrNameLst>
                                          <p:attrName>style.visibility</p:attrName>
                                        </p:attrNameLst>
                                      </p:cBhvr>
                                      <p:to>
                                        <p:strVal val="visible"/>
                                      </p:to>
                                    </p:set>
                                    <p:animEffect transition="in" filter="fade">
                                      <p:cBhvr>
                                        <p:cTn id="165" dur="400"/>
                                        <p:tgtEl>
                                          <p:spTgt spid="73"/>
                                        </p:tgtEl>
                                      </p:cBhvr>
                                    </p:animEffect>
                                  </p:childTnLst>
                                </p:cTn>
                              </p:par>
                              <p:par>
                                <p:cTn id="166" presetID="10" presetClass="entr" presetSubtype="0" fill="hold" nodeType="withEffect">
                                  <p:stCondLst>
                                    <p:cond delay="0"/>
                                  </p:stCondLst>
                                  <p:childTnLst>
                                    <p:set>
                                      <p:cBhvr>
                                        <p:cTn id="167" dur="1" fill="hold">
                                          <p:stCondLst>
                                            <p:cond delay="0"/>
                                          </p:stCondLst>
                                        </p:cTn>
                                        <p:tgtEl>
                                          <p:spTgt spid="92"/>
                                        </p:tgtEl>
                                        <p:attrNameLst>
                                          <p:attrName>style.visibility</p:attrName>
                                        </p:attrNameLst>
                                      </p:cBhvr>
                                      <p:to>
                                        <p:strVal val="visible"/>
                                      </p:to>
                                    </p:set>
                                    <p:animEffect transition="in" filter="fade">
                                      <p:cBhvr>
                                        <p:cTn id="168" dur="400"/>
                                        <p:tgtEl>
                                          <p:spTgt spid="92"/>
                                        </p:tgtEl>
                                      </p:cBhvr>
                                    </p:animEffect>
                                  </p:childTnLst>
                                </p:cTn>
                              </p:par>
                              <p:par>
                                <p:cTn id="169" presetID="10" presetClass="entr" presetSubtype="0" fill="hold" nodeType="withEffect">
                                  <p:stCondLst>
                                    <p:cond delay="0"/>
                                  </p:stCondLst>
                                  <p:childTnLst>
                                    <p:set>
                                      <p:cBhvr>
                                        <p:cTn id="170" dur="1" fill="hold">
                                          <p:stCondLst>
                                            <p:cond delay="0"/>
                                          </p:stCondLst>
                                        </p:cTn>
                                        <p:tgtEl>
                                          <p:spTgt spid="93"/>
                                        </p:tgtEl>
                                        <p:attrNameLst>
                                          <p:attrName>style.visibility</p:attrName>
                                        </p:attrNameLst>
                                      </p:cBhvr>
                                      <p:to>
                                        <p:strVal val="visible"/>
                                      </p:to>
                                    </p:set>
                                    <p:animEffect transition="in" filter="fade">
                                      <p:cBhvr>
                                        <p:cTn id="171" dur="400"/>
                                        <p:tgtEl>
                                          <p:spTgt spid="93"/>
                                        </p:tgtEl>
                                      </p:cBhvr>
                                    </p:animEffect>
                                  </p:childTnLst>
                                </p:cTn>
                              </p:par>
                              <p:par>
                                <p:cTn id="172" presetID="10" presetClass="entr" presetSubtype="0" fill="hold" nodeType="withEffect">
                                  <p:stCondLst>
                                    <p:cond delay="0"/>
                                  </p:stCondLst>
                                  <p:childTnLst>
                                    <p:set>
                                      <p:cBhvr>
                                        <p:cTn id="173" dur="1" fill="hold">
                                          <p:stCondLst>
                                            <p:cond delay="0"/>
                                          </p:stCondLst>
                                        </p:cTn>
                                        <p:tgtEl>
                                          <p:spTgt spid="94"/>
                                        </p:tgtEl>
                                        <p:attrNameLst>
                                          <p:attrName>style.visibility</p:attrName>
                                        </p:attrNameLst>
                                      </p:cBhvr>
                                      <p:to>
                                        <p:strVal val="visible"/>
                                      </p:to>
                                    </p:set>
                                    <p:animEffect transition="in" filter="fade">
                                      <p:cBhvr>
                                        <p:cTn id="174" dur="400"/>
                                        <p:tgtEl>
                                          <p:spTgt spid="94"/>
                                        </p:tgtEl>
                                      </p:cBhvr>
                                    </p:animEffect>
                                  </p:childTnLst>
                                </p:cTn>
                              </p:par>
                              <p:par>
                                <p:cTn id="175" presetID="10" presetClass="entr" presetSubtype="0" fill="hold" nodeType="withEffect">
                                  <p:stCondLst>
                                    <p:cond delay="0"/>
                                  </p:stCondLst>
                                  <p:childTnLst>
                                    <p:set>
                                      <p:cBhvr>
                                        <p:cTn id="176" dur="1" fill="hold">
                                          <p:stCondLst>
                                            <p:cond delay="0"/>
                                          </p:stCondLst>
                                        </p:cTn>
                                        <p:tgtEl>
                                          <p:spTgt spid="95"/>
                                        </p:tgtEl>
                                        <p:attrNameLst>
                                          <p:attrName>style.visibility</p:attrName>
                                        </p:attrNameLst>
                                      </p:cBhvr>
                                      <p:to>
                                        <p:strVal val="visible"/>
                                      </p:to>
                                    </p:set>
                                    <p:animEffect transition="in" filter="fade">
                                      <p:cBhvr>
                                        <p:cTn id="177" dur="400"/>
                                        <p:tgtEl>
                                          <p:spTgt spid="95"/>
                                        </p:tgtEl>
                                      </p:cBhvr>
                                    </p:animEffect>
                                  </p:childTnLst>
                                </p:cTn>
                              </p:par>
                              <p:par>
                                <p:cTn id="178" presetID="10" presetClass="entr" presetSubtype="0" fill="hold" nodeType="withEffect">
                                  <p:stCondLst>
                                    <p:cond delay="0"/>
                                  </p:stCondLst>
                                  <p:childTnLst>
                                    <p:set>
                                      <p:cBhvr>
                                        <p:cTn id="179" dur="1" fill="hold">
                                          <p:stCondLst>
                                            <p:cond delay="0"/>
                                          </p:stCondLst>
                                        </p:cTn>
                                        <p:tgtEl>
                                          <p:spTgt spid="96"/>
                                        </p:tgtEl>
                                        <p:attrNameLst>
                                          <p:attrName>style.visibility</p:attrName>
                                        </p:attrNameLst>
                                      </p:cBhvr>
                                      <p:to>
                                        <p:strVal val="visible"/>
                                      </p:to>
                                    </p:set>
                                    <p:animEffect transition="in" filter="fade">
                                      <p:cBhvr>
                                        <p:cTn id="180" dur="400"/>
                                        <p:tgtEl>
                                          <p:spTgt spid="96"/>
                                        </p:tgtEl>
                                      </p:cBhvr>
                                    </p:animEffect>
                                  </p:childTnLst>
                                </p:cTn>
                              </p:par>
                              <p:par>
                                <p:cTn id="181" presetID="10" presetClass="entr" presetSubtype="0" fill="hold" nodeType="withEffect">
                                  <p:stCondLst>
                                    <p:cond delay="0"/>
                                  </p:stCondLst>
                                  <p:childTnLst>
                                    <p:set>
                                      <p:cBhvr>
                                        <p:cTn id="182" dur="1" fill="hold">
                                          <p:stCondLst>
                                            <p:cond delay="0"/>
                                          </p:stCondLst>
                                        </p:cTn>
                                        <p:tgtEl>
                                          <p:spTgt spid="97"/>
                                        </p:tgtEl>
                                        <p:attrNameLst>
                                          <p:attrName>style.visibility</p:attrName>
                                        </p:attrNameLst>
                                      </p:cBhvr>
                                      <p:to>
                                        <p:strVal val="visible"/>
                                      </p:to>
                                    </p:set>
                                    <p:animEffect transition="in" filter="fade">
                                      <p:cBhvr>
                                        <p:cTn id="183" dur="400"/>
                                        <p:tgtEl>
                                          <p:spTgt spid="97"/>
                                        </p:tgtEl>
                                      </p:cBhvr>
                                    </p:animEffect>
                                  </p:childTnLst>
                                </p:cTn>
                              </p:par>
                              <p:par>
                                <p:cTn id="184" presetID="10" presetClass="entr" presetSubtype="0" fill="hold" nodeType="withEffect">
                                  <p:stCondLst>
                                    <p:cond delay="0"/>
                                  </p:stCondLst>
                                  <p:childTnLst>
                                    <p:set>
                                      <p:cBhvr>
                                        <p:cTn id="185" dur="1" fill="hold">
                                          <p:stCondLst>
                                            <p:cond delay="0"/>
                                          </p:stCondLst>
                                        </p:cTn>
                                        <p:tgtEl>
                                          <p:spTgt spid="98"/>
                                        </p:tgtEl>
                                        <p:attrNameLst>
                                          <p:attrName>style.visibility</p:attrName>
                                        </p:attrNameLst>
                                      </p:cBhvr>
                                      <p:to>
                                        <p:strVal val="visible"/>
                                      </p:to>
                                    </p:set>
                                    <p:animEffect transition="in" filter="fade">
                                      <p:cBhvr>
                                        <p:cTn id="186" dur="400"/>
                                        <p:tgtEl>
                                          <p:spTgt spid="98"/>
                                        </p:tgtEl>
                                      </p:cBhvr>
                                    </p:animEffect>
                                  </p:childTnLst>
                                </p:cTn>
                              </p:par>
                              <p:par>
                                <p:cTn id="187" presetID="10" presetClass="entr" presetSubtype="0" fill="hold" nodeType="withEffect">
                                  <p:stCondLst>
                                    <p:cond delay="0"/>
                                  </p:stCondLst>
                                  <p:childTnLst>
                                    <p:set>
                                      <p:cBhvr>
                                        <p:cTn id="188" dur="1" fill="hold">
                                          <p:stCondLst>
                                            <p:cond delay="0"/>
                                          </p:stCondLst>
                                        </p:cTn>
                                        <p:tgtEl>
                                          <p:spTgt spid="99"/>
                                        </p:tgtEl>
                                        <p:attrNameLst>
                                          <p:attrName>style.visibility</p:attrName>
                                        </p:attrNameLst>
                                      </p:cBhvr>
                                      <p:to>
                                        <p:strVal val="visible"/>
                                      </p:to>
                                    </p:set>
                                    <p:animEffect transition="in" filter="fade">
                                      <p:cBhvr>
                                        <p:cTn id="189" dur="400"/>
                                        <p:tgtEl>
                                          <p:spTgt spid="99"/>
                                        </p:tgtEl>
                                      </p:cBhvr>
                                    </p:animEffect>
                                  </p:childTnLst>
                                </p:cTn>
                              </p:par>
                              <p:par>
                                <p:cTn id="190" presetID="10" presetClass="entr" presetSubtype="0" fill="hold" nodeType="withEffect">
                                  <p:stCondLst>
                                    <p:cond delay="0"/>
                                  </p:stCondLst>
                                  <p:childTnLst>
                                    <p:set>
                                      <p:cBhvr>
                                        <p:cTn id="191" dur="1" fill="hold">
                                          <p:stCondLst>
                                            <p:cond delay="0"/>
                                          </p:stCondLst>
                                        </p:cTn>
                                        <p:tgtEl>
                                          <p:spTgt spid="100"/>
                                        </p:tgtEl>
                                        <p:attrNameLst>
                                          <p:attrName>style.visibility</p:attrName>
                                        </p:attrNameLst>
                                      </p:cBhvr>
                                      <p:to>
                                        <p:strVal val="visible"/>
                                      </p:to>
                                    </p:set>
                                    <p:animEffect transition="in" filter="fade">
                                      <p:cBhvr>
                                        <p:cTn id="192" dur="400"/>
                                        <p:tgtEl>
                                          <p:spTgt spid="100"/>
                                        </p:tgtEl>
                                      </p:cBhvr>
                                    </p:animEffect>
                                  </p:childTnLst>
                                </p:cTn>
                              </p:par>
                              <p:par>
                                <p:cTn id="193" presetID="10" presetClass="entr" presetSubtype="0" fill="hold" nodeType="withEffect">
                                  <p:stCondLst>
                                    <p:cond delay="0"/>
                                  </p:stCondLst>
                                  <p:childTnLst>
                                    <p:set>
                                      <p:cBhvr>
                                        <p:cTn id="194" dur="1" fill="hold">
                                          <p:stCondLst>
                                            <p:cond delay="0"/>
                                          </p:stCondLst>
                                        </p:cTn>
                                        <p:tgtEl>
                                          <p:spTgt spid="101"/>
                                        </p:tgtEl>
                                        <p:attrNameLst>
                                          <p:attrName>style.visibility</p:attrName>
                                        </p:attrNameLst>
                                      </p:cBhvr>
                                      <p:to>
                                        <p:strVal val="visible"/>
                                      </p:to>
                                    </p:set>
                                    <p:animEffect transition="in" filter="fade">
                                      <p:cBhvr>
                                        <p:cTn id="195" dur="400"/>
                                        <p:tgtEl>
                                          <p:spTgt spid="101"/>
                                        </p:tgtEl>
                                      </p:cBhvr>
                                    </p:animEffect>
                                  </p:childTnLst>
                                </p:cTn>
                              </p:par>
                              <p:par>
                                <p:cTn id="196" presetID="10" presetClass="entr" presetSubtype="0" fill="hold" nodeType="withEffect">
                                  <p:stCondLst>
                                    <p:cond delay="0"/>
                                  </p:stCondLst>
                                  <p:childTnLst>
                                    <p:set>
                                      <p:cBhvr>
                                        <p:cTn id="197" dur="1" fill="hold">
                                          <p:stCondLst>
                                            <p:cond delay="0"/>
                                          </p:stCondLst>
                                        </p:cTn>
                                        <p:tgtEl>
                                          <p:spTgt spid="102"/>
                                        </p:tgtEl>
                                        <p:attrNameLst>
                                          <p:attrName>style.visibility</p:attrName>
                                        </p:attrNameLst>
                                      </p:cBhvr>
                                      <p:to>
                                        <p:strVal val="visible"/>
                                      </p:to>
                                    </p:set>
                                    <p:animEffect transition="in" filter="fade">
                                      <p:cBhvr>
                                        <p:cTn id="198" dur="400"/>
                                        <p:tgtEl>
                                          <p:spTgt spid="102"/>
                                        </p:tgtEl>
                                      </p:cBhvr>
                                    </p:animEffect>
                                  </p:childTnLst>
                                </p:cTn>
                              </p:par>
                              <p:par>
                                <p:cTn id="199" presetID="10" presetClass="entr" presetSubtype="0" fill="hold" nodeType="withEffect">
                                  <p:stCondLst>
                                    <p:cond delay="0"/>
                                  </p:stCondLst>
                                  <p:childTnLst>
                                    <p:set>
                                      <p:cBhvr>
                                        <p:cTn id="200" dur="1" fill="hold">
                                          <p:stCondLst>
                                            <p:cond delay="0"/>
                                          </p:stCondLst>
                                        </p:cTn>
                                        <p:tgtEl>
                                          <p:spTgt spid="133"/>
                                        </p:tgtEl>
                                        <p:attrNameLst>
                                          <p:attrName>style.visibility</p:attrName>
                                        </p:attrNameLst>
                                      </p:cBhvr>
                                      <p:to>
                                        <p:strVal val="visible"/>
                                      </p:to>
                                    </p:set>
                                    <p:animEffect transition="in" filter="fade">
                                      <p:cBhvr>
                                        <p:cTn id="201" dur="400"/>
                                        <p:tgtEl>
                                          <p:spTgt spid="133"/>
                                        </p:tgtEl>
                                      </p:cBhvr>
                                    </p:animEffect>
                                  </p:childTnLst>
                                </p:cTn>
                              </p:par>
                              <p:par>
                                <p:cTn id="202" presetID="10" presetClass="entr" presetSubtype="0" fill="hold" nodeType="withEffect">
                                  <p:stCondLst>
                                    <p:cond delay="0"/>
                                  </p:stCondLst>
                                  <p:childTnLst>
                                    <p:set>
                                      <p:cBhvr>
                                        <p:cTn id="203" dur="1" fill="hold">
                                          <p:stCondLst>
                                            <p:cond delay="0"/>
                                          </p:stCondLst>
                                        </p:cTn>
                                        <p:tgtEl>
                                          <p:spTgt spid="103"/>
                                        </p:tgtEl>
                                        <p:attrNameLst>
                                          <p:attrName>style.visibility</p:attrName>
                                        </p:attrNameLst>
                                      </p:cBhvr>
                                      <p:to>
                                        <p:strVal val="visible"/>
                                      </p:to>
                                    </p:set>
                                    <p:animEffect transition="in" filter="fade">
                                      <p:cBhvr>
                                        <p:cTn id="204" dur="400"/>
                                        <p:tgtEl>
                                          <p:spTgt spid="103"/>
                                        </p:tgtEl>
                                      </p:cBhvr>
                                    </p:animEffect>
                                  </p:childTnLst>
                                </p:cTn>
                              </p:par>
                              <p:par>
                                <p:cTn id="205" presetID="10" presetClass="entr" presetSubtype="0" fill="hold" nodeType="withEffect">
                                  <p:stCondLst>
                                    <p:cond delay="0"/>
                                  </p:stCondLst>
                                  <p:childTnLst>
                                    <p:set>
                                      <p:cBhvr>
                                        <p:cTn id="206" dur="1" fill="hold">
                                          <p:stCondLst>
                                            <p:cond delay="0"/>
                                          </p:stCondLst>
                                        </p:cTn>
                                        <p:tgtEl>
                                          <p:spTgt spid="104"/>
                                        </p:tgtEl>
                                        <p:attrNameLst>
                                          <p:attrName>style.visibility</p:attrName>
                                        </p:attrNameLst>
                                      </p:cBhvr>
                                      <p:to>
                                        <p:strVal val="visible"/>
                                      </p:to>
                                    </p:set>
                                    <p:animEffect transition="in" filter="fade">
                                      <p:cBhvr>
                                        <p:cTn id="207" dur="400"/>
                                        <p:tgtEl>
                                          <p:spTgt spid="104"/>
                                        </p:tgtEl>
                                      </p:cBhvr>
                                    </p:animEffect>
                                  </p:childTnLst>
                                </p:cTn>
                              </p:par>
                              <p:par>
                                <p:cTn id="208" presetID="10" presetClass="entr" presetSubtype="0" fill="hold" nodeType="withEffect">
                                  <p:stCondLst>
                                    <p:cond delay="0"/>
                                  </p:stCondLst>
                                  <p:childTnLst>
                                    <p:set>
                                      <p:cBhvr>
                                        <p:cTn id="209" dur="1" fill="hold">
                                          <p:stCondLst>
                                            <p:cond delay="0"/>
                                          </p:stCondLst>
                                        </p:cTn>
                                        <p:tgtEl>
                                          <p:spTgt spid="105"/>
                                        </p:tgtEl>
                                        <p:attrNameLst>
                                          <p:attrName>style.visibility</p:attrName>
                                        </p:attrNameLst>
                                      </p:cBhvr>
                                      <p:to>
                                        <p:strVal val="visible"/>
                                      </p:to>
                                    </p:set>
                                    <p:animEffect transition="in" filter="fade">
                                      <p:cBhvr>
                                        <p:cTn id="210" dur="400"/>
                                        <p:tgtEl>
                                          <p:spTgt spid="105"/>
                                        </p:tgtEl>
                                      </p:cBhvr>
                                    </p:animEffect>
                                  </p:childTnLst>
                                </p:cTn>
                              </p:par>
                              <p:par>
                                <p:cTn id="211" presetID="10" presetClass="entr" presetSubtype="0" fill="hold" nodeType="withEffect">
                                  <p:stCondLst>
                                    <p:cond delay="0"/>
                                  </p:stCondLst>
                                  <p:childTnLst>
                                    <p:set>
                                      <p:cBhvr>
                                        <p:cTn id="212" dur="1" fill="hold">
                                          <p:stCondLst>
                                            <p:cond delay="0"/>
                                          </p:stCondLst>
                                        </p:cTn>
                                        <p:tgtEl>
                                          <p:spTgt spid="106"/>
                                        </p:tgtEl>
                                        <p:attrNameLst>
                                          <p:attrName>style.visibility</p:attrName>
                                        </p:attrNameLst>
                                      </p:cBhvr>
                                      <p:to>
                                        <p:strVal val="visible"/>
                                      </p:to>
                                    </p:set>
                                    <p:animEffect transition="in" filter="fade">
                                      <p:cBhvr>
                                        <p:cTn id="213" dur="400"/>
                                        <p:tgtEl>
                                          <p:spTgt spid="106"/>
                                        </p:tgtEl>
                                      </p:cBhvr>
                                    </p:animEffect>
                                  </p:childTnLst>
                                </p:cTn>
                              </p:par>
                              <p:par>
                                <p:cTn id="214" presetID="10" presetClass="entr" presetSubtype="0" fill="hold" nodeType="withEffect">
                                  <p:stCondLst>
                                    <p:cond delay="0"/>
                                  </p:stCondLst>
                                  <p:childTnLst>
                                    <p:set>
                                      <p:cBhvr>
                                        <p:cTn id="215" dur="1" fill="hold">
                                          <p:stCondLst>
                                            <p:cond delay="0"/>
                                          </p:stCondLst>
                                        </p:cTn>
                                        <p:tgtEl>
                                          <p:spTgt spid="107"/>
                                        </p:tgtEl>
                                        <p:attrNameLst>
                                          <p:attrName>style.visibility</p:attrName>
                                        </p:attrNameLst>
                                      </p:cBhvr>
                                      <p:to>
                                        <p:strVal val="visible"/>
                                      </p:to>
                                    </p:set>
                                    <p:animEffect transition="in" filter="fade">
                                      <p:cBhvr>
                                        <p:cTn id="216" dur="400"/>
                                        <p:tgtEl>
                                          <p:spTgt spid="107"/>
                                        </p:tgtEl>
                                      </p:cBhvr>
                                    </p:animEffect>
                                  </p:childTnLst>
                                </p:cTn>
                              </p:par>
                              <p:par>
                                <p:cTn id="217" presetID="10" presetClass="entr" presetSubtype="0" fill="hold" nodeType="withEffect">
                                  <p:stCondLst>
                                    <p:cond delay="0"/>
                                  </p:stCondLst>
                                  <p:childTnLst>
                                    <p:set>
                                      <p:cBhvr>
                                        <p:cTn id="218" dur="1" fill="hold">
                                          <p:stCondLst>
                                            <p:cond delay="0"/>
                                          </p:stCondLst>
                                        </p:cTn>
                                        <p:tgtEl>
                                          <p:spTgt spid="108"/>
                                        </p:tgtEl>
                                        <p:attrNameLst>
                                          <p:attrName>style.visibility</p:attrName>
                                        </p:attrNameLst>
                                      </p:cBhvr>
                                      <p:to>
                                        <p:strVal val="visible"/>
                                      </p:to>
                                    </p:set>
                                    <p:animEffect transition="in" filter="fade">
                                      <p:cBhvr>
                                        <p:cTn id="219" dur="400"/>
                                        <p:tgtEl>
                                          <p:spTgt spid="108"/>
                                        </p:tgtEl>
                                      </p:cBhvr>
                                    </p:animEffect>
                                  </p:childTnLst>
                                </p:cTn>
                              </p:par>
                              <p:par>
                                <p:cTn id="220" presetID="10" presetClass="entr" presetSubtype="0" fill="hold" nodeType="withEffect">
                                  <p:stCondLst>
                                    <p:cond delay="0"/>
                                  </p:stCondLst>
                                  <p:childTnLst>
                                    <p:set>
                                      <p:cBhvr>
                                        <p:cTn id="221" dur="1" fill="hold">
                                          <p:stCondLst>
                                            <p:cond delay="0"/>
                                          </p:stCondLst>
                                        </p:cTn>
                                        <p:tgtEl>
                                          <p:spTgt spid="109"/>
                                        </p:tgtEl>
                                        <p:attrNameLst>
                                          <p:attrName>style.visibility</p:attrName>
                                        </p:attrNameLst>
                                      </p:cBhvr>
                                      <p:to>
                                        <p:strVal val="visible"/>
                                      </p:to>
                                    </p:set>
                                    <p:animEffect transition="in" filter="fade">
                                      <p:cBhvr>
                                        <p:cTn id="222" dur="400"/>
                                        <p:tgtEl>
                                          <p:spTgt spid="109"/>
                                        </p:tgtEl>
                                      </p:cBhvr>
                                    </p:animEffect>
                                  </p:childTnLst>
                                </p:cTn>
                              </p:par>
                              <p:par>
                                <p:cTn id="223" presetID="10" presetClass="entr" presetSubtype="0" fill="hold" nodeType="withEffect">
                                  <p:stCondLst>
                                    <p:cond delay="0"/>
                                  </p:stCondLst>
                                  <p:childTnLst>
                                    <p:set>
                                      <p:cBhvr>
                                        <p:cTn id="224" dur="1" fill="hold">
                                          <p:stCondLst>
                                            <p:cond delay="0"/>
                                          </p:stCondLst>
                                        </p:cTn>
                                        <p:tgtEl>
                                          <p:spTgt spid="110"/>
                                        </p:tgtEl>
                                        <p:attrNameLst>
                                          <p:attrName>style.visibility</p:attrName>
                                        </p:attrNameLst>
                                      </p:cBhvr>
                                      <p:to>
                                        <p:strVal val="visible"/>
                                      </p:to>
                                    </p:set>
                                    <p:animEffect transition="in" filter="fade">
                                      <p:cBhvr>
                                        <p:cTn id="225" dur="400"/>
                                        <p:tgtEl>
                                          <p:spTgt spid="110"/>
                                        </p:tgtEl>
                                      </p:cBhvr>
                                    </p:animEffect>
                                  </p:childTnLst>
                                </p:cTn>
                              </p:par>
                              <p:par>
                                <p:cTn id="226" presetID="10" presetClass="entr" presetSubtype="0" fill="hold" nodeType="withEffect">
                                  <p:stCondLst>
                                    <p:cond delay="0"/>
                                  </p:stCondLst>
                                  <p:childTnLst>
                                    <p:set>
                                      <p:cBhvr>
                                        <p:cTn id="227" dur="1" fill="hold">
                                          <p:stCondLst>
                                            <p:cond delay="0"/>
                                          </p:stCondLst>
                                        </p:cTn>
                                        <p:tgtEl>
                                          <p:spTgt spid="111"/>
                                        </p:tgtEl>
                                        <p:attrNameLst>
                                          <p:attrName>style.visibility</p:attrName>
                                        </p:attrNameLst>
                                      </p:cBhvr>
                                      <p:to>
                                        <p:strVal val="visible"/>
                                      </p:to>
                                    </p:set>
                                    <p:animEffect transition="in" filter="fade">
                                      <p:cBhvr>
                                        <p:cTn id="228" dur="400"/>
                                        <p:tgtEl>
                                          <p:spTgt spid="111"/>
                                        </p:tgtEl>
                                      </p:cBhvr>
                                    </p:animEffect>
                                  </p:childTnLst>
                                </p:cTn>
                              </p:par>
                              <p:par>
                                <p:cTn id="229" presetID="10" presetClass="entr" presetSubtype="0" fill="hold" nodeType="withEffect">
                                  <p:stCondLst>
                                    <p:cond delay="0"/>
                                  </p:stCondLst>
                                  <p:childTnLst>
                                    <p:set>
                                      <p:cBhvr>
                                        <p:cTn id="230" dur="1" fill="hold">
                                          <p:stCondLst>
                                            <p:cond delay="0"/>
                                          </p:stCondLst>
                                        </p:cTn>
                                        <p:tgtEl>
                                          <p:spTgt spid="112"/>
                                        </p:tgtEl>
                                        <p:attrNameLst>
                                          <p:attrName>style.visibility</p:attrName>
                                        </p:attrNameLst>
                                      </p:cBhvr>
                                      <p:to>
                                        <p:strVal val="visible"/>
                                      </p:to>
                                    </p:set>
                                    <p:animEffect transition="in" filter="fade">
                                      <p:cBhvr>
                                        <p:cTn id="231" dur="400"/>
                                        <p:tgtEl>
                                          <p:spTgt spid="112"/>
                                        </p:tgtEl>
                                      </p:cBhvr>
                                    </p:animEffect>
                                  </p:childTnLst>
                                </p:cTn>
                              </p:par>
                              <p:par>
                                <p:cTn id="232" presetID="10" presetClass="entr" presetSubtype="0" fill="hold" nodeType="withEffect">
                                  <p:stCondLst>
                                    <p:cond delay="0"/>
                                  </p:stCondLst>
                                  <p:childTnLst>
                                    <p:set>
                                      <p:cBhvr>
                                        <p:cTn id="233" dur="1" fill="hold">
                                          <p:stCondLst>
                                            <p:cond delay="0"/>
                                          </p:stCondLst>
                                        </p:cTn>
                                        <p:tgtEl>
                                          <p:spTgt spid="113"/>
                                        </p:tgtEl>
                                        <p:attrNameLst>
                                          <p:attrName>style.visibility</p:attrName>
                                        </p:attrNameLst>
                                      </p:cBhvr>
                                      <p:to>
                                        <p:strVal val="visible"/>
                                      </p:to>
                                    </p:set>
                                    <p:animEffect transition="in" filter="fade">
                                      <p:cBhvr>
                                        <p:cTn id="234" dur="400"/>
                                        <p:tgtEl>
                                          <p:spTgt spid="113"/>
                                        </p:tgtEl>
                                      </p:cBhvr>
                                    </p:animEffect>
                                  </p:childTnLst>
                                </p:cTn>
                              </p:par>
                              <p:par>
                                <p:cTn id="235" presetID="10" presetClass="entr" presetSubtype="0" fill="hold" nodeType="withEffect">
                                  <p:stCondLst>
                                    <p:cond delay="0"/>
                                  </p:stCondLst>
                                  <p:childTnLst>
                                    <p:set>
                                      <p:cBhvr>
                                        <p:cTn id="236" dur="1" fill="hold">
                                          <p:stCondLst>
                                            <p:cond delay="0"/>
                                          </p:stCondLst>
                                        </p:cTn>
                                        <p:tgtEl>
                                          <p:spTgt spid="134"/>
                                        </p:tgtEl>
                                        <p:attrNameLst>
                                          <p:attrName>style.visibility</p:attrName>
                                        </p:attrNameLst>
                                      </p:cBhvr>
                                      <p:to>
                                        <p:strVal val="visible"/>
                                      </p:to>
                                    </p:set>
                                    <p:animEffect transition="in" filter="fade">
                                      <p:cBhvr>
                                        <p:cTn id="237" dur="400"/>
                                        <p:tgtEl>
                                          <p:spTgt spid="134"/>
                                        </p:tgtEl>
                                      </p:cBhvr>
                                    </p:animEffect>
                                  </p:childTnLst>
                                </p:cTn>
                              </p:par>
                            </p:childTnLst>
                          </p:cTn>
                        </p:par>
                      </p:childTnLst>
                    </p:cTn>
                  </p:par>
                  <p:par>
                    <p:cTn id="238" fill="hold">
                      <p:stCondLst>
                        <p:cond delay="indefinite"/>
                      </p:stCondLst>
                      <p:childTnLst>
                        <p:par>
                          <p:cTn id="239" fill="hold">
                            <p:stCondLst>
                              <p:cond delay="0"/>
                            </p:stCondLst>
                            <p:childTnLst>
                              <p:par>
                                <p:cTn id="240" presetID="10" presetClass="entr" presetSubtype="0" fill="hold" nodeType="clickEffect">
                                  <p:stCondLst>
                                    <p:cond delay="0"/>
                                  </p:stCondLst>
                                  <p:childTnLst>
                                    <p:set>
                                      <p:cBhvr>
                                        <p:cTn id="241" dur="1" fill="hold">
                                          <p:stCondLst>
                                            <p:cond delay="0"/>
                                          </p:stCondLst>
                                        </p:cTn>
                                        <p:tgtEl>
                                          <p:spTgt spid="114"/>
                                        </p:tgtEl>
                                        <p:attrNameLst>
                                          <p:attrName>style.visibility</p:attrName>
                                        </p:attrNameLst>
                                      </p:cBhvr>
                                      <p:to>
                                        <p:strVal val="visible"/>
                                      </p:to>
                                    </p:set>
                                    <p:animEffect transition="in" filter="fade">
                                      <p:cBhvr>
                                        <p:cTn id="242" dur="400"/>
                                        <p:tgtEl>
                                          <p:spTgt spid="114"/>
                                        </p:tgtEl>
                                      </p:cBhvr>
                                    </p:animEffect>
                                  </p:childTnLst>
                                </p:cTn>
                              </p:par>
                              <p:par>
                                <p:cTn id="243" presetID="10" presetClass="entr" presetSubtype="0" fill="hold" nodeType="withEffect">
                                  <p:stCondLst>
                                    <p:cond delay="0"/>
                                  </p:stCondLst>
                                  <p:childTnLst>
                                    <p:set>
                                      <p:cBhvr>
                                        <p:cTn id="244" dur="1" fill="hold">
                                          <p:stCondLst>
                                            <p:cond delay="0"/>
                                          </p:stCondLst>
                                        </p:cTn>
                                        <p:tgtEl>
                                          <p:spTgt spid="115"/>
                                        </p:tgtEl>
                                        <p:attrNameLst>
                                          <p:attrName>style.visibility</p:attrName>
                                        </p:attrNameLst>
                                      </p:cBhvr>
                                      <p:to>
                                        <p:strVal val="visible"/>
                                      </p:to>
                                    </p:set>
                                    <p:animEffect transition="in" filter="fade">
                                      <p:cBhvr>
                                        <p:cTn id="245" dur="400"/>
                                        <p:tgtEl>
                                          <p:spTgt spid="115"/>
                                        </p:tgtEl>
                                      </p:cBhvr>
                                    </p:animEffect>
                                  </p:childTnLst>
                                </p:cTn>
                              </p:par>
                              <p:par>
                                <p:cTn id="246" presetID="10" presetClass="entr" presetSubtype="0" fill="hold" nodeType="withEffect">
                                  <p:stCondLst>
                                    <p:cond delay="0"/>
                                  </p:stCondLst>
                                  <p:childTnLst>
                                    <p:set>
                                      <p:cBhvr>
                                        <p:cTn id="247" dur="1" fill="hold">
                                          <p:stCondLst>
                                            <p:cond delay="0"/>
                                          </p:stCondLst>
                                        </p:cTn>
                                        <p:tgtEl>
                                          <p:spTgt spid="135"/>
                                        </p:tgtEl>
                                        <p:attrNameLst>
                                          <p:attrName>style.visibility</p:attrName>
                                        </p:attrNameLst>
                                      </p:cBhvr>
                                      <p:to>
                                        <p:strVal val="visible"/>
                                      </p:to>
                                    </p:set>
                                    <p:animEffect transition="in" filter="fade">
                                      <p:cBhvr>
                                        <p:cTn id="248" dur="400"/>
                                        <p:tgtEl>
                                          <p:spTgt spid="135"/>
                                        </p:tgtEl>
                                      </p:cBhvr>
                                    </p:animEffect>
                                  </p:childTnLst>
                                </p:cTn>
                              </p:par>
                              <p:par>
                                <p:cTn id="249" presetID="10" presetClass="entr" presetSubtype="0" fill="hold" nodeType="withEffect">
                                  <p:stCondLst>
                                    <p:cond delay="0"/>
                                  </p:stCondLst>
                                  <p:childTnLst>
                                    <p:set>
                                      <p:cBhvr>
                                        <p:cTn id="250" dur="1" fill="hold">
                                          <p:stCondLst>
                                            <p:cond delay="0"/>
                                          </p:stCondLst>
                                        </p:cTn>
                                        <p:tgtEl>
                                          <p:spTgt spid="116"/>
                                        </p:tgtEl>
                                        <p:attrNameLst>
                                          <p:attrName>style.visibility</p:attrName>
                                        </p:attrNameLst>
                                      </p:cBhvr>
                                      <p:to>
                                        <p:strVal val="visible"/>
                                      </p:to>
                                    </p:set>
                                    <p:animEffect transition="in" filter="fade">
                                      <p:cBhvr>
                                        <p:cTn id="251" dur="400"/>
                                        <p:tgtEl>
                                          <p:spTgt spid="116"/>
                                        </p:tgtEl>
                                      </p:cBhvr>
                                    </p:animEffect>
                                  </p:childTnLst>
                                </p:cTn>
                              </p:par>
                            </p:childTnLst>
                          </p:cTn>
                        </p:par>
                      </p:childTnLst>
                    </p:cTn>
                  </p:par>
                  <p:par>
                    <p:cTn id="252" fill="hold">
                      <p:stCondLst>
                        <p:cond delay="indefinite"/>
                      </p:stCondLst>
                      <p:childTnLst>
                        <p:par>
                          <p:cTn id="253" fill="hold">
                            <p:stCondLst>
                              <p:cond delay="0"/>
                            </p:stCondLst>
                            <p:childTnLst>
                              <p:par>
                                <p:cTn id="254" presetID="10" presetClass="entr" presetSubtype="0" fill="hold" nodeType="clickEffect">
                                  <p:stCondLst>
                                    <p:cond delay="0"/>
                                  </p:stCondLst>
                                  <p:childTnLst>
                                    <p:set>
                                      <p:cBhvr>
                                        <p:cTn id="255" dur="1" fill="hold">
                                          <p:stCondLst>
                                            <p:cond delay="0"/>
                                          </p:stCondLst>
                                        </p:cTn>
                                        <p:tgtEl>
                                          <p:spTgt spid="136"/>
                                        </p:tgtEl>
                                        <p:attrNameLst>
                                          <p:attrName>style.visibility</p:attrName>
                                        </p:attrNameLst>
                                      </p:cBhvr>
                                      <p:to>
                                        <p:strVal val="visible"/>
                                      </p:to>
                                    </p:set>
                                    <p:animEffect transition="in" filter="fade">
                                      <p:cBhvr>
                                        <p:cTn id="256" dur="4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Lst>
  </p:timing>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12E54D23-0416-43D6-A8C5-24B97C71ABB6}"/>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A1004446-BDD9-4854-A40D-03D47289E4EB}"/>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8E9C9E9-D50C-41A7-BB37-8EB36139F6C5}"/>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E5CB21CF-C5E7-44A1-97CF-3AD24E4DB85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42A33794-6974-4ED5-907A-E05956C0E8C0}"/>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92CE3CBC-C4FF-4C40-9110-3CA1B9CBAB22}"/>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B99F2164-3320-48FD-9E3F-6E0C71E7A106}"/>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C84B7FCC-02CC-4A33-993D-50CA094ADBF8}"/>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0BABEEA6-A626-42BD-B10B-E4B980AE1715}"/>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7354F217-39E7-42B3-98F2-83A22CC6504A}"/>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AF24AC8E-77AE-475E-AA84-90441A2EAAE6}"/>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25BBE29B-9373-4915-819F-F09652E78D6A}"/>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3C18C267-32ED-4B83-AA66-11DE730178C0}"/>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A66FBBC8-7A18-4FB0-B854-E1075E9F4A82}"/>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0E9FBAD9-474C-4049-8A58-24048831E721}"/>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020EE52-AF1A-4C03-A034-1E41F5F95F88}"/>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F55174C8-BB33-45D8-BF7F-C38F0D9E3F0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CE8C54E3-D0F0-472D-B67A-C419606F55EE}"/>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21" name="question">
            <a:extLst xmlns:a="http://schemas.openxmlformats.org/drawingml/2006/main">
              <a:ext uri="{FF2B5EF4-FFF2-40B4-BE49-F238E27FC236}">
                <a16:creationId xmlns:a16="http://schemas.microsoft.com/office/drawing/2014/main" id="{F03A1743-8DA4-480B-B284-10DD58CE6D69}"/>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Estimate the band containing significant components</a:t>
            </a:r>
          </a:p>
        </p:txBody>
      </p:sp>
      <p:sp>
        <p:nvSpPr>
          <p:cNvPr id="22" name="carson-axis--1-axis-shaft">
            <a:extLst xmlns:a="http://schemas.openxmlformats.org/drawingml/2006/main">
              <a:ext uri="{FF2B5EF4-FFF2-40B4-BE49-F238E27FC236}">
                <a16:creationId xmlns:a16="http://schemas.microsoft.com/office/drawing/2014/main" id="{9CF0206C-D1EE-403F-9156-562F9DCDD410}"/>
              </a:ext>
            </a:extLst>
          </p:cNvPr>
          <p:cNvSpPr>
            <a:spLocks xmlns:a="http://schemas.openxmlformats.org/drawingml/2006/main" noGrp="1"/>
          </p:cNvSpPr>
          <p:nvPr/>
        </p:nvSpPr>
        <p:spPr>
          <a:xfrm xmlns:a="http://schemas.openxmlformats.org/drawingml/2006/main">
            <a:off x="952500" y="4438650"/>
            <a:ext cx="44196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3" name="carson-axis--1-axis-head">
            <a:extLst xmlns:a="http://schemas.openxmlformats.org/drawingml/2006/main">
              <a:ext uri="{FF2B5EF4-FFF2-40B4-BE49-F238E27FC236}">
                <a16:creationId xmlns:a16="http://schemas.microsoft.com/office/drawing/2014/main" id="{90E3A355-4F88-4634-91AB-0542C0CD92D5}"/>
              </a:ext>
            </a:extLst>
          </p:cNvPr>
          <p:cNvSpPr>
            <a:spLocks xmlns:a="http://schemas.openxmlformats.org/drawingml/2006/main" noGrp="1"/>
          </p:cNvSpPr>
          <p:nvPr/>
        </p:nvSpPr>
        <p:spPr>
          <a:xfrm xmlns:a="http://schemas.openxmlformats.org/drawingml/2006/main" rot="5400000">
            <a:off x="5353050" y="43957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4" name="carson-axis--1-tick-0">
            <a:extLst xmlns:a="http://schemas.openxmlformats.org/drawingml/2006/main">
              <a:ext uri="{FF2B5EF4-FFF2-40B4-BE49-F238E27FC236}">
                <a16:creationId xmlns:a16="http://schemas.microsoft.com/office/drawing/2014/main" id="{F87BD669-561A-4DA9-B3E6-9C740E24FC3D}"/>
              </a:ext>
            </a:extLst>
          </p:cNvPr>
          <p:cNvSpPr>
            <a:spLocks xmlns:a="http://schemas.openxmlformats.org/drawingml/2006/main" noGrp="1"/>
          </p:cNvSpPr>
          <p:nvPr/>
        </p:nvSpPr>
        <p:spPr>
          <a:xfrm xmlns:a="http://schemas.openxmlformats.org/drawingml/2006/main">
            <a:off x="3205163" y="44386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carson-line--1--7">
            <a:extLst xmlns:a="http://schemas.openxmlformats.org/drawingml/2006/main">
              <a:ext uri="{FF2B5EF4-FFF2-40B4-BE49-F238E27FC236}">
                <a16:creationId xmlns:a16="http://schemas.microsoft.com/office/drawing/2014/main" id="{18DA11D8-2D8B-4022-BF6C-6E7C32E4D13A}"/>
              </a:ext>
            </a:extLst>
          </p:cNvPr>
          <p:cNvSpPr>
            <a:spLocks xmlns:a="http://schemas.openxmlformats.org/drawingml/2006/main" noGrp="1"/>
          </p:cNvSpPr>
          <p:nvPr/>
        </p:nvSpPr>
        <p:spPr>
          <a:xfrm xmlns:a="http://schemas.openxmlformats.org/drawingml/2006/main">
            <a:off x="5226783" y="4347136"/>
            <a:ext cx="95" cy="91514"/>
          </a:xfrm>
          <a:custGeom xmlns:a="http://schemas.openxmlformats.org/drawingml/2006/main">
            <a:pathLst>
              <a:path w="95" h="91514">
                <a:moveTo>
                  <a:pt x="0" y="91514"/>
                </a:moveTo>
                <a:lnTo>
                  <a:pt x="0" y="0"/>
                </a:lnTo>
              </a:path>
            </a:pathLst>
          </a:custGeom>
          <a:noFill xmlns:a="http://schemas.openxmlformats.org/drawingml/2006/main"/>
          <a:ln xmlns:a="http://schemas.openxmlformats.org/drawingml/2006/main" w="19050">
            <a:solidFill>
              <a:srgbClr val="202020"/>
            </a:solidFill>
          </a:ln>
        </p:spPr>
      </p:sp>
      <p:sp>
        <p:nvSpPr>
          <p:cNvPr id="26" name="carson-line--1--6">
            <a:extLst xmlns:a="http://schemas.openxmlformats.org/drawingml/2006/main">
              <a:ext uri="{FF2B5EF4-FFF2-40B4-BE49-F238E27FC236}">
                <a16:creationId xmlns:a16="http://schemas.microsoft.com/office/drawing/2014/main" id="{E36A6A32-783C-4EC2-A8B9-D1610A40AF41}"/>
              </a:ext>
            </a:extLst>
          </p:cNvPr>
          <p:cNvSpPr>
            <a:spLocks xmlns:a="http://schemas.openxmlformats.org/drawingml/2006/main" noGrp="1"/>
          </p:cNvSpPr>
          <p:nvPr/>
        </p:nvSpPr>
        <p:spPr>
          <a:xfrm xmlns:a="http://schemas.openxmlformats.org/drawingml/2006/main">
            <a:off x="4937980" y="4213967"/>
            <a:ext cx="95" cy="224683"/>
          </a:xfrm>
          <a:custGeom xmlns:a="http://schemas.openxmlformats.org/drawingml/2006/main">
            <a:pathLst>
              <a:path w="95" h="224683">
                <a:moveTo>
                  <a:pt x="0" y="224683"/>
                </a:moveTo>
                <a:lnTo>
                  <a:pt x="0" y="0"/>
                </a:lnTo>
              </a:path>
            </a:pathLst>
          </a:custGeom>
          <a:noFill xmlns:a="http://schemas.openxmlformats.org/drawingml/2006/main"/>
          <a:ln xmlns:a="http://schemas.openxmlformats.org/drawingml/2006/main" w="19050">
            <a:solidFill>
              <a:srgbClr val="202020"/>
            </a:solidFill>
          </a:ln>
        </p:spPr>
      </p:sp>
      <p:sp>
        <p:nvSpPr>
          <p:cNvPr id="27" name="carson-line--1--5">
            <a:extLst xmlns:a="http://schemas.openxmlformats.org/drawingml/2006/main">
              <a:ext uri="{FF2B5EF4-FFF2-40B4-BE49-F238E27FC236}">
                <a16:creationId xmlns:a16="http://schemas.microsoft.com/office/drawing/2014/main" id="{450CA762-28A8-48CF-87D3-548641C3B3CD}"/>
              </a:ext>
            </a:extLst>
          </p:cNvPr>
          <p:cNvSpPr>
            <a:spLocks xmlns:a="http://schemas.openxmlformats.org/drawingml/2006/main" noGrp="1"/>
          </p:cNvSpPr>
          <p:nvPr/>
        </p:nvSpPr>
        <p:spPr>
          <a:xfrm xmlns:a="http://schemas.openxmlformats.org/drawingml/2006/main">
            <a:off x="4649177" y="3990925"/>
            <a:ext cx="95" cy="447725"/>
          </a:xfrm>
          <a:custGeom xmlns:a="http://schemas.openxmlformats.org/drawingml/2006/main">
            <a:pathLst>
              <a:path w="95" h="447725">
                <a:moveTo>
                  <a:pt x="0" y="447725"/>
                </a:moveTo>
                <a:lnTo>
                  <a:pt x="0" y="0"/>
                </a:lnTo>
              </a:path>
            </a:pathLst>
          </a:custGeom>
          <a:noFill xmlns:a="http://schemas.openxmlformats.org/drawingml/2006/main"/>
          <a:ln xmlns:a="http://schemas.openxmlformats.org/drawingml/2006/main" w="19050">
            <a:solidFill>
              <a:srgbClr val="202020"/>
            </a:solidFill>
          </a:ln>
        </p:spPr>
      </p:sp>
      <p:sp>
        <p:nvSpPr>
          <p:cNvPr id="28" name="carson-line--1--4">
            <a:extLst xmlns:a="http://schemas.openxmlformats.org/drawingml/2006/main">
              <a:ext uri="{FF2B5EF4-FFF2-40B4-BE49-F238E27FC236}">
                <a16:creationId xmlns:a16="http://schemas.microsoft.com/office/drawing/2014/main" id="{54AEA143-ED92-4849-87CD-148F7E5A741D}"/>
              </a:ext>
            </a:extLst>
          </p:cNvPr>
          <p:cNvSpPr>
            <a:spLocks xmlns:a="http://schemas.openxmlformats.org/drawingml/2006/main" noGrp="1"/>
          </p:cNvSpPr>
          <p:nvPr/>
        </p:nvSpPr>
        <p:spPr>
          <a:xfrm xmlns:a="http://schemas.openxmlformats.org/drawingml/2006/main">
            <a:off x="4360374" y="3767882"/>
            <a:ext cx="95" cy="670768"/>
          </a:xfrm>
          <a:custGeom xmlns:a="http://schemas.openxmlformats.org/drawingml/2006/main">
            <a:pathLst>
              <a:path w="95" h="670768">
                <a:moveTo>
                  <a:pt x="0" y="670768"/>
                </a:moveTo>
                <a:lnTo>
                  <a:pt x="0" y="0"/>
                </a:lnTo>
              </a:path>
            </a:pathLst>
          </a:custGeom>
          <a:noFill xmlns:a="http://schemas.openxmlformats.org/drawingml/2006/main"/>
          <a:ln xmlns:a="http://schemas.openxmlformats.org/drawingml/2006/main" w="19050">
            <a:solidFill>
              <a:srgbClr val="202020"/>
            </a:solidFill>
          </a:ln>
        </p:spPr>
      </p:sp>
      <p:sp>
        <p:nvSpPr>
          <p:cNvPr id="29" name="carson-line--1--3">
            <a:extLst xmlns:a="http://schemas.openxmlformats.org/drawingml/2006/main">
              <a:ext uri="{FF2B5EF4-FFF2-40B4-BE49-F238E27FC236}">
                <a16:creationId xmlns:a16="http://schemas.microsoft.com/office/drawing/2014/main" id="{9E6FFAB8-5D96-4878-BB21-2C769E2B66B7}"/>
              </a:ext>
            </a:extLst>
          </p:cNvPr>
          <p:cNvSpPr>
            <a:spLocks xmlns:a="http://schemas.openxmlformats.org/drawingml/2006/main" noGrp="1"/>
          </p:cNvSpPr>
          <p:nvPr/>
        </p:nvSpPr>
        <p:spPr>
          <a:xfrm xmlns:a="http://schemas.openxmlformats.org/drawingml/2006/main">
            <a:off x="4071571" y="3813147"/>
            <a:ext cx="95" cy="625503"/>
          </a:xfrm>
          <a:custGeom xmlns:a="http://schemas.openxmlformats.org/drawingml/2006/main">
            <a:pathLst>
              <a:path w="95" h="625503">
                <a:moveTo>
                  <a:pt x="0" y="625503"/>
                </a:moveTo>
                <a:lnTo>
                  <a:pt x="0" y="0"/>
                </a:lnTo>
              </a:path>
            </a:pathLst>
          </a:custGeom>
          <a:noFill xmlns:a="http://schemas.openxmlformats.org/drawingml/2006/main"/>
          <a:ln xmlns:a="http://schemas.openxmlformats.org/drawingml/2006/main" w="19050">
            <a:solidFill>
              <a:srgbClr val="202020"/>
            </a:solidFill>
          </a:ln>
        </p:spPr>
      </p:sp>
      <p:sp>
        <p:nvSpPr>
          <p:cNvPr id="30" name="carson-line--1--2">
            <a:extLst xmlns:a="http://schemas.openxmlformats.org/drawingml/2006/main">
              <a:ext uri="{FF2B5EF4-FFF2-40B4-BE49-F238E27FC236}">
                <a16:creationId xmlns:a16="http://schemas.microsoft.com/office/drawing/2014/main" id="{B0309BCD-B673-4A94-9F7C-7A99729D76D3}"/>
              </a:ext>
            </a:extLst>
          </p:cNvPr>
          <p:cNvSpPr>
            <a:spLocks xmlns:a="http://schemas.openxmlformats.org/drawingml/2006/main" noGrp="1"/>
          </p:cNvSpPr>
          <p:nvPr/>
        </p:nvSpPr>
        <p:spPr>
          <a:xfrm xmlns:a="http://schemas.openxmlformats.org/drawingml/2006/main">
            <a:off x="3782768" y="4358814"/>
            <a:ext cx="95" cy="79836"/>
          </a:xfrm>
          <a:custGeom xmlns:a="http://schemas.openxmlformats.org/drawingml/2006/main">
            <a:pathLst>
              <a:path w="95" h="79836">
                <a:moveTo>
                  <a:pt x="0" y="79836"/>
                </a:moveTo>
                <a:lnTo>
                  <a:pt x="0" y="0"/>
                </a:lnTo>
              </a:path>
            </a:pathLst>
          </a:custGeom>
          <a:noFill xmlns:a="http://schemas.openxmlformats.org/drawingml/2006/main"/>
          <a:ln xmlns:a="http://schemas.openxmlformats.org/drawingml/2006/main" w="19050">
            <a:solidFill>
              <a:srgbClr val="202020"/>
            </a:solidFill>
          </a:ln>
        </p:spPr>
      </p:sp>
      <p:sp>
        <p:nvSpPr>
          <p:cNvPr id="31" name="carson-line--1--1">
            <a:extLst xmlns:a="http://schemas.openxmlformats.org/drawingml/2006/main">
              <a:ext uri="{FF2B5EF4-FFF2-40B4-BE49-F238E27FC236}">
                <a16:creationId xmlns:a16="http://schemas.microsoft.com/office/drawing/2014/main" id="{1AFEAB4C-5B0D-4152-9DAF-D97075E68841}"/>
              </a:ext>
            </a:extLst>
          </p:cNvPr>
          <p:cNvSpPr>
            <a:spLocks xmlns:a="http://schemas.openxmlformats.org/drawingml/2006/main" noGrp="1"/>
          </p:cNvSpPr>
          <p:nvPr/>
        </p:nvSpPr>
        <p:spPr>
          <a:xfrm xmlns:a="http://schemas.openxmlformats.org/drawingml/2006/main">
            <a:off x="3493965" y="3877016"/>
            <a:ext cx="95" cy="561634"/>
          </a:xfrm>
          <a:custGeom xmlns:a="http://schemas.openxmlformats.org/drawingml/2006/main">
            <a:pathLst>
              <a:path w="95" h="561634">
                <a:moveTo>
                  <a:pt x="0" y="561634"/>
                </a:moveTo>
                <a:lnTo>
                  <a:pt x="0" y="0"/>
                </a:lnTo>
              </a:path>
            </a:pathLst>
          </a:custGeom>
          <a:noFill xmlns:a="http://schemas.openxmlformats.org/drawingml/2006/main"/>
          <a:ln xmlns:a="http://schemas.openxmlformats.org/drawingml/2006/main" w="19050">
            <a:solidFill>
              <a:srgbClr val="202020"/>
            </a:solidFill>
          </a:ln>
        </p:spPr>
      </p:sp>
      <p:sp>
        <p:nvSpPr>
          <p:cNvPr id="32" name="carson-line--1-0">
            <a:extLst xmlns:a="http://schemas.openxmlformats.org/drawingml/2006/main">
              <a:ext uri="{FF2B5EF4-FFF2-40B4-BE49-F238E27FC236}">
                <a16:creationId xmlns:a16="http://schemas.microsoft.com/office/drawing/2014/main" id="{F887FEE6-3BE6-4A72-A8D6-698EF3582F50}"/>
              </a:ext>
            </a:extLst>
          </p:cNvPr>
          <p:cNvSpPr>
            <a:spLocks xmlns:a="http://schemas.openxmlformats.org/drawingml/2006/main" noGrp="1"/>
          </p:cNvSpPr>
          <p:nvPr/>
        </p:nvSpPr>
        <p:spPr>
          <a:xfrm xmlns:a="http://schemas.openxmlformats.org/drawingml/2006/main">
            <a:off x="3205163" y="4134160"/>
            <a:ext cx="95" cy="304490"/>
          </a:xfrm>
          <a:custGeom xmlns:a="http://schemas.openxmlformats.org/drawingml/2006/main">
            <a:pathLst>
              <a:path w="95" h="304490">
                <a:moveTo>
                  <a:pt x="0" y="304490"/>
                </a:moveTo>
                <a:lnTo>
                  <a:pt x="0" y="0"/>
                </a:lnTo>
              </a:path>
            </a:pathLst>
          </a:custGeom>
          <a:noFill xmlns:a="http://schemas.openxmlformats.org/drawingml/2006/main"/>
          <a:ln xmlns:a="http://schemas.openxmlformats.org/drawingml/2006/main" w="19050">
            <a:solidFill>
              <a:srgbClr val="202020"/>
            </a:solidFill>
          </a:ln>
        </p:spPr>
      </p:sp>
      <p:sp>
        <p:nvSpPr>
          <p:cNvPr id="33" name="carson-line--1-1">
            <a:extLst xmlns:a="http://schemas.openxmlformats.org/drawingml/2006/main">
              <a:ext uri="{FF2B5EF4-FFF2-40B4-BE49-F238E27FC236}">
                <a16:creationId xmlns:a16="http://schemas.microsoft.com/office/drawing/2014/main" id="{739A790F-A57B-4BD0-8F76-0C1E570B5479}"/>
              </a:ext>
            </a:extLst>
          </p:cNvPr>
          <p:cNvSpPr>
            <a:spLocks xmlns:a="http://schemas.openxmlformats.org/drawingml/2006/main" noGrp="1"/>
          </p:cNvSpPr>
          <p:nvPr/>
        </p:nvSpPr>
        <p:spPr>
          <a:xfrm xmlns:a="http://schemas.openxmlformats.org/drawingml/2006/main">
            <a:off x="2916360" y="3877016"/>
            <a:ext cx="95" cy="561634"/>
          </a:xfrm>
          <a:custGeom xmlns:a="http://schemas.openxmlformats.org/drawingml/2006/main">
            <a:pathLst>
              <a:path w="95" h="561634">
                <a:moveTo>
                  <a:pt x="0" y="561634"/>
                </a:moveTo>
                <a:lnTo>
                  <a:pt x="0" y="0"/>
                </a:lnTo>
              </a:path>
            </a:pathLst>
          </a:custGeom>
          <a:noFill xmlns:a="http://schemas.openxmlformats.org/drawingml/2006/main"/>
          <a:ln xmlns:a="http://schemas.openxmlformats.org/drawingml/2006/main" w="19050">
            <a:solidFill>
              <a:srgbClr val="202020"/>
            </a:solidFill>
          </a:ln>
        </p:spPr>
      </p:sp>
      <p:sp>
        <p:nvSpPr>
          <p:cNvPr id="34" name="carson-line--1-2">
            <a:extLst xmlns:a="http://schemas.openxmlformats.org/drawingml/2006/main">
              <a:ext uri="{FF2B5EF4-FFF2-40B4-BE49-F238E27FC236}">
                <a16:creationId xmlns:a16="http://schemas.microsoft.com/office/drawing/2014/main" id="{625F6666-303E-4CBC-8CEB-1E0D2FD4D858}"/>
              </a:ext>
            </a:extLst>
          </p:cNvPr>
          <p:cNvSpPr>
            <a:spLocks xmlns:a="http://schemas.openxmlformats.org/drawingml/2006/main" noGrp="1"/>
          </p:cNvSpPr>
          <p:nvPr/>
        </p:nvSpPr>
        <p:spPr>
          <a:xfrm xmlns:a="http://schemas.openxmlformats.org/drawingml/2006/main">
            <a:off x="2627557" y="4358814"/>
            <a:ext cx="95" cy="79836"/>
          </a:xfrm>
          <a:custGeom xmlns:a="http://schemas.openxmlformats.org/drawingml/2006/main">
            <a:pathLst>
              <a:path w="95" h="79836">
                <a:moveTo>
                  <a:pt x="0" y="79836"/>
                </a:moveTo>
                <a:lnTo>
                  <a:pt x="0" y="0"/>
                </a:lnTo>
              </a:path>
            </a:pathLst>
          </a:custGeom>
          <a:noFill xmlns:a="http://schemas.openxmlformats.org/drawingml/2006/main"/>
          <a:ln xmlns:a="http://schemas.openxmlformats.org/drawingml/2006/main" w="19050">
            <a:solidFill>
              <a:srgbClr val="202020"/>
            </a:solidFill>
          </a:ln>
        </p:spPr>
      </p:sp>
      <p:sp>
        <p:nvSpPr>
          <p:cNvPr id="35" name="carson-line--1-3">
            <a:extLst xmlns:a="http://schemas.openxmlformats.org/drawingml/2006/main">
              <a:ext uri="{FF2B5EF4-FFF2-40B4-BE49-F238E27FC236}">
                <a16:creationId xmlns:a16="http://schemas.microsoft.com/office/drawing/2014/main" id="{ED086B5A-D2BD-4BC5-A5B0-F4722A54DFD6}"/>
              </a:ext>
            </a:extLst>
          </p:cNvPr>
          <p:cNvSpPr>
            <a:spLocks xmlns:a="http://schemas.openxmlformats.org/drawingml/2006/main" noGrp="1"/>
          </p:cNvSpPr>
          <p:nvPr/>
        </p:nvSpPr>
        <p:spPr>
          <a:xfrm xmlns:a="http://schemas.openxmlformats.org/drawingml/2006/main">
            <a:off x="2338754" y="3813147"/>
            <a:ext cx="95" cy="625503"/>
          </a:xfrm>
          <a:custGeom xmlns:a="http://schemas.openxmlformats.org/drawingml/2006/main">
            <a:pathLst>
              <a:path w="95" h="625503">
                <a:moveTo>
                  <a:pt x="0" y="625503"/>
                </a:moveTo>
                <a:lnTo>
                  <a:pt x="0" y="0"/>
                </a:lnTo>
              </a:path>
            </a:pathLst>
          </a:custGeom>
          <a:noFill xmlns:a="http://schemas.openxmlformats.org/drawingml/2006/main"/>
          <a:ln xmlns:a="http://schemas.openxmlformats.org/drawingml/2006/main" w="19050">
            <a:solidFill>
              <a:srgbClr val="202020"/>
            </a:solidFill>
          </a:ln>
        </p:spPr>
      </p:sp>
      <p:sp>
        <p:nvSpPr>
          <p:cNvPr id="36" name="carson-line--1-4">
            <a:extLst xmlns:a="http://schemas.openxmlformats.org/drawingml/2006/main">
              <a:ext uri="{FF2B5EF4-FFF2-40B4-BE49-F238E27FC236}">
                <a16:creationId xmlns:a16="http://schemas.microsoft.com/office/drawing/2014/main" id="{787E297B-F722-4790-8254-7740E288EEF8}"/>
              </a:ext>
            </a:extLst>
          </p:cNvPr>
          <p:cNvSpPr>
            <a:spLocks xmlns:a="http://schemas.openxmlformats.org/drawingml/2006/main" noGrp="1"/>
          </p:cNvSpPr>
          <p:nvPr/>
        </p:nvSpPr>
        <p:spPr>
          <a:xfrm xmlns:a="http://schemas.openxmlformats.org/drawingml/2006/main">
            <a:off x="2049951" y="3767882"/>
            <a:ext cx="95" cy="670768"/>
          </a:xfrm>
          <a:custGeom xmlns:a="http://schemas.openxmlformats.org/drawingml/2006/main">
            <a:pathLst>
              <a:path w="95" h="670768">
                <a:moveTo>
                  <a:pt x="0" y="670768"/>
                </a:moveTo>
                <a:lnTo>
                  <a:pt x="0" y="0"/>
                </a:lnTo>
              </a:path>
            </a:pathLst>
          </a:custGeom>
          <a:noFill xmlns:a="http://schemas.openxmlformats.org/drawingml/2006/main"/>
          <a:ln xmlns:a="http://schemas.openxmlformats.org/drawingml/2006/main" w="19050">
            <a:solidFill>
              <a:srgbClr val="202020"/>
            </a:solidFill>
          </a:ln>
        </p:spPr>
      </p:sp>
      <p:sp>
        <p:nvSpPr>
          <p:cNvPr id="37" name="carson-line--1-5">
            <a:extLst xmlns:a="http://schemas.openxmlformats.org/drawingml/2006/main">
              <a:ext uri="{FF2B5EF4-FFF2-40B4-BE49-F238E27FC236}">
                <a16:creationId xmlns:a16="http://schemas.microsoft.com/office/drawing/2014/main" id="{B8946FED-96A2-472E-8792-DBC12D68F6AC}"/>
              </a:ext>
            </a:extLst>
          </p:cNvPr>
          <p:cNvSpPr>
            <a:spLocks xmlns:a="http://schemas.openxmlformats.org/drawingml/2006/main" noGrp="1"/>
          </p:cNvSpPr>
          <p:nvPr/>
        </p:nvSpPr>
        <p:spPr>
          <a:xfrm xmlns:a="http://schemas.openxmlformats.org/drawingml/2006/main">
            <a:off x="1761148" y="3990925"/>
            <a:ext cx="95" cy="447725"/>
          </a:xfrm>
          <a:custGeom xmlns:a="http://schemas.openxmlformats.org/drawingml/2006/main">
            <a:pathLst>
              <a:path w="95" h="447725">
                <a:moveTo>
                  <a:pt x="0" y="447725"/>
                </a:moveTo>
                <a:lnTo>
                  <a:pt x="0" y="0"/>
                </a:lnTo>
              </a:path>
            </a:pathLst>
          </a:custGeom>
          <a:noFill xmlns:a="http://schemas.openxmlformats.org/drawingml/2006/main"/>
          <a:ln xmlns:a="http://schemas.openxmlformats.org/drawingml/2006/main" w="19050">
            <a:solidFill>
              <a:srgbClr val="202020"/>
            </a:solidFill>
          </a:ln>
        </p:spPr>
      </p:sp>
      <p:sp>
        <p:nvSpPr>
          <p:cNvPr id="38" name="carson-line--1-6">
            <a:extLst xmlns:a="http://schemas.openxmlformats.org/drawingml/2006/main">
              <a:ext uri="{FF2B5EF4-FFF2-40B4-BE49-F238E27FC236}">
                <a16:creationId xmlns:a16="http://schemas.microsoft.com/office/drawing/2014/main" id="{4112C3B7-12B5-4E78-A9BF-DDD380EEF8A9}"/>
              </a:ext>
            </a:extLst>
          </p:cNvPr>
          <p:cNvSpPr>
            <a:spLocks xmlns:a="http://schemas.openxmlformats.org/drawingml/2006/main" noGrp="1"/>
          </p:cNvSpPr>
          <p:nvPr/>
        </p:nvSpPr>
        <p:spPr>
          <a:xfrm xmlns:a="http://schemas.openxmlformats.org/drawingml/2006/main">
            <a:off x="1472345" y="4213967"/>
            <a:ext cx="95" cy="224683"/>
          </a:xfrm>
          <a:custGeom xmlns:a="http://schemas.openxmlformats.org/drawingml/2006/main">
            <a:pathLst>
              <a:path w="95" h="224683">
                <a:moveTo>
                  <a:pt x="0" y="224683"/>
                </a:moveTo>
                <a:lnTo>
                  <a:pt x="0" y="0"/>
                </a:lnTo>
              </a:path>
            </a:pathLst>
          </a:custGeom>
          <a:noFill xmlns:a="http://schemas.openxmlformats.org/drawingml/2006/main"/>
          <a:ln xmlns:a="http://schemas.openxmlformats.org/drawingml/2006/main" w="19050">
            <a:solidFill>
              <a:srgbClr val="202020"/>
            </a:solidFill>
          </a:ln>
        </p:spPr>
      </p:sp>
      <p:sp>
        <p:nvSpPr>
          <p:cNvPr id="39" name="carson-line--1-7">
            <a:extLst xmlns:a="http://schemas.openxmlformats.org/drawingml/2006/main">
              <a:ext uri="{FF2B5EF4-FFF2-40B4-BE49-F238E27FC236}">
                <a16:creationId xmlns:a16="http://schemas.microsoft.com/office/drawing/2014/main" id="{4F3DE492-37C7-4CEE-BD7B-EC35D4DF5D64}"/>
              </a:ext>
            </a:extLst>
          </p:cNvPr>
          <p:cNvSpPr>
            <a:spLocks xmlns:a="http://schemas.openxmlformats.org/drawingml/2006/main" noGrp="1"/>
          </p:cNvSpPr>
          <p:nvPr/>
        </p:nvSpPr>
        <p:spPr>
          <a:xfrm xmlns:a="http://schemas.openxmlformats.org/drawingml/2006/main">
            <a:off x="1183542" y="4347136"/>
            <a:ext cx="95" cy="91514"/>
          </a:xfrm>
          <a:custGeom xmlns:a="http://schemas.openxmlformats.org/drawingml/2006/main">
            <a:pathLst>
              <a:path w="95" h="91514">
                <a:moveTo>
                  <a:pt x="0" y="91514"/>
                </a:moveTo>
                <a:lnTo>
                  <a:pt x="0" y="0"/>
                </a:lnTo>
              </a:path>
            </a:pathLst>
          </a:custGeom>
          <a:noFill xmlns:a="http://schemas.openxmlformats.org/drawingml/2006/main"/>
          <a:ln xmlns:a="http://schemas.openxmlformats.org/drawingml/2006/main" w="19050">
            <a:solidFill>
              <a:srgbClr val="202020"/>
            </a:solidFill>
          </a:ln>
        </p:spPr>
      </p:sp>
      <p:sp>
        <p:nvSpPr>
          <p:cNvPr id="40" name="carson-limit--1--6-330">
            <a:extLst xmlns:a="http://schemas.openxmlformats.org/drawingml/2006/main">
              <a:ext uri="{FF2B5EF4-FFF2-40B4-BE49-F238E27FC236}">
                <a16:creationId xmlns:a16="http://schemas.microsoft.com/office/drawing/2014/main" id="{B9455A04-15FC-4E17-85FA-5A4D9D02A95A}"/>
              </a:ext>
            </a:extLst>
          </p:cNvPr>
          <p:cNvSpPr>
            <a:spLocks xmlns:a="http://schemas.openxmlformats.org/drawingml/2006/main" noGrp="1"/>
          </p:cNvSpPr>
          <p:nvPr/>
        </p:nvSpPr>
        <p:spPr>
          <a:xfrm xmlns:a="http://schemas.openxmlformats.org/drawingml/2006/main">
            <a:off x="1472345" y="31432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1" name="carson-limit--1--6-342">
            <a:extLst xmlns:a="http://schemas.openxmlformats.org/drawingml/2006/main">
              <a:ext uri="{FF2B5EF4-FFF2-40B4-BE49-F238E27FC236}">
                <a16:creationId xmlns:a16="http://schemas.microsoft.com/office/drawing/2014/main" id="{9484E3CE-DE54-44DE-81D6-CFE537930DDE}"/>
              </a:ext>
            </a:extLst>
          </p:cNvPr>
          <p:cNvSpPr>
            <a:spLocks xmlns:a="http://schemas.openxmlformats.org/drawingml/2006/main" noGrp="1"/>
          </p:cNvSpPr>
          <p:nvPr/>
        </p:nvSpPr>
        <p:spPr>
          <a:xfrm xmlns:a="http://schemas.openxmlformats.org/drawingml/2006/main">
            <a:off x="1472345" y="32575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2" name="carson-limit--1--6-354">
            <a:extLst xmlns:a="http://schemas.openxmlformats.org/drawingml/2006/main">
              <a:ext uri="{FF2B5EF4-FFF2-40B4-BE49-F238E27FC236}">
                <a16:creationId xmlns:a16="http://schemas.microsoft.com/office/drawing/2014/main" id="{76062B85-960C-421D-9034-12428A3424E6}"/>
              </a:ext>
            </a:extLst>
          </p:cNvPr>
          <p:cNvSpPr>
            <a:spLocks xmlns:a="http://schemas.openxmlformats.org/drawingml/2006/main" noGrp="1"/>
          </p:cNvSpPr>
          <p:nvPr/>
        </p:nvSpPr>
        <p:spPr>
          <a:xfrm xmlns:a="http://schemas.openxmlformats.org/drawingml/2006/main">
            <a:off x="1472345" y="33718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3" name="carson-limit--1--6-366">
            <a:extLst xmlns:a="http://schemas.openxmlformats.org/drawingml/2006/main">
              <a:ext uri="{FF2B5EF4-FFF2-40B4-BE49-F238E27FC236}">
                <a16:creationId xmlns:a16="http://schemas.microsoft.com/office/drawing/2014/main" id="{419F2600-2B87-467F-9BBD-42C4F1F00D44}"/>
              </a:ext>
            </a:extLst>
          </p:cNvPr>
          <p:cNvSpPr>
            <a:spLocks xmlns:a="http://schemas.openxmlformats.org/drawingml/2006/main" noGrp="1"/>
          </p:cNvSpPr>
          <p:nvPr/>
        </p:nvSpPr>
        <p:spPr>
          <a:xfrm xmlns:a="http://schemas.openxmlformats.org/drawingml/2006/main">
            <a:off x="1472345" y="34861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4" name="carson-limit--1--6-378">
            <a:extLst xmlns:a="http://schemas.openxmlformats.org/drawingml/2006/main">
              <a:ext uri="{FF2B5EF4-FFF2-40B4-BE49-F238E27FC236}">
                <a16:creationId xmlns:a16="http://schemas.microsoft.com/office/drawing/2014/main" id="{12EE0CA6-733C-4B2A-A9D5-317E4EE2C8BE}"/>
              </a:ext>
            </a:extLst>
          </p:cNvPr>
          <p:cNvSpPr>
            <a:spLocks xmlns:a="http://schemas.openxmlformats.org/drawingml/2006/main" noGrp="1"/>
          </p:cNvSpPr>
          <p:nvPr/>
        </p:nvSpPr>
        <p:spPr>
          <a:xfrm xmlns:a="http://schemas.openxmlformats.org/drawingml/2006/main">
            <a:off x="1472345" y="36004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5" name="carson-limit--1--6-390">
            <a:extLst xmlns:a="http://schemas.openxmlformats.org/drawingml/2006/main">
              <a:ext uri="{FF2B5EF4-FFF2-40B4-BE49-F238E27FC236}">
                <a16:creationId xmlns:a16="http://schemas.microsoft.com/office/drawing/2014/main" id="{9B0F531D-57FA-44AC-90D5-DAFEB803C8C7}"/>
              </a:ext>
            </a:extLst>
          </p:cNvPr>
          <p:cNvSpPr>
            <a:spLocks xmlns:a="http://schemas.openxmlformats.org/drawingml/2006/main" noGrp="1"/>
          </p:cNvSpPr>
          <p:nvPr/>
        </p:nvSpPr>
        <p:spPr>
          <a:xfrm xmlns:a="http://schemas.openxmlformats.org/drawingml/2006/main">
            <a:off x="1472345" y="37147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6" name="carson-limit--1--6-402">
            <a:extLst xmlns:a="http://schemas.openxmlformats.org/drawingml/2006/main">
              <a:ext uri="{FF2B5EF4-FFF2-40B4-BE49-F238E27FC236}">
                <a16:creationId xmlns:a16="http://schemas.microsoft.com/office/drawing/2014/main" id="{F3F49421-B5C4-48AA-9237-D5783E226F48}"/>
              </a:ext>
            </a:extLst>
          </p:cNvPr>
          <p:cNvSpPr>
            <a:spLocks xmlns:a="http://schemas.openxmlformats.org/drawingml/2006/main" noGrp="1"/>
          </p:cNvSpPr>
          <p:nvPr/>
        </p:nvSpPr>
        <p:spPr>
          <a:xfrm xmlns:a="http://schemas.openxmlformats.org/drawingml/2006/main">
            <a:off x="1472345" y="38290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7" name="carson-limit--1--6-414">
            <a:extLst xmlns:a="http://schemas.openxmlformats.org/drawingml/2006/main">
              <a:ext uri="{FF2B5EF4-FFF2-40B4-BE49-F238E27FC236}">
                <a16:creationId xmlns:a16="http://schemas.microsoft.com/office/drawing/2014/main" id="{6064BC6F-1D0B-4E2E-89B5-D265ED52794B}"/>
              </a:ext>
            </a:extLst>
          </p:cNvPr>
          <p:cNvSpPr>
            <a:spLocks xmlns:a="http://schemas.openxmlformats.org/drawingml/2006/main" noGrp="1"/>
          </p:cNvSpPr>
          <p:nvPr/>
        </p:nvSpPr>
        <p:spPr>
          <a:xfrm xmlns:a="http://schemas.openxmlformats.org/drawingml/2006/main">
            <a:off x="1472345" y="39433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8" name="carson-limit--1--6-426">
            <a:extLst xmlns:a="http://schemas.openxmlformats.org/drawingml/2006/main">
              <a:ext uri="{FF2B5EF4-FFF2-40B4-BE49-F238E27FC236}">
                <a16:creationId xmlns:a16="http://schemas.microsoft.com/office/drawing/2014/main" id="{65F04A2B-5AD7-4D4F-B3B8-69510281222F}"/>
              </a:ext>
            </a:extLst>
          </p:cNvPr>
          <p:cNvSpPr>
            <a:spLocks xmlns:a="http://schemas.openxmlformats.org/drawingml/2006/main" noGrp="1"/>
          </p:cNvSpPr>
          <p:nvPr/>
        </p:nvSpPr>
        <p:spPr>
          <a:xfrm xmlns:a="http://schemas.openxmlformats.org/drawingml/2006/main">
            <a:off x="1472345" y="40576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49" name="carson-limit--1--6-438">
            <a:extLst xmlns:a="http://schemas.openxmlformats.org/drawingml/2006/main">
              <a:ext uri="{FF2B5EF4-FFF2-40B4-BE49-F238E27FC236}">
                <a16:creationId xmlns:a16="http://schemas.microsoft.com/office/drawing/2014/main" id="{02004DE8-4A69-40C5-9803-C583292E0AC1}"/>
              </a:ext>
            </a:extLst>
          </p:cNvPr>
          <p:cNvSpPr>
            <a:spLocks xmlns:a="http://schemas.openxmlformats.org/drawingml/2006/main" noGrp="1"/>
          </p:cNvSpPr>
          <p:nvPr/>
        </p:nvSpPr>
        <p:spPr>
          <a:xfrm xmlns:a="http://schemas.openxmlformats.org/drawingml/2006/main">
            <a:off x="1472345" y="41719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0" name="carson-limit--1--6-450">
            <a:extLst xmlns:a="http://schemas.openxmlformats.org/drawingml/2006/main">
              <a:ext uri="{FF2B5EF4-FFF2-40B4-BE49-F238E27FC236}">
                <a16:creationId xmlns:a16="http://schemas.microsoft.com/office/drawing/2014/main" id="{D4205638-39AE-451D-9C53-64BCBE884FCB}"/>
              </a:ext>
            </a:extLst>
          </p:cNvPr>
          <p:cNvSpPr>
            <a:spLocks xmlns:a="http://schemas.openxmlformats.org/drawingml/2006/main" noGrp="1"/>
          </p:cNvSpPr>
          <p:nvPr/>
        </p:nvSpPr>
        <p:spPr>
          <a:xfrm xmlns:a="http://schemas.openxmlformats.org/drawingml/2006/main">
            <a:off x="1472345" y="42862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1" name="carson-limit--1--6-462">
            <a:extLst xmlns:a="http://schemas.openxmlformats.org/drawingml/2006/main">
              <a:ext uri="{FF2B5EF4-FFF2-40B4-BE49-F238E27FC236}">
                <a16:creationId xmlns:a16="http://schemas.microsoft.com/office/drawing/2014/main" id="{0A80BC09-86E5-42F1-9AD5-FCBB3F6C7161}"/>
              </a:ext>
            </a:extLst>
          </p:cNvPr>
          <p:cNvSpPr>
            <a:spLocks xmlns:a="http://schemas.openxmlformats.org/drawingml/2006/main" noGrp="1"/>
          </p:cNvSpPr>
          <p:nvPr/>
        </p:nvSpPr>
        <p:spPr>
          <a:xfrm xmlns:a="http://schemas.openxmlformats.org/drawingml/2006/main">
            <a:off x="1472345" y="44005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2" name="carson-limit--1-6-330">
            <a:extLst xmlns:a="http://schemas.openxmlformats.org/drawingml/2006/main">
              <a:ext uri="{FF2B5EF4-FFF2-40B4-BE49-F238E27FC236}">
                <a16:creationId xmlns:a16="http://schemas.microsoft.com/office/drawing/2014/main" id="{1AB509BF-CD1F-467A-B3E7-7E6696418185}"/>
              </a:ext>
            </a:extLst>
          </p:cNvPr>
          <p:cNvSpPr>
            <a:spLocks xmlns:a="http://schemas.openxmlformats.org/drawingml/2006/main" noGrp="1"/>
          </p:cNvSpPr>
          <p:nvPr/>
        </p:nvSpPr>
        <p:spPr>
          <a:xfrm xmlns:a="http://schemas.openxmlformats.org/drawingml/2006/main">
            <a:off x="4937980" y="31432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3" name="carson-limit--1-6-342">
            <a:extLst xmlns:a="http://schemas.openxmlformats.org/drawingml/2006/main">
              <a:ext uri="{FF2B5EF4-FFF2-40B4-BE49-F238E27FC236}">
                <a16:creationId xmlns:a16="http://schemas.microsoft.com/office/drawing/2014/main" id="{B3EE8FF1-DFEF-403B-9071-F588B6BE8F1B}"/>
              </a:ext>
            </a:extLst>
          </p:cNvPr>
          <p:cNvSpPr>
            <a:spLocks xmlns:a="http://schemas.openxmlformats.org/drawingml/2006/main" noGrp="1"/>
          </p:cNvSpPr>
          <p:nvPr/>
        </p:nvSpPr>
        <p:spPr>
          <a:xfrm xmlns:a="http://schemas.openxmlformats.org/drawingml/2006/main">
            <a:off x="4937980" y="32575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4" name="carson-limit--1-6-354">
            <a:extLst xmlns:a="http://schemas.openxmlformats.org/drawingml/2006/main">
              <a:ext uri="{FF2B5EF4-FFF2-40B4-BE49-F238E27FC236}">
                <a16:creationId xmlns:a16="http://schemas.microsoft.com/office/drawing/2014/main" id="{309F83FA-988B-4774-B8EF-B290EC75570B}"/>
              </a:ext>
            </a:extLst>
          </p:cNvPr>
          <p:cNvSpPr>
            <a:spLocks xmlns:a="http://schemas.openxmlformats.org/drawingml/2006/main" noGrp="1"/>
          </p:cNvSpPr>
          <p:nvPr/>
        </p:nvSpPr>
        <p:spPr>
          <a:xfrm xmlns:a="http://schemas.openxmlformats.org/drawingml/2006/main">
            <a:off x="4937980" y="33718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5" name="carson-limit--1-6-366">
            <a:extLst xmlns:a="http://schemas.openxmlformats.org/drawingml/2006/main">
              <a:ext uri="{FF2B5EF4-FFF2-40B4-BE49-F238E27FC236}">
                <a16:creationId xmlns:a16="http://schemas.microsoft.com/office/drawing/2014/main" id="{01CE901B-6043-4C67-B732-2CC6A770E708}"/>
              </a:ext>
            </a:extLst>
          </p:cNvPr>
          <p:cNvSpPr>
            <a:spLocks xmlns:a="http://schemas.openxmlformats.org/drawingml/2006/main" noGrp="1"/>
          </p:cNvSpPr>
          <p:nvPr/>
        </p:nvSpPr>
        <p:spPr>
          <a:xfrm xmlns:a="http://schemas.openxmlformats.org/drawingml/2006/main">
            <a:off x="4937980" y="34861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6" name="carson-limit--1-6-378">
            <a:extLst xmlns:a="http://schemas.openxmlformats.org/drawingml/2006/main">
              <a:ext uri="{FF2B5EF4-FFF2-40B4-BE49-F238E27FC236}">
                <a16:creationId xmlns:a16="http://schemas.microsoft.com/office/drawing/2014/main" id="{F4E362B9-7D43-4238-94C0-FA9A05748E9F}"/>
              </a:ext>
            </a:extLst>
          </p:cNvPr>
          <p:cNvSpPr>
            <a:spLocks xmlns:a="http://schemas.openxmlformats.org/drawingml/2006/main" noGrp="1"/>
          </p:cNvSpPr>
          <p:nvPr/>
        </p:nvSpPr>
        <p:spPr>
          <a:xfrm xmlns:a="http://schemas.openxmlformats.org/drawingml/2006/main">
            <a:off x="4937980" y="36004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7" name="carson-limit--1-6-390">
            <a:extLst xmlns:a="http://schemas.openxmlformats.org/drawingml/2006/main">
              <a:ext uri="{FF2B5EF4-FFF2-40B4-BE49-F238E27FC236}">
                <a16:creationId xmlns:a16="http://schemas.microsoft.com/office/drawing/2014/main" id="{88ADA025-A14D-401D-85D9-CCCE275942ED}"/>
              </a:ext>
            </a:extLst>
          </p:cNvPr>
          <p:cNvSpPr>
            <a:spLocks xmlns:a="http://schemas.openxmlformats.org/drawingml/2006/main" noGrp="1"/>
          </p:cNvSpPr>
          <p:nvPr/>
        </p:nvSpPr>
        <p:spPr>
          <a:xfrm xmlns:a="http://schemas.openxmlformats.org/drawingml/2006/main">
            <a:off x="4937980" y="37147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8" name="carson-limit--1-6-402">
            <a:extLst xmlns:a="http://schemas.openxmlformats.org/drawingml/2006/main">
              <a:ext uri="{FF2B5EF4-FFF2-40B4-BE49-F238E27FC236}">
                <a16:creationId xmlns:a16="http://schemas.microsoft.com/office/drawing/2014/main" id="{EF0EFD54-B06F-4A0D-AC7F-2F1535977395}"/>
              </a:ext>
            </a:extLst>
          </p:cNvPr>
          <p:cNvSpPr>
            <a:spLocks xmlns:a="http://schemas.openxmlformats.org/drawingml/2006/main" noGrp="1"/>
          </p:cNvSpPr>
          <p:nvPr/>
        </p:nvSpPr>
        <p:spPr>
          <a:xfrm xmlns:a="http://schemas.openxmlformats.org/drawingml/2006/main">
            <a:off x="4937980" y="38290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59" name="carson-limit--1-6-414">
            <a:extLst xmlns:a="http://schemas.openxmlformats.org/drawingml/2006/main">
              <a:ext uri="{FF2B5EF4-FFF2-40B4-BE49-F238E27FC236}">
                <a16:creationId xmlns:a16="http://schemas.microsoft.com/office/drawing/2014/main" id="{2D3AA6E2-3358-419E-ABC2-10D6E0F7BE44}"/>
              </a:ext>
            </a:extLst>
          </p:cNvPr>
          <p:cNvSpPr>
            <a:spLocks xmlns:a="http://schemas.openxmlformats.org/drawingml/2006/main" noGrp="1"/>
          </p:cNvSpPr>
          <p:nvPr/>
        </p:nvSpPr>
        <p:spPr>
          <a:xfrm xmlns:a="http://schemas.openxmlformats.org/drawingml/2006/main">
            <a:off x="4937980" y="39433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60" name="carson-limit--1-6-426">
            <a:extLst xmlns:a="http://schemas.openxmlformats.org/drawingml/2006/main">
              <a:ext uri="{FF2B5EF4-FFF2-40B4-BE49-F238E27FC236}">
                <a16:creationId xmlns:a16="http://schemas.microsoft.com/office/drawing/2014/main" id="{03BD63A7-6960-4F43-B74A-91E15DCB02D5}"/>
              </a:ext>
            </a:extLst>
          </p:cNvPr>
          <p:cNvSpPr>
            <a:spLocks xmlns:a="http://schemas.openxmlformats.org/drawingml/2006/main" noGrp="1"/>
          </p:cNvSpPr>
          <p:nvPr/>
        </p:nvSpPr>
        <p:spPr>
          <a:xfrm xmlns:a="http://schemas.openxmlformats.org/drawingml/2006/main">
            <a:off x="4937980" y="40576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61" name="carson-limit--1-6-438">
            <a:extLst xmlns:a="http://schemas.openxmlformats.org/drawingml/2006/main">
              <a:ext uri="{FF2B5EF4-FFF2-40B4-BE49-F238E27FC236}">
                <a16:creationId xmlns:a16="http://schemas.microsoft.com/office/drawing/2014/main" id="{1991F783-CC3D-42E5-B6D7-B96B50EF370D}"/>
              </a:ext>
            </a:extLst>
          </p:cNvPr>
          <p:cNvSpPr>
            <a:spLocks xmlns:a="http://schemas.openxmlformats.org/drawingml/2006/main" noGrp="1"/>
          </p:cNvSpPr>
          <p:nvPr/>
        </p:nvSpPr>
        <p:spPr>
          <a:xfrm xmlns:a="http://schemas.openxmlformats.org/drawingml/2006/main">
            <a:off x="4937980" y="41719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62" name="carson-limit--1-6-450">
            <a:extLst xmlns:a="http://schemas.openxmlformats.org/drawingml/2006/main">
              <a:ext uri="{FF2B5EF4-FFF2-40B4-BE49-F238E27FC236}">
                <a16:creationId xmlns:a16="http://schemas.microsoft.com/office/drawing/2014/main" id="{C8DA76AF-2D14-4789-89AB-A74E0DAD8E32}"/>
              </a:ext>
            </a:extLst>
          </p:cNvPr>
          <p:cNvSpPr>
            <a:spLocks xmlns:a="http://schemas.openxmlformats.org/drawingml/2006/main" noGrp="1"/>
          </p:cNvSpPr>
          <p:nvPr/>
        </p:nvSpPr>
        <p:spPr>
          <a:xfrm xmlns:a="http://schemas.openxmlformats.org/drawingml/2006/main">
            <a:off x="4937980" y="42862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63" name="carson-limit--1-6-462">
            <a:extLst xmlns:a="http://schemas.openxmlformats.org/drawingml/2006/main">
              <a:ext uri="{FF2B5EF4-FFF2-40B4-BE49-F238E27FC236}">
                <a16:creationId xmlns:a16="http://schemas.microsoft.com/office/drawing/2014/main" id="{82915D02-FEB5-4B22-B920-DE57085B1B38}"/>
              </a:ext>
            </a:extLst>
          </p:cNvPr>
          <p:cNvSpPr>
            <a:spLocks xmlns:a="http://schemas.openxmlformats.org/drawingml/2006/main" noGrp="1"/>
          </p:cNvSpPr>
          <p:nvPr/>
        </p:nvSpPr>
        <p:spPr>
          <a:xfrm xmlns:a="http://schemas.openxmlformats.org/drawingml/2006/main">
            <a:off x="4937980" y="44005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64" name="carson-axis-1-axis-shaft">
            <a:extLst xmlns:a="http://schemas.openxmlformats.org/drawingml/2006/main">
              <a:ext uri="{FF2B5EF4-FFF2-40B4-BE49-F238E27FC236}">
                <a16:creationId xmlns:a16="http://schemas.microsoft.com/office/drawing/2014/main" id="{EE4D7072-45CD-4BD3-AD34-C0640FB4C7E3}"/>
              </a:ext>
            </a:extLst>
          </p:cNvPr>
          <p:cNvSpPr>
            <a:spLocks xmlns:a="http://schemas.openxmlformats.org/drawingml/2006/main" noGrp="1"/>
          </p:cNvSpPr>
          <p:nvPr/>
        </p:nvSpPr>
        <p:spPr>
          <a:xfrm xmlns:a="http://schemas.openxmlformats.org/drawingml/2006/main">
            <a:off x="6572250" y="4438650"/>
            <a:ext cx="44196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65" name="carson-axis-1-axis-head">
            <a:extLst xmlns:a="http://schemas.openxmlformats.org/drawingml/2006/main">
              <a:ext uri="{FF2B5EF4-FFF2-40B4-BE49-F238E27FC236}">
                <a16:creationId xmlns:a16="http://schemas.microsoft.com/office/drawing/2014/main" id="{FBC57533-17AB-41C3-9484-C6BD6C354D8B}"/>
              </a:ext>
            </a:extLst>
          </p:cNvPr>
          <p:cNvSpPr>
            <a:spLocks xmlns:a="http://schemas.openxmlformats.org/drawingml/2006/main" noGrp="1"/>
          </p:cNvSpPr>
          <p:nvPr/>
        </p:nvSpPr>
        <p:spPr>
          <a:xfrm xmlns:a="http://schemas.openxmlformats.org/drawingml/2006/main" rot="5400000">
            <a:off x="10972800" y="439578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66" name="carson-axis-1-tick-0">
            <a:extLst xmlns:a="http://schemas.openxmlformats.org/drawingml/2006/main">
              <a:ext uri="{FF2B5EF4-FFF2-40B4-BE49-F238E27FC236}">
                <a16:creationId xmlns:a16="http://schemas.microsoft.com/office/drawing/2014/main" id="{4F46F471-A0DB-47CF-B40E-C89EF98881A3}"/>
              </a:ext>
            </a:extLst>
          </p:cNvPr>
          <p:cNvSpPr>
            <a:spLocks xmlns:a="http://schemas.openxmlformats.org/drawingml/2006/main" noGrp="1"/>
          </p:cNvSpPr>
          <p:nvPr/>
        </p:nvSpPr>
        <p:spPr>
          <a:xfrm xmlns:a="http://schemas.openxmlformats.org/drawingml/2006/main">
            <a:off x="8824913" y="443865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67" name="carson-line-1--7">
            <a:extLst xmlns:a="http://schemas.openxmlformats.org/drawingml/2006/main">
              <a:ext uri="{FF2B5EF4-FFF2-40B4-BE49-F238E27FC236}">
                <a16:creationId xmlns:a16="http://schemas.microsoft.com/office/drawing/2014/main" id="{EE7FB7A4-3374-4C5D-B290-BBB8587923CB}"/>
              </a:ext>
            </a:extLst>
          </p:cNvPr>
          <p:cNvSpPr>
            <a:spLocks xmlns:a="http://schemas.openxmlformats.org/drawingml/2006/main" noGrp="1"/>
          </p:cNvSpPr>
          <p:nvPr/>
        </p:nvSpPr>
        <p:spPr>
          <a:xfrm xmlns:a="http://schemas.openxmlformats.org/drawingml/2006/main">
            <a:off x="6803292" y="4347136"/>
            <a:ext cx="95" cy="91514"/>
          </a:xfrm>
          <a:custGeom xmlns:a="http://schemas.openxmlformats.org/drawingml/2006/main">
            <a:pathLst>
              <a:path w="95" h="91514">
                <a:moveTo>
                  <a:pt x="0" y="91514"/>
                </a:moveTo>
                <a:lnTo>
                  <a:pt x="0" y="0"/>
                </a:lnTo>
              </a:path>
            </a:pathLst>
          </a:custGeom>
          <a:noFill xmlns:a="http://schemas.openxmlformats.org/drawingml/2006/main"/>
          <a:ln xmlns:a="http://schemas.openxmlformats.org/drawingml/2006/main" w="19050">
            <a:solidFill>
              <a:srgbClr val="202020"/>
            </a:solidFill>
          </a:ln>
        </p:spPr>
      </p:sp>
      <p:sp>
        <p:nvSpPr>
          <p:cNvPr id="68" name="carson-line-1--6">
            <a:extLst xmlns:a="http://schemas.openxmlformats.org/drawingml/2006/main">
              <a:ext uri="{FF2B5EF4-FFF2-40B4-BE49-F238E27FC236}">
                <a16:creationId xmlns:a16="http://schemas.microsoft.com/office/drawing/2014/main" id="{D9F86BB8-1465-48C4-B56D-07C542E8DBA1}"/>
              </a:ext>
            </a:extLst>
          </p:cNvPr>
          <p:cNvSpPr>
            <a:spLocks xmlns:a="http://schemas.openxmlformats.org/drawingml/2006/main" noGrp="1"/>
          </p:cNvSpPr>
          <p:nvPr/>
        </p:nvSpPr>
        <p:spPr>
          <a:xfrm xmlns:a="http://schemas.openxmlformats.org/drawingml/2006/main">
            <a:off x="7092095" y="4213967"/>
            <a:ext cx="95" cy="224683"/>
          </a:xfrm>
          <a:custGeom xmlns:a="http://schemas.openxmlformats.org/drawingml/2006/main">
            <a:pathLst>
              <a:path w="95" h="224683">
                <a:moveTo>
                  <a:pt x="0" y="224683"/>
                </a:moveTo>
                <a:lnTo>
                  <a:pt x="0" y="0"/>
                </a:lnTo>
              </a:path>
            </a:pathLst>
          </a:custGeom>
          <a:noFill xmlns:a="http://schemas.openxmlformats.org/drawingml/2006/main"/>
          <a:ln xmlns:a="http://schemas.openxmlformats.org/drawingml/2006/main" w="19050">
            <a:solidFill>
              <a:srgbClr val="202020"/>
            </a:solidFill>
          </a:ln>
        </p:spPr>
      </p:sp>
      <p:sp>
        <p:nvSpPr>
          <p:cNvPr id="69" name="carson-line-1--5">
            <a:extLst xmlns:a="http://schemas.openxmlformats.org/drawingml/2006/main">
              <a:ext uri="{FF2B5EF4-FFF2-40B4-BE49-F238E27FC236}">
                <a16:creationId xmlns:a16="http://schemas.microsoft.com/office/drawing/2014/main" id="{975AC763-CD91-4497-8FA1-9353F35676DC}"/>
              </a:ext>
            </a:extLst>
          </p:cNvPr>
          <p:cNvSpPr>
            <a:spLocks xmlns:a="http://schemas.openxmlformats.org/drawingml/2006/main" noGrp="1"/>
          </p:cNvSpPr>
          <p:nvPr/>
        </p:nvSpPr>
        <p:spPr>
          <a:xfrm xmlns:a="http://schemas.openxmlformats.org/drawingml/2006/main">
            <a:off x="7380898" y="3990925"/>
            <a:ext cx="95" cy="447725"/>
          </a:xfrm>
          <a:custGeom xmlns:a="http://schemas.openxmlformats.org/drawingml/2006/main">
            <a:pathLst>
              <a:path w="95" h="447725">
                <a:moveTo>
                  <a:pt x="0" y="447725"/>
                </a:moveTo>
                <a:lnTo>
                  <a:pt x="0" y="0"/>
                </a:lnTo>
              </a:path>
            </a:pathLst>
          </a:custGeom>
          <a:noFill xmlns:a="http://schemas.openxmlformats.org/drawingml/2006/main"/>
          <a:ln xmlns:a="http://schemas.openxmlformats.org/drawingml/2006/main" w="19050">
            <a:solidFill>
              <a:srgbClr val="202020"/>
            </a:solidFill>
          </a:ln>
        </p:spPr>
      </p:sp>
      <p:sp>
        <p:nvSpPr>
          <p:cNvPr id="70" name="carson-line-1--4">
            <a:extLst xmlns:a="http://schemas.openxmlformats.org/drawingml/2006/main">
              <a:ext uri="{FF2B5EF4-FFF2-40B4-BE49-F238E27FC236}">
                <a16:creationId xmlns:a16="http://schemas.microsoft.com/office/drawing/2014/main" id="{7030EFE0-C5C1-4BDC-BBF5-643A14A6970F}"/>
              </a:ext>
            </a:extLst>
          </p:cNvPr>
          <p:cNvSpPr>
            <a:spLocks xmlns:a="http://schemas.openxmlformats.org/drawingml/2006/main" noGrp="1"/>
          </p:cNvSpPr>
          <p:nvPr/>
        </p:nvSpPr>
        <p:spPr>
          <a:xfrm xmlns:a="http://schemas.openxmlformats.org/drawingml/2006/main">
            <a:off x="7669701" y="3767882"/>
            <a:ext cx="95" cy="670768"/>
          </a:xfrm>
          <a:custGeom xmlns:a="http://schemas.openxmlformats.org/drawingml/2006/main">
            <a:pathLst>
              <a:path w="95" h="670768">
                <a:moveTo>
                  <a:pt x="0" y="670768"/>
                </a:moveTo>
                <a:lnTo>
                  <a:pt x="0" y="0"/>
                </a:lnTo>
              </a:path>
            </a:pathLst>
          </a:custGeom>
          <a:noFill xmlns:a="http://schemas.openxmlformats.org/drawingml/2006/main"/>
          <a:ln xmlns:a="http://schemas.openxmlformats.org/drawingml/2006/main" w="19050">
            <a:solidFill>
              <a:srgbClr val="202020"/>
            </a:solidFill>
          </a:ln>
        </p:spPr>
      </p:sp>
      <p:sp>
        <p:nvSpPr>
          <p:cNvPr id="71" name="carson-line-1--3">
            <a:extLst xmlns:a="http://schemas.openxmlformats.org/drawingml/2006/main">
              <a:ext uri="{FF2B5EF4-FFF2-40B4-BE49-F238E27FC236}">
                <a16:creationId xmlns:a16="http://schemas.microsoft.com/office/drawing/2014/main" id="{90DA23E4-DF0D-4BE0-B4C2-22D521E9A4A8}"/>
              </a:ext>
            </a:extLst>
          </p:cNvPr>
          <p:cNvSpPr>
            <a:spLocks xmlns:a="http://schemas.openxmlformats.org/drawingml/2006/main" noGrp="1"/>
          </p:cNvSpPr>
          <p:nvPr/>
        </p:nvSpPr>
        <p:spPr>
          <a:xfrm xmlns:a="http://schemas.openxmlformats.org/drawingml/2006/main">
            <a:off x="7958504" y="3813147"/>
            <a:ext cx="95" cy="625503"/>
          </a:xfrm>
          <a:custGeom xmlns:a="http://schemas.openxmlformats.org/drawingml/2006/main">
            <a:pathLst>
              <a:path w="95" h="625503">
                <a:moveTo>
                  <a:pt x="0" y="625503"/>
                </a:moveTo>
                <a:lnTo>
                  <a:pt x="0" y="0"/>
                </a:lnTo>
              </a:path>
            </a:pathLst>
          </a:custGeom>
          <a:noFill xmlns:a="http://schemas.openxmlformats.org/drawingml/2006/main"/>
          <a:ln xmlns:a="http://schemas.openxmlformats.org/drawingml/2006/main" w="19050">
            <a:solidFill>
              <a:srgbClr val="202020"/>
            </a:solidFill>
          </a:ln>
        </p:spPr>
      </p:sp>
      <p:sp>
        <p:nvSpPr>
          <p:cNvPr id="72" name="carson-line-1--2">
            <a:extLst xmlns:a="http://schemas.openxmlformats.org/drawingml/2006/main">
              <a:ext uri="{FF2B5EF4-FFF2-40B4-BE49-F238E27FC236}">
                <a16:creationId xmlns:a16="http://schemas.microsoft.com/office/drawing/2014/main" id="{53F178C8-0D77-47E1-8C21-8E71928AE1E7}"/>
              </a:ext>
            </a:extLst>
          </p:cNvPr>
          <p:cNvSpPr>
            <a:spLocks xmlns:a="http://schemas.openxmlformats.org/drawingml/2006/main" noGrp="1"/>
          </p:cNvSpPr>
          <p:nvPr/>
        </p:nvSpPr>
        <p:spPr>
          <a:xfrm xmlns:a="http://schemas.openxmlformats.org/drawingml/2006/main">
            <a:off x="8247307" y="4358814"/>
            <a:ext cx="95" cy="79836"/>
          </a:xfrm>
          <a:custGeom xmlns:a="http://schemas.openxmlformats.org/drawingml/2006/main">
            <a:pathLst>
              <a:path w="95" h="79836">
                <a:moveTo>
                  <a:pt x="0" y="79836"/>
                </a:moveTo>
                <a:lnTo>
                  <a:pt x="0" y="0"/>
                </a:lnTo>
              </a:path>
            </a:pathLst>
          </a:custGeom>
          <a:noFill xmlns:a="http://schemas.openxmlformats.org/drawingml/2006/main"/>
          <a:ln xmlns:a="http://schemas.openxmlformats.org/drawingml/2006/main" w="19050">
            <a:solidFill>
              <a:srgbClr val="202020"/>
            </a:solidFill>
          </a:ln>
        </p:spPr>
      </p:sp>
      <p:sp>
        <p:nvSpPr>
          <p:cNvPr id="73" name="carson-line-1--1">
            <a:extLst xmlns:a="http://schemas.openxmlformats.org/drawingml/2006/main">
              <a:ext uri="{FF2B5EF4-FFF2-40B4-BE49-F238E27FC236}">
                <a16:creationId xmlns:a16="http://schemas.microsoft.com/office/drawing/2014/main" id="{157AEBC5-FD89-4CBE-85DC-41EF3774615C}"/>
              </a:ext>
            </a:extLst>
          </p:cNvPr>
          <p:cNvSpPr>
            <a:spLocks xmlns:a="http://schemas.openxmlformats.org/drawingml/2006/main" noGrp="1"/>
          </p:cNvSpPr>
          <p:nvPr/>
        </p:nvSpPr>
        <p:spPr>
          <a:xfrm xmlns:a="http://schemas.openxmlformats.org/drawingml/2006/main">
            <a:off x="8536110" y="3877016"/>
            <a:ext cx="95" cy="561634"/>
          </a:xfrm>
          <a:custGeom xmlns:a="http://schemas.openxmlformats.org/drawingml/2006/main">
            <a:pathLst>
              <a:path w="95" h="561634">
                <a:moveTo>
                  <a:pt x="0" y="561634"/>
                </a:moveTo>
                <a:lnTo>
                  <a:pt x="0" y="0"/>
                </a:lnTo>
              </a:path>
            </a:pathLst>
          </a:custGeom>
          <a:noFill xmlns:a="http://schemas.openxmlformats.org/drawingml/2006/main"/>
          <a:ln xmlns:a="http://schemas.openxmlformats.org/drawingml/2006/main" w="19050">
            <a:solidFill>
              <a:srgbClr val="202020"/>
            </a:solidFill>
          </a:ln>
        </p:spPr>
      </p:sp>
      <p:sp>
        <p:nvSpPr>
          <p:cNvPr id="74" name="carson-line-1-0">
            <a:extLst xmlns:a="http://schemas.openxmlformats.org/drawingml/2006/main">
              <a:ext uri="{FF2B5EF4-FFF2-40B4-BE49-F238E27FC236}">
                <a16:creationId xmlns:a16="http://schemas.microsoft.com/office/drawing/2014/main" id="{74F44C94-7B49-406C-9B3C-2B976E78674D}"/>
              </a:ext>
            </a:extLst>
          </p:cNvPr>
          <p:cNvSpPr>
            <a:spLocks xmlns:a="http://schemas.openxmlformats.org/drawingml/2006/main" noGrp="1"/>
          </p:cNvSpPr>
          <p:nvPr/>
        </p:nvSpPr>
        <p:spPr>
          <a:xfrm xmlns:a="http://schemas.openxmlformats.org/drawingml/2006/main">
            <a:off x="8824913" y="4134160"/>
            <a:ext cx="95" cy="304490"/>
          </a:xfrm>
          <a:custGeom xmlns:a="http://schemas.openxmlformats.org/drawingml/2006/main">
            <a:pathLst>
              <a:path w="95" h="304490">
                <a:moveTo>
                  <a:pt x="0" y="304490"/>
                </a:moveTo>
                <a:lnTo>
                  <a:pt x="0" y="0"/>
                </a:lnTo>
              </a:path>
            </a:pathLst>
          </a:custGeom>
          <a:noFill xmlns:a="http://schemas.openxmlformats.org/drawingml/2006/main"/>
          <a:ln xmlns:a="http://schemas.openxmlformats.org/drawingml/2006/main" w="19050">
            <a:solidFill>
              <a:srgbClr val="202020"/>
            </a:solidFill>
          </a:ln>
        </p:spPr>
      </p:sp>
      <p:sp>
        <p:nvSpPr>
          <p:cNvPr id="75" name="carson-line-1-1">
            <a:extLst xmlns:a="http://schemas.openxmlformats.org/drawingml/2006/main">
              <a:ext uri="{FF2B5EF4-FFF2-40B4-BE49-F238E27FC236}">
                <a16:creationId xmlns:a16="http://schemas.microsoft.com/office/drawing/2014/main" id="{8892806C-E747-4A69-BE76-A049FB197B22}"/>
              </a:ext>
            </a:extLst>
          </p:cNvPr>
          <p:cNvSpPr>
            <a:spLocks xmlns:a="http://schemas.openxmlformats.org/drawingml/2006/main" noGrp="1"/>
          </p:cNvSpPr>
          <p:nvPr/>
        </p:nvSpPr>
        <p:spPr>
          <a:xfrm xmlns:a="http://schemas.openxmlformats.org/drawingml/2006/main">
            <a:off x="9113715" y="3877016"/>
            <a:ext cx="95" cy="561634"/>
          </a:xfrm>
          <a:custGeom xmlns:a="http://schemas.openxmlformats.org/drawingml/2006/main">
            <a:pathLst>
              <a:path w="95" h="561634">
                <a:moveTo>
                  <a:pt x="0" y="561634"/>
                </a:moveTo>
                <a:lnTo>
                  <a:pt x="0" y="0"/>
                </a:lnTo>
              </a:path>
            </a:pathLst>
          </a:custGeom>
          <a:noFill xmlns:a="http://schemas.openxmlformats.org/drawingml/2006/main"/>
          <a:ln xmlns:a="http://schemas.openxmlformats.org/drawingml/2006/main" w="19050">
            <a:solidFill>
              <a:srgbClr val="202020"/>
            </a:solidFill>
          </a:ln>
        </p:spPr>
      </p:sp>
      <p:sp>
        <p:nvSpPr>
          <p:cNvPr id="76" name="carson-line-1-2">
            <a:extLst xmlns:a="http://schemas.openxmlformats.org/drawingml/2006/main">
              <a:ext uri="{FF2B5EF4-FFF2-40B4-BE49-F238E27FC236}">
                <a16:creationId xmlns:a16="http://schemas.microsoft.com/office/drawing/2014/main" id="{3C358C8A-9A55-4E3B-96A3-AD66B417333F}"/>
              </a:ext>
            </a:extLst>
          </p:cNvPr>
          <p:cNvSpPr>
            <a:spLocks xmlns:a="http://schemas.openxmlformats.org/drawingml/2006/main" noGrp="1"/>
          </p:cNvSpPr>
          <p:nvPr/>
        </p:nvSpPr>
        <p:spPr>
          <a:xfrm xmlns:a="http://schemas.openxmlformats.org/drawingml/2006/main">
            <a:off x="9402518" y="4358814"/>
            <a:ext cx="95" cy="79836"/>
          </a:xfrm>
          <a:custGeom xmlns:a="http://schemas.openxmlformats.org/drawingml/2006/main">
            <a:pathLst>
              <a:path w="95" h="79836">
                <a:moveTo>
                  <a:pt x="0" y="79836"/>
                </a:moveTo>
                <a:lnTo>
                  <a:pt x="0" y="0"/>
                </a:lnTo>
              </a:path>
            </a:pathLst>
          </a:custGeom>
          <a:noFill xmlns:a="http://schemas.openxmlformats.org/drawingml/2006/main"/>
          <a:ln xmlns:a="http://schemas.openxmlformats.org/drawingml/2006/main" w="19050">
            <a:solidFill>
              <a:srgbClr val="202020"/>
            </a:solidFill>
          </a:ln>
        </p:spPr>
      </p:sp>
      <p:sp>
        <p:nvSpPr>
          <p:cNvPr id="77" name="carson-line-1-3">
            <a:extLst xmlns:a="http://schemas.openxmlformats.org/drawingml/2006/main">
              <a:ext uri="{FF2B5EF4-FFF2-40B4-BE49-F238E27FC236}">
                <a16:creationId xmlns:a16="http://schemas.microsoft.com/office/drawing/2014/main" id="{48664123-E8B9-47C8-BE22-8FFB4936571C}"/>
              </a:ext>
            </a:extLst>
          </p:cNvPr>
          <p:cNvSpPr>
            <a:spLocks xmlns:a="http://schemas.openxmlformats.org/drawingml/2006/main" noGrp="1"/>
          </p:cNvSpPr>
          <p:nvPr/>
        </p:nvSpPr>
        <p:spPr>
          <a:xfrm xmlns:a="http://schemas.openxmlformats.org/drawingml/2006/main">
            <a:off x="9691321" y="3813147"/>
            <a:ext cx="95" cy="625503"/>
          </a:xfrm>
          <a:custGeom xmlns:a="http://schemas.openxmlformats.org/drawingml/2006/main">
            <a:pathLst>
              <a:path w="95" h="625503">
                <a:moveTo>
                  <a:pt x="0" y="625503"/>
                </a:moveTo>
                <a:lnTo>
                  <a:pt x="0" y="0"/>
                </a:lnTo>
              </a:path>
            </a:pathLst>
          </a:custGeom>
          <a:noFill xmlns:a="http://schemas.openxmlformats.org/drawingml/2006/main"/>
          <a:ln xmlns:a="http://schemas.openxmlformats.org/drawingml/2006/main" w="19050">
            <a:solidFill>
              <a:srgbClr val="202020"/>
            </a:solidFill>
          </a:ln>
        </p:spPr>
      </p:sp>
      <p:sp>
        <p:nvSpPr>
          <p:cNvPr id="78" name="carson-line-1-4">
            <a:extLst xmlns:a="http://schemas.openxmlformats.org/drawingml/2006/main">
              <a:ext uri="{FF2B5EF4-FFF2-40B4-BE49-F238E27FC236}">
                <a16:creationId xmlns:a16="http://schemas.microsoft.com/office/drawing/2014/main" id="{5877BA9D-8AFA-4F4E-B6D1-6FB7BCAA6889}"/>
              </a:ext>
            </a:extLst>
          </p:cNvPr>
          <p:cNvSpPr>
            <a:spLocks xmlns:a="http://schemas.openxmlformats.org/drawingml/2006/main" noGrp="1"/>
          </p:cNvSpPr>
          <p:nvPr/>
        </p:nvSpPr>
        <p:spPr>
          <a:xfrm xmlns:a="http://schemas.openxmlformats.org/drawingml/2006/main">
            <a:off x="9980124" y="3767882"/>
            <a:ext cx="95" cy="670768"/>
          </a:xfrm>
          <a:custGeom xmlns:a="http://schemas.openxmlformats.org/drawingml/2006/main">
            <a:pathLst>
              <a:path w="95" h="670768">
                <a:moveTo>
                  <a:pt x="0" y="670768"/>
                </a:moveTo>
                <a:lnTo>
                  <a:pt x="0" y="0"/>
                </a:lnTo>
              </a:path>
            </a:pathLst>
          </a:custGeom>
          <a:noFill xmlns:a="http://schemas.openxmlformats.org/drawingml/2006/main"/>
          <a:ln xmlns:a="http://schemas.openxmlformats.org/drawingml/2006/main" w="19050">
            <a:solidFill>
              <a:srgbClr val="202020"/>
            </a:solidFill>
          </a:ln>
        </p:spPr>
      </p:sp>
      <p:sp>
        <p:nvSpPr>
          <p:cNvPr id="79" name="carson-line-1-5">
            <a:extLst xmlns:a="http://schemas.openxmlformats.org/drawingml/2006/main">
              <a:ext uri="{FF2B5EF4-FFF2-40B4-BE49-F238E27FC236}">
                <a16:creationId xmlns:a16="http://schemas.microsoft.com/office/drawing/2014/main" id="{BBCBFD13-E15F-4595-9B92-2BFC04B2681C}"/>
              </a:ext>
            </a:extLst>
          </p:cNvPr>
          <p:cNvSpPr>
            <a:spLocks xmlns:a="http://schemas.openxmlformats.org/drawingml/2006/main" noGrp="1"/>
          </p:cNvSpPr>
          <p:nvPr/>
        </p:nvSpPr>
        <p:spPr>
          <a:xfrm xmlns:a="http://schemas.openxmlformats.org/drawingml/2006/main">
            <a:off x="10268927" y="3990925"/>
            <a:ext cx="95" cy="447725"/>
          </a:xfrm>
          <a:custGeom xmlns:a="http://schemas.openxmlformats.org/drawingml/2006/main">
            <a:pathLst>
              <a:path w="95" h="447725">
                <a:moveTo>
                  <a:pt x="0" y="447725"/>
                </a:moveTo>
                <a:lnTo>
                  <a:pt x="0" y="0"/>
                </a:lnTo>
              </a:path>
            </a:pathLst>
          </a:custGeom>
          <a:noFill xmlns:a="http://schemas.openxmlformats.org/drawingml/2006/main"/>
          <a:ln xmlns:a="http://schemas.openxmlformats.org/drawingml/2006/main" w="19050">
            <a:solidFill>
              <a:srgbClr val="202020"/>
            </a:solidFill>
          </a:ln>
        </p:spPr>
      </p:sp>
      <p:sp>
        <p:nvSpPr>
          <p:cNvPr id="80" name="carson-line-1-6">
            <a:extLst xmlns:a="http://schemas.openxmlformats.org/drawingml/2006/main">
              <a:ext uri="{FF2B5EF4-FFF2-40B4-BE49-F238E27FC236}">
                <a16:creationId xmlns:a16="http://schemas.microsoft.com/office/drawing/2014/main" id="{8CB3149F-5485-4CE1-B8DD-385EECA434B9}"/>
              </a:ext>
            </a:extLst>
          </p:cNvPr>
          <p:cNvSpPr>
            <a:spLocks xmlns:a="http://schemas.openxmlformats.org/drawingml/2006/main" noGrp="1"/>
          </p:cNvSpPr>
          <p:nvPr/>
        </p:nvSpPr>
        <p:spPr>
          <a:xfrm xmlns:a="http://schemas.openxmlformats.org/drawingml/2006/main">
            <a:off x="10557730" y="4213967"/>
            <a:ext cx="95" cy="224683"/>
          </a:xfrm>
          <a:custGeom xmlns:a="http://schemas.openxmlformats.org/drawingml/2006/main">
            <a:pathLst>
              <a:path w="95" h="224683">
                <a:moveTo>
                  <a:pt x="0" y="224683"/>
                </a:moveTo>
                <a:lnTo>
                  <a:pt x="0" y="0"/>
                </a:lnTo>
              </a:path>
            </a:pathLst>
          </a:custGeom>
          <a:noFill xmlns:a="http://schemas.openxmlformats.org/drawingml/2006/main"/>
          <a:ln xmlns:a="http://schemas.openxmlformats.org/drawingml/2006/main" w="19050">
            <a:solidFill>
              <a:srgbClr val="202020"/>
            </a:solidFill>
          </a:ln>
        </p:spPr>
      </p:sp>
      <p:sp>
        <p:nvSpPr>
          <p:cNvPr id="81" name="carson-line-1-7">
            <a:extLst xmlns:a="http://schemas.openxmlformats.org/drawingml/2006/main">
              <a:ext uri="{FF2B5EF4-FFF2-40B4-BE49-F238E27FC236}">
                <a16:creationId xmlns:a16="http://schemas.microsoft.com/office/drawing/2014/main" id="{39A8BE4C-9144-4957-ABE3-049407218ABD}"/>
              </a:ext>
            </a:extLst>
          </p:cNvPr>
          <p:cNvSpPr>
            <a:spLocks xmlns:a="http://schemas.openxmlformats.org/drawingml/2006/main" noGrp="1"/>
          </p:cNvSpPr>
          <p:nvPr/>
        </p:nvSpPr>
        <p:spPr>
          <a:xfrm xmlns:a="http://schemas.openxmlformats.org/drawingml/2006/main">
            <a:off x="10846533" y="4347136"/>
            <a:ext cx="95" cy="91514"/>
          </a:xfrm>
          <a:custGeom xmlns:a="http://schemas.openxmlformats.org/drawingml/2006/main">
            <a:pathLst>
              <a:path w="95" h="91514">
                <a:moveTo>
                  <a:pt x="0" y="91514"/>
                </a:moveTo>
                <a:lnTo>
                  <a:pt x="0" y="0"/>
                </a:lnTo>
              </a:path>
            </a:pathLst>
          </a:custGeom>
          <a:noFill xmlns:a="http://schemas.openxmlformats.org/drawingml/2006/main"/>
          <a:ln xmlns:a="http://schemas.openxmlformats.org/drawingml/2006/main" w="19050">
            <a:solidFill>
              <a:srgbClr val="202020"/>
            </a:solidFill>
          </a:ln>
        </p:spPr>
      </p:sp>
      <p:sp>
        <p:nvSpPr>
          <p:cNvPr id="82" name="carson-limit-1--6-330">
            <a:extLst xmlns:a="http://schemas.openxmlformats.org/drawingml/2006/main">
              <a:ext uri="{FF2B5EF4-FFF2-40B4-BE49-F238E27FC236}">
                <a16:creationId xmlns:a16="http://schemas.microsoft.com/office/drawing/2014/main" id="{21A66404-FA7C-4F16-81ED-4183E6BDC2BB}"/>
              </a:ext>
            </a:extLst>
          </p:cNvPr>
          <p:cNvSpPr>
            <a:spLocks xmlns:a="http://schemas.openxmlformats.org/drawingml/2006/main" noGrp="1"/>
          </p:cNvSpPr>
          <p:nvPr/>
        </p:nvSpPr>
        <p:spPr>
          <a:xfrm xmlns:a="http://schemas.openxmlformats.org/drawingml/2006/main">
            <a:off x="7092095" y="31432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83" name="carson-limit-1--6-342">
            <a:extLst xmlns:a="http://schemas.openxmlformats.org/drawingml/2006/main">
              <a:ext uri="{FF2B5EF4-FFF2-40B4-BE49-F238E27FC236}">
                <a16:creationId xmlns:a16="http://schemas.microsoft.com/office/drawing/2014/main" id="{263551A7-8843-4D71-AE80-A34EEA9D03D9}"/>
              </a:ext>
            </a:extLst>
          </p:cNvPr>
          <p:cNvSpPr>
            <a:spLocks xmlns:a="http://schemas.openxmlformats.org/drawingml/2006/main" noGrp="1"/>
          </p:cNvSpPr>
          <p:nvPr/>
        </p:nvSpPr>
        <p:spPr>
          <a:xfrm xmlns:a="http://schemas.openxmlformats.org/drawingml/2006/main">
            <a:off x="7092095" y="32575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84" name="carson-limit-1--6-354">
            <a:extLst xmlns:a="http://schemas.openxmlformats.org/drawingml/2006/main">
              <a:ext uri="{FF2B5EF4-FFF2-40B4-BE49-F238E27FC236}">
                <a16:creationId xmlns:a16="http://schemas.microsoft.com/office/drawing/2014/main" id="{507A3CC6-6601-4DC9-B9CB-9E94A93BDCA1}"/>
              </a:ext>
            </a:extLst>
          </p:cNvPr>
          <p:cNvSpPr>
            <a:spLocks xmlns:a="http://schemas.openxmlformats.org/drawingml/2006/main" noGrp="1"/>
          </p:cNvSpPr>
          <p:nvPr/>
        </p:nvSpPr>
        <p:spPr>
          <a:xfrm xmlns:a="http://schemas.openxmlformats.org/drawingml/2006/main">
            <a:off x="7092095" y="33718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85" name="carson-limit-1--6-366">
            <a:extLst xmlns:a="http://schemas.openxmlformats.org/drawingml/2006/main">
              <a:ext uri="{FF2B5EF4-FFF2-40B4-BE49-F238E27FC236}">
                <a16:creationId xmlns:a16="http://schemas.microsoft.com/office/drawing/2014/main" id="{B3B38617-B019-4B32-8DDA-86974723F9F9}"/>
              </a:ext>
            </a:extLst>
          </p:cNvPr>
          <p:cNvSpPr>
            <a:spLocks xmlns:a="http://schemas.openxmlformats.org/drawingml/2006/main" noGrp="1"/>
          </p:cNvSpPr>
          <p:nvPr/>
        </p:nvSpPr>
        <p:spPr>
          <a:xfrm xmlns:a="http://schemas.openxmlformats.org/drawingml/2006/main">
            <a:off x="7092095" y="34861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86" name="carson-limit-1--6-378">
            <a:extLst xmlns:a="http://schemas.openxmlformats.org/drawingml/2006/main">
              <a:ext uri="{FF2B5EF4-FFF2-40B4-BE49-F238E27FC236}">
                <a16:creationId xmlns:a16="http://schemas.microsoft.com/office/drawing/2014/main" id="{D4DCE95F-C0DA-41E8-A0B8-981012968962}"/>
              </a:ext>
            </a:extLst>
          </p:cNvPr>
          <p:cNvSpPr>
            <a:spLocks xmlns:a="http://schemas.openxmlformats.org/drawingml/2006/main" noGrp="1"/>
          </p:cNvSpPr>
          <p:nvPr/>
        </p:nvSpPr>
        <p:spPr>
          <a:xfrm xmlns:a="http://schemas.openxmlformats.org/drawingml/2006/main">
            <a:off x="7092095" y="36004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87" name="carson-limit-1--6-390">
            <a:extLst xmlns:a="http://schemas.openxmlformats.org/drawingml/2006/main">
              <a:ext uri="{FF2B5EF4-FFF2-40B4-BE49-F238E27FC236}">
                <a16:creationId xmlns:a16="http://schemas.microsoft.com/office/drawing/2014/main" id="{00D70DE1-4359-4314-B8CC-943764E46182}"/>
              </a:ext>
            </a:extLst>
          </p:cNvPr>
          <p:cNvSpPr>
            <a:spLocks xmlns:a="http://schemas.openxmlformats.org/drawingml/2006/main" noGrp="1"/>
          </p:cNvSpPr>
          <p:nvPr/>
        </p:nvSpPr>
        <p:spPr>
          <a:xfrm xmlns:a="http://schemas.openxmlformats.org/drawingml/2006/main">
            <a:off x="7092095" y="37147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88" name="carson-limit-1--6-402">
            <a:extLst xmlns:a="http://schemas.openxmlformats.org/drawingml/2006/main">
              <a:ext uri="{FF2B5EF4-FFF2-40B4-BE49-F238E27FC236}">
                <a16:creationId xmlns:a16="http://schemas.microsoft.com/office/drawing/2014/main" id="{0A6CB661-576A-4501-B598-171C165CC22C}"/>
              </a:ext>
            </a:extLst>
          </p:cNvPr>
          <p:cNvSpPr>
            <a:spLocks xmlns:a="http://schemas.openxmlformats.org/drawingml/2006/main" noGrp="1"/>
          </p:cNvSpPr>
          <p:nvPr/>
        </p:nvSpPr>
        <p:spPr>
          <a:xfrm xmlns:a="http://schemas.openxmlformats.org/drawingml/2006/main">
            <a:off x="7092095" y="38290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89" name="carson-limit-1--6-414">
            <a:extLst xmlns:a="http://schemas.openxmlformats.org/drawingml/2006/main">
              <a:ext uri="{FF2B5EF4-FFF2-40B4-BE49-F238E27FC236}">
                <a16:creationId xmlns:a16="http://schemas.microsoft.com/office/drawing/2014/main" id="{7BCE193C-08DC-49E8-81D1-EB5C698C698C}"/>
              </a:ext>
            </a:extLst>
          </p:cNvPr>
          <p:cNvSpPr>
            <a:spLocks xmlns:a="http://schemas.openxmlformats.org/drawingml/2006/main" noGrp="1"/>
          </p:cNvSpPr>
          <p:nvPr/>
        </p:nvSpPr>
        <p:spPr>
          <a:xfrm xmlns:a="http://schemas.openxmlformats.org/drawingml/2006/main">
            <a:off x="7092095" y="39433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0" name="carson-limit-1--6-426">
            <a:extLst xmlns:a="http://schemas.openxmlformats.org/drawingml/2006/main">
              <a:ext uri="{FF2B5EF4-FFF2-40B4-BE49-F238E27FC236}">
                <a16:creationId xmlns:a16="http://schemas.microsoft.com/office/drawing/2014/main" id="{4A486474-E2F3-4DE4-A6F9-DD6D412A2780}"/>
              </a:ext>
            </a:extLst>
          </p:cNvPr>
          <p:cNvSpPr>
            <a:spLocks xmlns:a="http://schemas.openxmlformats.org/drawingml/2006/main" noGrp="1"/>
          </p:cNvSpPr>
          <p:nvPr/>
        </p:nvSpPr>
        <p:spPr>
          <a:xfrm xmlns:a="http://schemas.openxmlformats.org/drawingml/2006/main">
            <a:off x="7092095" y="40576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1" name="carson-limit-1--6-438">
            <a:extLst xmlns:a="http://schemas.openxmlformats.org/drawingml/2006/main">
              <a:ext uri="{FF2B5EF4-FFF2-40B4-BE49-F238E27FC236}">
                <a16:creationId xmlns:a16="http://schemas.microsoft.com/office/drawing/2014/main" id="{B2FFE9FA-59C4-4125-8C75-920D54E9E7B4}"/>
              </a:ext>
            </a:extLst>
          </p:cNvPr>
          <p:cNvSpPr>
            <a:spLocks xmlns:a="http://schemas.openxmlformats.org/drawingml/2006/main" noGrp="1"/>
          </p:cNvSpPr>
          <p:nvPr/>
        </p:nvSpPr>
        <p:spPr>
          <a:xfrm xmlns:a="http://schemas.openxmlformats.org/drawingml/2006/main">
            <a:off x="7092095" y="41719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2" name="carson-limit-1--6-450">
            <a:extLst xmlns:a="http://schemas.openxmlformats.org/drawingml/2006/main">
              <a:ext uri="{FF2B5EF4-FFF2-40B4-BE49-F238E27FC236}">
                <a16:creationId xmlns:a16="http://schemas.microsoft.com/office/drawing/2014/main" id="{75B7F888-904F-4235-8ECE-841F6F1896B7}"/>
              </a:ext>
            </a:extLst>
          </p:cNvPr>
          <p:cNvSpPr>
            <a:spLocks xmlns:a="http://schemas.openxmlformats.org/drawingml/2006/main" noGrp="1"/>
          </p:cNvSpPr>
          <p:nvPr/>
        </p:nvSpPr>
        <p:spPr>
          <a:xfrm xmlns:a="http://schemas.openxmlformats.org/drawingml/2006/main">
            <a:off x="7092095" y="42862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3" name="carson-limit-1--6-462">
            <a:extLst xmlns:a="http://schemas.openxmlformats.org/drawingml/2006/main">
              <a:ext uri="{FF2B5EF4-FFF2-40B4-BE49-F238E27FC236}">
                <a16:creationId xmlns:a16="http://schemas.microsoft.com/office/drawing/2014/main" id="{29B30CCC-1189-41F2-825C-BEF3B1A52170}"/>
              </a:ext>
            </a:extLst>
          </p:cNvPr>
          <p:cNvSpPr>
            <a:spLocks xmlns:a="http://schemas.openxmlformats.org/drawingml/2006/main" noGrp="1"/>
          </p:cNvSpPr>
          <p:nvPr/>
        </p:nvSpPr>
        <p:spPr>
          <a:xfrm xmlns:a="http://schemas.openxmlformats.org/drawingml/2006/main">
            <a:off x="7092095" y="44005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4" name="carson-limit-1-6-330">
            <a:extLst xmlns:a="http://schemas.openxmlformats.org/drawingml/2006/main">
              <a:ext uri="{FF2B5EF4-FFF2-40B4-BE49-F238E27FC236}">
                <a16:creationId xmlns:a16="http://schemas.microsoft.com/office/drawing/2014/main" id="{E568D1B6-D13C-46CB-826B-3CF56F2A9F71}"/>
              </a:ext>
            </a:extLst>
          </p:cNvPr>
          <p:cNvSpPr>
            <a:spLocks xmlns:a="http://schemas.openxmlformats.org/drawingml/2006/main" noGrp="1"/>
          </p:cNvSpPr>
          <p:nvPr/>
        </p:nvSpPr>
        <p:spPr>
          <a:xfrm xmlns:a="http://schemas.openxmlformats.org/drawingml/2006/main">
            <a:off x="10557730" y="31432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5" name="carson-limit-1-6-342">
            <a:extLst xmlns:a="http://schemas.openxmlformats.org/drawingml/2006/main">
              <a:ext uri="{FF2B5EF4-FFF2-40B4-BE49-F238E27FC236}">
                <a16:creationId xmlns:a16="http://schemas.microsoft.com/office/drawing/2014/main" id="{26C9AD1B-F4AB-48AE-BF52-B45623AB8DE1}"/>
              </a:ext>
            </a:extLst>
          </p:cNvPr>
          <p:cNvSpPr>
            <a:spLocks xmlns:a="http://schemas.openxmlformats.org/drawingml/2006/main" noGrp="1"/>
          </p:cNvSpPr>
          <p:nvPr/>
        </p:nvSpPr>
        <p:spPr>
          <a:xfrm xmlns:a="http://schemas.openxmlformats.org/drawingml/2006/main">
            <a:off x="10557730" y="32575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6" name="carson-limit-1-6-354">
            <a:extLst xmlns:a="http://schemas.openxmlformats.org/drawingml/2006/main">
              <a:ext uri="{FF2B5EF4-FFF2-40B4-BE49-F238E27FC236}">
                <a16:creationId xmlns:a16="http://schemas.microsoft.com/office/drawing/2014/main" id="{43BB6DE1-8ED1-49A3-8571-B686F5910428}"/>
              </a:ext>
            </a:extLst>
          </p:cNvPr>
          <p:cNvSpPr>
            <a:spLocks xmlns:a="http://schemas.openxmlformats.org/drawingml/2006/main" noGrp="1"/>
          </p:cNvSpPr>
          <p:nvPr/>
        </p:nvSpPr>
        <p:spPr>
          <a:xfrm xmlns:a="http://schemas.openxmlformats.org/drawingml/2006/main">
            <a:off x="10557730" y="33718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7" name="carson-limit-1-6-366">
            <a:extLst xmlns:a="http://schemas.openxmlformats.org/drawingml/2006/main">
              <a:ext uri="{FF2B5EF4-FFF2-40B4-BE49-F238E27FC236}">
                <a16:creationId xmlns:a16="http://schemas.microsoft.com/office/drawing/2014/main" id="{D4921F8B-1F4C-48E9-9466-06C7CA308C6E}"/>
              </a:ext>
            </a:extLst>
          </p:cNvPr>
          <p:cNvSpPr>
            <a:spLocks xmlns:a="http://schemas.openxmlformats.org/drawingml/2006/main" noGrp="1"/>
          </p:cNvSpPr>
          <p:nvPr/>
        </p:nvSpPr>
        <p:spPr>
          <a:xfrm xmlns:a="http://schemas.openxmlformats.org/drawingml/2006/main">
            <a:off x="10557730" y="34861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8" name="carson-limit-1-6-378">
            <a:extLst xmlns:a="http://schemas.openxmlformats.org/drawingml/2006/main">
              <a:ext uri="{FF2B5EF4-FFF2-40B4-BE49-F238E27FC236}">
                <a16:creationId xmlns:a16="http://schemas.microsoft.com/office/drawing/2014/main" id="{E0273A85-E8D7-4576-BB71-92B465DB03F7}"/>
              </a:ext>
            </a:extLst>
          </p:cNvPr>
          <p:cNvSpPr>
            <a:spLocks xmlns:a="http://schemas.openxmlformats.org/drawingml/2006/main" noGrp="1"/>
          </p:cNvSpPr>
          <p:nvPr/>
        </p:nvSpPr>
        <p:spPr>
          <a:xfrm xmlns:a="http://schemas.openxmlformats.org/drawingml/2006/main">
            <a:off x="10557730" y="36004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99" name="carson-limit-1-6-390">
            <a:extLst xmlns:a="http://schemas.openxmlformats.org/drawingml/2006/main">
              <a:ext uri="{FF2B5EF4-FFF2-40B4-BE49-F238E27FC236}">
                <a16:creationId xmlns:a16="http://schemas.microsoft.com/office/drawing/2014/main" id="{6FCD792E-92ED-413F-A6F0-AEB2F1DF9068}"/>
              </a:ext>
            </a:extLst>
          </p:cNvPr>
          <p:cNvSpPr>
            <a:spLocks xmlns:a="http://schemas.openxmlformats.org/drawingml/2006/main" noGrp="1"/>
          </p:cNvSpPr>
          <p:nvPr/>
        </p:nvSpPr>
        <p:spPr>
          <a:xfrm xmlns:a="http://schemas.openxmlformats.org/drawingml/2006/main">
            <a:off x="10557730" y="37147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100" name="carson-limit-1-6-402">
            <a:extLst xmlns:a="http://schemas.openxmlformats.org/drawingml/2006/main">
              <a:ext uri="{FF2B5EF4-FFF2-40B4-BE49-F238E27FC236}">
                <a16:creationId xmlns:a16="http://schemas.microsoft.com/office/drawing/2014/main" id="{59497225-87CB-4985-A8EB-F5083CCDAB65}"/>
              </a:ext>
            </a:extLst>
          </p:cNvPr>
          <p:cNvSpPr>
            <a:spLocks xmlns:a="http://schemas.openxmlformats.org/drawingml/2006/main" noGrp="1"/>
          </p:cNvSpPr>
          <p:nvPr/>
        </p:nvSpPr>
        <p:spPr>
          <a:xfrm xmlns:a="http://schemas.openxmlformats.org/drawingml/2006/main">
            <a:off x="10557730" y="38290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101" name="carson-limit-1-6-414">
            <a:extLst xmlns:a="http://schemas.openxmlformats.org/drawingml/2006/main">
              <a:ext uri="{FF2B5EF4-FFF2-40B4-BE49-F238E27FC236}">
                <a16:creationId xmlns:a16="http://schemas.microsoft.com/office/drawing/2014/main" id="{F0B337D2-A117-4A82-8174-1CD5DF3161D7}"/>
              </a:ext>
            </a:extLst>
          </p:cNvPr>
          <p:cNvSpPr>
            <a:spLocks xmlns:a="http://schemas.openxmlformats.org/drawingml/2006/main" noGrp="1"/>
          </p:cNvSpPr>
          <p:nvPr/>
        </p:nvSpPr>
        <p:spPr>
          <a:xfrm xmlns:a="http://schemas.openxmlformats.org/drawingml/2006/main">
            <a:off x="10557730" y="39433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102" name="carson-limit-1-6-426">
            <a:extLst xmlns:a="http://schemas.openxmlformats.org/drawingml/2006/main">
              <a:ext uri="{FF2B5EF4-FFF2-40B4-BE49-F238E27FC236}">
                <a16:creationId xmlns:a16="http://schemas.microsoft.com/office/drawing/2014/main" id="{9F7AAF4B-6437-44CB-A35A-E00E351FEE0E}"/>
              </a:ext>
            </a:extLst>
          </p:cNvPr>
          <p:cNvSpPr>
            <a:spLocks xmlns:a="http://schemas.openxmlformats.org/drawingml/2006/main" noGrp="1"/>
          </p:cNvSpPr>
          <p:nvPr/>
        </p:nvSpPr>
        <p:spPr>
          <a:xfrm xmlns:a="http://schemas.openxmlformats.org/drawingml/2006/main">
            <a:off x="10557730" y="40576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103" name="carson-limit-1-6-438">
            <a:extLst xmlns:a="http://schemas.openxmlformats.org/drawingml/2006/main">
              <a:ext uri="{FF2B5EF4-FFF2-40B4-BE49-F238E27FC236}">
                <a16:creationId xmlns:a16="http://schemas.microsoft.com/office/drawing/2014/main" id="{7AB74175-AFDB-4FD9-86B0-740B3A9D4175}"/>
              </a:ext>
            </a:extLst>
          </p:cNvPr>
          <p:cNvSpPr>
            <a:spLocks xmlns:a="http://schemas.openxmlformats.org/drawingml/2006/main" noGrp="1"/>
          </p:cNvSpPr>
          <p:nvPr/>
        </p:nvSpPr>
        <p:spPr>
          <a:xfrm xmlns:a="http://schemas.openxmlformats.org/drawingml/2006/main">
            <a:off x="10557730" y="41719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104" name="carson-limit-1-6-450">
            <a:extLst xmlns:a="http://schemas.openxmlformats.org/drawingml/2006/main">
              <a:ext uri="{FF2B5EF4-FFF2-40B4-BE49-F238E27FC236}">
                <a16:creationId xmlns:a16="http://schemas.microsoft.com/office/drawing/2014/main" id="{83179D7C-741D-4828-84E7-8DF28AF3A6FB}"/>
              </a:ext>
            </a:extLst>
          </p:cNvPr>
          <p:cNvSpPr>
            <a:spLocks xmlns:a="http://schemas.openxmlformats.org/drawingml/2006/main" noGrp="1"/>
          </p:cNvSpPr>
          <p:nvPr/>
        </p:nvSpPr>
        <p:spPr>
          <a:xfrm xmlns:a="http://schemas.openxmlformats.org/drawingml/2006/main">
            <a:off x="10557730" y="42862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105" name="carson-limit-1-6-462">
            <a:extLst xmlns:a="http://schemas.openxmlformats.org/drawingml/2006/main">
              <a:ext uri="{FF2B5EF4-FFF2-40B4-BE49-F238E27FC236}">
                <a16:creationId xmlns:a16="http://schemas.microsoft.com/office/drawing/2014/main" id="{ECD23061-8FF6-4FCA-9F5F-BAB3AC167AB7}"/>
              </a:ext>
            </a:extLst>
          </p:cNvPr>
          <p:cNvSpPr>
            <a:spLocks xmlns:a="http://schemas.openxmlformats.org/drawingml/2006/main" noGrp="1"/>
          </p:cNvSpPr>
          <p:nvPr/>
        </p:nvSpPr>
        <p:spPr>
          <a:xfrm xmlns:a="http://schemas.openxmlformats.org/drawingml/2006/main">
            <a:off x="10557730" y="4400550"/>
            <a:ext cx="95" cy="57150"/>
          </a:xfrm>
          <a:custGeom xmlns:a="http://schemas.openxmlformats.org/drawingml/2006/main">
            <a:pathLst>
              <a:path w="95" h="57150">
                <a:moveTo>
                  <a:pt x="0" y="0"/>
                </a:moveTo>
                <a:lnTo>
                  <a:pt x="0" y="57150"/>
                </a:lnTo>
              </a:path>
            </a:pathLst>
          </a:custGeom>
          <a:noFill xmlns:a="http://schemas.openxmlformats.org/drawingml/2006/main"/>
          <a:ln xmlns:a="http://schemas.openxmlformats.org/drawingml/2006/main" w="11430">
            <a:solidFill>
              <a:srgbClr val="888888"/>
            </a:solidFill>
          </a:ln>
        </p:spPr>
      </p:sp>
      <p:sp>
        <p:nvSpPr>
          <p:cNvPr id="106" name="carson-occupied">
            <a:extLst xmlns:a="http://schemas.openxmlformats.org/drawingml/2006/main">
              <a:ext uri="{FF2B5EF4-FFF2-40B4-BE49-F238E27FC236}">
                <a16:creationId xmlns:a16="http://schemas.microsoft.com/office/drawing/2014/main" id="{9082A5A7-BFA2-4E57-AFA6-10C7179D7E29}"/>
              </a:ext>
            </a:extLst>
          </p:cNvPr>
          <p:cNvSpPr>
            <a:spLocks xmlns:a="http://schemas.openxmlformats.org/drawingml/2006/main" noGrp="1"/>
          </p:cNvSpPr>
          <p:nvPr/>
        </p:nvSpPr>
        <p:spPr>
          <a:xfrm xmlns:a="http://schemas.openxmlformats.org/drawingml/2006/main">
            <a:off x="7092095" y="4895850"/>
            <a:ext cx="346563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7" name="carson-occupied-l">
            <a:extLst xmlns:a="http://schemas.openxmlformats.org/drawingml/2006/main">
              <a:ext uri="{FF2B5EF4-FFF2-40B4-BE49-F238E27FC236}">
                <a16:creationId xmlns:a16="http://schemas.microsoft.com/office/drawing/2014/main" id="{516EEFC1-3C76-41A2-AE23-F0FC779383CF}"/>
              </a:ext>
            </a:extLst>
          </p:cNvPr>
          <p:cNvSpPr>
            <a:spLocks xmlns:a="http://schemas.openxmlformats.org/drawingml/2006/main" noGrp="1"/>
          </p:cNvSpPr>
          <p:nvPr/>
        </p:nvSpPr>
        <p:spPr>
          <a:xfrm xmlns:a="http://schemas.openxmlformats.org/drawingml/2006/main">
            <a:off x="7092095" y="4848225"/>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8" name="carson-occupied-r">
            <a:extLst xmlns:a="http://schemas.openxmlformats.org/drawingml/2006/main">
              <a:ext uri="{FF2B5EF4-FFF2-40B4-BE49-F238E27FC236}">
                <a16:creationId xmlns:a16="http://schemas.microsoft.com/office/drawing/2014/main" id="{C7D7F63A-82DE-4EE5-8095-93801D72A989}"/>
              </a:ext>
            </a:extLst>
          </p:cNvPr>
          <p:cNvSpPr>
            <a:spLocks xmlns:a="http://schemas.openxmlformats.org/drawingml/2006/main" noGrp="1"/>
          </p:cNvSpPr>
          <p:nvPr/>
        </p:nvSpPr>
        <p:spPr>
          <a:xfrm xmlns:a="http://schemas.openxmlformats.org/drawingml/2006/main">
            <a:off x="10557730" y="4848225"/>
            <a:ext cx="12383" cy="95250"/>
          </a:xfrm>
          <a:prstGeom xmlns:a="http://schemas.openxmlformats.org/drawingml/2006/main" prst="rect">
            <a:avLst/>
          </a:prstGeom>
          <a:solidFill xmlns:a="http://schemas.openxmlformats.org/drawingml/2006/main">
            <a:srgbClr val="202020"/>
          </a:solidFill>
          <a:ln xmlns:a="http://schemas.openxmlformats.org/drawingml/2006/main" w="0">
            <a:noFill/>
          </a:ln>
        </p:spPr>
      </p:sp>
      <p:pic>
        <p:nvPicPr>
          <p:cNvPr id="109"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751523A-074F-47ED-8F07-B0504B979B6B}"/>
              </a:ext>
            </a:extLst>
          </p:cNvPr>
          <p:cNvPicPr>
            <a:picLocks xmlns:a="http://schemas.openxmlformats.org/drawingml/2006/main" noChangeAspect="1"/>
          </p:cNvPicPr>
          <p:nvPr/>
        </p:nvPicPr>
        <p:blipFill>
          <a:blip xmlns:r="http://schemas.openxmlformats.org/officeDocument/2006/relationships" xmlns:a="http://schemas.openxmlformats.org/drawingml/2006/main" r:embed="R77c790d9afdd451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10"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3566318-A78B-400B-A7A2-791F05C4000D}"/>
              </a:ext>
            </a:extLst>
          </p:cNvPr>
          <p:cNvPicPr>
            <a:picLocks xmlns:a="http://schemas.openxmlformats.org/drawingml/2006/main" noChangeAspect="1"/>
          </p:cNvPicPr>
          <p:nvPr/>
        </p:nvPicPr>
        <p:blipFill>
          <a:blip xmlns:r="http://schemas.openxmlformats.org/officeDocument/2006/relationships" xmlns:a="http://schemas.openxmlformats.org/drawingml/2006/main" r:embed="R04975bfa390546f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11"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D3195AF-90EA-4EED-8988-80BC2494FC73}"/>
              </a:ext>
            </a:extLst>
          </p:cNvPr>
          <p:cNvPicPr>
            <a:picLocks xmlns:a="http://schemas.openxmlformats.org/drawingml/2006/main" noChangeAspect="1"/>
          </p:cNvPicPr>
          <p:nvPr/>
        </p:nvPicPr>
        <p:blipFill>
          <a:blip xmlns:r="http://schemas.openxmlformats.org/officeDocument/2006/relationships" xmlns:a="http://schemas.openxmlformats.org/drawingml/2006/main" r:embed="R066a3114a8594a1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12" name="single-tone-assumption" descr="m(t)=A_m\cos(2\pi f_mt)">
            <a:extLst xmlns:a="http://schemas.openxmlformats.org/drawingml/2006/main">
              <a:ext uri="{FF2B5EF4-FFF2-40B4-BE49-F238E27FC236}">
                <a16:creationId xmlns:a16="http://schemas.microsoft.com/office/drawing/2014/main" id="{066D7B98-1C79-4E47-9DE4-92B58111D3E7}"/>
              </a:ext>
            </a:extLst>
          </p:cNvPr>
          <p:cNvPicPr>
            <a:picLocks xmlns:a="http://schemas.openxmlformats.org/drawingml/2006/main" noChangeAspect="1"/>
          </p:cNvPicPr>
          <p:nvPr/>
        </p:nvPicPr>
        <p:blipFill>
          <a:blip xmlns:r="http://schemas.openxmlformats.org/officeDocument/2006/relationships" xmlns:a="http://schemas.openxmlformats.org/drawingml/2006/main" r:embed="R681028cea7c746b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577316"/>
            <a:ext cx="2803208" cy="255568"/>
          </a:xfrm>
          <a:prstGeom xmlns:a="http://schemas.openxmlformats.org/drawingml/2006/main" prst="rect">
            <a:avLst/>
          </a:prstGeom>
        </p:spPr>
      </p:pic>
      <p:pic>
        <p:nvPicPr>
          <p:cNvPr id="113" name="carson-axis--1-domain" descr="f">
            <a:extLst xmlns:a="http://schemas.openxmlformats.org/drawingml/2006/main">
              <a:ext uri="{FF2B5EF4-FFF2-40B4-BE49-F238E27FC236}">
                <a16:creationId xmlns:a16="http://schemas.microsoft.com/office/drawing/2014/main" id="{691ECBD6-ADB9-4D1C-8DF8-8EE63AADA44E}"/>
              </a:ext>
            </a:extLst>
          </p:cNvPr>
          <p:cNvPicPr>
            <a:picLocks xmlns:a="http://schemas.openxmlformats.org/drawingml/2006/main" noChangeAspect="1"/>
          </p:cNvPicPr>
          <p:nvPr/>
        </p:nvPicPr>
        <p:blipFill>
          <a:blip xmlns:r="http://schemas.openxmlformats.org/officeDocument/2006/relationships" xmlns:a="http://schemas.openxmlformats.org/drawingml/2006/main" r:embed="R731feac2723d425b">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486400" y="4224040"/>
            <a:ext cx="95250" cy="143470"/>
          </a:xfrm>
          <a:prstGeom xmlns:a="http://schemas.openxmlformats.org/drawingml/2006/main" prst="rect">
            <a:avLst/>
          </a:prstGeom>
        </p:spPr>
      </p:pic>
      <p:pic>
        <p:nvPicPr>
          <p:cNvPr id="114" name="carson-axis--1-ticklabel-0" descr="-f_c">
            <a:extLst xmlns:a="http://schemas.openxmlformats.org/drawingml/2006/main">
              <a:ext uri="{FF2B5EF4-FFF2-40B4-BE49-F238E27FC236}">
                <a16:creationId xmlns:a16="http://schemas.microsoft.com/office/drawing/2014/main" id="{0C7A7FD8-00E4-426F-BF0A-985E59E5DE1E}"/>
              </a:ext>
            </a:extLst>
          </p:cNvPr>
          <p:cNvPicPr>
            <a:picLocks xmlns:a="http://schemas.openxmlformats.org/drawingml/2006/main" noChangeAspect="1"/>
          </p:cNvPicPr>
          <p:nvPr/>
        </p:nvPicPr>
        <p:blipFill>
          <a:blip xmlns:r="http://schemas.openxmlformats.org/officeDocument/2006/relationships" xmlns:a="http://schemas.openxmlformats.org/drawingml/2006/main" r:embed="R56bcd1a6b98d484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3052763" y="4598670"/>
            <a:ext cx="304800" cy="156210"/>
          </a:xfrm>
          <a:prstGeom xmlns:a="http://schemas.openxmlformats.org/drawingml/2006/main" prst="rect">
            <a:avLst/>
          </a:prstGeom>
        </p:spPr>
      </p:pic>
      <p:pic>
        <p:nvPicPr>
          <p:cNvPr id="115" name="carson-axis-1-domain" descr="f">
            <a:extLst xmlns:a="http://schemas.openxmlformats.org/drawingml/2006/main">
              <a:ext uri="{FF2B5EF4-FFF2-40B4-BE49-F238E27FC236}">
                <a16:creationId xmlns:a16="http://schemas.microsoft.com/office/drawing/2014/main" id="{BAAD71F4-4433-4B4A-A0C9-5B17293389AF}"/>
              </a:ext>
            </a:extLst>
          </p:cNvPr>
          <p:cNvPicPr>
            <a:picLocks xmlns:a="http://schemas.openxmlformats.org/drawingml/2006/main" noChangeAspect="1"/>
          </p:cNvPicPr>
          <p:nvPr/>
        </p:nvPicPr>
        <p:blipFill>
          <a:blip xmlns:r="http://schemas.openxmlformats.org/officeDocument/2006/relationships" xmlns:a="http://schemas.openxmlformats.org/drawingml/2006/main" r:embed="Rf7decd1a15ac4dde">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106150" y="4224040"/>
            <a:ext cx="95250" cy="143470"/>
          </a:xfrm>
          <a:prstGeom xmlns:a="http://schemas.openxmlformats.org/drawingml/2006/main" prst="rect">
            <a:avLst/>
          </a:prstGeom>
        </p:spPr>
      </p:pic>
      <p:pic>
        <p:nvPicPr>
          <p:cNvPr id="116" name="carson-axis-1-ticklabel-0" descr="f_c">
            <a:extLst xmlns:a="http://schemas.openxmlformats.org/drawingml/2006/main">
              <a:ext uri="{FF2B5EF4-FFF2-40B4-BE49-F238E27FC236}">
                <a16:creationId xmlns:a16="http://schemas.microsoft.com/office/drawing/2014/main" id="{590C2F8D-5282-4E95-9777-C02C7CB1404B}"/>
              </a:ext>
            </a:extLst>
          </p:cNvPr>
          <p:cNvPicPr>
            <a:picLocks xmlns:a="http://schemas.openxmlformats.org/drawingml/2006/main" noChangeAspect="1"/>
          </p:cNvPicPr>
          <p:nvPr/>
        </p:nvPicPr>
        <p:blipFill>
          <a:blip xmlns:r="http://schemas.openxmlformats.org/officeDocument/2006/relationships" xmlns:a="http://schemas.openxmlformats.org/drawingml/2006/main" r:embed="Rd6b9994ae98048c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8748713" y="4591526"/>
            <a:ext cx="152400" cy="170498"/>
          </a:xfrm>
          <a:prstGeom xmlns:a="http://schemas.openxmlformats.org/drawingml/2006/main" prst="rect">
            <a:avLst/>
          </a:prstGeom>
        </p:spPr>
      </p:pic>
      <p:pic>
        <p:nvPicPr>
          <p:cNvPr id="117" name="carson-occupied-label" descr="B_T">
            <a:extLst xmlns:a="http://schemas.openxmlformats.org/drawingml/2006/main">
              <a:ext uri="{FF2B5EF4-FFF2-40B4-BE49-F238E27FC236}">
                <a16:creationId xmlns:a16="http://schemas.microsoft.com/office/drawing/2014/main" id="{1DB59F49-FDE5-4884-9034-4E651E9CD3E2}"/>
              </a:ext>
            </a:extLst>
          </p:cNvPr>
          <p:cNvPicPr>
            <a:picLocks xmlns:a="http://schemas.openxmlformats.org/drawingml/2006/main" noChangeAspect="1"/>
          </p:cNvPicPr>
          <p:nvPr/>
        </p:nvPicPr>
        <p:blipFill>
          <a:blip xmlns:r="http://schemas.openxmlformats.org/officeDocument/2006/relationships" xmlns:a="http://schemas.openxmlformats.org/drawingml/2006/main" r:embed="Ra9a1eacb1c4e4921">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8671560" y="5030551"/>
            <a:ext cx="306705" cy="178272"/>
          </a:xfrm>
          <a:prstGeom xmlns:a="http://schemas.openxmlformats.org/drawingml/2006/main" prst="rect">
            <a:avLst/>
          </a:prstGeom>
        </p:spPr>
      </p:pic>
      <p:pic>
        <p:nvPicPr>
          <p:cNvPr id="118" name="carson-example" descr="f_m=1\ \mathrm{kHz},\quad\beta=5,\quad\Delta f=5\ \mathrm{kHz}">
            <a:extLst xmlns:a="http://schemas.openxmlformats.org/drawingml/2006/main">
              <a:ext uri="{FF2B5EF4-FFF2-40B4-BE49-F238E27FC236}">
                <a16:creationId xmlns:a16="http://schemas.microsoft.com/office/drawing/2014/main" id="{CCFF6320-029B-4D8C-B4B7-843AC29D517C}"/>
              </a:ext>
            </a:extLst>
          </p:cNvPr>
          <p:cNvPicPr>
            <a:picLocks xmlns:a="http://schemas.openxmlformats.org/drawingml/2006/main" noChangeAspect="1"/>
          </p:cNvPicPr>
          <p:nvPr/>
        </p:nvPicPr>
        <p:blipFill>
          <a:blip xmlns:r="http://schemas.openxmlformats.org/officeDocument/2006/relationships" xmlns:a="http://schemas.openxmlformats.org/drawingml/2006/main" r:embed="R152427b400ba4b93">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3127325"/>
            <a:ext cx="4167188" cy="212824"/>
          </a:xfrm>
          <a:prstGeom xmlns:a="http://schemas.openxmlformats.org/drawingml/2006/main" prst="rect">
            <a:avLst/>
          </a:prstGeom>
        </p:spPr>
      </p:pic>
      <p:pic>
        <p:nvPicPr>
          <p:cNvPr id="119" name="carson-edges" descr="f_c\pm(\Delta f+f_m)">
            <a:extLst xmlns:a="http://schemas.openxmlformats.org/drawingml/2006/main">
              <a:ext uri="{FF2B5EF4-FFF2-40B4-BE49-F238E27FC236}">
                <a16:creationId xmlns:a16="http://schemas.microsoft.com/office/drawing/2014/main" id="{DC84F8B6-EFD7-4DF3-9F14-DC084CF83214}"/>
              </a:ext>
            </a:extLst>
          </p:cNvPr>
          <p:cNvPicPr>
            <a:picLocks xmlns:a="http://schemas.openxmlformats.org/drawingml/2006/main" noChangeAspect="1"/>
          </p:cNvPicPr>
          <p:nvPr/>
        </p:nvPicPr>
        <p:blipFill>
          <a:blip xmlns:r="http://schemas.openxmlformats.org/officeDocument/2006/relationships" xmlns:a="http://schemas.openxmlformats.org/drawingml/2006/main" r:embed="Ra4531dac338f444b">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5405286"/>
            <a:ext cx="1840230" cy="266700"/>
          </a:xfrm>
          <a:prstGeom xmlns:a="http://schemas.openxmlformats.org/drawingml/2006/main" prst="rect">
            <a:avLst/>
          </a:prstGeom>
        </p:spPr>
      </p:pic>
      <p:pic>
        <p:nvPicPr>
          <p:cNvPr id="120" name="carson-subtract" descr="B_T\approx[f_c+(\Delta f+f_m)]-[f_c-(\Delta f+f_m)]">
            <a:extLst xmlns:a="http://schemas.openxmlformats.org/drawingml/2006/main">
              <a:ext uri="{FF2B5EF4-FFF2-40B4-BE49-F238E27FC236}">
                <a16:creationId xmlns:a16="http://schemas.microsoft.com/office/drawing/2014/main" id="{C5C22DAF-A061-47DD-90AE-20B06486BF7F}"/>
              </a:ext>
            </a:extLst>
          </p:cNvPr>
          <p:cNvPicPr>
            <a:picLocks xmlns:a="http://schemas.openxmlformats.org/drawingml/2006/main" noChangeAspect="1"/>
          </p:cNvPicPr>
          <p:nvPr/>
        </p:nvPicPr>
        <p:blipFill>
          <a:blip xmlns:r="http://schemas.openxmlformats.org/officeDocument/2006/relationships" xmlns:a="http://schemas.openxmlformats.org/drawingml/2006/main" r:embed="Rb064c3d207c94cfd">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5405364"/>
            <a:ext cx="5200650" cy="266700"/>
          </a:xfrm>
          <a:prstGeom xmlns:a="http://schemas.openxmlformats.org/drawingml/2006/main" prst="rect">
            <a:avLst/>
          </a:prstGeom>
        </p:spPr>
      </p:pic>
      <p:pic>
        <p:nvPicPr>
          <p:cNvPr id="121" name="carson-tone-rule" descr="B_T\approx2(\Delta f+f_m)=2f_m(\beta+1)">
            <a:extLst xmlns:a="http://schemas.openxmlformats.org/drawingml/2006/main">
              <a:ext uri="{FF2B5EF4-FFF2-40B4-BE49-F238E27FC236}">
                <a16:creationId xmlns:a16="http://schemas.microsoft.com/office/drawing/2014/main" id="{3F691F0A-6673-4234-90B5-A2C1E2730620}"/>
              </a:ext>
            </a:extLst>
          </p:cNvPr>
          <p:cNvPicPr>
            <a:picLocks xmlns:a="http://schemas.openxmlformats.org/drawingml/2006/main" noChangeAspect="1"/>
          </p:cNvPicPr>
          <p:nvPr/>
        </p:nvPicPr>
        <p:blipFill>
          <a:blip xmlns:r="http://schemas.openxmlformats.org/officeDocument/2006/relationships" xmlns:a="http://schemas.openxmlformats.org/drawingml/2006/main" r:embed="Rbd173a8f6f8b44fd">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09600" y="5405589"/>
            <a:ext cx="4027170" cy="266700"/>
          </a:xfrm>
          <a:prstGeom xmlns:a="http://schemas.openxmlformats.org/drawingml/2006/main" prst="rect">
            <a:avLst/>
          </a:prstGeom>
        </p:spPr>
      </p:pic>
      <p:pic>
        <p:nvPicPr>
          <p:cNvPr id="122" name="general-message-condition" descr="\text{General message: }M(f)=0\ (|f|&gt;W),\quad\Delta f=k_f\max_t|m(t)|">
            <a:extLst xmlns:a="http://schemas.openxmlformats.org/drawingml/2006/main">
              <a:ext uri="{FF2B5EF4-FFF2-40B4-BE49-F238E27FC236}">
                <a16:creationId xmlns:a16="http://schemas.microsoft.com/office/drawing/2014/main" id="{021C4142-0727-4830-A812-1BEB28F994A6}"/>
              </a:ext>
            </a:extLst>
          </p:cNvPr>
          <p:cNvPicPr>
            <a:picLocks xmlns:a="http://schemas.openxmlformats.org/drawingml/2006/main" noChangeAspect="1"/>
          </p:cNvPicPr>
          <p:nvPr/>
        </p:nvPicPr>
        <p:blipFill>
          <a:blip xmlns:r="http://schemas.openxmlformats.org/officeDocument/2006/relationships" xmlns:a="http://schemas.openxmlformats.org/drawingml/2006/main" r:embed="R65313fe8d8564681">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609600" y="5938838"/>
            <a:ext cx="7167563" cy="238125"/>
          </a:xfrm>
          <a:prstGeom xmlns:a="http://schemas.openxmlformats.org/drawingml/2006/main" prst="rect">
            <a:avLst/>
          </a:prstGeom>
        </p:spPr>
      </p:pic>
      <p:pic>
        <p:nvPicPr>
          <p:cNvPr id="123" name="carson-general-rule" descr="B_T\approx2(\Delta f+W)=2W(D+1),\qquad D=\Delta f/W">
            <a:extLst xmlns:a="http://schemas.openxmlformats.org/drawingml/2006/main">
              <a:ext uri="{FF2B5EF4-FFF2-40B4-BE49-F238E27FC236}">
                <a16:creationId xmlns:a16="http://schemas.microsoft.com/office/drawing/2014/main" id="{7D054724-F761-406E-A12B-23BB8AFB5BD9}"/>
              </a:ext>
            </a:extLst>
          </p:cNvPr>
          <p:cNvPicPr>
            <a:picLocks xmlns:a="http://schemas.openxmlformats.org/drawingml/2006/main" noChangeAspect="1"/>
          </p:cNvPicPr>
          <p:nvPr/>
        </p:nvPicPr>
        <p:blipFill>
          <a:blip xmlns:r="http://schemas.openxmlformats.org/officeDocument/2006/relationships" xmlns:a="http://schemas.openxmlformats.org/drawingml/2006/main" r:embed="R7939a139caf34db9">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609600" y="6348413"/>
            <a:ext cx="6743700" cy="285750"/>
          </a:xfrm>
          <a:prstGeom xmlns:a="http://schemas.openxmlformats.org/drawingml/2006/main" prst="rect">
            <a:avLst/>
          </a:prstGeom>
        </p:spPr>
      </p:pic>
      <p:pic>
        <p:nvPicPr>
          <p:cNvPr id="124" name="fixed-carson-edges" descr="f_c\pm(\Delta f+f_m)">
            <a:extLst xmlns:a="http://schemas.openxmlformats.org/drawingml/2006/main">
              <a:ext uri="{FF2B5EF4-FFF2-40B4-BE49-F238E27FC236}">
                <a16:creationId xmlns:a16="http://schemas.microsoft.com/office/drawing/2014/main" id="{EB881185-9DB9-4766-AEF5-52F358363D30}"/>
              </a:ext>
            </a:extLst>
          </p:cNvPr>
          <p:cNvPicPr>
            <a:picLocks xmlns:a="http://schemas.openxmlformats.org/drawingml/2006/main" noChangeAspect="1"/>
          </p:cNvPicPr>
          <p:nvPr/>
        </p:nvPicPr>
        <p:blipFill>
          <a:blip xmlns:r="http://schemas.openxmlformats.org/officeDocument/2006/relationships" xmlns:a="http://schemas.openxmlformats.org/drawingml/2006/main" r:embed="Rb189629509474107">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609600" y="5405286"/>
            <a:ext cx="1840230" cy="266700"/>
          </a:xfrm>
          <a:prstGeom xmlns:a="http://schemas.openxmlformats.org/drawingml/2006/main" prst="rect">
            <a:avLst/>
          </a:prstGeom>
        </p:spPr>
      </p:pic>
      <p:pic>
        <p:nvPicPr>
          <p:cNvPr id="125" name="carson-subtract-moving0" descr="B_T\approx[f_c+(\Delta f+f_m)]-[f_c-(\Delta f+f_m)]">
            <a:extLst xmlns:a="http://schemas.openxmlformats.org/drawingml/2006/main">
              <a:ext uri="{FF2B5EF4-FFF2-40B4-BE49-F238E27FC236}">
                <a16:creationId xmlns:a16="http://schemas.microsoft.com/office/drawing/2014/main" id="{6F4148C7-F926-481A-9DDC-77F9D47B500F}"/>
              </a:ext>
            </a:extLst>
          </p:cNvPr>
          <p:cNvPicPr>
            <a:picLocks xmlns:a="http://schemas.openxmlformats.org/drawingml/2006/main" noChangeAspect="1"/>
          </p:cNvPicPr>
          <p:nvPr/>
        </p:nvPicPr>
        <p:blipFill>
          <a:blip xmlns:r="http://schemas.openxmlformats.org/officeDocument/2006/relationships" xmlns:a="http://schemas.openxmlformats.org/drawingml/2006/main" r:embed="R1b1d1adee2504f6b">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609600" y="5405364"/>
            <a:ext cx="5200650" cy="266700"/>
          </a:xfrm>
          <a:prstGeom xmlns:a="http://schemas.openxmlformats.org/drawingml/2006/main" prst="rect">
            <a:avLst/>
          </a:prstGeom>
        </p:spPr>
      </p:pic>
      <p:pic>
        <p:nvPicPr>
          <p:cNvPr id="126" name="carson-tone-rule-stable" descr="B_T\approx2(\Delta f+f_m)=2f_m(\beta+1)">
            <a:extLst xmlns:a="http://schemas.openxmlformats.org/drawingml/2006/main">
              <a:ext uri="{FF2B5EF4-FFF2-40B4-BE49-F238E27FC236}">
                <a16:creationId xmlns:a16="http://schemas.microsoft.com/office/drawing/2014/main" id="{D896FFAB-868E-4944-9C18-BA20E484A397}"/>
              </a:ext>
            </a:extLst>
          </p:cNvPr>
          <p:cNvPicPr>
            <a:picLocks xmlns:a="http://schemas.openxmlformats.org/drawingml/2006/main" noChangeAspect="1"/>
          </p:cNvPicPr>
          <p:nvPr/>
        </p:nvPicPr>
        <p:blipFill>
          <a:blip xmlns:r="http://schemas.openxmlformats.org/officeDocument/2006/relationships" xmlns:a="http://schemas.openxmlformats.org/drawingml/2006/main" r:embed="R8ede238d5b874538">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609600" y="5405589"/>
            <a:ext cx="4027170" cy="266700"/>
          </a:xfrm>
          <a:prstGeom xmlns:a="http://schemas.openxmlformats.org/drawingml/2006/main" prst="rect">
            <a:avLst/>
          </a:prstGeom>
        </p:spPr>
      </p:pic>
      <p:pic>
        <p:nvPicPr>
          <p:cNvPr id="127" name="carson-tone-rule-moving0" descr="B_T\approx2(\Delta f+f_m)=2f_m(\beta+1)">
            <a:extLst xmlns:a="http://schemas.openxmlformats.org/drawingml/2006/main">
              <a:ext uri="{FF2B5EF4-FFF2-40B4-BE49-F238E27FC236}">
                <a16:creationId xmlns:a16="http://schemas.microsoft.com/office/drawing/2014/main" id="{C2C4CB3F-DD95-4FAD-985C-8EFFE254393E}"/>
              </a:ext>
            </a:extLst>
          </p:cNvPr>
          <p:cNvPicPr>
            <a:picLocks xmlns:a="http://schemas.openxmlformats.org/drawingml/2006/main" noChangeAspect="1"/>
          </p:cNvPicPr>
          <p:nvPr/>
        </p:nvPicPr>
        <p:blipFill>
          <a:blip xmlns:r="http://schemas.openxmlformats.org/officeDocument/2006/relationships" xmlns:a="http://schemas.openxmlformats.org/drawingml/2006/main" r:embed="R1ef1f20949c1414f">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609600" y="5405589"/>
            <a:ext cx="4027170" cy="266700"/>
          </a:xfrm>
          <a:prstGeom xmlns:a="http://schemas.openxmlformats.org/drawingml/2006/main" prst="rect">
            <a:avLst/>
          </a:prstGeom>
        </p:spPr>
      </p:pic>
    </p:spTree>
    <p:extLst>
      <p:ext uri="{BB962C8B-B14F-4D97-AF65-F5344CB8AC3E}">
        <p14:creationId xmlns:p14="http://schemas.microsoft.com/office/powerpoint/2010/main" val="68857531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4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400"/>
                                        <p:tgtEl>
                                          <p:spTgt spid="41"/>
                                        </p:tgtEl>
                                      </p:cBhvr>
                                    </p:animEffect>
                                  </p:childTnLst>
                                </p:cTn>
                              </p:par>
                              <p:par>
                                <p:cTn id="11" presetID="10" presetClass="entr" presetSubtype="0" fill="hold"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400"/>
                                        <p:tgtEl>
                                          <p:spTgt spid="42"/>
                                        </p:tgtEl>
                                      </p:cBhvr>
                                    </p:animEffect>
                                  </p:childTnLst>
                                </p:cTn>
                              </p:par>
                              <p:par>
                                <p:cTn id="14" presetID="10" presetClass="entr" presetSubtype="0"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400"/>
                                        <p:tgtEl>
                                          <p:spTgt spid="43"/>
                                        </p:tgtEl>
                                      </p:cBhvr>
                                    </p:animEffect>
                                  </p:childTnLst>
                                </p:cTn>
                              </p:par>
                              <p:par>
                                <p:cTn id="17" presetID="10"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400"/>
                                        <p:tgtEl>
                                          <p:spTgt spid="44"/>
                                        </p:tgtEl>
                                      </p:cBhvr>
                                    </p:animEffect>
                                  </p:childTnLst>
                                </p:cTn>
                              </p:par>
                              <p:par>
                                <p:cTn id="20" presetID="10" presetClass="entr" presetSubtype="0" fill="hold"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400"/>
                                        <p:tgtEl>
                                          <p:spTgt spid="45"/>
                                        </p:tgtEl>
                                      </p:cBhvr>
                                    </p:animEffect>
                                  </p:childTnLst>
                                </p:cTn>
                              </p:par>
                              <p:par>
                                <p:cTn id="23" presetID="10"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400"/>
                                        <p:tgtEl>
                                          <p:spTgt spid="46"/>
                                        </p:tgtEl>
                                      </p:cBhvr>
                                    </p:animEffect>
                                  </p:childTnLst>
                                </p:cTn>
                              </p:par>
                              <p:par>
                                <p:cTn id="26" presetID="10" presetClass="entr" presetSubtype="0" fill="hold" nodeType="with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400"/>
                                        <p:tgtEl>
                                          <p:spTgt spid="47"/>
                                        </p:tgtEl>
                                      </p:cBhvr>
                                    </p:animEffect>
                                  </p:childTnLst>
                                </p:cTn>
                              </p:par>
                              <p:par>
                                <p:cTn id="29" presetID="10"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400"/>
                                        <p:tgtEl>
                                          <p:spTgt spid="48"/>
                                        </p:tgtEl>
                                      </p:cBhvr>
                                    </p:animEffect>
                                  </p:childTnLst>
                                </p:cTn>
                              </p:par>
                              <p:par>
                                <p:cTn id="32" presetID="10" presetClass="entr" presetSubtype="0" fill="hold" nodeType="with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fade">
                                      <p:cBhvr>
                                        <p:cTn id="34" dur="400"/>
                                        <p:tgtEl>
                                          <p:spTgt spid="49"/>
                                        </p:tgtEl>
                                      </p:cBhvr>
                                    </p:animEffect>
                                  </p:childTnLst>
                                </p:cTn>
                              </p:par>
                              <p:par>
                                <p:cTn id="35" presetID="10" presetClass="entr" presetSubtype="0" fill="hold"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400"/>
                                        <p:tgtEl>
                                          <p:spTgt spid="50"/>
                                        </p:tgtEl>
                                      </p:cBhvr>
                                    </p:animEffect>
                                  </p:childTnLst>
                                </p:cTn>
                              </p:par>
                              <p:par>
                                <p:cTn id="38" presetID="10" presetClass="entr" presetSubtype="0" fill="hold" nodeType="withEffect">
                                  <p:stCondLst>
                                    <p:cond delay="0"/>
                                  </p:stCondLst>
                                  <p:childTnLst>
                                    <p:set>
                                      <p:cBhvr>
                                        <p:cTn id="39" dur="1" fill="hold">
                                          <p:stCondLst>
                                            <p:cond delay="0"/>
                                          </p:stCondLst>
                                        </p:cTn>
                                        <p:tgtEl>
                                          <p:spTgt spid="51"/>
                                        </p:tgtEl>
                                        <p:attrNameLst>
                                          <p:attrName>style.visibility</p:attrName>
                                        </p:attrNameLst>
                                      </p:cBhvr>
                                      <p:to>
                                        <p:strVal val="visible"/>
                                      </p:to>
                                    </p:set>
                                    <p:animEffect transition="in" filter="fade">
                                      <p:cBhvr>
                                        <p:cTn id="40" dur="400"/>
                                        <p:tgtEl>
                                          <p:spTgt spid="51"/>
                                        </p:tgtEl>
                                      </p:cBhvr>
                                    </p:animEffect>
                                  </p:childTnLst>
                                </p:cTn>
                              </p:par>
                              <p:par>
                                <p:cTn id="41" presetID="10" presetClass="entr" presetSubtype="0"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fade">
                                      <p:cBhvr>
                                        <p:cTn id="43" dur="400"/>
                                        <p:tgtEl>
                                          <p:spTgt spid="52"/>
                                        </p:tgtEl>
                                      </p:cBhvr>
                                    </p:animEffect>
                                  </p:childTnLst>
                                </p:cTn>
                              </p:par>
                              <p:par>
                                <p:cTn id="44" presetID="10" presetClass="entr" presetSubtype="0" fill="hold" nodeType="withEffect">
                                  <p:stCondLst>
                                    <p:cond delay="0"/>
                                  </p:stCondLst>
                                  <p:childTnLst>
                                    <p:set>
                                      <p:cBhvr>
                                        <p:cTn id="45" dur="1" fill="hold">
                                          <p:stCondLst>
                                            <p:cond delay="0"/>
                                          </p:stCondLst>
                                        </p:cTn>
                                        <p:tgtEl>
                                          <p:spTgt spid="53"/>
                                        </p:tgtEl>
                                        <p:attrNameLst>
                                          <p:attrName>style.visibility</p:attrName>
                                        </p:attrNameLst>
                                      </p:cBhvr>
                                      <p:to>
                                        <p:strVal val="visible"/>
                                      </p:to>
                                    </p:set>
                                    <p:animEffect transition="in" filter="fade">
                                      <p:cBhvr>
                                        <p:cTn id="46" dur="400"/>
                                        <p:tgtEl>
                                          <p:spTgt spid="53"/>
                                        </p:tgtEl>
                                      </p:cBhvr>
                                    </p:animEffect>
                                  </p:childTnLst>
                                </p:cTn>
                              </p:par>
                              <p:par>
                                <p:cTn id="47" presetID="10" presetClass="entr" presetSubtype="0" fill="hold" nodeType="withEffect">
                                  <p:stCondLst>
                                    <p:cond delay="0"/>
                                  </p:stCondLst>
                                  <p:childTnLst>
                                    <p:set>
                                      <p:cBhvr>
                                        <p:cTn id="48" dur="1" fill="hold">
                                          <p:stCondLst>
                                            <p:cond delay="0"/>
                                          </p:stCondLst>
                                        </p:cTn>
                                        <p:tgtEl>
                                          <p:spTgt spid="54"/>
                                        </p:tgtEl>
                                        <p:attrNameLst>
                                          <p:attrName>style.visibility</p:attrName>
                                        </p:attrNameLst>
                                      </p:cBhvr>
                                      <p:to>
                                        <p:strVal val="visible"/>
                                      </p:to>
                                    </p:set>
                                    <p:animEffect transition="in" filter="fade">
                                      <p:cBhvr>
                                        <p:cTn id="49" dur="400"/>
                                        <p:tgtEl>
                                          <p:spTgt spid="54"/>
                                        </p:tgtEl>
                                      </p:cBhvr>
                                    </p:animEffect>
                                  </p:childTnLst>
                                </p:cTn>
                              </p:par>
                              <p:par>
                                <p:cTn id="50" presetID="10" presetClass="entr" presetSubtype="0" fill="hold" nodeType="with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fade">
                                      <p:cBhvr>
                                        <p:cTn id="52" dur="400"/>
                                        <p:tgtEl>
                                          <p:spTgt spid="55"/>
                                        </p:tgtEl>
                                      </p:cBhvr>
                                    </p:animEffect>
                                  </p:childTnLst>
                                </p:cTn>
                              </p:par>
                              <p:par>
                                <p:cTn id="53" presetID="10" presetClass="entr" presetSubtype="0" fill="hold" nodeType="with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400"/>
                                        <p:tgtEl>
                                          <p:spTgt spid="56"/>
                                        </p:tgtEl>
                                      </p:cBhvr>
                                    </p:animEffect>
                                  </p:childTnLst>
                                </p:cTn>
                              </p:par>
                              <p:par>
                                <p:cTn id="56" presetID="10" presetClass="entr" presetSubtype="0" fill="hold" nodeType="with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400"/>
                                        <p:tgtEl>
                                          <p:spTgt spid="57"/>
                                        </p:tgtEl>
                                      </p:cBhvr>
                                    </p:animEffect>
                                  </p:childTnLst>
                                </p:cTn>
                              </p:par>
                              <p:par>
                                <p:cTn id="59" presetID="10" presetClass="entr" presetSubtype="0" fill="hold" nodeType="with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fade">
                                      <p:cBhvr>
                                        <p:cTn id="61" dur="400"/>
                                        <p:tgtEl>
                                          <p:spTgt spid="58"/>
                                        </p:tgtEl>
                                      </p:cBhvr>
                                    </p:animEffect>
                                  </p:childTnLst>
                                </p:cTn>
                              </p:par>
                              <p:par>
                                <p:cTn id="62" presetID="10" presetClass="entr" presetSubtype="0" fill="hold" nodeType="withEffect">
                                  <p:stCondLst>
                                    <p:cond delay="0"/>
                                  </p:stCondLst>
                                  <p:childTnLst>
                                    <p:set>
                                      <p:cBhvr>
                                        <p:cTn id="63" dur="1" fill="hold">
                                          <p:stCondLst>
                                            <p:cond delay="0"/>
                                          </p:stCondLst>
                                        </p:cTn>
                                        <p:tgtEl>
                                          <p:spTgt spid="59"/>
                                        </p:tgtEl>
                                        <p:attrNameLst>
                                          <p:attrName>style.visibility</p:attrName>
                                        </p:attrNameLst>
                                      </p:cBhvr>
                                      <p:to>
                                        <p:strVal val="visible"/>
                                      </p:to>
                                    </p:set>
                                    <p:animEffect transition="in" filter="fade">
                                      <p:cBhvr>
                                        <p:cTn id="64" dur="400"/>
                                        <p:tgtEl>
                                          <p:spTgt spid="59"/>
                                        </p:tgtEl>
                                      </p:cBhvr>
                                    </p:animEffect>
                                  </p:childTnLst>
                                </p:cTn>
                              </p:par>
                              <p:par>
                                <p:cTn id="65" presetID="10" presetClass="entr" presetSubtype="0" fill="hold" nodeType="with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fade">
                                      <p:cBhvr>
                                        <p:cTn id="67" dur="400"/>
                                        <p:tgtEl>
                                          <p:spTgt spid="60"/>
                                        </p:tgtEl>
                                      </p:cBhvr>
                                    </p:animEffect>
                                  </p:childTnLst>
                                </p:cTn>
                              </p:par>
                              <p:par>
                                <p:cTn id="68" presetID="10" presetClass="entr" presetSubtype="0" fill="hold"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fade">
                                      <p:cBhvr>
                                        <p:cTn id="70" dur="400"/>
                                        <p:tgtEl>
                                          <p:spTgt spid="61"/>
                                        </p:tgtEl>
                                      </p:cBhvr>
                                    </p:animEffect>
                                  </p:childTnLst>
                                </p:cTn>
                              </p:par>
                              <p:par>
                                <p:cTn id="71" presetID="10" presetClass="entr" presetSubtype="0" fill="hold" nodeType="withEffect">
                                  <p:stCondLst>
                                    <p:cond delay="0"/>
                                  </p:stCondLst>
                                  <p:childTnLst>
                                    <p:set>
                                      <p:cBhvr>
                                        <p:cTn id="72" dur="1" fill="hold">
                                          <p:stCondLst>
                                            <p:cond delay="0"/>
                                          </p:stCondLst>
                                        </p:cTn>
                                        <p:tgtEl>
                                          <p:spTgt spid="62"/>
                                        </p:tgtEl>
                                        <p:attrNameLst>
                                          <p:attrName>style.visibility</p:attrName>
                                        </p:attrNameLst>
                                      </p:cBhvr>
                                      <p:to>
                                        <p:strVal val="visible"/>
                                      </p:to>
                                    </p:set>
                                    <p:animEffect transition="in" filter="fade">
                                      <p:cBhvr>
                                        <p:cTn id="73" dur="400"/>
                                        <p:tgtEl>
                                          <p:spTgt spid="62"/>
                                        </p:tgtEl>
                                      </p:cBhvr>
                                    </p:animEffect>
                                  </p:childTnLst>
                                </p:cTn>
                              </p:par>
                              <p:par>
                                <p:cTn id="74" presetID="10" presetClass="entr" presetSubtype="0" fill="hold"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400"/>
                                        <p:tgtEl>
                                          <p:spTgt spid="63"/>
                                        </p:tgtEl>
                                      </p:cBhvr>
                                    </p:animEffect>
                                  </p:childTnLst>
                                </p:cTn>
                              </p:par>
                              <p:par>
                                <p:cTn id="77" presetID="10" presetClass="entr" presetSubtype="0" fill="hold" nodeType="withEffect">
                                  <p:stCondLst>
                                    <p:cond delay="0"/>
                                  </p:stCondLst>
                                  <p:childTnLst>
                                    <p:set>
                                      <p:cBhvr>
                                        <p:cTn id="78" dur="1" fill="hold">
                                          <p:stCondLst>
                                            <p:cond delay="0"/>
                                          </p:stCondLst>
                                        </p:cTn>
                                        <p:tgtEl>
                                          <p:spTgt spid="82"/>
                                        </p:tgtEl>
                                        <p:attrNameLst>
                                          <p:attrName>style.visibility</p:attrName>
                                        </p:attrNameLst>
                                      </p:cBhvr>
                                      <p:to>
                                        <p:strVal val="visible"/>
                                      </p:to>
                                    </p:set>
                                    <p:animEffect transition="in" filter="fade">
                                      <p:cBhvr>
                                        <p:cTn id="79" dur="400"/>
                                        <p:tgtEl>
                                          <p:spTgt spid="82"/>
                                        </p:tgtEl>
                                      </p:cBhvr>
                                    </p:animEffect>
                                  </p:childTnLst>
                                </p:cTn>
                              </p:par>
                              <p:par>
                                <p:cTn id="80" presetID="10" presetClass="entr" presetSubtype="0" fill="hold" nodeType="withEffect">
                                  <p:stCondLst>
                                    <p:cond delay="0"/>
                                  </p:stCondLst>
                                  <p:childTnLst>
                                    <p:set>
                                      <p:cBhvr>
                                        <p:cTn id="81" dur="1" fill="hold">
                                          <p:stCondLst>
                                            <p:cond delay="0"/>
                                          </p:stCondLst>
                                        </p:cTn>
                                        <p:tgtEl>
                                          <p:spTgt spid="83"/>
                                        </p:tgtEl>
                                        <p:attrNameLst>
                                          <p:attrName>style.visibility</p:attrName>
                                        </p:attrNameLst>
                                      </p:cBhvr>
                                      <p:to>
                                        <p:strVal val="visible"/>
                                      </p:to>
                                    </p:set>
                                    <p:animEffect transition="in" filter="fade">
                                      <p:cBhvr>
                                        <p:cTn id="82" dur="400"/>
                                        <p:tgtEl>
                                          <p:spTgt spid="83"/>
                                        </p:tgtEl>
                                      </p:cBhvr>
                                    </p:animEffect>
                                  </p:childTnLst>
                                </p:cTn>
                              </p:par>
                              <p:par>
                                <p:cTn id="83" presetID="10" presetClass="entr" presetSubtype="0" fill="hold" nodeType="with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fade">
                                      <p:cBhvr>
                                        <p:cTn id="85" dur="400"/>
                                        <p:tgtEl>
                                          <p:spTgt spid="84"/>
                                        </p:tgtEl>
                                      </p:cBhvr>
                                    </p:animEffect>
                                  </p:childTnLst>
                                </p:cTn>
                              </p:par>
                              <p:par>
                                <p:cTn id="86" presetID="10" presetClass="entr" presetSubtype="0" fill="hold" nodeType="withEffect">
                                  <p:stCondLst>
                                    <p:cond delay="0"/>
                                  </p:stCondLst>
                                  <p:childTnLst>
                                    <p:set>
                                      <p:cBhvr>
                                        <p:cTn id="87" dur="1" fill="hold">
                                          <p:stCondLst>
                                            <p:cond delay="0"/>
                                          </p:stCondLst>
                                        </p:cTn>
                                        <p:tgtEl>
                                          <p:spTgt spid="85"/>
                                        </p:tgtEl>
                                        <p:attrNameLst>
                                          <p:attrName>style.visibility</p:attrName>
                                        </p:attrNameLst>
                                      </p:cBhvr>
                                      <p:to>
                                        <p:strVal val="visible"/>
                                      </p:to>
                                    </p:set>
                                    <p:animEffect transition="in" filter="fade">
                                      <p:cBhvr>
                                        <p:cTn id="88" dur="400"/>
                                        <p:tgtEl>
                                          <p:spTgt spid="85"/>
                                        </p:tgtEl>
                                      </p:cBhvr>
                                    </p:animEffect>
                                  </p:childTnLst>
                                </p:cTn>
                              </p:par>
                              <p:par>
                                <p:cTn id="89" presetID="10" presetClass="entr" presetSubtype="0" fill="hold" nodeType="withEffect">
                                  <p:stCondLst>
                                    <p:cond delay="0"/>
                                  </p:stCondLst>
                                  <p:childTnLst>
                                    <p:set>
                                      <p:cBhvr>
                                        <p:cTn id="90" dur="1" fill="hold">
                                          <p:stCondLst>
                                            <p:cond delay="0"/>
                                          </p:stCondLst>
                                        </p:cTn>
                                        <p:tgtEl>
                                          <p:spTgt spid="86"/>
                                        </p:tgtEl>
                                        <p:attrNameLst>
                                          <p:attrName>style.visibility</p:attrName>
                                        </p:attrNameLst>
                                      </p:cBhvr>
                                      <p:to>
                                        <p:strVal val="visible"/>
                                      </p:to>
                                    </p:set>
                                    <p:animEffect transition="in" filter="fade">
                                      <p:cBhvr>
                                        <p:cTn id="91" dur="400"/>
                                        <p:tgtEl>
                                          <p:spTgt spid="86"/>
                                        </p:tgtEl>
                                      </p:cBhvr>
                                    </p:animEffect>
                                  </p:childTnLst>
                                </p:cTn>
                              </p:par>
                              <p:par>
                                <p:cTn id="92" presetID="10" presetClass="entr" presetSubtype="0" fill="hold" nodeType="withEffect">
                                  <p:stCondLst>
                                    <p:cond delay="0"/>
                                  </p:stCondLst>
                                  <p:childTnLst>
                                    <p:set>
                                      <p:cBhvr>
                                        <p:cTn id="93" dur="1" fill="hold">
                                          <p:stCondLst>
                                            <p:cond delay="0"/>
                                          </p:stCondLst>
                                        </p:cTn>
                                        <p:tgtEl>
                                          <p:spTgt spid="87"/>
                                        </p:tgtEl>
                                        <p:attrNameLst>
                                          <p:attrName>style.visibility</p:attrName>
                                        </p:attrNameLst>
                                      </p:cBhvr>
                                      <p:to>
                                        <p:strVal val="visible"/>
                                      </p:to>
                                    </p:set>
                                    <p:animEffect transition="in" filter="fade">
                                      <p:cBhvr>
                                        <p:cTn id="94" dur="400"/>
                                        <p:tgtEl>
                                          <p:spTgt spid="87"/>
                                        </p:tgtEl>
                                      </p:cBhvr>
                                    </p:animEffect>
                                  </p:childTnLst>
                                </p:cTn>
                              </p:par>
                              <p:par>
                                <p:cTn id="95" presetID="10" presetClass="entr" presetSubtype="0" fill="hold" nodeType="withEffect">
                                  <p:stCondLst>
                                    <p:cond delay="0"/>
                                  </p:stCondLst>
                                  <p:childTnLst>
                                    <p:set>
                                      <p:cBhvr>
                                        <p:cTn id="96" dur="1" fill="hold">
                                          <p:stCondLst>
                                            <p:cond delay="0"/>
                                          </p:stCondLst>
                                        </p:cTn>
                                        <p:tgtEl>
                                          <p:spTgt spid="88"/>
                                        </p:tgtEl>
                                        <p:attrNameLst>
                                          <p:attrName>style.visibility</p:attrName>
                                        </p:attrNameLst>
                                      </p:cBhvr>
                                      <p:to>
                                        <p:strVal val="visible"/>
                                      </p:to>
                                    </p:set>
                                    <p:animEffect transition="in" filter="fade">
                                      <p:cBhvr>
                                        <p:cTn id="97" dur="400"/>
                                        <p:tgtEl>
                                          <p:spTgt spid="88"/>
                                        </p:tgtEl>
                                      </p:cBhvr>
                                    </p:animEffect>
                                  </p:childTnLst>
                                </p:cTn>
                              </p:par>
                              <p:par>
                                <p:cTn id="98" presetID="10" presetClass="entr" presetSubtype="0" fill="hold" nodeType="withEffect">
                                  <p:stCondLst>
                                    <p:cond delay="0"/>
                                  </p:stCondLst>
                                  <p:childTnLst>
                                    <p:set>
                                      <p:cBhvr>
                                        <p:cTn id="99" dur="1" fill="hold">
                                          <p:stCondLst>
                                            <p:cond delay="0"/>
                                          </p:stCondLst>
                                        </p:cTn>
                                        <p:tgtEl>
                                          <p:spTgt spid="89"/>
                                        </p:tgtEl>
                                        <p:attrNameLst>
                                          <p:attrName>style.visibility</p:attrName>
                                        </p:attrNameLst>
                                      </p:cBhvr>
                                      <p:to>
                                        <p:strVal val="visible"/>
                                      </p:to>
                                    </p:set>
                                    <p:animEffect transition="in" filter="fade">
                                      <p:cBhvr>
                                        <p:cTn id="100" dur="400"/>
                                        <p:tgtEl>
                                          <p:spTgt spid="89"/>
                                        </p:tgtEl>
                                      </p:cBhvr>
                                    </p:animEffect>
                                  </p:childTnLst>
                                </p:cTn>
                              </p:par>
                              <p:par>
                                <p:cTn id="101" presetID="10" presetClass="entr" presetSubtype="0" fill="hold" nodeType="withEffect">
                                  <p:stCondLst>
                                    <p:cond delay="0"/>
                                  </p:stCondLst>
                                  <p:childTnLst>
                                    <p:set>
                                      <p:cBhvr>
                                        <p:cTn id="102" dur="1" fill="hold">
                                          <p:stCondLst>
                                            <p:cond delay="0"/>
                                          </p:stCondLst>
                                        </p:cTn>
                                        <p:tgtEl>
                                          <p:spTgt spid="90"/>
                                        </p:tgtEl>
                                        <p:attrNameLst>
                                          <p:attrName>style.visibility</p:attrName>
                                        </p:attrNameLst>
                                      </p:cBhvr>
                                      <p:to>
                                        <p:strVal val="visible"/>
                                      </p:to>
                                    </p:set>
                                    <p:animEffect transition="in" filter="fade">
                                      <p:cBhvr>
                                        <p:cTn id="103" dur="400"/>
                                        <p:tgtEl>
                                          <p:spTgt spid="90"/>
                                        </p:tgtEl>
                                      </p:cBhvr>
                                    </p:animEffect>
                                  </p:childTnLst>
                                </p:cTn>
                              </p:par>
                              <p:par>
                                <p:cTn id="104" presetID="10" presetClass="entr" presetSubtype="0" fill="hold" nodeType="withEffect">
                                  <p:stCondLst>
                                    <p:cond delay="0"/>
                                  </p:stCondLst>
                                  <p:childTnLst>
                                    <p:set>
                                      <p:cBhvr>
                                        <p:cTn id="105" dur="1" fill="hold">
                                          <p:stCondLst>
                                            <p:cond delay="0"/>
                                          </p:stCondLst>
                                        </p:cTn>
                                        <p:tgtEl>
                                          <p:spTgt spid="91"/>
                                        </p:tgtEl>
                                        <p:attrNameLst>
                                          <p:attrName>style.visibility</p:attrName>
                                        </p:attrNameLst>
                                      </p:cBhvr>
                                      <p:to>
                                        <p:strVal val="visible"/>
                                      </p:to>
                                    </p:set>
                                    <p:animEffect transition="in" filter="fade">
                                      <p:cBhvr>
                                        <p:cTn id="106" dur="400"/>
                                        <p:tgtEl>
                                          <p:spTgt spid="91"/>
                                        </p:tgtEl>
                                      </p:cBhvr>
                                    </p:animEffect>
                                  </p:childTnLst>
                                </p:cTn>
                              </p:par>
                              <p:par>
                                <p:cTn id="107" presetID="10" presetClass="entr" presetSubtype="0" fill="hold" nodeType="withEffect">
                                  <p:stCondLst>
                                    <p:cond delay="0"/>
                                  </p:stCondLst>
                                  <p:childTnLst>
                                    <p:set>
                                      <p:cBhvr>
                                        <p:cTn id="108" dur="1" fill="hold">
                                          <p:stCondLst>
                                            <p:cond delay="0"/>
                                          </p:stCondLst>
                                        </p:cTn>
                                        <p:tgtEl>
                                          <p:spTgt spid="92"/>
                                        </p:tgtEl>
                                        <p:attrNameLst>
                                          <p:attrName>style.visibility</p:attrName>
                                        </p:attrNameLst>
                                      </p:cBhvr>
                                      <p:to>
                                        <p:strVal val="visible"/>
                                      </p:to>
                                    </p:set>
                                    <p:animEffect transition="in" filter="fade">
                                      <p:cBhvr>
                                        <p:cTn id="109" dur="400"/>
                                        <p:tgtEl>
                                          <p:spTgt spid="92"/>
                                        </p:tgtEl>
                                      </p:cBhvr>
                                    </p:animEffect>
                                  </p:childTnLst>
                                </p:cTn>
                              </p:par>
                              <p:par>
                                <p:cTn id="110" presetID="10" presetClass="entr" presetSubtype="0" fill="hold" nodeType="withEffect">
                                  <p:stCondLst>
                                    <p:cond delay="0"/>
                                  </p:stCondLst>
                                  <p:childTnLst>
                                    <p:set>
                                      <p:cBhvr>
                                        <p:cTn id="111" dur="1" fill="hold">
                                          <p:stCondLst>
                                            <p:cond delay="0"/>
                                          </p:stCondLst>
                                        </p:cTn>
                                        <p:tgtEl>
                                          <p:spTgt spid="93"/>
                                        </p:tgtEl>
                                        <p:attrNameLst>
                                          <p:attrName>style.visibility</p:attrName>
                                        </p:attrNameLst>
                                      </p:cBhvr>
                                      <p:to>
                                        <p:strVal val="visible"/>
                                      </p:to>
                                    </p:set>
                                    <p:animEffect transition="in" filter="fade">
                                      <p:cBhvr>
                                        <p:cTn id="112" dur="400"/>
                                        <p:tgtEl>
                                          <p:spTgt spid="93"/>
                                        </p:tgtEl>
                                      </p:cBhvr>
                                    </p:animEffect>
                                  </p:childTnLst>
                                </p:cTn>
                              </p:par>
                              <p:par>
                                <p:cTn id="113" presetID="10" presetClass="entr" presetSubtype="0" fill="hold" nodeType="withEffect">
                                  <p:stCondLst>
                                    <p:cond delay="0"/>
                                  </p:stCondLst>
                                  <p:childTnLst>
                                    <p:set>
                                      <p:cBhvr>
                                        <p:cTn id="114" dur="1" fill="hold">
                                          <p:stCondLst>
                                            <p:cond delay="0"/>
                                          </p:stCondLst>
                                        </p:cTn>
                                        <p:tgtEl>
                                          <p:spTgt spid="94"/>
                                        </p:tgtEl>
                                        <p:attrNameLst>
                                          <p:attrName>style.visibility</p:attrName>
                                        </p:attrNameLst>
                                      </p:cBhvr>
                                      <p:to>
                                        <p:strVal val="visible"/>
                                      </p:to>
                                    </p:set>
                                    <p:animEffect transition="in" filter="fade">
                                      <p:cBhvr>
                                        <p:cTn id="115" dur="400"/>
                                        <p:tgtEl>
                                          <p:spTgt spid="94"/>
                                        </p:tgtEl>
                                      </p:cBhvr>
                                    </p:animEffect>
                                  </p:childTnLst>
                                </p:cTn>
                              </p:par>
                              <p:par>
                                <p:cTn id="116" presetID="10" presetClass="entr" presetSubtype="0" fill="hold" nodeType="withEffect">
                                  <p:stCondLst>
                                    <p:cond delay="0"/>
                                  </p:stCondLst>
                                  <p:childTnLst>
                                    <p:set>
                                      <p:cBhvr>
                                        <p:cTn id="117" dur="1" fill="hold">
                                          <p:stCondLst>
                                            <p:cond delay="0"/>
                                          </p:stCondLst>
                                        </p:cTn>
                                        <p:tgtEl>
                                          <p:spTgt spid="95"/>
                                        </p:tgtEl>
                                        <p:attrNameLst>
                                          <p:attrName>style.visibility</p:attrName>
                                        </p:attrNameLst>
                                      </p:cBhvr>
                                      <p:to>
                                        <p:strVal val="visible"/>
                                      </p:to>
                                    </p:set>
                                    <p:animEffect transition="in" filter="fade">
                                      <p:cBhvr>
                                        <p:cTn id="118" dur="400"/>
                                        <p:tgtEl>
                                          <p:spTgt spid="95"/>
                                        </p:tgtEl>
                                      </p:cBhvr>
                                    </p:animEffect>
                                  </p:childTnLst>
                                </p:cTn>
                              </p:par>
                              <p:par>
                                <p:cTn id="119" presetID="10" presetClass="entr" presetSubtype="0" fill="hold" nodeType="withEffect">
                                  <p:stCondLst>
                                    <p:cond delay="0"/>
                                  </p:stCondLst>
                                  <p:childTnLst>
                                    <p:set>
                                      <p:cBhvr>
                                        <p:cTn id="120" dur="1" fill="hold">
                                          <p:stCondLst>
                                            <p:cond delay="0"/>
                                          </p:stCondLst>
                                        </p:cTn>
                                        <p:tgtEl>
                                          <p:spTgt spid="96"/>
                                        </p:tgtEl>
                                        <p:attrNameLst>
                                          <p:attrName>style.visibility</p:attrName>
                                        </p:attrNameLst>
                                      </p:cBhvr>
                                      <p:to>
                                        <p:strVal val="visible"/>
                                      </p:to>
                                    </p:set>
                                    <p:animEffect transition="in" filter="fade">
                                      <p:cBhvr>
                                        <p:cTn id="121" dur="400"/>
                                        <p:tgtEl>
                                          <p:spTgt spid="96"/>
                                        </p:tgtEl>
                                      </p:cBhvr>
                                    </p:animEffect>
                                  </p:childTnLst>
                                </p:cTn>
                              </p:par>
                              <p:par>
                                <p:cTn id="122" presetID="10" presetClass="entr" presetSubtype="0" fill="hold" nodeType="withEffect">
                                  <p:stCondLst>
                                    <p:cond delay="0"/>
                                  </p:stCondLst>
                                  <p:childTnLst>
                                    <p:set>
                                      <p:cBhvr>
                                        <p:cTn id="123" dur="1" fill="hold">
                                          <p:stCondLst>
                                            <p:cond delay="0"/>
                                          </p:stCondLst>
                                        </p:cTn>
                                        <p:tgtEl>
                                          <p:spTgt spid="97"/>
                                        </p:tgtEl>
                                        <p:attrNameLst>
                                          <p:attrName>style.visibility</p:attrName>
                                        </p:attrNameLst>
                                      </p:cBhvr>
                                      <p:to>
                                        <p:strVal val="visible"/>
                                      </p:to>
                                    </p:set>
                                    <p:animEffect transition="in" filter="fade">
                                      <p:cBhvr>
                                        <p:cTn id="124" dur="400"/>
                                        <p:tgtEl>
                                          <p:spTgt spid="97"/>
                                        </p:tgtEl>
                                      </p:cBhvr>
                                    </p:animEffect>
                                  </p:childTnLst>
                                </p:cTn>
                              </p:par>
                              <p:par>
                                <p:cTn id="125" presetID="10" presetClass="entr" presetSubtype="0" fill="hold" nodeType="withEffect">
                                  <p:stCondLst>
                                    <p:cond delay="0"/>
                                  </p:stCondLst>
                                  <p:childTnLst>
                                    <p:set>
                                      <p:cBhvr>
                                        <p:cTn id="126" dur="1" fill="hold">
                                          <p:stCondLst>
                                            <p:cond delay="0"/>
                                          </p:stCondLst>
                                        </p:cTn>
                                        <p:tgtEl>
                                          <p:spTgt spid="98"/>
                                        </p:tgtEl>
                                        <p:attrNameLst>
                                          <p:attrName>style.visibility</p:attrName>
                                        </p:attrNameLst>
                                      </p:cBhvr>
                                      <p:to>
                                        <p:strVal val="visible"/>
                                      </p:to>
                                    </p:set>
                                    <p:animEffect transition="in" filter="fade">
                                      <p:cBhvr>
                                        <p:cTn id="127" dur="400"/>
                                        <p:tgtEl>
                                          <p:spTgt spid="98"/>
                                        </p:tgtEl>
                                      </p:cBhvr>
                                    </p:animEffect>
                                  </p:childTnLst>
                                </p:cTn>
                              </p:par>
                              <p:par>
                                <p:cTn id="128" presetID="10" presetClass="entr" presetSubtype="0" fill="hold" nodeType="withEffect">
                                  <p:stCondLst>
                                    <p:cond delay="0"/>
                                  </p:stCondLst>
                                  <p:childTnLst>
                                    <p:set>
                                      <p:cBhvr>
                                        <p:cTn id="129" dur="1" fill="hold">
                                          <p:stCondLst>
                                            <p:cond delay="0"/>
                                          </p:stCondLst>
                                        </p:cTn>
                                        <p:tgtEl>
                                          <p:spTgt spid="99"/>
                                        </p:tgtEl>
                                        <p:attrNameLst>
                                          <p:attrName>style.visibility</p:attrName>
                                        </p:attrNameLst>
                                      </p:cBhvr>
                                      <p:to>
                                        <p:strVal val="visible"/>
                                      </p:to>
                                    </p:set>
                                    <p:animEffect transition="in" filter="fade">
                                      <p:cBhvr>
                                        <p:cTn id="130" dur="400"/>
                                        <p:tgtEl>
                                          <p:spTgt spid="99"/>
                                        </p:tgtEl>
                                      </p:cBhvr>
                                    </p:animEffect>
                                  </p:childTnLst>
                                </p:cTn>
                              </p:par>
                              <p:par>
                                <p:cTn id="131" presetID="10" presetClass="entr" presetSubtype="0" fill="hold" nodeType="withEffect">
                                  <p:stCondLst>
                                    <p:cond delay="0"/>
                                  </p:stCondLst>
                                  <p:childTnLst>
                                    <p:set>
                                      <p:cBhvr>
                                        <p:cTn id="132" dur="1" fill="hold">
                                          <p:stCondLst>
                                            <p:cond delay="0"/>
                                          </p:stCondLst>
                                        </p:cTn>
                                        <p:tgtEl>
                                          <p:spTgt spid="100"/>
                                        </p:tgtEl>
                                        <p:attrNameLst>
                                          <p:attrName>style.visibility</p:attrName>
                                        </p:attrNameLst>
                                      </p:cBhvr>
                                      <p:to>
                                        <p:strVal val="visible"/>
                                      </p:to>
                                    </p:set>
                                    <p:animEffect transition="in" filter="fade">
                                      <p:cBhvr>
                                        <p:cTn id="133" dur="400"/>
                                        <p:tgtEl>
                                          <p:spTgt spid="100"/>
                                        </p:tgtEl>
                                      </p:cBhvr>
                                    </p:animEffect>
                                  </p:childTnLst>
                                </p:cTn>
                              </p:par>
                              <p:par>
                                <p:cTn id="134" presetID="10" presetClass="entr" presetSubtype="0" fill="hold" nodeType="withEffect">
                                  <p:stCondLst>
                                    <p:cond delay="0"/>
                                  </p:stCondLst>
                                  <p:childTnLst>
                                    <p:set>
                                      <p:cBhvr>
                                        <p:cTn id="135" dur="1" fill="hold">
                                          <p:stCondLst>
                                            <p:cond delay="0"/>
                                          </p:stCondLst>
                                        </p:cTn>
                                        <p:tgtEl>
                                          <p:spTgt spid="101"/>
                                        </p:tgtEl>
                                        <p:attrNameLst>
                                          <p:attrName>style.visibility</p:attrName>
                                        </p:attrNameLst>
                                      </p:cBhvr>
                                      <p:to>
                                        <p:strVal val="visible"/>
                                      </p:to>
                                    </p:set>
                                    <p:animEffect transition="in" filter="fade">
                                      <p:cBhvr>
                                        <p:cTn id="136" dur="400"/>
                                        <p:tgtEl>
                                          <p:spTgt spid="101"/>
                                        </p:tgtEl>
                                      </p:cBhvr>
                                    </p:animEffect>
                                  </p:childTnLst>
                                </p:cTn>
                              </p:par>
                              <p:par>
                                <p:cTn id="137" presetID="10" presetClass="entr" presetSubtype="0" fill="hold" nodeType="withEffect">
                                  <p:stCondLst>
                                    <p:cond delay="0"/>
                                  </p:stCondLst>
                                  <p:childTnLst>
                                    <p:set>
                                      <p:cBhvr>
                                        <p:cTn id="138" dur="1" fill="hold">
                                          <p:stCondLst>
                                            <p:cond delay="0"/>
                                          </p:stCondLst>
                                        </p:cTn>
                                        <p:tgtEl>
                                          <p:spTgt spid="102"/>
                                        </p:tgtEl>
                                        <p:attrNameLst>
                                          <p:attrName>style.visibility</p:attrName>
                                        </p:attrNameLst>
                                      </p:cBhvr>
                                      <p:to>
                                        <p:strVal val="visible"/>
                                      </p:to>
                                    </p:set>
                                    <p:animEffect transition="in" filter="fade">
                                      <p:cBhvr>
                                        <p:cTn id="139" dur="400"/>
                                        <p:tgtEl>
                                          <p:spTgt spid="102"/>
                                        </p:tgtEl>
                                      </p:cBhvr>
                                    </p:animEffect>
                                  </p:childTnLst>
                                </p:cTn>
                              </p:par>
                              <p:par>
                                <p:cTn id="140" presetID="10" presetClass="entr" presetSubtype="0" fill="hold" nodeType="withEffect">
                                  <p:stCondLst>
                                    <p:cond delay="0"/>
                                  </p:stCondLst>
                                  <p:childTnLst>
                                    <p:set>
                                      <p:cBhvr>
                                        <p:cTn id="141" dur="1" fill="hold">
                                          <p:stCondLst>
                                            <p:cond delay="0"/>
                                          </p:stCondLst>
                                        </p:cTn>
                                        <p:tgtEl>
                                          <p:spTgt spid="103"/>
                                        </p:tgtEl>
                                        <p:attrNameLst>
                                          <p:attrName>style.visibility</p:attrName>
                                        </p:attrNameLst>
                                      </p:cBhvr>
                                      <p:to>
                                        <p:strVal val="visible"/>
                                      </p:to>
                                    </p:set>
                                    <p:animEffect transition="in" filter="fade">
                                      <p:cBhvr>
                                        <p:cTn id="142" dur="400"/>
                                        <p:tgtEl>
                                          <p:spTgt spid="103"/>
                                        </p:tgtEl>
                                      </p:cBhvr>
                                    </p:animEffect>
                                  </p:childTnLst>
                                </p:cTn>
                              </p:par>
                              <p:par>
                                <p:cTn id="143" presetID="10" presetClass="entr" presetSubtype="0" fill="hold" nodeType="withEffect">
                                  <p:stCondLst>
                                    <p:cond delay="0"/>
                                  </p:stCondLst>
                                  <p:childTnLst>
                                    <p:set>
                                      <p:cBhvr>
                                        <p:cTn id="144" dur="1" fill="hold">
                                          <p:stCondLst>
                                            <p:cond delay="0"/>
                                          </p:stCondLst>
                                        </p:cTn>
                                        <p:tgtEl>
                                          <p:spTgt spid="104"/>
                                        </p:tgtEl>
                                        <p:attrNameLst>
                                          <p:attrName>style.visibility</p:attrName>
                                        </p:attrNameLst>
                                      </p:cBhvr>
                                      <p:to>
                                        <p:strVal val="visible"/>
                                      </p:to>
                                    </p:set>
                                    <p:animEffect transition="in" filter="fade">
                                      <p:cBhvr>
                                        <p:cTn id="145" dur="400"/>
                                        <p:tgtEl>
                                          <p:spTgt spid="104"/>
                                        </p:tgtEl>
                                      </p:cBhvr>
                                    </p:animEffect>
                                  </p:childTnLst>
                                </p:cTn>
                              </p:par>
                              <p:par>
                                <p:cTn id="146" presetID="10" presetClass="entr" presetSubtype="0" fill="hold" nodeType="withEffect">
                                  <p:stCondLst>
                                    <p:cond delay="0"/>
                                  </p:stCondLst>
                                  <p:childTnLst>
                                    <p:set>
                                      <p:cBhvr>
                                        <p:cTn id="147" dur="1" fill="hold">
                                          <p:stCondLst>
                                            <p:cond delay="0"/>
                                          </p:stCondLst>
                                        </p:cTn>
                                        <p:tgtEl>
                                          <p:spTgt spid="105"/>
                                        </p:tgtEl>
                                        <p:attrNameLst>
                                          <p:attrName>style.visibility</p:attrName>
                                        </p:attrNameLst>
                                      </p:cBhvr>
                                      <p:to>
                                        <p:strVal val="visible"/>
                                      </p:to>
                                    </p:set>
                                    <p:animEffect transition="in" filter="fade">
                                      <p:cBhvr>
                                        <p:cTn id="148" dur="400"/>
                                        <p:tgtEl>
                                          <p:spTgt spid="105"/>
                                        </p:tgtEl>
                                      </p:cBhvr>
                                    </p:animEffect>
                                  </p:childTnLst>
                                </p:cTn>
                              </p:par>
                              <p:par>
                                <p:cTn id="149" presetID="10" presetClass="entr" presetSubtype="0" fill="hold" nodeType="withEffect">
                                  <p:stCondLst>
                                    <p:cond delay="0"/>
                                  </p:stCondLst>
                                  <p:childTnLst>
                                    <p:set>
                                      <p:cBhvr>
                                        <p:cTn id="150" dur="1" fill="hold">
                                          <p:stCondLst>
                                            <p:cond delay="0"/>
                                          </p:stCondLst>
                                        </p:cTn>
                                        <p:tgtEl>
                                          <p:spTgt spid="106"/>
                                        </p:tgtEl>
                                        <p:attrNameLst>
                                          <p:attrName>style.visibility</p:attrName>
                                        </p:attrNameLst>
                                      </p:cBhvr>
                                      <p:to>
                                        <p:strVal val="visible"/>
                                      </p:to>
                                    </p:set>
                                    <p:animEffect transition="in" filter="fade">
                                      <p:cBhvr>
                                        <p:cTn id="151" dur="400"/>
                                        <p:tgtEl>
                                          <p:spTgt spid="106"/>
                                        </p:tgtEl>
                                      </p:cBhvr>
                                    </p:animEffect>
                                  </p:childTnLst>
                                </p:cTn>
                              </p:par>
                              <p:par>
                                <p:cTn id="152" presetID="10" presetClass="entr" presetSubtype="0" fill="hold" nodeType="withEffect">
                                  <p:stCondLst>
                                    <p:cond delay="0"/>
                                  </p:stCondLst>
                                  <p:childTnLst>
                                    <p:set>
                                      <p:cBhvr>
                                        <p:cTn id="153" dur="1" fill="hold">
                                          <p:stCondLst>
                                            <p:cond delay="0"/>
                                          </p:stCondLst>
                                        </p:cTn>
                                        <p:tgtEl>
                                          <p:spTgt spid="107"/>
                                        </p:tgtEl>
                                        <p:attrNameLst>
                                          <p:attrName>style.visibility</p:attrName>
                                        </p:attrNameLst>
                                      </p:cBhvr>
                                      <p:to>
                                        <p:strVal val="visible"/>
                                      </p:to>
                                    </p:set>
                                    <p:animEffect transition="in" filter="fade">
                                      <p:cBhvr>
                                        <p:cTn id="154" dur="400"/>
                                        <p:tgtEl>
                                          <p:spTgt spid="107"/>
                                        </p:tgtEl>
                                      </p:cBhvr>
                                    </p:animEffect>
                                  </p:childTnLst>
                                </p:cTn>
                              </p:par>
                              <p:par>
                                <p:cTn id="155" presetID="10" presetClass="entr" presetSubtype="0" fill="hold" nodeType="withEffect">
                                  <p:stCondLst>
                                    <p:cond delay="0"/>
                                  </p:stCondLst>
                                  <p:childTnLst>
                                    <p:set>
                                      <p:cBhvr>
                                        <p:cTn id="156" dur="1" fill="hold">
                                          <p:stCondLst>
                                            <p:cond delay="0"/>
                                          </p:stCondLst>
                                        </p:cTn>
                                        <p:tgtEl>
                                          <p:spTgt spid="108"/>
                                        </p:tgtEl>
                                        <p:attrNameLst>
                                          <p:attrName>style.visibility</p:attrName>
                                        </p:attrNameLst>
                                      </p:cBhvr>
                                      <p:to>
                                        <p:strVal val="visible"/>
                                      </p:to>
                                    </p:set>
                                    <p:animEffect transition="in" filter="fade">
                                      <p:cBhvr>
                                        <p:cTn id="157" dur="400"/>
                                        <p:tgtEl>
                                          <p:spTgt spid="108"/>
                                        </p:tgtEl>
                                      </p:cBhvr>
                                    </p:animEffect>
                                  </p:childTnLst>
                                </p:cTn>
                              </p:par>
                              <p:par>
                                <p:cTn id="158" presetID="10" presetClass="entr" presetSubtype="0" fill="hold" nodeType="withEffect">
                                  <p:stCondLst>
                                    <p:cond delay="0"/>
                                  </p:stCondLst>
                                  <p:childTnLst>
                                    <p:set>
                                      <p:cBhvr>
                                        <p:cTn id="159" dur="1" fill="hold">
                                          <p:stCondLst>
                                            <p:cond delay="0"/>
                                          </p:stCondLst>
                                        </p:cTn>
                                        <p:tgtEl>
                                          <p:spTgt spid="117"/>
                                        </p:tgtEl>
                                        <p:attrNameLst>
                                          <p:attrName>style.visibility</p:attrName>
                                        </p:attrNameLst>
                                      </p:cBhvr>
                                      <p:to>
                                        <p:strVal val="visible"/>
                                      </p:to>
                                    </p:set>
                                    <p:animEffect transition="in" filter="fade">
                                      <p:cBhvr>
                                        <p:cTn id="160" dur="400"/>
                                        <p:tgtEl>
                                          <p:spTgt spid="117"/>
                                        </p:tgtEl>
                                      </p:cBhvr>
                                    </p:animEffect>
                                  </p:childTnLst>
                                </p:cTn>
                              </p:par>
                              <p:par>
                                <p:cTn id="161" presetID="10" presetClass="entr" presetSubtype="0" fill="hold" nodeType="withEffect">
                                  <p:stCondLst>
                                    <p:cond delay="0"/>
                                  </p:stCondLst>
                                  <p:childTnLst>
                                    <p:set>
                                      <p:cBhvr>
                                        <p:cTn id="162" dur="1" fill="hold">
                                          <p:stCondLst>
                                            <p:cond delay="0"/>
                                          </p:stCondLst>
                                        </p:cTn>
                                        <p:tgtEl>
                                          <p:spTgt spid="119"/>
                                        </p:tgtEl>
                                        <p:attrNameLst>
                                          <p:attrName>style.visibility</p:attrName>
                                        </p:attrNameLst>
                                      </p:cBhvr>
                                      <p:to>
                                        <p:strVal val="visible"/>
                                      </p:to>
                                    </p:set>
                                    <p:animEffect transition="in" filter="fade">
                                      <p:cBhvr>
                                        <p:cTn id="163" dur="400"/>
                                        <p:tgtEl>
                                          <p:spTgt spid="119"/>
                                        </p:tgtEl>
                                      </p:cBhvr>
                                    </p:animEffect>
                                  </p:childTnLst>
                                </p:cTn>
                              </p:par>
                              <p:par>
                                <p:cTn id="164" presetID="10" presetClass="entr" presetSubtype="0" fill="hold" nodeType="withEffect">
                                  <p:stCondLst>
                                    <p:cond delay="0"/>
                                  </p:stCondLst>
                                  <p:childTnLst>
                                    <p:set>
                                      <p:cBhvr>
                                        <p:cTn id="165" dur="1" fill="hold">
                                          <p:stCondLst>
                                            <p:cond delay="0"/>
                                          </p:stCondLst>
                                        </p:cTn>
                                        <p:tgtEl>
                                          <p:spTgt spid="124"/>
                                        </p:tgtEl>
                                        <p:attrNameLst>
                                          <p:attrName>style.visibility</p:attrName>
                                        </p:attrNameLst>
                                      </p:cBhvr>
                                      <p:to>
                                        <p:strVal val="visible"/>
                                      </p:to>
                                    </p:set>
                                    <p:animEffect transition="in" filter="fade">
                                      <p:cBhvr>
                                        <p:cTn id="166" dur="400"/>
                                        <p:tgtEl>
                                          <p:spTgt spid="124"/>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120"/>
                                        </p:tgtEl>
                                        <p:attrNameLst>
                                          <p:attrName>style.visibility</p:attrName>
                                        </p:attrNameLst>
                                      </p:cBhvr>
                                      <p:to>
                                        <p:strVal val="visible"/>
                                      </p:to>
                                    </p:set>
                                    <p:animEffect transition="in" filter="fade">
                                      <p:cBhvr>
                                        <p:cTn id="171" dur="220"/>
                                        <p:tgtEl>
                                          <p:spTgt spid="120"/>
                                        </p:tgtEl>
                                      </p:cBhvr>
                                    </p:animEffect>
                                  </p:childTnLst>
                                </p:cTn>
                              </p:par>
                              <p:par>
                                <p:cTn id="172" presetID="10" presetClass="exit" presetSubtype="0" fill="hold" nodeType="withEffect">
                                  <p:stCondLst>
                                    <p:cond delay="0"/>
                                  </p:stCondLst>
                                  <p:childTnLst>
                                    <p:animEffect transition="out" filter="fade">
                                      <p:cBhvr>
                                        <p:cTn id="199" dur="200" fill="hold">
                                          <p:stCondLst>
                                            <p:cond delay="0"/>
                                          </p:stCondLst>
                                        </p:cTn>
                                        <p:tgtEl>
                                          <p:spTgt spid="119"/>
                                        </p:tgtEl>
                                      </p:cBhvr>
                                    </p:animEffect>
                                    <p:set>
                                      <p:cBhvr>
                                        <p:cTn id="200" dur="1" fill="hold">
                                          <p:stCondLst>
                                            <p:cond delay="200"/>
                                          </p:stCondLst>
                                        </p:cTn>
                                        <p:tgtEl>
                                          <p:spTgt spid="119"/>
                                        </p:tgtEl>
                                        <p:attrNameLst>
                                          <p:attrName>style.visibility</p:attrName>
                                        </p:attrNameLst>
                                      </p:cBhvr>
                                      <p:to>
                                        <p:strVal val="hidden"/>
                                      </p:to>
                                    </p:set>
                                  </p:childTnLst>
                                </p:cTn>
                              </p:par>
                              <p:par>
                                <p:cTn id="173" presetID="10" presetClass="entr" presetSubtype="0" fill="hold" nodeType="withEffect">
                                  <p:stCondLst>
                                    <p:cond delay="0"/>
                                  </p:stCondLst>
                                  <p:childTnLst>
                                    <p:set>
                                      <p:cBhvr>
                                        <p:cTn id="174" dur="1" fill="hold">
                                          <p:stCondLst>
                                            <p:cond delay="0"/>
                                          </p:stCondLst>
                                        </p:cTn>
                                        <p:tgtEl>
                                          <p:spTgt spid="125"/>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nodeType="clickEffect">
                                  <p:stCondLst>
                                    <p:cond delay="0"/>
                                  </p:stCondLst>
                                  <p:childTnLst>
                                    <p:set>
                                      <p:cBhvr>
                                        <p:cTn id="179" dur="1" fill="hold">
                                          <p:stCondLst>
                                            <p:cond delay="0"/>
                                          </p:stCondLst>
                                        </p:cTn>
                                        <p:tgtEl>
                                          <p:spTgt spid="121"/>
                                        </p:tgtEl>
                                        <p:attrNameLst>
                                          <p:attrName>style.visibility</p:attrName>
                                        </p:attrNameLst>
                                      </p:cBhvr>
                                      <p:to>
                                        <p:strVal val="visible"/>
                                      </p:to>
                                    </p:set>
                                    <p:animEffect transition="in" filter="fade">
                                      <p:cBhvr>
                                        <p:cTn id="180" dur="220"/>
                                        <p:tgtEl>
                                          <p:spTgt spid="121"/>
                                        </p:tgtEl>
                                      </p:cBhvr>
                                    </p:animEffect>
                                  </p:childTnLst>
                                </p:cTn>
                              </p:par>
                              <p:par>
                                <p:cTn id="181" presetID="10" presetClass="exit" presetSubtype="0" fill="hold" nodeType="withEffect">
                                  <p:stCondLst>
                                    <p:cond delay="0"/>
                                  </p:stCondLst>
                                  <p:childTnLst>
                                    <p:animEffect transition="out" filter="fade">
                                      <p:cBhvr>
                                        <p:cTn id="201" dur="200" fill="hold">
                                          <p:stCondLst>
                                            <p:cond delay="0"/>
                                          </p:stCondLst>
                                        </p:cTn>
                                        <p:tgtEl>
                                          <p:spTgt spid="120"/>
                                        </p:tgtEl>
                                      </p:cBhvr>
                                    </p:animEffect>
                                    <p:set>
                                      <p:cBhvr>
                                        <p:cTn id="202" dur="1" fill="hold">
                                          <p:stCondLst>
                                            <p:cond delay="200"/>
                                          </p:stCondLst>
                                        </p:cTn>
                                        <p:tgtEl>
                                          <p:spTgt spid="120"/>
                                        </p:tgtEl>
                                        <p:attrNameLst>
                                          <p:attrName>style.visibility</p:attrName>
                                        </p:attrNameLst>
                                      </p:cBhvr>
                                      <p:to>
                                        <p:strVal val="hidden"/>
                                      </p:to>
                                    </p:set>
                                  </p:childTnLst>
                                </p:cTn>
                              </p:par>
                              <p:par>
                                <p:cTn id="182" presetID="10" presetClass="exit" presetSubtype="0" fill="hold" nodeType="withEffect">
                                  <p:stCondLst>
                                    <p:cond delay="0"/>
                                  </p:stCondLst>
                                  <p:childTnLst>
                                    <p:animEffect transition="out" filter="fade">
                                      <p:cBhvr>
                                        <p:cTn id="203" dur="200" fill="hold">
                                          <p:stCondLst>
                                            <p:cond delay="0"/>
                                          </p:stCondLst>
                                        </p:cTn>
                                        <p:tgtEl>
                                          <p:spTgt spid="125"/>
                                        </p:tgtEl>
                                      </p:cBhvr>
                                    </p:animEffect>
                                    <p:set>
                                      <p:cBhvr>
                                        <p:cTn id="204" dur="1" fill="hold">
                                          <p:stCondLst>
                                            <p:cond delay="200"/>
                                          </p:stCondLst>
                                        </p:cTn>
                                        <p:tgtEl>
                                          <p:spTgt spid="125"/>
                                        </p:tgtEl>
                                        <p:attrNameLst>
                                          <p:attrName>style.visibility</p:attrName>
                                        </p:attrNameLst>
                                      </p:cBhvr>
                                      <p:to>
                                        <p:strVal val="hidden"/>
                                      </p:to>
                                    </p:set>
                                  </p:childTnLst>
                                </p:cTn>
                              </p:par>
                              <p:par>
                                <p:cTn id="183" presetID="10" presetClass="entr" presetSubtype="0" fill="hold" nodeType="withEffect">
                                  <p:stCondLst>
                                    <p:cond delay="0"/>
                                  </p:stCondLst>
                                  <p:childTnLst>
                                    <p:set>
                                      <p:cBhvr>
                                        <p:cTn id="184" dur="1" fill="hold">
                                          <p:stCondLst>
                                            <p:cond delay="0"/>
                                          </p:stCondLst>
                                        </p:cTn>
                                        <p:tgtEl>
                                          <p:spTgt spid="126"/>
                                        </p:tgtEl>
                                        <p:attrNameLst>
                                          <p:attrName>style.visibility</p:attrName>
                                        </p:attrNameLst>
                                      </p:cBhvr>
                                      <p:to>
                                        <p:strVal val="visible"/>
                                      </p:to>
                                    </p:set>
                                  </p:childTnLst>
                                </p:cTn>
                              </p:par>
                              <p:par>
                                <p:cTn id="186" presetID="10" presetClass="entr" presetSubtype="0" fill="hold" nodeType="withEffect">
                                  <p:stCondLst>
                                    <p:cond delay="0"/>
                                  </p:stCondLst>
                                  <p:childTnLst>
                                    <p:set>
                                      <p:cBhvr>
                                        <p:cTn id="187" dur="1" fill="hold">
                                          <p:stCondLst>
                                            <p:cond delay="0"/>
                                          </p:stCondLst>
                                        </p:cTn>
                                        <p:tgtEl>
                                          <p:spTgt spid="127"/>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nodeType="clickEffect">
                                  <p:stCondLst>
                                    <p:cond delay="0"/>
                                  </p:stCondLst>
                                  <p:childTnLst>
                                    <p:set>
                                      <p:cBhvr>
                                        <p:cTn id="192" dur="1" fill="hold">
                                          <p:stCondLst>
                                            <p:cond delay="0"/>
                                          </p:stCondLst>
                                        </p:cTn>
                                        <p:tgtEl>
                                          <p:spTgt spid="122"/>
                                        </p:tgtEl>
                                        <p:attrNameLst>
                                          <p:attrName>style.visibility</p:attrName>
                                        </p:attrNameLst>
                                      </p:cBhvr>
                                      <p:to>
                                        <p:strVal val="visible"/>
                                      </p:to>
                                    </p:set>
                                    <p:animEffect transition="in" filter="fade">
                                      <p:cBhvr>
                                        <p:cTn id="193" dur="400"/>
                                        <p:tgtEl>
                                          <p:spTgt spid="122"/>
                                        </p:tgtEl>
                                      </p:cBhvr>
                                    </p:animEffect>
                                  </p:childTnLst>
                                </p:cTn>
                              </p:par>
                            </p:childTnLst>
                          </p:cTn>
                        </p:par>
                      </p:childTnLst>
                    </p:cTn>
                  </p:par>
                  <p:par>
                    <p:cTn id="194" fill="hold">
                      <p:stCondLst>
                        <p:cond delay="indefinite"/>
                      </p:stCondLst>
                      <p:childTnLst>
                        <p:par>
                          <p:cTn id="195" fill="hold">
                            <p:stCondLst>
                              <p:cond delay="0"/>
                            </p:stCondLst>
                            <p:childTnLst>
                              <p:par>
                                <p:cTn id="196" presetID="10" presetClass="entr" presetSubtype="0" fill="hold" nodeType="clickEffect">
                                  <p:stCondLst>
                                    <p:cond delay="0"/>
                                  </p:stCondLst>
                                  <p:childTnLst>
                                    <p:set>
                                      <p:cBhvr>
                                        <p:cTn id="197" dur="1" fill="hold">
                                          <p:stCondLst>
                                            <p:cond delay="0"/>
                                          </p:stCondLst>
                                        </p:cTn>
                                        <p:tgtEl>
                                          <p:spTgt spid="123"/>
                                        </p:tgtEl>
                                        <p:attrNameLst>
                                          <p:attrName>style.visibility</p:attrName>
                                        </p:attrNameLst>
                                      </p:cBhvr>
                                      <p:to>
                                        <p:strVal val="visible"/>
                                      </p:to>
                                    </p:set>
                                    <p:animEffect transition="in" filter="fade">
                                      <p:cBhvr>
                                        <p:cTn id="198" dur="4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a:t>
            </a:r>
          </a:p>
        </p:txBody>
      </p:sp>
      <p:sp>
        <p:nvSpPr>
          <p:cNvPr id="3" name="route-arrow-0-shaft">
            <a:extLst xmlns:a="http://schemas.openxmlformats.org/drawingml/2006/main">
              <a:ext uri="{FF2B5EF4-FFF2-40B4-BE49-F238E27FC236}">
                <a16:creationId xmlns:a16="http://schemas.microsoft.com/office/drawing/2014/main" id="{74A9ABFB-81CA-4769-A5BC-E3A7670FCD4C}"/>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34898EF5-B1D4-42FA-A3EF-1BA6B0A9F35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AFB9761B-6EB3-4DFD-859F-7368D2FDD2EE}"/>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2D96ADCD-8B1C-4691-B212-1ECD6696D528}"/>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9464B317-7FC2-4DB5-9A21-5B37372900F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7166E272-62F6-4F58-A4E0-D43BE5E4C92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62511E85-3407-4C30-8248-C1301A0565D2}"/>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Frequency changes become amplitude changes</a:t>
            </a:r>
          </a:p>
        </p:txBody>
      </p:sp>
      <p:sp>
        <p:nvSpPr>
          <p:cNvPr id="10" name="rx-step-0">
            <a:extLst xmlns:a="http://schemas.openxmlformats.org/drawingml/2006/main">
              <a:ext uri="{FF2B5EF4-FFF2-40B4-BE49-F238E27FC236}">
                <a16:creationId xmlns:a16="http://schemas.microsoft.com/office/drawing/2014/main" id="{B591FADC-9091-4BDC-AFD6-8002E887DAA2}"/>
              </a:ext>
            </a:extLst>
          </p:cNvPr>
          <p:cNvSpPr>
            <a:spLocks xmlns:a="http://schemas.openxmlformats.org/drawingml/2006/main" noGrp="1"/>
          </p:cNvSpPr>
          <p:nvPr/>
        </p:nvSpPr>
        <p:spPr>
          <a:xfrm xmlns:a="http://schemas.openxmlformats.org/drawingml/2006/main">
            <a:off x="809625" y="2352675"/>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i="0">
                <a:solidFill>
                  <a:srgbClr val="202020"/>
                </a:solidFill>
                <a:latin typeface="Times New Roman"/>
                <a:ea typeface="Times New Roman"/>
                <a:cs typeface="Times New Roman"/>
              </a:defRPr>
            </a:defPPr>
          </a:lstStyle>
          <a:p xmlns:a="http://schemas.openxmlformats.org/drawingml/2006/main">
            <a:pPr algn="ctr">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Differentiate</a:t>
            </a:r>
          </a:p>
        </p:txBody>
      </p:sp>
      <p:sp>
        <p:nvSpPr>
          <p:cNvPr id="11" name="rx-link-0-shaft">
            <a:extLst xmlns:a="http://schemas.openxmlformats.org/drawingml/2006/main">
              <a:ext uri="{FF2B5EF4-FFF2-40B4-BE49-F238E27FC236}">
                <a16:creationId xmlns:a16="http://schemas.microsoft.com/office/drawing/2014/main" id="{FA8F4251-01C2-4154-8482-719DA0788F8F}"/>
              </a:ext>
            </a:extLst>
          </p:cNvPr>
          <p:cNvSpPr>
            <a:spLocks xmlns:a="http://schemas.openxmlformats.org/drawingml/2006/main" noGrp="1"/>
          </p:cNvSpPr>
          <p:nvPr/>
        </p:nvSpPr>
        <p:spPr>
          <a:xfrm xmlns:a="http://schemas.openxmlformats.org/drawingml/2006/main">
            <a:off x="3448050" y="2495550"/>
            <a:ext cx="5619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12" name="rx-link-0-head">
            <a:extLst xmlns:a="http://schemas.openxmlformats.org/drawingml/2006/main">
              <a:ext uri="{FF2B5EF4-FFF2-40B4-BE49-F238E27FC236}">
                <a16:creationId xmlns:a16="http://schemas.microsoft.com/office/drawing/2014/main" id="{CF184584-7AA4-4F7A-92D1-7C9F2BB5F68E}"/>
              </a:ext>
            </a:extLst>
          </p:cNvPr>
          <p:cNvSpPr>
            <a:spLocks xmlns:a="http://schemas.openxmlformats.org/drawingml/2006/main" noGrp="1"/>
          </p:cNvSpPr>
          <p:nvPr/>
        </p:nvSpPr>
        <p:spPr>
          <a:xfrm xmlns:a="http://schemas.openxmlformats.org/drawingml/2006/main" rot="5400000">
            <a:off x="3990975" y="245268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13" name="rx-step-1">
            <a:extLst xmlns:a="http://schemas.openxmlformats.org/drawingml/2006/main">
              <a:ext uri="{FF2B5EF4-FFF2-40B4-BE49-F238E27FC236}">
                <a16:creationId xmlns:a16="http://schemas.microsoft.com/office/drawing/2014/main" id="{5D9795D1-390E-4D50-8E79-67D271E1AE29}"/>
              </a:ext>
            </a:extLst>
          </p:cNvPr>
          <p:cNvSpPr>
            <a:spLocks xmlns:a="http://schemas.openxmlformats.org/drawingml/2006/main" noGrp="1"/>
          </p:cNvSpPr>
          <p:nvPr/>
        </p:nvSpPr>
        <p:spPr>
          <a:xfrm xmlns:a="http://schemas.openxmlformats.org/drawingml/2006/main">
            <a:off x="4238625" y="2352675"/>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i="0">
                <a:solidFill>
                  <a:srgbClr val="8A8A8A"/>
                </a:solidFill>
                <a:latin typeface="Times New Roman"/>
                <a:ea typeface="Times New Roman"/>
                <a:cs typeface="Times New Roman"/>
              </a:defRPr>
            </a:defPPr>
          </a:lstStyle>
          <a:p xmlns:a="http://schemas.openxmlformats.org/drawingml/2006/main">
            <a:pPr algn="ctr">
              <a:defRPr sz="1800" b="0" i="0">
                <a:solidFill>
                  <a:srgbClr val="8A8A8A"/>
                </a:solidFill>
                <a:latin typeface="Times New Roman"/>
                <a:ea typeface="Times New Roman"/>
                <a:cs typeface="Times New Roman"/>
              </a:defRPr>
            </a:pPr>
            <a:r>
              <a:rPr sz="1800" b="0" i="0">
                <a:solidFill>
                  <a:srgbClr val="8A8A8A"/>
                </a:solidFill>
                <a:latin typeface="Times New Roman"/>
                <a:ea typeface="Times New Roman"/>
                <a:cs typeface="Times New Roman"/>
              </a:rPr>
              <a:t>Take envelope</a:t>
            </a:r>
          </a:p>
        </p:txBody>
      </p:sp>
      <p:sp>
        <p:nvSpPr>
          <p:cNvPr id="14" name="rx-link-1-shaft">
            <a:extLst xmlns:a="http://schemas.openxmlformats.org/drawingml/2006/main">
              <a:ext uri="{FF2B5EF4-FFF2-40B4-BE49-F238E27FC236}">
                <a16:creationId xmlns:a16="http://schemas.microsoft.com/office/drawing/2014/main" id="{34D6AFEF-273D-4A53-A238-EB33A640C06E}"/>
              </a:ext>
            </a:extLst>
          </p:cNvPr>
          <p:cNvSpPr>
            <a:spLocks xmlns:a="http://schemas.openxmlformats.org/drawingml/2006/main" noGrp="1"/>
          </p:cNvSpPr>
          <p:nvPr/>
        </p:nvSpPr>
        <p:spPr>
          <a:xfrm xmlns:a="http://schemas.openxmlformats.org/drawingml/2006/main">
            <a:off x="6877050" y="2495550"/>
            <a:ext cx="561975" cy="16193"/>
          </a:xfrm>
          <a:prstGeom xmlns:a="http://schemas.openxmlformats.org/drawingml/2006/main" prst="rect">
            <a:avLst/>
          </a:prstGeom>
          <a:solidFill xmlns:a="http://schemas.openxmlformats.org/drawingml/2006/main">
            <a:srgbClr val="AAAAAA"/>
          </a:solidFill>
          <a:ln xmlns:a="http://schemas.openxmlformats.org/drawingml/2006/main" w="0">
            <a:noFill/>
          </a:ln>
        </p:spPr>
      </p:sp>
      <p:sp>
        <p:nvSpPr>
          <p:cNvPr id="15" name="rx-link-1-head">
            <a:extLst xmlns:a="http://schemas.openxmlformats.org/drawingml/2006/main">
              <a:ext uri="{FF2B5EF4-FFF2-40B4-BE49-F238E27FC236}">
                <a16:creationId xmlns:a16="http://schemas.microsoft.com/office/drawing/2014/main" id="{3669CF8C-EEC1-4158-B406-2D45F52A1BDA}"/>
              </a:ext>
            </a:extLst>
          </p:cNvPr>
          <p:cNvSpPr>
            <a:spLocks xmlns:a="http://schemas.openxmlformats.org/drawingml/2006/main" noGrp="1"/>
          </p:cNvSpPr>
          <p:nvPr/>
        </p:nvSpPr>
        <p:spPr>
          <a:xfrm xmlns:a="http://schemas.openxmlformats.org/drawingml/2006/main" rot="5400000">
            <a:off x="7419975" y="2452688"/>
            <a:ext cx="104775" cy="104775"/>
          </a:xfrm>
          <a:prstGeom xmlns:a="http://schemas.openxmlformats.org/drawingml/2006/main" prst="triangle">
            <a:avLst/>
          </a:prstGeom>
          <a:solidFill xmlns:a="http://schemas.openxmlformats.org/drawingml/2006/main">
            <a:srgbClr val="AAAAAA"/>
          </a:solidFill>
          <a:ln xmlns:a="http://schemas.openxmlformats.org/drawingml/2006/main" w="0">
            <a:noFill/>
          </a:ln>
        </p:spPr>
      </p:sp>
      <p:sp>
        <p:nvSpPr>
          <p:cNvPr id="16" name="rx-step-2">
            <a:extLst xmlns:a="http://schemas.openxmlformats.org/drawingml/2006/main">
              <a:ext uri="{FF2B5EF4-FFF2-40B4-BE49-F238E27FC236}">
                <a16:creationId xmlns:a16="http://schemas.microsoft.com/office/drawing/2014/main" id="{91735D4B-38D4-4214-AD6D-43D52C92D540}"/>
              </a:ext>
            </a:extLst>
          </p:cNvPr>
          <p:cNvSpPr>
            <a:spLocks xmlns:a="http://schemas.openxmlformats.org/drawingml/2006/main" noGrp="1"/>
          </p:cNvSpPr>
          <p:nvPr/>
        </p:nvSpPr>
        <p:spPr>
          <a:xfrm xmlns:a="http://schemas.openxmlformats.org/drawingml/2006/main">
            <a:off x="7715250" y="2352675"/>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i="0">
                <a:solidFill>
                  <a:srgbClr val="8A8A8A"/>
                </a:solidFill>
                <a:latin typeface="Times New Roman"/>
                <a:ea typeface="Times New Roman"/>
                <a:cs typeface="Times New Roman"/>
              </a:defRPr>
            </a:defPPr>
          </a:lstStyle>
          <a:p xmlns:a="http://schemas.openxmlformats.org/drawingml/2006/main">
            <a:pPr algn="ctr">
              <a:defRPr sz="1800" b="0" i="0">
                <a:solidFill>
                  <a:srgbClr val="8A8A8A"/>
                </a:solidFill>
                <a:latin typeface="Times New Roman"/>
                <a:ea typeface="Times New Roman"/>
                <a:cs typeface="Times New Roman"/>
              </a:defRPr>
            </a:pPr>
            <a:r>
              <a:rPr sz="1800" b="0" i="0">
                <a:solidFill>
                  <a:srgbClr val="8A8A8A"/>
                </a:solidFill>
                <a:latin typeface="Times New Roman"/>
                <a:ea typeface="Times New Roman"/>
                <a:cs typeface="Times New Roman"/>
              </a:rPr>
              <a:t>Remove DC + scale</a:t>
            </a:r>
          </a:p>
        </p:txBody>
      </p:sp>
      <p:pic>
        <p:nvPicPr>
          <p:cNvPr id="17" name="fm-differentiate"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a:extLst xmlns:a="http://schemas.openxmlformats.org/drawingml/2006/main">
              <a:ext uri="{FF2B5EF4-FFF2-40B4-BE49-F238E27FC236}">
                <a16:creationId xmlns:a16="http://schemas.microsoft.com/office/drawing/2014/main" id="{EFB13361-D28D-49B4-8D4C-2090F5429FF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38" name="fm-differentiate--t4-click-frame-001"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39" name="fm-differentiate--t4-click-frame-002"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0" name="fm-differentiate--t4-click-frame-003"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1" name="fm-differentiate--t4-click-frame-004"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2" name="fm-differentiate--t4-click-frame-005"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3" name="fm-differentiate--t4-click-frame-006"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4" name="fm-differentiate--t4-click-frame-007"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5" name="fm-differentiate--t4-click-frame-008"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6" name="fm-differentiate--t4-click-frame-009"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7" name="fm-differentiate--t4-click-frame-010"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8" name="fm-differentiate--t4-click-frame-011"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49" name="fm-differentiate--t4-click-frame-012"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0" name="fm-differentiate--t4-click-frame-013"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1" name="fm-differentiate--t4-click-frame-014"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2" name="fm-differentiate--t4-click-frame-015"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3" name="fm-differentiate--t4-click-frame-016"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4" name="fm-differentiate--t4-click-frame-017"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5" name="fm-differentiate--t4-click-frame-018"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6" name="fm-differentiate--t4-click-frame-019"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7" name="fm-differentiate--t4-click-frame-020"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8" name="fm-differentiate--t4-click-frame-021"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59" name="fm-differentiate--t4-click-frame-022"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0" name="fm-differentiate--t4-click-frame-023"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1" name="fm-differentiate--t4-click-frame-024"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2" name="fm-differentiate--t4-click-frame-025"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3" name="fm-differentiate--t4-click-frame-026"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4" name="fm-differentiate--t4-click-frame-027"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5" name="fm-differentiate--t4-click-frame-028"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6" name="fm-differentiate--t4-click-frame-029"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7" name="fm-differentiate--t4-click-frame-030"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8" name="fm-differentiate--t4-click-frame-031"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69" name="fm-differentiate--t4-click-frame-032"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0" name="fm-differentiate--t4-click-frame-033"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1" name="fm-differentiate--t4-click-frame-034"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2" name="fm-differentiate--t4-click-frame-035"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3" name="fm-differentiate--t4-click-frame-036"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4" name="fm-differentiate--t4-click-frame-037"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5" name="fm-differentiate--t4-click-frame-038"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6" name="fm-differentiate--t4-click-frame-039"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7" name="fm-differentiate--t4-click-frame-040"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8" name="fm-differentiate--t4-click-frame-041"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79" name="fm-differentiate--t4-click-frame-042"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80" name="fm-differentiate--t4-click-frame-043"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81" name="fm-differentiate--t4-click-frame-044"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82" name="fm-differentiate--t4-click-frame-045"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83" name="fm-differentiate--t4-click-frame-046"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84" name="fm-differentiate--t4-click-frame-047"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85" name="fm-differentiate--t4-click-frame-048"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86" name="fm-differentiate--t4-click-frame-049" descr="Start with the same beta5 FM used in generation. Differentiation converts denser cycles into larger derivative amplitude. Plot the physical derivative with respect to seconds, without dividing by a carrier-dependent coefficient. Matching time windows and pointers identify the comparison."/>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626870" y="2714625"/>
            <a:ext cx="8747760" cy="1952625"/>
          </a:xfrm>
          <a:prstGeom xmlns:a="http://schemas.openxmlformats.org/drawingml/2006/main" prst="rect">
            <a:avLst/>
          </a:prstGeom>
        </p:spPr>
      </p:pic>
      <p:pic>
        <p:nvPicPr>
          <p:cNvPr id="18"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0C660AFC-27A0-4C54-9464-618C8F4A2498}"/>
              </a:ext>
            </a:extLst>
          </p:cNvPr>
          <p:cNvPicPr>
            <a:picLocks xmlns:a="http://schemas.openxmlformats.org/drawingml/2006/main" noChangeAspect="1"/>
          </p:cNvPicPr>
          <p:nvPr/>
        </p:nvPicPr>
        <p:blipFill>
          <a:blip xmlns:r="http://schemas.openxmlformats.org/officeDocument/2006/relationships" xmlns:a="http://schemas.openxmlformats.org/drawingml/2006/main" r:embed="Rbe7ab06b46044c13">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9"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08C79412-8895-4829-A5E3-C9896D673A87}"/>
              </a:ext>
            </a:extLst>
          </p:cNvPr>
          <p:cNvPicPr>
            <a:picLocks xmlns:a="http://schemas.openxmlformats.org/drawingml/2006/main" noChangeAspect="1"/>
          </p:cNvPicPr>
          <p:nvPr/>
        </p:nvPicPr>
        <p:blipFill>
          <a:blip xmlns:r="http://schemas.openxmlformats.org/officeDocument/2006/relationships" xmlns:a="http://schemas.openxmlformats.org/drawingml/2006/main" r:embed="R9f3b80c535c545f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0"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1811D63-FE0F-49A9-80FD-0372A4B7F76B}"/>
              </a:ext>
            </a:extLst>
          </p:cNvPr>
          <p:cNvPicPr>
            <a:picLocks xmlns:a="http://schemas.openxmlformats.org/drawingml/2006/main" noChangeAspect="1"/>
          </p:cNvPicPr>
          <p:nvPr/>
        </p:nvPicPr>
        <p:blipFill>
          <a:blip xmlns:r="http://schemas.openxmlformats.org/officeDocument/2006/relationships" xmlns:a="http://schemas.openxmlformats.org/drawingml/2006/main" r:embed="R529d78d90fa249f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1" name="signal-main" descr="s(t)=A_c\cos\theta_i(t)">
            <a:extLst xmlns:a="http://schemas.openxmlformats.org/drawingml/2006/main">
              <a:ext uri="{FF2B5EF4-FFF2-40B4-BE49-F238E27FC236}">
                <a16:creationId xmlns:a16="http://schemas.microsoft.com/office/drawing/2014/main" id="{A4D4CB19-4EC4-49B4-BFB5-81E54CFEC400}"/>
              </a:ext>
            </a:extLst>
          </p:cNvPr>
          <p:cNvPicPr>
            <a:picLocks xmlns:a="http://schemas.openxmlformats.org/drawingml/2006/main" noChangeAspect="1"/>
          </p:cNvPicPr>
          <p:nvPr/>
        </p:nvPicPr>
        <p:blipFill>
          <a:blip xmlns:r="http://schemas.openxmlformats.org/officeDocument/2006/relationships" xmlns:a="http://schemas.openxmlformats.org/drawingml/2006/main" r:embed="R5f7132a8f4b5457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187166"/>
            <a:ext cx="2263140" cy="255568"/>
          </a:xfrm>
          <a:prstGeom xmlns:a="http://schemas.openxmlformats.org/drawingml/2006/main" prst="rect">
            <a:avLst/>
          </a:prstGeom>
        </p:spPr>
      </p:pic>
      <p:pic>
        <p:nvPicPr>
          <p:cNvPr id="22" name="receiver-example" descr="A_c=1,\quad m(t)=\cos(2\pi f_mt),\quad f_m=1\ \mathrm{kHz},\quad f_c=12.25\ \mathrm{kHz},\quad\beta=5">
            <a:extLst xmlns:a="http://schemas.openxmlformats.org/drawingml/2006/main">
              <a:ext uri="{FF2B5EF4-FFF2-40B4-BE49-F238E27FC236}">
                <a16:creationId xmlns:a16="http://schemas.microsoft.com/office/drawing/2014/main" id="{92C682FE-C07D-46D6-974D-5823DEE89404}"/>
              </a:ext>
            </a:extLst>
          </p:cNvPr>
          <p:cNvPicPr>
            <a:picLocks xmlns:a="http://schemas.openxmlformats.org/drawingml/2006/main" noChangeAspect="1"/>
          </p:cNvPicPr>
          <p:nvPr/>
        </p:nvPicPr>
        <p:blipFill>
          <a:blip xmlns:r="http://schemas.openxmlformats.org/officeDocument/2006/relationships" xmlns:a="http://schemas.openxmlformats.org/drawingml/2006/main" r:embed="R012bb0cb8d2d4be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66750" y="4772769"/>
            <a:ext cx="8310563" cy="236637"/>
          </a:xfrm>
          <a:prstGeom xmlns:a="http://schemas.openxmlformats.org/drawingml/2006/main" prst="rect">
            <a:avLst/>
          </a:prstGeom>
        </p:spPr>
      </p:pic>
      <p:pic>
        <p:nvPicPr>
          <p:cNvPr id="23" name="known-frequency-rule" descr="\text{From FM generation:}\quad f_i(t)=\frac{\theta_i'(t)}{2\pi}=f_c+k_fm(t)">
            <a:extLst xmlns:a="http://schemas.openxmlformats.org/drawingml/2006/main">
              <a:ext uri="{FF2B5EF4-FFF2-40B4-BE49-F238E27FC236}">
                <a16:creationId xmlns:a16="http://schemas.microsoft.com/office/drawing/2014/main" id="{D29F4F57-2A68-4C41-ADAA-2446F8D62E7B}"/>
              </a:ext>
            </a:extLst>
          </p:cNvPr>
          <p:cNvPicPr>
            <a:picLocks xmlns:a="http://schemas.openxmlformats.org/drawingml/2006/main" noChangeAspect="1"/>
          </p:cNvPicPr>
          <p:nvPr/>
        </p:nvPicPr>
        <p:blipFill>
          <a:blip xmlns:r="http://schemas.openxmlformats.org/officeDocument/2006/relationships" xmlns:a="http://schemas.openxmlformats.org/drawingml/2006/main" r:embed="R745fc7c505154fac">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1181100" y="5589240"/>
            <a:ext cx="5857875" cy="346770"/>
          </a:xfrm>
          <a:prstGeom xmlns:a="http://schemas.openxmlformats.org/drawingml/2006/main" prst="rect">
            <a:avLst/>
          </a:prstGeom>
        </p:spPr>
      </p:pic>
      <p:pic>
        <p:nvPicPr>
          <p:cNvPr id="24" name="support-0" descr="s'(t)=-A_c\sin\theta_i(t)\cdot\theta_i'(t)">
            <a:extLst xmlns:a="http://schemas.openxmlformats.org/drawingml/2006/main">
              <a:ext uri="{FF2B5EF4-FFF2-40B4-BE49-F238E27FC236}">
                <a16:creationId xmlns:a16="http://schemas.microsoft.com/office/drawing/2014/main" id="{1919B771-3E80-44C2-BABD-A4D490C68C9B}"/>
              </a:ext>
            </a:extLst>
          </p:cNvPr>
          <p:cNvPicPr>
            <a:picLocks xmlns:a="http://schemas.openxmlformats.org/drawingml/2006/main" noChangeAspect="1"/>
          </p:cNvPicPr>
          <p:nvPr/>
        </p:nvPicPr>
        <p:blipFill>
          <a:blip xmlns:r="http://schemas.openxmlformats.org/officeDocument/2006/relationships" xmlns:a="http://schemas.openxmlformats.org/drawingml/2006/main" r:embed="Rb7169555d9534b3f">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81100" y="6083796"/>
            <a:ext cx="3119438" cy="253008"/>
          </a:xfrm>
          <a:prstGeom xmlns:a="http://schemas.openxmlformats.org/drawingml/2006/main" prst="rect">
            <a:avLst/>
          </a:prstGeom>
        </p:spPr>
      </p:pic>
      <p:pic>
        <p:nvPicPr>
          <p:cNvPr id="25" name="known-phase-rate" descr="\theta_i'(t)=2\pi f_i(t)=2\pi[f_c+k_fm(t)]">
            <a:extLst xmlns:a="http://schemas.openxmlformats.org/drawingml/2006/main">
              <a:ext uri="{FF2B5EF4-FFF2-40B4-BE49-F238E27FC236}">
                <a16:creationId xmlns:a16="http://schemas.microsoft.com/office/drawing/2014/main" id="{82EE3F4A-BC9F-4669-92BB-D5AE7960A8E7}"/>
              </a:ext>
            </a:extLst>
          </p:cNvPr>
          <p:cNvPicPr>
            <a:picLocks xmlns:a="http://schemas.openxmlformats.org/drawingml/2006/main" noChangeAspect="1"/>
          </p:cNvPicPr>
          <p:nvPr/>
        </p:nvPicPr>
        <p:blipFill>
          <a:blip xmlns:r="http://schemas.openxmlformats.org/officeDocument/2006/relationships" xmlns:a="http://schemas.openxmlformats.org/drawingml/2006/main" r:embed="R76fc69c68d834652">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181100" y="5668924"/>
            <a:ext cx="3810000" cy="253008"/>
          </a:xfrm>
          <a:prstGeom xmlns:a="http://schemas.openxmlformats.org/drawingml/2006/main" prst="rect">
            <a:avLst/>
          </a:prstGeom>
        </p:spPr>
      </p:pic>
      <p:pic>
        <p:nvPicPr>
          <p:cNvPr id="26" name="support-1" descr="s'(t)=-A_c\sin\theta_i(t)\cdot2\pi[f_c+k_fm(t)]">
            <a:extLst xmlns:a="http://schemas.openxmlformats.org/drawingml/2006/main">
              <a:ext uri="{FF2B5EF4-FFF2-40B4-BE49-F238E27FC236}">
                <a16:creationId xmlns:a16="http://schemas.microsoft.com/office/drawing/2014/main" id="{31C79D9D-C40E-46EB-B7D2-EA1748035D17}"/>
              </a:ext>
            </a:extLst>
          </p:cNvPr>
          <p:cNvPicPr>
            <a:picLocks xmlns:a="http://schemas.openxmlformats.org/drawingml/2006/main" noChangeAspect="1"/>
          </p:cNvPicPr>
          <p:nvPr/>
        </p:nvPicPr>
        <p:blipFill>
          <a:blip xmlns:r="http://schemas.openxmlformats.org/officeDocument/2006/relationships" xmlns:a="http://schemas.openxmlformats.org/drawingml/2006/main" r:embed="Rf9ed870d74dc4354">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181100" y="6084754"/>
            <a:ext cx="4310063" cy="236637"/>
          </a:xfrm>
          <a:prstGeom xmlns:a="http://schemas.openxmlformats.org/drawingml/2006/main" prst="rect">
            <a:avLst/>
          </a:prstGeom>
        </p:spPr>
      </p:pic>
      <p:pic>
        <p:nvPicPr>
          <p:cNvPr id="27" name="differentiated-signal" descr="s'(t)=-2\pi A_c[f_c+k_fm(t)]\sin\theta_i(t)">
            <a:extLst xmlns:a="http://schemas.openxmlformats.org/drawingml/2006/main">
              <a:ext uri="{FF2B5EF4-FFF2-40B4-BE49-F238E27FC236}">
                <a16:creationId xmlns:a16="http://schemas.microsoft.com/office/drawing/2014/main" id="{322649CB-304D-4D3C-8990-077473FF2BE0}"/>
              </a:ext>
            </a:extLst>
          </p:cNvPr>
          <p:cNvPicPr>
            <a:picLocks xmlns:a="http://schemas.openxmlformats.org/drawingml/2006/main" noChangeAspect="1"/>
          </p:cNvPicPr>
          <p:nvPr/>
        </p:nvPicPr>
        <p:blipFill>
          <a:blip xmlns:r="http://schemas.openxmlformats.org/officeDocument/2006/relationships" xmlns:a="http://schemas.openxmlformats.org/drawingml/2006/main" r:embed="R8ea17403b38a4d54">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181100" y="6084485"/>
            <a:ext cx="4119563" cy="238125"/>
          </a:xfrm>
          <a:prstGeom xmlns:a="http://schemas.openxmlformats.org/drawingml/2006/main" prst="rect">
            <a:avLst/>
          </a:prstGeom>
        </p:spPr>
      </p:pic>
      <p:pic>
        <p:nvPicPr>
          <p:cNvPr id="28" name="fixed-known-frequency-rule" descr="\text{From FM generation:}\quad f_i(t)=\frac{\theta_i'(t)}{2\pi}=f_c+k_fm(t)">
            <a:extLst xmlns:a="http://schemas.openxmlformats.org/drawingml/2006/main">
              <a:ext uri="{FF2B5EF4-FFF2-40B4-BE49-F238E27FC236}">
                <a16:creationId xmlns:a16="http://schemas.microsoft.com/office/drawing/2014/main" id="{B1D661D5-20B2-4694-B0A8-AD12F88D0E1D}"/>
              </a:ext>
            </a:extLst>
          </p:cNvPr>
          <p:cNvPicPr>
            <a:picLocks xmlns:a="http://schemas.openxmlformats.org/drawingml/2006/main" noChangeAspect="1"/>
          </p:cNvPicPr>
          <p:nvPr/>
        </p:nvPicPr>
        <p:blipFill>
          <a:blip xmlns:r="http://schemas.openxmlformats.org/officeDocument/2006/relationships" xmlns:a="http://schemas.openxmlformats.org/drawingml/2006/main" r:embed="R9ff2aae614a24c84">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1181100" y="5589240"/>
            <a:ext cx="5857875" cy="346770"/>
          </a:xfrm>
          <a:prstGeom xmlns:a="http://schemas.openxmlformats.org/drawingml/2006/main" prst="rect">
            <a:avLst/>
          </a:prstGeom>
        </p:spPr>
      </p:pic>
      <p:pic>
        <p:nvPicPr>
          <p:cNvPr id="29" name="fixed-support-0" descr="s'(t)=-A_c\sin\theta_i(t)\cdot\theta_i'(t)">
            <a:extLst xmlns:a="http://schemas.openxmlformats.org/drawingml/2006/main">
              <a:ext uri="{FF2B5EF4-FFF2-40B4-BE49-F238E27FC236}">
                <a16:creationId xmlns:a16="http://schemas.microsoft.com/office/drawing/2014/main" id="{504409DE-9B1D-4171-9E24-D9A838A11D0A}"/>
              </a:ext>
            </a:extLst>
          </p:cNvPr>
          <p:cNvPicPr>
            <a:picLocks xmlns:a="http://schemas.openxmlformats.org/drawingml/2006/main" noChangeAspect="1"/>
          </p:cNvPicPr>
          <p:nvPr/>
        </p:nvPicPr>
        <p:blipFill>
          <a:blip xmlns:r="http://schemas.openxmlformats.org/officeDocument/2006/relationships" xmlns:a="http://schemas.openxmlformats.org/drawingml/2006/main" r:embed="Rb5d8cdf7772c4318">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181100" y="6083796"/>
            <a:ext cx="3119438" cy="253008"/>
          </a:xfrm>
          <a:prstGeom xmlns:a="http://schemas.openxmlformats.org/drawingml/2006/main" prst="rect">
            <a:avLst/>
          </a:prstGeom>
        </p:spPr>
      </p:pic>
      <p:pic>
        <p:nvPicPr>
          <p:cNvPr id="30" name="known-phase-rate-moving0" descr="\theta_i'(t)=2\pi f_i(t)=2\pi[f_c+k_fm(t)]">
            <a:extLst xmlns:a="http://schemas.openxmlformats.org/drawingml/2006/main">
              <a:ext uri="{FF2B5EF4-FFF2-40B4-BE49-F238E27FC236}">
                <a16:creationId xmlns:a16="http://schemas.microsoft.com/office/drawing/2014/main" id="{283799C0-C755-41BD-A19D-89186560B74B}"/>
              </a:ext>
            </a:extLst>
          </p:cNvPr>
          <p:cNvPicPr>
            <a:picLocks xmlns:a="http://schemas.openxmlformats.org/drawingml/2006/main" noChangeAspect="1"/>
          </p:cNvPicPr>
          <p:nvPr/>
        </p:nvPicPr>
        <p:blipFill>
          <a:blip xmlns:r="http://schemas.openxmlformats.org/officeDocument/2006/relationships" xmlns:a="http://schemas.openxmlformats.org/drawingml/2006/main" r:embed="R3daf9c70fc734d01">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1181100" y="5668924"/>
            <a:ext cx="3810000" cy="253008"/>
          </a:xfrm>
          <a:prstGeom xmlns:a="http://schemas.openxmlformats.org/drawingml/2006/main" prst="rect">
            <a:avLst/>
          </a:prstGeom>
        </p:spPr>
      </p:pic>
      <p:pic>
        <p:nvPicPr>
          <p:cNvPr id="31" name="known-phase-rate-moving1" descr="\theta_i'(t)=2\pi f_i(t)=2\pi[f_c+k_fm(t)]">
            <a:extLst xmlns:a="http://schemas.openxmlformats.org/drawingml/2006/main">
              <a:ext uri="{FF2B5EF4-FFF2-40B4-BE49-F238E27FC236}">
                <a16:creationId xmlns:a16="http://schemas.microsoft.com/office/drawing/2014/main" id="{7CBDB68E-607C-4D0A-9802-2E98E50559A5}"/>
              </a:ext>
            </a:extLst>
          </p:cNvPr>
          <p:cNvPicPr>
            <a:picLocks xmlns:a="http://schemas.openxmlformats.org/drawingml/2006/main" noChangeAspect="1"/>
          </p:cNvPicPr>
          <p:nvPr/>
        </p:nvPicPr>
        <p:blipFill>
          <a:blip xmlns:r="http://schemas.openxmlformats.org/officeDocument/2006/relationships" xmlns:a="http://schemas.openxmlformats.org/drawingml/2006/main" r:embed="R5a8b92aaae7e4ef3">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1181100" y="5668924"/>
            <a:ext cx="3810000" cy="253008"/>
          </a:xfrm>
          <a:prstGeom xmlns:a="http://schemas.openxmlformats.org/drawingml/2006/main" prst="rect">
            <a:avLst/>
          </a:prstGeom>
        </p:spPr>
      </p:pic>
      <p:pic>
        <p:nvPicPr>
          <p:cNvPr id="32" name="support-1-stable" descr="s'(t)=-A_c\sin\theta_i(t)\cdot2\pi[f_c+k_fm(t)]">
            <a:extLst xmlns:a="http://schemas.openxmlformats.org/drawingml/2006/main">
              <a:ext uri="{FF2B5EF4-FFF2-40B4-BE49-F238E27FC236}">
                <a16:creationId xmlns:a16="http://schemas.microsoft.com/office/drawing/2014/main" id="{BF58D947-49BA-4B80-A5A7-1993B84D76DD}"/>
              </a:ext>
            </a:extLst>
          </p:cNvPr>
          <p:cNvPicPr>
            <a:picLocks xmlns:a="http://schemas.openxmlformats.org/drawingml/2006/main" noChangeAspect="1"/>
          </p:cNvPicPr>
          <p:nvPr/>
        </p:nvPicPr>
        <p:blipFill>
          <a:blip xmlns:r="http://schemas.openxmlformats.org/officeDocument/2006/relationships" xmlns:a="http://schemas.openxmlformats.org/drawingml/2006/main" r:embed="R6c46e7b64d95433b">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1181100" y="6084754"/>
            <a:ext cx="4310063" cy="236637"/>
          </a:xfrm>
          <a:prstGeom xmlns:a="http://schemas.openxmlformats.org/drawingml/2006/main" prst="rect">
            <a:avLst/>
          </a:prstGeom>
        </p:spPr>
      </p:pic>
      <p:pic>
        <p:nvPicPr>
          <p:cNvPr id="33" name="support-1-moving0" descr="s'(t)=-A_c\sin\theta_i(t)\cdot2\pi[f_c+k_fm(t)]">
            <a:extLst xmlns:a="http://schemas.openxmlformats.org/drawingml/2006/main">
              <a:ext uri="{FF2B5EF4-FFF2-40B4-BE49-F238E27FC236}">
                <a16:creationId xmlns:a16="http://schemas.microsoft.com/office/drawing/2014/main" id="{8B142689-08BE-480E-B7B5-7784D69BEF5C}"/>
              </a:ext>
            </a:extLst>
          </p:cNvPr>
          <p:cNvPicPr>
            <a:picLocks xmlns:a="http://schemas.openxmlformats.org/drawingml/2006/main" noChangeAspect="1"/>
          </p:cNvPicPr>
          <p:nvPr/>
        </p:nvPicPr>
        <p:blipFill>
          <a:blip xmlns:r="http://schemas.openxmlformats.org/officeDocument/2006/relationships" xmlns:a="http://schemas.openxmlformats.org/drawingml/2006/main" r:embed="Raf814965c1fa47f5">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1181100" y="6084754"/>
            <a:ext cx="4310063" cy="236637"/>
          </a:xfrm>
          <a:prstGeom xmlns:a="http://schemas.openxmlformats.org/drawingml/2006/main" prst="rect">
            <a:avLst/>
          </a:prstGeom>
        </p:spPr>
      </p:pic>
      <p:pic>
        <p:nvPicPr>
          <p:cNvPr id="34" name="differentiated-signal-moving0" descr="s'(t)=-2\pi A_c[f_c+k_fm(t)]\sin\theta_i(t)">
            <a:extLst xmlns:a="http://schemas.openxmlformats.org/drawingml/2006/main">
              <a:ext uri="{FF2B5EF4-FFF2-40B4-BE49-F238E27FC236}">
                <a16:creationId xmlns:a16="http://schemas.microsoft.com/office/drawing/2014/main" id="{43E39E87-F657-4468-904F-8F2B591F2CF7}"/>
              </a:ext>
            </a:extLst>
          </p:cNvPr>
          <p:cNvPicPr>
            <a:picLocks xmlns:a="http://schemas.openxmlformats.org/drawingml/2006/main" noChangeAspect="1"/>
          </p:cNvPicPr>
          <p:nvPr/>
        </p:nvPicPr>
        <p:blipFill>
          <a:blip xmlns:r="http://schemas.openxmlformats.org/officeDocument/2006/relationships" xmlns:a="http://schemas.openxmlformats.org/drawingml/2006/main" r:embed="Re10c6cb8fd114339">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1181100" y="6084485"/>
            <a:ext cx="4119563" cy="238125"/>
          </a:xfrm>
          <a:prstGeom xmlns:a="http://schemas.openxmlformats.org/drawingml/2006/main" prst="rect">
            <a:avLst/>
          </a:prstGeom>
        </p:spPr>
      </p:pic>
      <p:sp>
        <p:nvSpPr>
          <p:cNvPr id="35" name="math-flight-9-origin">
            <a:extLst xmlns:a="http://schemas.openxmlformats.org/drawingml/2006/main">
              <a:ext uri="{FF2B5EF4-FFF2-40B4-BE49-F238E27FC236}">
                <a16:creationId xmlns:a16="http://schemas.microsoft.com/office/drawing/2014/main" id="{95EDB3FE-C7F6-48B3-998F-80A2F8C1752D}"/>
              </a:ext>
            </a:extLst>
          </p:cNvPr>
          <p:cNvSpPr>
            <a:spLocks xmlns:a="http://schemas.openxmlformats.org/drawingml/2006/main" noGrp="1"/>
          </p:cNvSpPr>
          <p:nvPr/>
        </p:nvSpPr>
        <p:spPr>
          <a:xfrm xmlns:a="http://schemas.openxmlformats.org/drawingml/2006/main">
            <a:off x="3242737" y="5668924"/>
            <a:ext cx="1717036" cy="239534"/>
          </a:xfrm>
          <a:prstGeom xmlns:a="http://schemas.openxmlformats.org/drawingml/2006/main" prst="rect">
            <a:avLst/>
          </a:prstGeom>
          <a:noFill xmlns:a="http://schemas.openxmlformats.org/drawingml/2006/main"/>
          <a:ln xmlns:a="http://schemas.openxmlformats.org/drawingml/2006/main" w="0">
            <a:noFill/>
          </a:ln>
        </p:spPr>
      </p:sp>
      <p:pic>
        <p:nvPicPr>
          <p:cNvPr id="36" name="math-flight-9" descr="2\pi[f_c+k_fm(t)]">
            <a:extLst xmlns:a="http://schemas.openxmlformats.org/drawingml/2006/main">
              <a:ext uri="{FF2B5EF4-FFF2-40B4-BE49-F238E27FC236}">
                <a16:creationId xmlns:a16="http://schemas.microsoft.com/office/drawing/2014/main" id="{5B83AF47-1915-4206-AB30-4A8D9AC86764}"/>
              </a:ext>
            </a:extLst>
          </p:cNvPr>
          <p:cNvPicPr>
            <a:picLocks xmlns:a="http://schemas.openxmlformats.org/drawingml/2006/main" noChangeAspect="1"/>
          </p:cNvPicPr>
          <p:nvPr/>
        </p:nvPicPr>
        <p:blipFill>
          <a:blip xmlns:r="http://schemas.openxmlformats.org/officeDocument/2006/relationships" xmlns:a="http://schemas.openxmlformats.org/drawingml/2006/main" r:embed="R52c0a19ed9474b14">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3752301" y="6084754"/>
            <a:ext cx="1705263" cy="236637"/>
          </a:xfrm>
          <a:prstGeom xmlns:a="http://schemas.openxmlformats.org/drawingml/2006/main" prst="rect">
            <a:avLst/>
          </a:prstGeom>
        </p:spPr>
      </p:pic>
    </p:spTree>
    <p:extLst>
      <p:ext uri="{BB962C8B-B14F-4D97-AF65-F5344CB8AC3E}">
        <p14:creationId xmlns:p14="http://schemas.microsoft.com/office/powerpoint/2010/main" val="29132054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4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220"/>
                                        <p:tgtEl>
                                          <p:spTgt spid="25"/>
                                        </p:tgtEl>
                                      </p:cBhvr>
                                    </p:animEffect>
                                  </p:childTnLst>
                                </p:cTn>
                              </p:par>
                              <p:par>
                                <p:cTn id="16" presetID="10" presetClass="exit" presetSubtype="0" fill="hold" nodeType="withEffect">
                                  <p:stCondLst>
                                    <p:cond delay="0"/>
                                  </p:stCondLst>
                                  <p:childTnLst>
                                    <p:animEffect transition="out" filter="fade">
                                      <p:cBhvr>
                                        <p:cTn id="51" dur="200" fill="hold">
                                          <p:stCondLst>
                                            <p:cond delay="0"/>
                                          </p:stCondLst>
                                        </p:cTn>
                                        <p:tgtEl>
                                          <p:spTgt spid="23"/>
                                        </p:tgtEl>
                                      </p:cBhvr>
                                    </p:animEffect>
                                    <p:set>
                                      <p:cBhvr>
                                        <p:cTn id="52" dur="1" fill="hold">
                                          <p:stCondLst>
                                            <p:cond delay="200"/>
                                          </p:stCondLst>
                                        </p:cTn>
                                        <p:tgtEl>
                                          <p:spTgt spid="23"/>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70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220"/>
                                        <p:tgtEl>
                                          <p:spTgt spid="26"/>
                                        </p:tgtEl>
                                      </p:cBhvr>
                                    </p:animEffect>
                                  </p:childTnLst>
                                </p:cTn>
                              </p:par>
                              <p:par>
                                <p:cTn id="28" presetID="10" presetClass="exit" presetSubtype="0" fill="hold" nodeType="withEffect">
                                  <p:stCondLst>
                                    <p:cond delay="0"/>
                                  </p:stCondLst>
                                  <p:childTnLst>
                                    <p:animEffect transition="out" filter="fade">
                                      <p:cBhvr>
                                        <p:cTn id="53" dur="200" fill="hold">
                                          <p:stCondLst>
                                            <p:cond delay="700"/>
                                          </p:stCondLst>
                                        </p:cTn>
                                        <p:tgtEl>
                                          <p:spTgt spid="24"/>
                                        </p:tgtEl>
                                      </p:cBhvr>
                                    </p:animEffect>
                                    <p:set>
                                      <p:cBhvr>
                                        <p:cTn id="54" dur="1" fill="hold">
                                          <p:stCondLst>
                                            <p:cond delay="900"/>
                                          </p:stCondLst>
                                        </p:cTn>
                                        <p:tgtEl>
                                          <p:spTgt spid="24"/>
                                        </p:tgtEl>
                                        <p:attrNameLst>
                                          <p:attrName>style.visibility</p:attrName>
                                        </p:attrNameLst>
                                      </p:cBhvr>
                                      <p:to>
                                        <p:strVal val="hidden"/>
                                      </p:to>
                                    </p:set>
                                  </p:childTnLst>
                                </p:cTn>
                              </p:par>
                              <p:par>
                                <p:cTn id="29" presetID="10" presetClass="entr" presetSubtype="0" fill="hold" nodeType="withEffect">
                                  <p:stCondLst>
                                    <p:cond delay="700"/>
                                  </p:stCondLst>
                                  <p:childTnLst>
                                    <p:set>
                                      <p:cBhvr>
                                        <p:cTn id="30" dur="1" fill="hold">
                                          <p:stCondLst>
                                            <p:cond delay="0"/>
                                          </p:stCondLst>
                                        </p:cTn>
                                        <p:tgtEl>
                                          <p:spTgt spid="32"/>
                                        </p:tgtEl>
                                        <p:attrNameLst>
                                          <p:attrName>style.visibility</p:attrName>
                                        </p:attrNameLst>
                                      </p:cBhvr>
                                      <p:to>
                                        <p:strVal val="visible"/>
                                      </p:to>
                                    </p:set>
                                  </p:childTnLst>
                                </p:cTn>
                              </p:par>
                              <p:par>
                                <p:cTn id="32" presetID="10" presetClass="entr" presetSubtype="0" fill="hold" nodeType="withEffect">
                                  <p:stCondLst>
                                    <p:cond delay="700"/>
                                  </p:stCondLst>
                                  <p:childTnLst>
                                    <p:set>
                                      <p:cBhvr>
                                        <p:cTn id="33" dur="1" fill="hold">
                                          <p:stCondLst>
                                            <p:cond delay="0"/>
                                          </p:stCondLst>
                                        </p:cTn>
                                        <p:tgtEl>
                                          <p:spTgt spid="33"/>
                                        </p:tgtEl>
                                        <p:attrNameLst>
                                          <p:attrName>style.visibility</p:attrName>
                                        </p:attrNameLst>
                                      </p:cBhvr>
                                      <p:to>
                                        <p:strVal val="visible"/>
                                      </p:to>
                                    </p:set>
                                  </p:childTnLst>
                                </p:cTn>
                              </p:par>
                              <p:par>
                                <p:cTn id="35" presetID="10"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Motion origin="layout" pathEditMode="relative" path="M -0.04131213 -0.06042308 L 0.00000000 0.00000000 E">
                                      <p:cBhvr>
                                        <p:cTn id="38" dur="700" fill="hold"/>
                                        <p:tgtEl>
                                          <p:spTgt spid="36"/>
                                        </p:tgtEl>
                                        <p:attrNameLst>
                                          <p:attrName>ppt_x</p:attrName>
                                          <p:attrName>ppt_y</p:attrName>
                                        </p:attrNameLst>
                                      </p:cBhvr>
                                    </p:animMotion>
                                    <p:animScale zoomContents="1">
                                      <p:cBhvr>
                                        <p:cTn id="39" dur="700" fill="hold"/>
                                        <p:tgtEl>
                                          <p:spTgt spid="36"/>
                                        </p:tgtEl>
                                      </p:cBhvr>
                                      <p:from x="100690" y="101224"/>
                                      <p:to x="100000" y="100000"/>
                                    </p:animScale>
                                  </p:childTnLst>
                                </p:cTn>
                              </p:par>
                              <p:par>
                                <p:cTn id="40" presetID="10" presetClass="exit" presetSubtype="0" fill="hold" nodeType="withEffect">
                                  <p:stCondLst>
                                    <p:cond delay="0"/>
                                  </p:stCondLst>
                                  <p:childTnLst>
                                    <p:animEffect transition="out" filter="fade">
                                      <p:cBhvr>
                                        <p:cTn id="61" dur="200" fill="hold">
                                          <p:stCondLst>
                                            <p:cond delay="700"/>
                                          </p:stCondLst>
                                        </p:cTn>
                                        <p:tgtEl>
                                          <p:spTgt spid="36"/>
                                        </p:tgtEl>
                                      </p:cBhvr>
                                    </p:animEffect>
                                    <p:set>
                                      <p:cBhvr>
                                        <p:cTn id="62" dur="1" fill="hold">
                                          <p:stCondLst>
                                            <p:cond delay="900"/>
                                          </p:stCondLst>
                                        </p:cTn>
                                        <p:tgtEl>
                                          <p:spTgt spid="3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220"/>
                                        <p:tgtEl>
                                          <p:spTgt spid="27"/>
                                        </p:tgtEl>
                                      </p:cBhvr>
                                    </p:animEffect>
                                  </p:childTnLst>
                                </p:cTn>
                              </p:par>
                              <p:par>
                                <p:cTn id="46" presetID="10" presetClass="exit" presetSubtype="0" fill="hold" nodeType="withEffect">
                                  <p:stCondLst>
                                    <p:cond delay="0"/>
                                  </p:stCondLst>
                                  <p:childTnLst>
                                    <p:animEffect transition="out" filter="fade">
                                      <p:cBhvr>
                                        <p:cTn id="55" dur="200" fill="hold">
                                          <p:stCondLst>
                                            <p:cond delay="0"/>
                                          </p:stCondLst>
                                        </p:cTn>
                                        <p:tgtEl>
                                          <p:spTgt spid="26"/>
                                        </p:tgtEl>
                                      </p:cBhvr>
                                    </p:animEffect>
                                    <p:set>
                                      <p:cBhvr>
                                        <p:cTn id="56" dur="1" fill="hold">
                                          <p:stCondLst>
                                            <p:cond delay="200"/>
                                          </p:stCondLst>
                                        </p:cTn>
                                        <p:tgtEl>
                                          <p:spTgt spid="26"/>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57" dur="200" fill="hold">
                                          <p:stCondLst>
                                            <p:cond delay="0"/>
                                          </p:stCondLst>
                                        </p:cTn>
                                        <p:tgtEl>
                                          <p:spTgt spid="32"/>
                                        </p:tgtEl>
                                      </p:cBhvr>
                                    </p:animEffect>
                                    <p:set>
                                      <p:cBhvr>
                                        <p:cTn id="58" dur="1" fill="hold">
                                          <p:stCondLst>
                                            <p:cond delay="200"/>
                                          </p:stCondLst>
                                        </p:cTn>
                                        <p:tgtEl>
                                          <p:spTgt spid="32"/>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59" dur="200" fill="hold">
                                          <p:stCondLst>
                                            <p:cond delay="0"/>
                                          </p:stCondLst>
                                        </p:cTn>
                                        <p:tgtEl>
                                          <p:spTgt spid="33"/>
                                        </p:tgtEl>
                                      </p:cBhvr>
                                    </p:animEffect>
                                    <p:set>
                                      <p:cBhvr>
                                        <p:cTn id="60" dur="1" fill="hold">
                                          <p:stCondLst>
                                            <p:cond delay="200"/>
                                          </p:stCondLst>
                                        </p:cTn>
                                        <p:tgtEl>
                                          <p:spTgt spid="33"/>
                                        </p:tgtEl>
                                        <p:attrNameLst>
                                          <p:attrName>style.visibility</p:attrName>
                                        </p:attrNameLst>
                                      </p:cBhvr>
                                      <p:to>
                                        <p:strVal val="hidden"/>
                                      </p:to>
                                    </p:se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par>
                    <p:cTn id="63" fill="hold" restart="never" repeatCount="1000">
                      <p:stCondLst>
                        <p:cond delay="indefinite"/>
                      </p:stCondLst>
                      <p:childTnLst>
                        <p:par>
                          <p:cTn id="64" fill="hold" dur="10080">
                            <p:stCondLst>
                              <p:cond delay="0"/>
                            </p:stCondLst>
                            <p:childTnLst>
                              <p:par>
                                <p:cTn id="65" presetID="1" presetClass="entr" presetSubtype="0" fill="hold" nodeType="clickEffect" restart="never">
                                  <p:stCondLst>
                                    <p:cond delay="90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nodeType="withEffect" restart="never">
                                  <p:stCondLst>
                                    <p:cond delay="106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nodeType="withEffect" restart="never">
                                  <p:stCondLst>
                                    <p:cond delay="1220"/>
                                  </p:stCondLst>
                                  <p:childTnLst>
                                    <p:set>
                                      <p:cBhvr>
                                        <p:cTn id="70" dur="1" fill="hold">
                                          <p:stCondLst>
                                            <p:cond delay="0"/>
                                          </p:stCondLst>
                                        </p:cTn>
                                        <p:tgtEl>
                                          <p:spTgt spid="40"/>
                                        </p:tgtEl>
                                        <p:attrNameLst>
                                          <p:attrName>style.visibility</p:attrName>
                                        </p:attrNameLst>
                                      </p:cBhvr>
                                      <p:to>
                                        <p:strVal val="visible"/>
                                      </p:to>
                                    </p:set>
                                  </p:childTnLst>
                                </p:cTn>
                              </p:par>
                              <p:par>
                                <p:cTn id="71" presetID="1" presetClass="entr" presetSubtype="0" fill="hold" nodeType="withEffect" restart="never">
                                  <p:stCondLst>
                                    <p:cond delay="1380"/>
                                  </p:stCondLst>
                                  <p:childTnLst>
                                    <p:set>
                                      <p:cBhvr>
                                        <p:cTn id="72" dur="1" fill="hold">
                                          <p:stCondLst>
                                            <p:cond delay="0"/>
                                          </p:stCondLst>
                                        </p:cTn>
                                        <p:tgtEl>
                                          <p:spTgt spid="41"/>
                                        </p:tgtEl>
                                        <p:attrNameLst>
                                          <p:attrName>style.visibility</p:attrName>
                                        </p:attrNameLst>
                                      </p:cBhvr>
                                      <p:to>
                                        <p:strVal val="visible"/>
                                      </p:to>
                                    </p:set>
                                  </p:childTnLst>
                                </p:cTn>
                              </p:par>
                              <p:par>
                                <p:cTn id="73" presetID="1" presetClass="entr" presetSubtype="0" fill="hold" nodeType="withEffect" restart="never">
                                  <p:stCondLst>
                                    <p:cond delay="154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restart="never">
                                  <p:stCondLst>
                                    <p:cond delay="1700"/>
                                  </p:stCondLst>
                                  <p:childTnLst>
                                    <p:set>
                                      <p:cBhvr>
                                        <p:cTn id="76" dur="1" fill="hold">
                                          <p:stCondLst>
                                            <p:cond delay="0"/>
                                          </p:stCondLst>
                                        </p:cTn>
                                        <p:tgtEl>
                                          <p:spTgt spid="43"/>
                                        </p:tgtEl>
                                        <p:attrNameLst>
                                          <p:attrName>style.visibility</p:attrName>
                                        </p:attrNameLst>
                                      </p:cBhvr>
                                      <p:to>
                                        <p:strVal val="visible"/>
                                      </p:to>
                                    </p:set>
                                  </p:childTnLst>
                                </p:cTn>
                              </p:par>
                              <p:par>
                                <p:cTn id="77" presetID="1" presetClass="entr" presetSubtype="0" fill="hold" nodeType="withEffect" restart="never">
                                  <p:stCondLst>
                                    <p:cond delay="186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nodeType="withEffect" restart="never">
                                  <p:stCondLst>
                                    <p:cond delay="2020"/>
                                  </p:stCondLst>
                                  <p:childTnLst>
                                    <p:set>
                                      <p:cBhvr>
                                        <p:cTn id="80" dur="1" fill="hold">
                                          <p:stCondLst>
                                            <p:cond delay="0"/>
                                          </p:stCondLst>
                                        </p:cTn>
                                        <p:tgtEl>
                                          <p:spTgt spid="45"/>
                                        </p:tgtEl>
                                        <p:attrNameLst>
                                          <p:attrName>style.visibility</p:attrName>
                                        </p:attrNameLst>
                                      </p:cBhvr>
                                      <p:to>
                                        <p:strVal val="visible"/>
                                      </p:to>
                                    </p:set>
                                  </p:childTnLst>
                                </p:cTn>
                              </p:par>
                              <p:par>
                                <p:cTn id="81" presetID="1" presetClass="entr" presetSubtype="0" fill="hold" nodeType="withEffect" restart="never">
                                  <p:stCondLst>
                                    <p:cond delay="218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nodeType="withEffect" restart="never">
                                  <p:stCondLst>
                                    <p:cond delay="2340"/>
                                  </p:stCondLst>
                                  <p:childTnLst>
                                    <p:set>
                                      <p:cBhvr>
                                        <p:cTn id="84" dur="1" fill="hold">
                                          <p:stCondLst>
                                            <p:cond delay="0"/>
                                          </p:stCondLst>
                                        </p:cTn>
                                        <p:tgtEl>
                                          <p:spTgt spid="47"/>
                                        </p:tgtEl>
                                        <p:attrNameLst>
                                          <p:attrName>style.visibility</p:attrName>
                                        </p:attrNameLst>
                                      </p:cBhvr>
                                      <p:to>
                                        <p:strVal val="visible"/>
                                      </p:to>
                                    </p:set>
                                  </p:childTnLst>
                                </p:cTn>
                              </p:par>
                              <p:par>
                                <p:cTn id="85" presetID="1" presetClass="entr" presetSubtype="0" fill="hold" nodeType="withEffect" restart="never">
                                  <p:stCondLst>
                                    <p:cond delay="2500"/>
                                  </p:stCondLst>
                                  <p:childTnLst>
                                    <p:set>
                                      <p:cBhvr>
                                        <p:cTn id="86" dur="1" fill="hold">
                                          <p:stCondLst>
                                            <p:cond delay="0"/>
                                          </p:stCondLst>
                                        </p:cTn>
                                        <p:tgtEl>
                                          <p:spTgt spid="48"/>
                                        </p:tgtEl>
                                        <p:attrNameLst>
                                          <p:attrName>style.visibility</p:attrName>
                                        </p:attrNameLst>
                                      </p:cBhvr>
                                      <p:to>
                                        <p:strVal val="visible"/>
                                      </p:to>
                                    </p:set>
                                  </p:childTnLst>
                                </p:cTn>
                              </p:par>
                              <p:par>
                                <p:cTn id="87" presetID="1" presetClass="entr" presetSubtype="0" fill="hold" nodeType="withEffect" restart="never">
                                  <p:stCondLst>
                                    <p:cond delay="2660"/>
                                  </p:stCondLst>
                                  <p:childTnLst>
                                    <p:set>
                                      <p:cBhvr>
                                        <p:cTn id="88" dur="1" fill="hold">
                                          <p:stCondLst>
                                            <p:cond delay="0"/>
                                          </p:stCondLst>
                                        </p:cTn>
                                        <p:tgtEl>
                                          <p:spTgt spid="49"/>
                                        </p:tgtEl>
                                        <p:attrNameLst>
                                          <p:attrName>style.visibility</p:attrName>
                                        </p:attrNameLst>
                                      </p:cBhvr>
                                      <p:to>
                                        <p:strVal val="visible"/>
                                      </p:to>
                                    </p:set>
                                  </p:childTnLst>
                                </p:cTn>
                              </p:par>
                              <p:par>
                                <p:cTn id="89" presetID="1" presetClass="entr" presetSubtype="0" fill="hold" nodeType="withEffect" restart="never">
                                  <p:stCondLst>
                                    <p:cond delay="2820"/>
                                  </p:stCondLst>
                                  <p:childTnLst>
                                    <p:set>
                                      <p:cBhvr>
                                        <p:cTn id="90" dur="1" fill="hold">
                                          <p:stCondLst>
                                            <p:cond delay="0"/>
                                          </p:stCondLst>
                                        </p:cTn>
                                        <p:tgtEl>
                                          <p:spTgt spid="50"/>
                                        </p:tgtEl>
                                        <p:attrNameLst>
                                          <p:attrName>style.visibility</p:attrName>
                                        </p:attrNameLst>
                                      </p:cBhvr>
                                      <p:to>
                                        <p:strVal val="visible"/>
                                      </p:to>
                                    </p:set>
                                  </p:childTnLst>
                                </p:cTn>
                              </p:par>
                              <p:par>
                                <p:cTn id="91" presetID="1" presetClass="entr" presetSubtype="0" fill="hold" nodeType="withEffect" restart="never">
                                  <p:stCondLst>
                                    <p:cond delay="2980"/>
                                  </p:stCondLst>
                                  <p:childTnLst>
                                    <p:set>
                                      <p:cBhvr>
                                        <p:cTn id="92" dur="1" fill="hold">
                                          <p:stCondLst>
                                            <p:cond delay="0"/>
                                          </p:stCondLst>
                                        </p:cTn>
                                        <p:tgtEl>
                                          <p:spTgt spid="51"/>
                                        </p:tgtEl>
                                        <p:attrNameLst>
                                          <p:attrName>style.visibility</p:attrName>
                                        </p:attrNameLst>
                                      </p:cBhvr>
                                      <p:to>
                                        <p:strVal val="visible"/>
                                      </p:to>
                                    </p:set>
                                  </p:childTnLst>
                                </p:cTn>
                              </p:par>
                              <p:par>
                                <p:cTn id="93" presetID="1" presetClass="entr" presetSubtype="0" fill="hold" nodeType="withEffect" restart="never">
                                  <p:stCondLst>
                                    <p:cond delay="3140"/>
                                  </p:stCondLst>
                                  <p:childTnLst>
                                    <p:set>
                                      <p:cBhvr>
                                        <p:cTn id="94" dur="1" fill="hold">
                                          <p:stCondLst>
                                            <p:cond delay="0"/>
                                          </p:stCondLst>
                                        </p:cTn>
                                        <p:tgtEl>
                                          <p:spTgt spid="52"/>
                                        </p:tgtEl>
                                        <p:attrNameLst>
                                          <p:attrName>style.visibility</p:attrName>
                                        </p:attrNameLst>
                                      </p:cBhvr>
                                      <p:to>
                                        <p:strVal val="visible"/>
                                      </p:to>
                                    </p:set>
                                  </p:childTnLst>
                                </p:cTn>
                              </p:par>
                              <p:par>
                                <p:cTn id="95" presetID="1" presetClass="entr" presetSubtype="0" fill="hold" nodeType="withEffect" restart="never">
                                  <p:stCondLst>
                                    <p:cond delay="3300"/>
                                  </p:stCondLst>
                                  <p:childTnLst>
                                    <p:set>
                                      <p:cBhvr>
                                        <p:cTn id="96" dur="1" fill="hold">
                                          <p:stCondLst>
                                            <p:cond delay="0"/>
                                          </p:stCondLst>
                                        </p:cTn>
                                        <p:tgtEl>
                                          <p:spTgt spid="53"/>
                                        </p:tgtEl>
                                        <p:attrNameLst>
                                          <p:attrName>style.visibility</p:attrName>
                                        </p:attrNameLst>
                                      </p:cBhvr>
                                      <p:to>
                                        <p:strVal val="visible"/>
                                      </p:to>
                                    </p:set>
                                  </p:childTnLst>
                                </p:cTn>
                              </p:par>
                              <p:par>
                                <p:cTn id="97" presetID="1" presetClass="entr" presetSubtype="0" fill="hold" nodeType="withEffect" restart="never">
                                  <p:stCondLst>
                                    <p:cond delay="3460"/>
                                  </p:stCondLst>
                                  <p:childTnLst>
                                    <p:set>
                                      <p:cBhvr>
                                        <p:cTn id="98" dur="1" fill="hold">
                                          <p:stCondLst>
                                            <p:cond delay="0"/>
                                          </p:stCondLst>
                                        </p:cTn>
                                        <p:tgtEl>
                                          <p:spTgt spid="54"/>
                                        </p:tgtEl>
                                        <p:attrNameLst>
                                          <p:attrName>style.visibility</p:attrName>
                                        </p:attrNameLst>
                                      </p:cBhvr>
                                      <p:to>
                                        <p:strVal val="visible"/>
                                      </p:to>
                                    </p:set>
                                  </p:childTnLst>
                                </p:cTn>
                              </p:par>
                              <p:par>
                                <p:cTn id="99" presetID="1" presetClass="entr" presetSubtype="0" fill="hold" nodeType="withEffect" restart="never">
                                  <p:stCondLst>
                                    <p:cond delay="3620"/>
                                  </p:stCondLst>
                                  <p:childTnLst>
                                    <p:set>
                                      <p:cBhvr>
                                        <p:cTn id="100" dur="1" fill="hold">
                                          <p:stCondLst>
                                            <p:cond delay="0"/>
                                          </p:stCondLst>
                                        </p:cTn>
                                        <p:tgtEl>
                                          <p:spTgt spid="55"/>
                                        </p:tgtEl>
                                        <p:attrNameLst>
                                          <p:attrName>style.visibility</p:attrName>
                                        </p:attrNameLst>
                                      </p:cBhvr>
                                      <p:to>
                                        <p:strVal val="visible"/>
                                      </p:to>
                                    </p:set>
                                  </p:childTnLst>
                                </p:cTn>
                              </p:par>
                              <p:par>
                                <p:cTn id="101" presetID="1" presetClass="entr" presetSubtype="0" fill="hold" nodeType="withEffect" restart="never">
                                  <p:stCondLst>
                                    <p:cond delay="3780"/>
                                  </p:stCondLst>
                                  <p:childTnLst>
                                    <p:set>
                                      <p:cBhvr>
                                        <p:cTn id="102" dur="1" fill="hold">
                                          <p:stCondLst>
                                            <p:cond delay="0"/>
                                          </p:stCondLst>
                                        </p:cTn>
                                        <p:tgtEl>
                                          <p:spTgt spid="56"/>
                                        </p:tgtEl>
                                        <p:attrNameLst>
                                          <p:attrName>style.visibility</p:attrName>
                                        </p:attrNameLst>
                                      </p:cBhvr>
                                      <p:to>
                                        <p:strVal val="visible"/>
                                      </p:to>
                                    </p:set>
                                  </p:childTnLst>
                                </p:cTn>
                              </p:par>
                              <p:par>
                                <p:cTn id="103" presetID="1" presetClass="entr" presetSubtype="0" fill="hold" nodeType="withEffect" restart="never">
                                  <p:stCondLst>
                                    <p:cond delay="3940"/>
                                  </p:stCondLst>
                                  <p:childTnLst>
                                    <p:set>
                                      <p:cBhvr>
                                        <p:cTn id="104" dur="1" fill="hold">
                                          <p:stCondLst>
                                            <p:cond delay="0"/>
                                          </p:stCondLst>
                                        </p:cTn>
                                        <p:tgtEl>
                                          <p:spTgt spid="57"/>
                                        </p:tgtEl>
                                        <p:attrNameLst>
                                          <p:attrName>style.visibility</p:attrName>
                                        </p:attrNameLst>
                                      </p:cBhvr>
                                      <p:to>
                                        <p:strVal val="visible"/>
                                      </p:to>
                                    </p:set>
                                  </p:childTnLst>
                                </p:cTn>
                              </p:par>
                              <p:par>
                                <p:cTn id="105" presetID="1" presetClass="entr" presetSubtype="0" fill="hold" nodeType="withEffect" restart="never">
                                  <p:stCondLst>
                                    <p:cond delay="4100"/>
                                  </p:stCondLst>
                                  <p:childTnLst>
                                    <p:set>
                                      <p:cBhvr>
                                        <p:cTn id="106" dur="1" fill="hold">
                                          <p:stCondLst>
                                            <p:cond delay="0"/>
                                          </p:stCondLst>
                                        </p:cTn>
                                        <p:tgtEl>
                                          <p:spTgt spid="58"/>
                                        </p:tgtEl>
                                        <p:attrNameLst>
                                          <p:attrName>style.visibility</p:attrName>
                                        </p:attrNameLst>
                                      </p:cBhvr>
                                      <p:to>
                                        <p:strVal val="visible"/>
                                      </p:to>
                                    </p:set>
                                  </p:childTnLst>
                                </p:cTn>
                              </p:par>
                              <p:par>
                                <p:cTn id="107" presetID="1" presetClass="entr" presetSubtype="0" fill="hold" nodeType="withEffect" restart="never">
                                  <p:stCondLst>
                                    <p:cond delay="4260"/>
                                  </p:stCondLst>
                                  <p:childTnLst>
                                    <p:set>
                                      <p:cBhvr>
                                        <p:cTn id="108" dur="1" fill="hold">
                                          <p:stCondLst>
                                            <p:cond delay="0"/>
                                          </p:stCondLst>
                                        </p:cTn>
                                        <p:tgtEl>
                                          <p:spTgt spid="59"/>
                                        </p:tgtEl>
                                        <p:attrNameLst>
                                          <p:attrName>style.visibility</p:attrName>
                                        </p:attrNameLst>
                                      </p:cBhvr>
                                      <p:to>
                                        <p:strVal val="visible"/>
                                      </p:to>
                                    </p:set>
                                  </p:childTnLst>
                                </p:cTn>
                              </p:par>
                              <p:par>
                                <p:cTn id="109" presetID="1" presetClass="entr" presetSubtype="0" fill="hold" nodeType="withEffect" restart="never">
                                  <p:stCondLst>
                                    <p:cond delay="4420"/>
                                  </p:stCondLst>
                                  <p:childTnLst>
                                    <p:set>
                                      <p:cBhvr>
                                        <p:cTn id="110" dur="1" fill="hold">
                                          <p:stCondLst>
                                            <p:cond delay="0"/>
                                          </p:stCondLst>
                                        </p:cTn>
                                        <p:tgtEl>
                                          <p:spTgt spid="60"/>
                                        </p:tgtEl>
                                        <p:attrNameLst>
                                          <p:attrName>style.visibility</p:attrName>
                                        </p:attrNameLst>
                                      </p:cBhvr>
                                      <p:to>
                                        <p:strVal val="visible"/>
                                      </p:to>
                                    </p:set>
                                  </p:childTnLst>
                                </p:cTn>
                              </p:par>
                              <p:par>
                                <p:cTn id="111" presetID="1" presetClass="entr" presetSubtype="0" fill="hold" nodeType="withEffect" restart="never">
                                  <p:stCondLst>
                                    <p:cond delay="4580"/>
                                  </p:stCondLst>
                                  <p:childTnLst>
                                    <p:set>
                                      <p:cBhvr>
                                        <p:cTn id="112" dur="1" fill="hold">
                                          <p:stCondLst>
                                            <p:cond delay="0"/>
                                          </p:stCondLst>
                                        </p:cTn>
                                        <p:tgtEl>
                                          <p:spTgt spid="61"/>
                                        </p:tgtEl>
                                        <p:attrNameLst>
                                          <p:attrName>style.visibility</p:attrName>
                                        </p:attrNameLst>
                                      </p:cBhvr>
                                      <p:to>
                                        <p:strVal val="visible"/>
                                      </p:to>
                                    </p:set>
                                  </p:childTnLst>
                                </p:cTn>
                              </p:par>
                              <p:par>
                                <p:cTn id="113" presetID="1" presetClass="entr" presetSubtype="0" fill="hold" nodeType="withEffect" restart="never">
                                  <p:stCondLst>
                                    <p:cond delay="4740"/>
                                  </p:stCondLst>
                                  <p:childTnLst>
                                    <p:set>
                                      <p:cBhvr>
                                        <p:cTn id="114" dur="1" fill="hold">
                                          <p:stCondLst>
                                            <p:cond delay="0"/>
                                          </p:stCondLst>
                                        </p:cTn>
                                        <p:tgtEl>
                                          <p:spTgt spid="62"/>
                                        </p:tgtEl>
                                        <p:attrNameLst>
                                          <p:attrName>style.visibility</p:attrName>
                                        </p:attrNameLst>
                                      </p:cBhvr>
                                      <p:to>
                                        <p:strVal val="visible"/>
                                      </p:to>
                                    </p:set>
                                  </p:childTnLst>
                                </p:cTn>
                              </p:par>
                              <p:par>
                                <p:cTn id="115" presetID="1" presetClass="entr" presetSubtype="0" fill="hold" nodeType="withEffect" restart="never">
                                  <p:stCondLst>
                                    <p:cond delay="4900"/>
                                  </p:stCondLst>
                                  <p:childTnLst>
                                    <p:set>
                                      <p:cBhvr>
                                        <p:cTn id="116" dur="1" fill="hold">
                                          <p:stCondLst>
                                            <p:cond delay="0"/>
                                          </p:stCondLst>
                                        </p:cTn>
                                        <p:tgtEl>
                                          <p:spTgt spid="63"/>
                                        </p:tgtEl>
                                        <p:attrNameLst>
                                          <p:attrName>style.visibility</p:attrName>
                                        </p:attrNameLst>
                                      </p:cBhvr>
                                      <p:to>
                                        <p:strVal val="visible"/>
                                      </p:to>
                                    </p:set>
                                  </p:childTnLst>
                                </p:cTn>
                              </p:par>
                              <p:par>
                                <p:cTn id="117" presetID="1" presetClass="entr" presetSubtype="0" fill="hold" nodeType="withEffect" restart="never">
                                  <p:stCondLst>
                                    <p:cond delay="5060"/>
                                  </p:stCondLst>
                                  <p:childTnLst>
                                    <p:set>
                                      <p:cBhvr>
                                        <p:cTn id="118" dur="1" fill="hold">
                                          <p:stCondLst>
                                            <p:cond delay="0"/>
                                          </p:stCondLst>
                                        </p:cTn>
                                        <p:tgtEl>
                                          <p:spTgt spid="64"/>
                                        </p:tgtEl>
                                        <p:attrNameLst>
                                          <p:attrName>style.visibility</p:attrName>
                                        </p:attrNameLst>
                                      </p:cBhvr>
                                      <p:to>
                                        <p:strVal val="visible"/>
                                      </p:to>
                                    </p:set>
                                  </p:childTnLst>
                                </p:cTn>
                              </p:par>
                              <p:par>
                                <p:cTn id="119" presetID="1" presetClass="entr" presetSubtype="0" fill="hold" nodeType="withEffect" restart="never">
                                  <p:stCondLst>
                                    <p:cond delay="5220"/>
                                  </p:stCondLst>
                                  <p:childTnLst>
                                    <p:set>
                                      <p:cBhvr>
                                        <p:cTn id="120" dur="1" fill="hold">
                                          <p:stCondLst>
                                            <p:cond delay="0"/>
                                          </p:stCondLst>
                                        </p:cTn>
                                        <p:tgtEl>
                                          <p:spTgt spid="65"/>
                                        </p:tgtEl>
                                        <p:attrNameLst>
                                          <p:attrName>style.visibility</p:attrName>
                                        </p:attrNameLst>
                                      </p:cBhvr>
                                      <p:to>
                                        <p:strVal val="visible"/>
                                      </p:to>
                                    </p:set>
                                  </p:childTnLst>
                                </p:cTn>
                              </p:par>
                              <p:par>
                                <p:cTn id="121" presetID="1" presetClass="entr" presetSubtype="0" fill="hold" nodeType="withEffect" restart="never">
                                  <p:stCondLst>
                                    <p:cond delay="5380"/>
                                  </p:stCondLst>
                                  <p:childTnLst>
                                    <p:set>
                                      <p:cBhvr>
                                        <p:cTn id="122" dur="1" fill="hold">
                                          <p:stCondLst>
                                            <p:cond delay="0"/>
                                          </p:stCondLst>
                                        </p:cTn>
                                        <p:tgtEl>
                                          <p:spTgt spid="66"/>
                                        </p:tgtEl>
                                        <p:attrNameLst>
                                          <p:attrName>style.visibility</p:attrName>
                                        </p:attrNameLst>
                                      </p:cBhvr>
                                      <p:to>
                                        <p:strVal val="visible"/>
                                      </p:to>
                                    </p:set>
                                  </p:childTnLst>
                                </p:cTn>
                              </p:par>
                              <p:par>
                                <p:cTn id="123" presetID="1" presetClass="entr" presetSubtype="0" fill="hold" nodeType="withEffect" restart="never">
                                  <p:stCondLst>
                                    <p:cond delay="5540"/>
                                  </p:stCondLst>
                                  <p:childTnLst>
                                    <p:set>
                                      <p:cBhvr>
                                        <p:cTn id="124" dur="1" fill="hold">
                                          <p:stCondLst>
                                            <p:cond delay="0"/>
                                          </p:stCondLst>
                                        </p:cTn>
                                        <p:tgtEl>
                                          <p:spTgt spid="67"/>
                                        </p:tgtEl>
                                        <p:attrNameLst>
                                          <p:attrName>style.visibility</p:attrName>
                                        </p:attrNameLst>
                                      </p:cBhvr>
                                      <p:to>
                                        <p:strVal val="visible"/>
                                      </p:to>
                                    </p:set>
                                  </p:childTnLst>
                                </p:cTn>
                              </p:par>
                              <p:par>
                                <p:cTn id="125" presetID="1" presetClass="entr" presetSubtype="0" fill="hold" nodeType="withEffect" restart="never">
                                  <p:stCondLst>
                                    <p:cond delay="5700"/>
                                  </p:stCondLst>
                                  <p:childTnLst>
                                    <p:set>
                                      <p:cBhvr>
                                        <p:cTn id="126" dur="1" fill="hold">
                                          <p:stCondLst>
                                            <p:cond delay="0"/>
                                          </p:stCondLst>
                                        </p:cTn>
                                        <p:tgtEl>
                                          <p:spTgt spid="68"/>
                                        </p:tgtEl>
                                        <p:attrNameLst>
                                          <p:attrName>style.visibility</p:attrName>
                                        </p:attrNameLst>
                                      </p:cBhvr>
                                      <p:to>
                                        <p:strVal val="visible"/>
                                      </p:to>
                                    </p:set>
                                  </p:childTnLst>
                                </p:cTn>
                              </p:par>
                              <p:par>
                                <p:cTn id="127" presetID="1" presetClass="entr" presetSubtype="0" fill="hold" nodeType="withEffect" restart="never">
                                  <p:stCondLst>
                                    <p:cond delay="5860"/>
                                  </p:stCondLst>
                                  <p:childTnLst>
                                    <p:set>
                                      <p:cBhvr>
                                        <p:cTn id="128" dur="1" fill="hold">
                                          <p:stCondLst>
                                            <p:cond delay="0"/>
                                          </p:stCondLst>
                                        </p:cTn>
                                        <p:tgtEl>
                                          <p:spTgt spid="69"/>
                                        </p:tgtEl>
                                        <p:attrNameLst>
                                          <p:attrName>style.visibility</p:attrName>
                                        </p:attrNameLst>
                                      </p:cBhvr>
                                      <p:to>
                                        <p:strVal val="visible"/>
                                      </p:to>
                                    </p:set>
                                  </p:childTnLst>
                                </p:cTn>
                              </p:par>
                              <p:par>
                                <p:cTn id="129" presetID="1" presetClass="entr" presetSubtype="0" fill="hold" nodeType="withEffect" restart="never">
                                  <p:stCondLst>
                                    <p:cond delay="6020"/>
                                  </p:stCondLst>
                                  <p:childTnLst>
                                    <p:set>
                                      <p:cBhvr>
                                        <p:cTn id="130" dur="1" fill="hold">
                                          <p:stCondLst>
                                            <p:cond delay="0"/>
                                          </p:stCondLst>
                                        </p:cTn>
                                        <p:tgtEl>
                                          <p:spTgt spid="70"/>
                                        </p:tgtEl>
                                        <p:attrNameLst>
                                          <p:attrName>style.visibility</p:attrName>
                                        </p:attrNameLst>
                                      </p:cBhvr>
                                      <p:to>
                                        <p:strVal val="visible"/>
                                      </p:to>
                                    </p:set>
                                  </p:childTnLst>
                                </p:cTn>
                              </p:par>
                              <p:par>
                                <p:cTn id="131" presetID="1" presetClass="entr" presetSubtype="0" fill="hold" nodeType="withEffect" restart="never">
                                  <p:stCondLst>
                                    <p:cond delay="6180"/>
                                  </p:stCondLst>
                                  <p:childTnLst>
                                    <p:set>
                                      <p:cBhvr>
                                        <p:cTn id="132" dur="1" fill="hold">
                                          <p:stCondLst>
                                            <p:cond delay="0"/>
                                          </p:stCondLst>
                                        </p:cTn>
                                        <p:tgtEl>
                                          <p:spTgt spid="71"/>
                                        </p:tgtEl>
                                        <p:attrNameLst>
                                          <p:attrName>style.visibility</p:attrName>
                                        </p:attrNameLst>
                                      </p:cBhvr>
                                      <p:to>
                                        <p:strVal val="visible"/>
                                      </p:to>
                                    </p:set>
                                  </p:childTnLst>
                                </p:cTn>
                              </p:par>
                              <p:par>
                                <p:cTn id="133" presetID="1" presetClass="entr" presetSubtype="0" fill="hold" nodeType="withEffect" restart="never">
                                  <p:stCondLst>
                                    <p:cond delay="6340"/>
                                  </p:stCondLst>
                                  <p:childTnLst>
                                    <p:set>
                                      <p:cBhvr>
                                        <p:cTn id="134" dur="1" fill="hold">
                                          <p:stCondLst>
                                            <p:cond delay="0"/>
                                          </p:stCondLst>
                                        </p:cTn>
                                        <p:tgtEl>
                                          <p:spTgt spid="72"/>
                                        </p:tgtEl>
                                        <p:attrNameLst>
                                          <p:attrName>style.visibility</p:attrName>
                                        </p:attrNameLst>
                                      </p:cBhvr>
                                      <p:to>
                                        <p:strVal val="visible"/>
                                      </p:to>
                                    </p:set>
                                  </p:childTnLst>
                                </p:cTn>
                              </p:par>
                              <p:par>
                                <p:cTn id="135" presetID="1" presetClass="entr" presetSubtype="0" fill="hold" nodeType="withEffect" restart="never">
                                  <p:stCondLst>
                                    <p:cond delay="6500"/>
                                  </p:stCondLst>
                                  <p:childTnLst>
                                    <p:set>
                                      <p:cBhvr>
                                        <p:cTn id="136" dur="1" fill="hold">
                                          <p:stCondLst>
                                            <p:cond delay="0"/>
                                          </p:stCondLst>
                                        </p:cTn>
                                        <p:tgtEl>
                                          <p:spTgt spid="73"/>
                                        </p:tgtEl>
                                        <p:attrNameLst>
                                          <p:attrName>style.visibility</p:attrName>
                                        </p:attrNameLst>
                                      </p:cBhvr>
                                      <p:to>
                                        <p:strVal val="visible"/>
                                      </p:to>
                                    </p:set>
                                  </p:childTnLst>
                                </p:cTn>
                              </p:par>
                              <p:par>
                                <p:cTn id="137" presetID="1" presetClass="entr" presetSubtype="0" fill="hold" nodeType="withEffect" restart="never">
                                  <p:stCondLst>
                                    <p:cond delay="6660"/>
                                  </p:stCondLst>
                                  <p:childTnLst>
                                    <p:set>
                                      <p:cBhvr>
                                        <p:cTn id="138" dur="1" fill="hold">
                                          <p:stCondLst>
                                            <p:cond delay="0"/>
                                          </p:stCondLst>
                                        </p:cTn>
                                        <p:tgtEl>
                                          <p:spTgt spid="74"/>
                                        </p:tgtEl>
                                        <p:attrNameLst>
                                          <p:attrName>style.visibility</p:attrName>
                                        </p:attrNameLst>
                                      </p:cBhvr>
                                      <p:to>
                                        <p:strVal val="visible"/>
                                      </p:to>
                                    </p:set>
                                  </p:childTnLst>
                                </p:cTn>
                              </p:par>
                              <p:par>
                                <p:cTn id="139" presetID="1" presetClass="entr" presetSubtype="0" fill="hold" nodeType="withEffect" restart="never">
                                  <p:stCondLst>
                                    <p:cond delay="6820"/>
                                  </p:stCondLst>
                                  <p:childTnLst>
                                    <p:set>
                                      <p:cBhvr>
                                        <p:cTn id="140" dur="1" fill="hold">
                                          <p:stCondLst>
                                            <p:cond delay="0"/>
                                          </p:stCondLst>
                                        </p:cTn>
                                        <p:tgtEl>
                                          <p:spTgt spid="75"/>
                                        </p:tgtEl>
                                        <p:attrNameLst>
                                          <p:attrName>style.visibility</p:attrName>
                                        </p:attrNameLst>
                                      </p:cBhvr>
                                      <p:to>
                                        <p:strVal val="visible"/>
                                      </p:to>
                                    </p:set>
                                  </p:childTnLst>
                                </p:cTn>
                              </p:par>
                              <p:par>
                                <p:cTn id="141" presetID="1" presetClass="entr" presetSubtype="0" fill="hold" nodeType="withEffect" restart="never">
                                  <p:stCondLst>
                                    <p:cond delay="6980"/>
                                  </p:stCondLst>
                                  <p:childTnLst>
                                    <p:set>
                                      <p:cBhvr>
                                        <p:cTn id="142" dur="1" fill="hold">
                                          <p:stCondLst>
                                            <p:cond delay="0"/>
                                          </p:stCondLst>
                                        </p:cTn>
                                        <p:tgtEl>
                                          <p:spTgt spid="76"/>
                                        </p:tgtEl>
                                        <p:attrNameLst>
                                          <p:attrName>style.visibility</p:attrName>
                                        </p:attrNameLst>
                                      </p:cBhvr>
                                      <p:to>
                                        <p:strVal val="visible"/>
                                      </p:to>
                                    </p:set>
                                  </p:childTnLst>
                                </p:cTn>
                              </p:par>
                              <p:par>
                                <p:cTn id="143" presetID="1" presetClass="entr" presetSubtype="0" fill="hold" nodeType="withEffect" restart="never">
                                  <p:stCondLst>
                                    <p:cond delay="7140"/>
                                  </p:stCondLst>
                                  <p:childTnLst>
                                    <p:set>
                                      <p:cBhvr>
                                        <p:cTn id="144" dur="1" fill="hold">
                                          <p:stCondLst>
                                            <p:cond delay="0"/>
                                          </p:stCondLst>
                                        </p:cTn>
                                        <p:tgtEl>
                                          <p:spTgt spid="77"/>
                                        </p:tgtEl>
                                        <p:attrNameLst>
                                          <p:attrName>style.visibility</p:attrName>
                                        </p:attrNameLst>
                                      </p:cBhvr>
                                      <p:to>
                                        <p:strVal val="visible"/>
                                      </p:to>
                                    </p:set>
                                  </p:childTnLst>
                                </p:cTn>
                              </p:par>
                              <p:par>
                                <p:cTn id="145" presetID="1" presetClass="entr" presetSubtype="0" fill="hold" nodeType="withEffect" restart="never">
                                  <p:stCondLst>
                                    <p:cond delay="7300"/>
                                  </p:stCondLst>
                                  <p:childTnLst>
                                    <p:set>
                                      <p:cBhvr>
                                        <p:cTn id="146" dur="1" fill="hold">
                                          <p:stCondLst>
                                            <p:cond delay="0"/>
                                          </p:stCondLst>
                                        </p:cTn>
                                        <p:tgtEl>
                                          <p:spTgt spid="78"/>
                                        </p:tgtEl>
                                        <p:attrNameLst>
                                          <p:attrName>style.visibility</p:attrName>
                                        </p:attrNameLst>
                                      </p:cBhvr>
                                      <p:to>
                                        <p:strVal val="visible"/>
                                      </p:to>
                                    </p:set>
                                  </p:childTnLst>
                                </p:cTn>
                              </p:par>
                              <p:par>
                                <p:cTn id="147" presetID="1" presetClass="entr" presetSubtype="0" fill="hold" nodeType="withEffect" restart="never">
                                  <p:stCondLst>
                                    <p:cond delay="7460"/>
                                  </p:stCondLst>
                                  <p:childTnLst>
                                    <p:set>
                                      <p:cBhvr>
                                        <p:cTn id="148" dur="1" fill="hold">
                                          <p:stCondLst>
                                            <p:cond delay="0"/>
                                          </p:stCondLst>
                                        </p:cTn>
                                        <p:tgtEl>
                                          <p:spTgt spid="79"/>
                                        </p:tgtEl>
                                        <p:attrNameLst>
                                          <p:attrName>style.visibility</p:attrName>
                                        </p:attrNameLst>
                                      </p:cBhvr>
                                      <p:to>
                                        <p:strVal val="visible"/>
                                      </p:to>
                                    </p:set>
                                  </p:childTnLst>
                                </p:cTn>
                              </p:par>
                              <p:par>
                                <p:cTn id="149" presetID="1" presetClass="entr" presetSubtype="0" fill="hold" nodeType="withEffect" restart="never">
                                  <p:stCondLst>
                                    <p:cond delay="7620"/>
                                  </p:stCondLst>
                                  <p:childTnLst>
                                    <p:set>
                                      <p:cBhvr>
                                        <p:cTn id="150" dur="1" fill="hold">
                                          <p:stCondLst>
                                            <p:cond delay="0"/>
                                          </p:stCondLst>
                                        </p:cTn>
                                        <p:tgtEl>
                                          <p:spTgt spid="80"/>
                                        </p:tgtEl>
                                        <p:attrNameLst>
                                          <p:attrName>style.visibility</p:attrName>
                                        </p:attrNameLst>
                                      </p:cBhvr>
                                      <p:to>
                                        <p:strVal val="visible"/>
                                      </p:to>
                                    </p:set>
                                  </p:childTnLst>
                                </p:cTn>
                              </p:par>
                              <p:par>
                                <p:cTn id="151" presetID="1" presetClass="entr" presetSubtype="0" fill="hold" nodeType="withEffect" restart="never">
                                  <p:stCondLst>
                                    <p:cond delay="7780"/>
                                  </p:stCondLst>
                                  <p:childTnLst>
                                    <p:set>
                                      <p:cBhvr>
                                        <p:cTn id="152" dur="1" fill="hold">
                                          <p:stCondLst>
                                            <p:cond delay="0"/>
                                          </p:stCondLst>
                                        </p:cTn>
                                        <p:tgtEl>
                                          <p:spTgt spid="81"/>
                                        </p:tgtEl>
                                        <p:attrNameLst>
                                          <p:attrName>style.visibility</p:attrName>
                                        </p:attrNameLst>
                                      </p:cBhvr>
                                      <p:to>
                                        <p:strVal val="visible"/>
                                      </p:to>
                                    </p:set>
                                  </p:childTnLst>
                                </p:cTn>
                              </p:par>
                              <p:par>
                                <p:cTn id="153" presetID="1" presetClass="entr" presetSubtype="0" fill="hold" nodeType="withEffect" restart="never">
                                  <p:stCondLst>
                                    <p:cond delay="7940"/>
                                  </p:stCondLst>
                                  <p:childTnLst>
                                    <p:set>
                                      <p:cBhvr>
                                        <p:cTn id="154" dur="1" fill="hold">
                                          <p:stCondLst>
                                            <p:cond delay="0"/>
                                          </p:stCondLst>
                                        </p:cTn>
                                        <p:tgtEl>
                                          <p:spTgt spid="82"/>
                                        </p:tgtEl>
                                        <p:attrNameLst>
                                          <p:attrName>style.visibility</p:attrName>
                                        </p:attrNameLst>
                                      </p:cBhvr>
                                      <p:to>
                                        <p:strVal val="visible"/>
                                      </p:to>
                                    </p:set>
                                  </p:childTnLst>
                                </p:cTn>
                              </p:par>
                              <p:par>
                                <p:cTn id="155" presetID="1" presetClass="entr" presetSubtype="0" fill="hold" nodeType="withEffect" restart="never">
                                  <p:stCondLst>
                                    <p:cond delay="8100"/>
                                  </p:stCondLst>
                                  <p:childTnLst>
                                    <p:set>
                                      <p:cBhvr>
                                        <p:cTn id="156" dur="1" fill="hold">
                                          <p:stCondLst>
                                            <p:cond delay="0"/>
                                          </p:stCondLst>
                                        </p:cTn>
                                        <p:tgtEl>
                                          <p:spTgt spid="83"/>
                                        </p:tgtEl>
                                        <p:attrNameLst>
                                          <p:attrName>style.visibility</p:attrName>
                                        </p:attrNameLst>
                                      </p:cBhvr>
                                      <p:to>
                                        <p:strVal val="visible"/>
                                      </p:to>
                                    </p:set>
                                  </p:childTnLst>
                                </p:cTn>
                              </p:par>
                              <p:par>
                                <p:cTn id="157" presetID="1" presetClass="entr" presetSubtype="0" fill="hold" nodeType="withEffect" restart="never">
                                  <p:stCondLst>
                                    <p:cond delay="8260"/>
                                  </p:stCondLst>
                                  <p:childTnLst>
                                    <p:set>
                                      <p:cBhvr>
                                        <p:cTn id="158" dur="1" fill="hold">
                                          <p:stCondLst>
                                            <p:cond delay="0"/>
                                          </p:stCondLst>
                                        </p:cTn>
                                        <p:tgtEl>
                                          <p:spTgt spid="84"/>
                                        </p:tgtEl>
                                        <p:attrNameLst>
                                          <p:attrName>style.visibility</p:attrName>
                                        </p:attrNameLst>
                                      </p:cBhvr>
                                      <p:to>
                                        <p:strVal val="visible"/>
                                      </p:to>
                                    </p:set>
                                  </p:childTnLst>
                                </p:cTn>
                              </p:par>
                              <p:par>
                                <p:cTn id="159" presetID="1" presetClass="entr" presetSubtype="0" fill="hold" nodeType="withEffect" restart="never">
                                  <p:stCondLst>
                                    <p:cond delay="8420"/>
                                  </p:stCondLst>
                                  <p:childTnLst>
                                    <p:set>
                                      <p:cBhvr>
                                        <p:cTn id="160" dur="1" fill="hold">
                                          <p:stCondLst>
                                            <p:cond delay="0"/>
                                          </p:stCondLst>
                                        </p:cTn>
                                        <p:tgtEl>
                                          <p:spTgt spid="85"/>
                                        </p:tgtEl>
                                        <p:attrNameLst>
                                          <p:attrName>style.visibility</p:attrName>
                                        </p:attrNameLst>
                                      </p:cBhvr>
                                      <p:to>
                                        <p:strVal val="visible"/>
                                      </p:to>
                                    </p:set>
                                  </p:childTnLst>
                                </p:cTn>
                              </p:par>
                              <p:par>
                                <p:cTn id="161" presetID="1" presetClass="entr" presetSubtype="0" fill="hold" nodeType="withEffect" restart="never">
                                  <p:stCondLst>
                                    <p:cond delay="8580"/>
                                  </p:stCondLst>
                                  <p:childTnLst>
                                    <p:set>
                                      <p:cBhvr>
                                        <p:cTn id="16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a:t>
            </a:r>
          </a:p>
        </p:txBody>
      </p:sp>
      <p:sp>
        <p:nvSpPr>
          <p:cNvPr id="3" name="route-arrow-0-shaft">
            <a:extLst xmlns:a="http://schemas.openxmlformats.org/drawingml/2006/main">
              <a:ext uri="{FF2B5EF4-FFF2-40B4-BE49-F238E27FC236}">
                <a16:creationId xmlns:a16="http://schemas.microsoft.com/office/drawing/2014/main" id="{A6025150-7033-4BC7-ACA7-F7D675F47FAB}"/>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4D80E75-83C3-4CE3-BBF2-DA0B23832FA5}"/>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6FE91A58-B0CE-451D-86EF-F1CEAE01C687}"/>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841C6648-9EEB-4B14-9BC7-07357E87F353}"/>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985F8B9C-6263-4A9D-BF8F-ABAF3A797E03}"/>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AE5E53B-EC5F-45CC-A726-607EBE295503}"/>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E3F18CB6-A8A9-469B-9A71-38BB96292075}"/>
              </a:ext>
            </a:extLst>
          </p:cNvPr>
          <p:cNvSpPr>
            <a:spLocks xmlns:a="http://schemas.openxmlformats.org/drawingml/2006/main" noGrp="1"/>
          </p:cNvSpPr>
          <p:nvPr/>
        </p:nvSpPr>
        <p:spPr>
          <a:xfrm xmlns:a="http://schemas.openxmlformats.org/drawingml/2006/main">
            <a:off x="609600" y="1990725"/>
            <a:ext cx="664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Envelope detection and message recovery</a:t>
            </a:r>
          </a:p>
        </p:txBody>
      </p:sp>
      <p:sp>
        <p:nvSpPr>
          <p:cNvPr id="10" name="slow-envelope">
            <a:extLst xmlns:a="http://schemas.openxmlformats.org/drawingml/2006/main">
              <a:ext uri="{FF2B5EF4-FFF2-40B4-BE49-F238E27FC236}">
                <a16:creationId xmlns:a16="http://schemas.microsoft.com/office/drawing/2014/main" id="{48371117-20B5-4819-9D99-CFFB7902CE23}"/>
              </a:ext>
            </a:extLst>
          </p:cNvPr>
          <p:cNvSpPr>
            <a:spLocks xmlns:a="http://schemas.openxmlformats.org/drawingml/2006/main" noGrp="1"/>
          </p:cNvSpPr>
          <p:nvPr/>
        </p:nvSpPr>
        <p:spPr>
          <a:xfrm xmlns:a="http://schemas.openxmlformats.org/drawingml/2006/main">
            <a:off x="8334375" y="3533775"/>
            <a:ext cx="3152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i="0">
                <a:solidFill>
                  <a:srgbClr val="202020"/>
                </a:solidFill>
                <a:latin typeface="Times New Roman"/>
                <a:ea typeface="Times New Roman"/>
                <a:cs typeface="Times New Roman"/>
              </a:defRPr>
            </a:defPPr>
          </a:lstStyle>
          <a:p xmlns:a="http://schemas.openxmlformats.org/drawingml/2006/main">
            <a:pPr algn="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Assume a slow envelope</a:t>
            </a:r>
          </a:p>
        </p:txBody>
      </p:sp>
      <p:pic>
        <p:nvPicPr>
          <p:cNvPr id="11" name="receiver-envelope" descr="Keep the differentiated signal while reading its ideal positive upper envelope.">
            <a:extLst xmlns:a="http://schemas.openxmlformats.org/drawingml/2006/main">
              <a:ext uri="{FF2B5EF4-FFF2-40B4-BE49-F238E27FC236}">
                <a16:creationId xmlns:a16="http://schemas.microsoft.com/office/drawing/2014/main" id="{48BBAFDC-2156-4629-AB7B-4C12CD60778E}"/>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28" name="receiver-envelope--t4-click-frame-001"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29" name="receiver-envelope--t4-click-frame-002"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0" name="receiver-envelope--t4-click-frame-003"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1" name="receiver-envelope--t4-click-frame-004"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2" name="receiver-envelope--t4-click-frame-005"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3" name="receiver-envelope--t4-click-frame-006"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4" name="receiver-envelope--t4-click-frame-007"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5" name="receiver-envelope--t4-click-frame-008"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6" name="receiver-envelope--t4-click-frame-009"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7" name="receiver-envelope--t4-click-frame-010"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8" name="receiver-envelope--t4-click-frame-011"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39" name="receiver-envelope--t4-click-frame-012"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0" name="receiver-envelope--t4-click-frame-013"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1" name="receiver-envelope--t4-click-frame-014"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2" name="receiver-envelope--t4-click-frame-015"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3" name="receiver-envelope--t4-click-frame-016"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4" name="receiver-envelope--t4-click-frame-017"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5" name="receiver-envelope--t4-click-frame-018"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6" name="receiver-envelope--t4-click-frame-019"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7" name="receiver-envelope--t4-click-frame-020"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8" name="receiver-envelope--t4-click-frame-021"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49" name="receiver-envelope--t4-click-frame-022"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0" name="receiver-envelope--t4-click-frame-023"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1" name="receiver-envelope--t4-click-frame-024" descr="Keep the differentiated signal while reading its ideal positive upper envelop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12" name="receiver-recover" descr="Continue from the existing E, remove the baseline and known gain to recover m.">
            <a:extLst xmlns:a="http://schemas.openxmlformats.org/drawingml/2006/main">
              <a:ext uri="{FF2B5EF4-FFF2-40B4-BE49-F238E27FC236}">
                <a16:creationId xmlns:a16="http://schemas.microsoft.com/office/drawing/2014/main" id="{BE61E6E6-6896-464A-80F7-BF081464C44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2" name="receiver-recover--t4-click-frame-001"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3" name="receiver-recover--t4-click-frame-002"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4" name="receiver-recover--t4-click-frame-003"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5" name="receiver-recover--t4-click-frame-004"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6" name="receiver-recover--t4-click-frame-005"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7" name="receiver-recover--t4-click-frame-006"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8" name="receiver-recover--t4-click-frame-007"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59" name="receiver-recover--t4-click-frame-008"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0" name="receiver-recover--t4-click-frame-009"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1" name="receiver-recover--t4-click-frame-010"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2" name="receiver-recover--t4-click-frame-011"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3" name="receiver-recover--t4-click-frame-012"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4" name="receiver-recover--t4-click-frame-013"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5" name="receiver-recover--t4-click-frame-014"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6" name="receiver-recover--t4-click-frame-015"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7" name="receiver-recover--t4-click-frame-016"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8" name="receiver-recover--t4-click-frame-017"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69" name="receiver-recover--t4-click-frame-018"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70" name="receiver-recover--t4-click-frame-019"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71" name="receiver-recover--t4-click-frame-020"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72" name="receiver-recover--t4-click-frame-021"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73" name="receiver-recover--t4-click-frame-022"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74" name="receiver-recover--t4-click-frame-023"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75" name="receiver-recover--t4-click-frame-024" descr="Continue from the existing E, remove the baseline and known gain to recover m."/>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520190" y="4057650"/>
            <a:ext cx="8961120" cy="2000250"/>
          </a:xfrm>
          <a:prstGeom xmlns:a="http://schemas.openxmlformats.org/drawingml/2006/main" prst="rect">
            <a:avLst/>
          </a:prstGeom>
        </p:spPr>
      </p:pic>
      <p:pic>
        <p:nvPicPr>
          <p:cNvPr id="1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B69AC71-85F2-4C8C-91C4-36E72A80EFDA}"/>
              </a:ext>
            </a:extLst>
          </p:cNvPr>
          <p:cNvPicPr>
            <a:picLocks xmlns:a="http://schemas.openxmlformats.org/drawingml/2006/main" noChangeAspect="1"/>
          </p:cNvPicPr>
          <p:nvPr/>
        </p:nvPicPr>
        <p:blipFill>
          <a:blip xmlns:r="http://schemas.openxmlformats.org/officeDocument/2006/relationships" xmlns:a="http://schemas.openxmlformats.org/drawingml/2006/main" r:embed="Re85f45ec57f24ba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8FD1AC8-8963-415F-93A7-5101A7AEAAF5}"/>
              </a:ext>
            </a:extLst>
          </p:cNvPr>
          <p:cNvPicPr>
            <a:picLocks xmlns:a="http://schemas.openxmlformats.org/drawingml/2006/main" noChangeAspect="1"/>
          </p:cNvPicPr>
          <p:nvPr/>
        </p:nvPicPr>
        <p:blipFill>
          <a:blip xmlns:r="http://schemas.openxmlformats.org/officeDocument/2006/relationships" xmlns:a="http://schemas.openxmlformats.org/drawingml/2006/main" r:embed="Rb52cd570aeb042e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C4F32D1-679B-489B-9CF5-B50D7EE42D48}"/>
              </a:ext>
            </a:extLst>
          </p:cNvPr>
          <p:cNvPicPr>
            <a:picLocks xmlns:a="http://schemas.openxmlformats.org/drawingml/2006/main" noChangeAspect="1"/>
          </p:cNvPicPr>
          <p:nvPr/>
        </p:nvPicPr>
        <p:blipFill>
          <a:blip xmlns:r="http://schemas.openxmlformats.org/officeDocument/2006/relationships" xmlns:a="http://schemas.openxmlformats.org/drawingml/2006/main" r:embed="R95d39bd09fa645d9">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6" name="positive-envelope" descr="A_c&gt;0,\quad f_c&gt;\Delta f">
            <a:extLst xmlns:a="http://schemas.openxmlformats.org/drawingml/2006/main">
              <a:ext uri="{FF2B5EF4-FFF2-40B4-BE49-F238E27FC236}">
                <a16:creationId xmlns:a16="http://schemas.microsoft.com/office/drawing/2014/main" id="{9C3F2DFC-FBD8-45B5-9CC9-C180E634ECA6}"/>
              </a:ext>
            </a:extLst>
          </p:cNvPr>
          <p:cNvPicPr>
            <a:picLocks xmlns:a="http://schemas.openxmlformats.org/drawingml/2006/main" noChangeAspect="1"/>
          </p:cNvPicPr>
          <p:nvPr/>
        </p:nvPicPr>
        <p:blipFill>
          <a:blip xmlns:r="http://schemas.openxmlformats.org/officeDocument/2006/relationships" xmlns:a="http://schemas.openxmlformats.org/drawingml/2006/main" r:embed="R3754150ceefe43f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9376410" y="2071330"/>
            <a:ext cx="2129790" cy="219789"/>
          </a:xfrm>
          <a:prstGeom xmlns:a="http://schemas.openxmlformats.org/drawingml/2006/main" prst="rect">
            <a:avLst/>
          </a:prstGeom>
        </p:spPr>
      </p:pic>
      <p:pic>
        <p:nvPicPr>
          <p:cNvPr id="17" name="signal-main" descr="s(t)=A_c\cos\theta_i(t)">
            <a:extLst xmlns:a="http://schemas.openxmlformats.org/drawingml/2006/main">
              <a:ext uri="{FF2B5EF4-FFF2-40B4-BE49-F238E27FC236}">
                <a16:creationId xmlns:a16="http://schemas.microsoft.com/office/drawing/2014/main" id="{ED005C15-5F01-45F4-84B6-9B39034EC4E4}"/>
              </a:ext>
            </a:extLst>
          </p:cNvPr>
          <p:cNvPicPr>
            <a:picLocks xmlns:a="http://schemas.openxmlformats.org/drawingml/2006/main" noChangeAspect="1"/>
          </p:cNvPicPr>
          <p:nvPr/>
        </p:nvPicPr>
        <p:blipFill>
          <a:blip xmlns:r="http://schemas.openxmlformats.org/officeDocument/2006/relationships" xmlns:a="http://schemas.openxmlformats.org/drawingml/2006/main" r:embed="R810aa78f55e545a4">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2615416"/>
            <a:ext cx="2263140" cy="255568"/>
          </a:xfrm>
          <a:prstGeom xmlns:a="http://schemas.openxmlformats.org/drawingml/2006/main" prst="rect">
            <a:avLst/>
          </a:prstGeom>
        </p:spPr>
      </p:pic>
      <p:pic>
        <p:nvPicPr>
          <p:cNvPr id="18" name="derivative-known" descr="s'(t)=-2\pi A_c[f_c+k_fm(t)]\sin\theta_i(t)">
            <a:extLst xmlns:a="http://schemas.openxmlformats.org/drawingml/2006/main">
              <a:ext uri="{FF2B5EF4-FFF2-40B4-BE49-F238E27FC236}">
                <a16:creationId xmlns:a16="http://schemas.microsoft.com/office/drawing/2014/main" id="{C0469464-B870-43A7-AB6E-AFE350BFEA82}"/>
              </a:ext>
            </a:extLst>
          </p:cNvPr>
          <p:cNvPicPr>
            <a:picLocks xmlns:a="http://schemas.openxmlformats.org/drawingml/2006/main" noChangeAspect="1"/>
          </p:cNvPicPr>
          <p:nvPr/>
        </p:nvPicPr>
        <p:blipFill>
          <a:blip xmlns:r="http://schemas.openxmlformats.org/officeDocument/2006/relationships" xmlns:a="http://schemas.openxmlformats.org/drawingml/2006/main" r:embed="Rc2e01562af1648d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3124200"/>
            <a:ext cx="4449128" cy="257175"/>
          </a:xfrm>
          <a:prstGeom xmlns:a="http://schemas.openxmlformats.org/drawingml/2006/main" prst="rect">
            <a:avLst/>
          </a:prstGeom>
        </p:spPr>
      </p:pic>
      <p:pic>
        <p:nvPicPr>
          <p:cNvPr id="19" name="envelope-factor" descr="E(t)=2\pi A_c[f_c+k_fm(t)]">
            <a:extLst xmlns:a="http://schemas.openxmlformats.org/drawingml/2006/main">
              <a:ext uri="{FF2B5EF4-FFF2-40B4-BE49-F238E27FC236}">
                <a16:creationId xmlns:a16="http://schemas.microsoft.com/office/drawing/2014/main" id="{F04E10E9-13C9-4BF5-846C-58C1898EECE5}"/>
              </a:ext>
            </a:extLst>
          </p:cNvPr>
          <p:cNvPicPr>
            <a:picLocks xmlns:a="http://schemas.openxmlformats.org/drawingml/2006/main" noChangeAspect="1"/>
          </p:cNvPicPr>
          <p:nvPr/>
        </p:nvPicPr>
        <p:blipFill>
          <a:blip xmlns:r="http://schemas.openxmlformats.org/officeDocument/2006/relationships" xmlns:a="http://schemas.openxmlformats.org/drawingml/2006/main" r:embed="R48774ea591174c01">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3610714"/>
            <a:ext cx="3280410" cy="265033"/>
          </a:xfrm>
          <a:prstGeom xmlns:a="http://schemas.openxmlformats.org/drawingml/2006/main" prst="rect">
            <a:avLst/>
          </a:prstGeom>
        </p:spPr>
      </p:pic>
      <p:pic>
        <p:nvPicPr>
          <p:cNvPr id="20" name="envelope-expanded" descr="E(t)=2\pi A_cf_c+2\pi A_ck_fm(t)">
            <a:extLst xmlns:a="http://schemas.openxmlformats.org/drawingml/2006/main">
              <a:ext uri="{FF2B5EF4-FFF2-40B4-BE49-F238E27FC236}">
                <a16:creationId xmlns:a16="http://schemas.microsoft.com/office/drawing/2014/main" id="{9690E5BD-D107-4633-BA0C-E5372C2BE195}"/>
              </a:ext>
            </a:extLst>
          </p:cNvPr>
          <p:cNvPicPr>
            <a:picLocks xmlns:a="http://schemas.openxmlformats.org/drawingml/2006/main" noChangeAspect="1"/>
          </p:cNvPicPr>
          <p:nvPr/>
        </p:nvPicPr>
        <p:blipFill>
          <a:blip xmlns:r="http://schemas.openxmlformats.org/officeDocument/2006/relationships" xmlns:a="http://schemas.openxmlformats.org/drawingml/2006/main" r:embed="R78ea5c127cac4eed">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3610903"/>
            <a:ext cx="3787140" cy="265033"/>
          </a:xfrm>
          <a:prstGeom xmlns:a="http://schemas.openxmlformats.org/drawingml/2006/main" prst="rect">
            <a:avLst/>
          </a:prstGeom>
        </p:spPr>
      </p:pic>
      <p:pic>
        <p:nvPicPr>
          <p:cNvPr id="21" name="recovered-message" descr="\widehat m(t)=\frac{E(t)-2\pi A_cf_c}{2\pi A_ck_f}=m(t)">
            <a:extLst xmlns:a="http://schemas.openxmlformats.org/drawingml/2006/main">
              <a:ext uri="{FF2B5EF4-FFF2-40B4-BE49-F238E27FC236}">
                <a16:creationId xmlns:a16="http://schemas.microsoft.com/office/drawing/2014/main" id="{CBC4875C-6D40-40AA-B2D4-00ACE719453B}"/>
              </a:ext>
            </a:extLst>
          </p:cNvPr>
          <p:cNvPicPr>
            <a:picLocks xmlns:a="http://schemas.openxmlformats.org/drawingml/2006/main" noChangeAspect="1"/>
          </p:cNvPicPr>
          <p:nvPr/>
        </p:nvPicPr>
        <p:blipFill>
          <a:blip xmlns:r="http://schemas.openxmlformats.org/officeDocument/2006/relationships" xmlns:a="http://schemas.openxmlformats.org/drawingml/2006/main" r:embed="R950135f248a3491e">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6243102"/>
            <a:ext cx="3838575" cy="439222"/>
          </a:xfrm>
          <a:prstGeom xmlns:a="http://schemas.openxmlformats.org/drawingml/2006/main" prst="rect">
            <a:avLst/>
          </a:prstGeom>
        </p:spPr>
      </p:pic>
      <p:pic>
        <p:nvPicPr>
          <p:cNvPr id="22" name="fixed-envelope-factor" descr="E(t)=2\pi A_c[f_c+k_fm(t)]">
            <a:extLst xmlns:a="http://schemas.openxmlformats.org/drawingml/2006/main">
              <a:ext uri="{FF2B5EF4-FFF2-40B4-BE49-F238E27FC236}">
                <a16:creationId xmlns:a16="http://schemas.microsoft.com/office/drawing/2014/main" id="{E9B95C80-AF72-4E6B-BF33-9FDCE1DF37A1}"/>
              </a:ext>
            </a:extLst>
          </p:cNvPr>
          <p:cNvPicPr>
            <a:picLocks xmlns:a="http://schemas.openxmlformats.org/drawingml/2006/main" noChangeAspect="1"/>
          </p:cNvPicPr>
          <p:nvPr/>
        </p:nvPicPr>
        <p:blipFill>
          <a:blip xmlns:r="http://schemas.openxmlformats.org/officeDocument/2006/relationships" xmlns:a="http://schemas.openxmlformats.org/drawingml/2006/main" r:embed="Rf2d3fb97f9584146">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3610714"/>
            <a:ext cx="3280410" cy="265033"/>
          </a:xfrm>
          <a:prstGeom xmlns:a="http://schemas.openxmlformats.org/drawingml/2006/main" prst="rect">
            <a:avLst/>
          </a:prstGeom>
        </p:spPr>
      </p:pic>
      <p:pic>
        <p:nvPicPr>
          <p:cNvPr id="23" name="envelope-expanded-moving0" descr="E(t)=2\pi A_cf_c+2\pi A_ck_fm(t)">
            <a:extLst xmlns:a="http://schemas.openxmlformats.org/drawingml/2006/main">
              <a:ext uri="{FF2B5EF4-FFF2-40B4-BE49-F238E27FC236}">
                <a16:creationId xmlns:a16="http://schemas.microsoft.com/office/drawing/2014/main" id="{515B685A-10FF-42B4-A3F8-D545D222ED51}"/>
              </a:ext>
            </a:extLst>
          </p:cNvPr>
          <p:cNvPicPr>
            <a:picLocks xmlns:a="http://schemas.openxmlformats.org/drawingml/2006/main" noChangeAspect="1"/>
          </p:cNvPicPr>
          <p:nvPr/>
        </p:nvPicPr>
        <p:blipFill>
          <a:blip xmlns:r="http://schemas.openxmlformats.org/officeDocument/2006/relationships" xmlns:a="http://schemas.openxmlformats.org/drawingml/2006/main" r:embed="R91d2de2bbe0d4a30">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09600" y="3610903"/>
            <a:ext cx="3787140" cy="265033"/>
          </a:xfrm>
          <a:prstGeom xmlns:a="http://schemas.openxmlformats.org/drawingml/2006/main" prst="rect">
            <a:avLst/>
          </a:prstGeom>
        </p:spPr>
      </p:pic>
      <p:pic>
        <p:nvPicPr>
          <p:cNvPr id="24" name="envelope-expanded-moving1" descr="E(t)=2\pi A_cf_c+2\pi A_ck_fm(t)">
            <a:extLst xmlns:a="http://schemas.openxmlformats.org/drawingml/2006/main">
              <a:ext uri="{FF2B5EF4-FFF2-40B4-BE49-F238E27FC236}">
                <a16:creationId xmlns:a16="http://schemas.microsoft.com/office/drawing/2014/main" id="{32A124E5-51D7-499A-B4FA-602847EEDB7E}"/>
              </a:ext>
            </a:extLst>
          </p:cNvPr>
          <p:cNvPicPr>
            <a:picLocks xmlns:a="http://schemas.openxmlformats.org/drawingml/2006/main" noChangeAspect="1"/>
          </p:cNvPicPr>
          <p:nvPr/>
        </p:nvPicPr>
        <p:blipFill>
          <a:blip xmlns:r="http://schemas.openxmlformats.org/officeDocument/2006/relationships" xmlns:a="http://schemas.openxmlformats.org/drawingml/2006/main" r:embed="Re154249ee1c94758">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3610903"/>
            <a:ext cx="3787140" cy="265033"/>
          </a:xfrm>
          <a:prstGeom xmlns:a="http://schemas.openxmlformats.org/drawingml/2006/main" prst="rect">
            <a:avLst/>
          </a:prstGeom>
        </p:spPr>
      </p:pic>
      <p:sp>
        <p:nvSpPr>
          <p:cNvPr id="25" name="math-flight-10-origin">
            <a:extLst xmlns:a="http://schemas.openxmlformats.org/drawingml/2006/main">
              <a:ext uri="{FF2B5EF4-FFF2-40B4-BE49-F238E27FC236}">
                <a16:creationId xmlns:a16="http://schemas.microsoft.com/office/drawing/2014/main" id="{C094B0A5-D05B-46BA-B27B-E865847329C3}"/>
              </a:ext>
            </a:extLst>
          </p:cNvPr>
          <p:cNvSpPr>
            <a:spLocks xmlns:a="http://schemas.openxmlformats.org/drawingml/2006/main" noGrp="1"/>
          </p:cNvSpPr>
          <p:nvPr/>
        </p:nvSpPr>
        <p:spPr>
          <a:xfrm xmlns:a="http://schemas.openxmlformats.org/drawingml/2006/main">
            <a:off x="1787783" y="3124200"/>
            <a:ext cx="2190810" cy="257175"/>
          </a:xfrm>
          <a:prstGeom xmlns:a="http://schemas.openxmlformats.org/drawingml/2006/main" prst="rect">
            <a:avLst/>
          </a:prstGeom>
          <a:noFill xmlns:a="http://schemas.openxmlformats.org/drawingml/2006/main"/>
          <a:ln xmlns:a="http://schemas.openxmlformats.org/drawingml/2006/main" w="0">
            <a:noFill/>
          </a:ln>
        </p:spPr>
      </p:sp>
      <p:pic>
        <p:nvPicPr>
          <p:cNvPr id="26" name="math-flight-10" descr="2\pi A_c[f_c+k_fm(t)]">
            <a:extLst xmlns:a="http://schemas.openxmlformats.org/drawingml/2006/main">
              <a:ext uri="{FF2B5EF4-FFF2-40B4-BE49-F238E27FC236}">
                <a16:creationId xmlns:a16="http://schemas.microsoft.com/office/drawing/2014/main" id="{3290C6BF-4674-48C0-9C1B-712DE4BDEBB1}"/>
              </a:ext>
            </a:extLst>
          </p:cNvPr>
          <p:cNvPicPr>
            <a:picLocks xmlns:a="http://schemas.openxmlformats.org/drawingml/2006/main" noChangeAspect="1"/>
          </p:cNvPicPr>
          <p:nvPr/>
        </p:nvPicPr>
        <p:blipFill>
          <a:blip xmlns:r="http://schemas.openxmlformats.org/officeDocument/2006/relationships" xmlns:a="http://schemas.openxmlformats.org/drawingml/2006/main" r:embed="Rd9086165cc1c4e41">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1589895" y="3610915"/>
            <a:ext cx="2261835" cy="264630"/>
          </a:xfrm>
          <a:prstGeom xmlns:a="http://schemas.openxmlformats.org/drawingml/2006/main" prst="rect">
            <a:avLst/>
          </a:prstGeom>
        </p:spPr>
      </p:pic>
    </p:spTree>
    <p:extLst>
      <p:ext uri="{BB962C8B-B14F-4D97-AF65-F5344CB8AC3E}">
        <p14:creationId xmlns:p14="http://schemas.microsoft.com/office/powerpoint/2010/main" val="86848463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7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70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Motion origin="layout" pathEditMode="relative" path="M 0.01331820 -0.07151393 L 0.00000000 0.00000000 E">
                                      <p:cBhvr>
                                        <p:cTn id="14" dur="700" fill="hold"/>
                                        <p:tgtEl>
                                          <p:spTgt spid="26"/>
                                        </p:tgtEl>
                                        <p:attrNameLst>
                                          <p:attrName>ppt_x</p:attrName>
                                          <p:attrName>ppt_y</p:attrName>
                                        </p:attrNameLst>
                                      </p:cBhvr>
                                    </p:animMotion>
                                    <p:animScale zoomContents="1">
                                      <p:cBhvr>
                                        <p:cTn id="15" dur="700" fill="hold"/>
                                        <p:tgtEl>
                                          <p:spTgt spid="26"/>
                                        </p:tgtEl>
                                      </p:cBhvr>
                                      <p:from x="96860" y="97183"/>
                                      <p:to x="100000" y="100000"/>
                                    </p:animScale>
                                  </p:childTnLst>
                                </p:cTn>
                              </p:par>
                              <p:par>
                                <p:cTn id="16" presetID="10" presetClass="exit" presetSubtype="0" fill="hold" nodeType="withEffect">
                                  <p:stCondLst>
                                    <p:cond delay="0"/>
                                  </p:stCondLst>
                                  <p:childTnLst>
                                    <p:animEffect transition="out" filter="fade">
                                      <p:cBhvr>
                                        <p:cTn id="36" dur="200" fill="hold">
                                          <p:stCondLst>
                                            <p:cond delay="700"/>
                                          </p:stCondLst>
                                        </p:cTn>
                                        <p:tgtEl>
                                          <p:spTgt spid="26"/>
                                        </p:tgtEl>
                                      </p:cBhvr>
                                    </p:animEffect>
                                    <p:set>
                                      <p:cBhvr>
                                        <p:cTn id="37" dur="1" fill="hold">
                                          <p:stCondLst>
                                            <p:cond delay="900"/>
                                          </p:stCondLst>
                                        </p:cTn>
                                        <p:tgtEl>
                                          <p:spTgt spid="2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220"/>
                                        <p:tgtEl>
                                          <p:spTgt spid="20"/>
                                        </p:tgtEl>
                                      </p:cBhvr>
                                    </p:animEffect>
                                  </p:childTnLst>
                                </p:cTn>
                              </p:par>
                              <p:par>
                                <p:cTn id="22" presetID="10" presetClass="exit" presetSubtype="0" fill="hold" nodeType="withEffect">
                                  <p:stCondLst>
                                    <p:cond delay="0"/>
                                  </p:stCondLst>
                                  <p:childTnLst>
                                    <p:animEffect transition="out" filter="fade">
                                      <p:cBhvr>
                                        <p:cTn id="34" dur="200" fill="hold">
                                          <p:stCondLst>
                                            <p:cond delay="0"/>
                                          </p:stCondLst>
                                        </p:cTn>
                                        <p:tgtEl>
                                          <p:spTgt spid="19"/>
                                        </p:tgtEl>
                                      </p:cBhvr>
                                    </p:animEffect>
                                    <p:set>
                                      <p:cBhvr>
                                        <p:cTn id="35" dur="1" fill="hold">
                                          <p:stCondLst>
                                            <p:cond delay="200"/>
                                          </p:stCondLst>
                                        </p:cTn>
                                        <p:tgtEl>
                                          <p:spTgt spid="19"/>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6" presetID="10" presetClass="entr" presetSubtype="0" fill="hold" nodeType="with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childTnLst>
                          </p:cTn>
                        </p:par>
                      </p:childTnLst>
                    </p:cTn>
                  </p:par>
                  <p:par>
                    <p:cTn id="38" fill="hold" restart="never" repeatCount="1000">
                      <p:stCondLst>
                        <p:cond delay="indefinite"/>
                      </p:stCondLst>
                      <p:childTnLst>
                        <p:par>
                          <p:cTn id="39" fill="hold" dur="5240">
                            <p:stCondLst>
                              <p:cond delay="0"/>
                            </p:stCondLst>
                            <p:childTnLst>
                              <p:par>
                                <p:cTn id="40" presetID="1" presetClass="entr" presetSubtype="0" fill="hold" nodeType="clickEffect" restart="never">
                                  <p:stCondLst>
                                    <p:cond delay="400"/>
                                  </p:stCondLst>
                                  <p:childTnLst>
                                    <p:set>
                                      <p:cBhvr>
                                        <p:cTn id="41" dur="1" fill="hold">
                                          <p:stCondLst>
                                            <p:cond delay="0"/>
                                          </p:stCondLst>
                                        </p:cTn>
                                        <p:tgtEl>
                                          <p:spTgt spid="28"/>
                                        </p:tgtEl>
                                        <p:attrNameLst>
                                          <p:attrName>style.visibility</p:attrName>
                                        </p:attrNameLst>
                                      </p:cBhvr>
                                      <p:to>
                                        <p:strVal val="visible"/>
                                      </p:to>
                                    </p:set>
                                  </p:childTnLst>
                                </p:cTn>
                              </p:par>
                              <p:par>
                                <p:cTn id="42" presetID="1" presetClass="entr" presetSubtype="0" fill="hold" nodeType="withEffect" restart="never">
                                  <p:stCondLst>
                                    <p:cond delay="580"/>
                                  </p:stCondLst>
                                  <p:childTnLst>
                                    <p:set>
                                      <p:cBhvr>
                                        <p:cTn id="43" dur="1" fill="hold">
                                          <p:stCondLst>
                                            <p:cond delay="0"/>
                                          </p:stCondLst>
                                        </p:cTn>
                                        <p:tgtEl>
                                          <p:spTgt spid="29"/>
                                        </p:tgtEl>
                                        <p:attrNameLst>
                                          <p:attrName>style.visibility</p:attrName>
                                        </p:attrNameLst>
                                      </p:cBhvr>
                                      <p:to>
                                        <p:strVal val="visible"/>
                                      </p:to>
                                    </p:set>
                                  </p:childTnLst>
                                </p:cTn>
                              </p:par>
                              <p:par>
                                <p:cTn id="44" presetID="1" presetClass="entr" presetSubtype="0" fill="hold" nodeType="withEffect" restart="never">
                                  <p:stCondLst>
                                    <p:cond delay="760"/>
                                  </p:stCondLst>
                                  <p:childTnLst>
                                    <p:set>
                                      <p:cBhvr>
                                        <p:cTn id="45" dur="1" fill="hold">
                                          <p:stCondLst>
                                            <p:cond delay="0"/>
                                          </p:stCondLst>
                                        </p:cTn>
                                        <p:tgtEl>
                                          <p:spTgt spid="30"/>
                                        </p:tgtEl>
                                        <p:attrNameLst>
                                          <p:attrName>style.visibility</p:attrName>
                                        </p:attrNameLst>
                                      </p:cBhvr>
                                      <p:to>
                                        <p:strVal val="visible"/>
                                      </p:to>
                                    </p:set>
                                  </p:childTnLst>
                                </p:cTn>
                              </p:par>
                              <p:par>
                                <p:cTn id="46" presetID="1" presetClass="entr" presetSubtype="0" fill="hold" nodeType="withEffect" restart="never">
                                  <p:stCondLst>
                                    <p:cond delay="940"/>
                                  </p:stCondLst>
                                  <p:childTnLst>
                                    <p:set>
                                      <p:cBhvr>
                                        <p:cTn id="47" dur="1" fill="hold">
                                          <p:stCondLst>
                                            <p:cond delay="0"/>
                                          </p:stCondLst>
                                        </p:cTn>
                                        <p:tgtEl>
                                          <p:spTgt spid="31"/>
                                        </p:tgtEl>
                                        <p:attrNameLst>
                                          <p:attrName>style.visibility</p:attrName>
                                        </p:attrNameLst>
                                      </p:cBhvr>
                                      <p:to>
                                        <p:strVal val="visible"/>
                                      </p:to>
                                    </p:set>
                                  </p:childTnLst>
                                </p:cTn>
                              </p:par>
                              <p:par>
                                <p:cTn id="48" presetID="1" presetClass="entr" presetSubtype="0" fill="hold" nodeType="withEffect" restart="never">
                                  <p:stCondLst>
                                    <p:cond delay="1120"/>
                                  </p:stCondLst>
                                  <p:childTnLst>
                                    <p:set>
                                      <p:cBhvr>
                                        <p:cTn id="49" dur="1" fill="hold">
                                          <p:stCondLst>
                                            <p:cond delay="0"/>
                                          </p:stCondLst>
                                        </p:cTn>
                                        <p:tgtEl>
                                          <p:spTgt spid="32"/>
                                        </p:tgtEl>
                                        <p:attrNameLst>
                                          <p:attrName>style.visibility</p:attrName>
                                        </p:attrNameLst>
                                      </p:cBhvr>
                                      <p:to>
                                        <p:strVal val="visible"/>
                                      </p:to>
                                    </p:set>
                                  </p:childTnLst>
                                </p:cTn>
                              </p:par>
                              <p:par>
                                <p:cTn id="50" presetID="1" presetClass="entr" presetSubtype="0" fill="hold" nodeType="withEffect" restart="never">
                                  <p:stCondLst>
                                    <p:cond delay="1300"/>
                                  </p:stCondLst>
                                  <p:childTnLst>
                                    <p:set>
                                      <p:cBhvr>
                                        <p:cTn id="51" dur="1" fill="hold">
                                          <p:stCondLst>
                                            <p:cond delay="0"/>
                                          </p:stCondLst>
                                        </p:cTn>
                                        <p:tgtEl>
                                          <p:spTgt spid="33"/>
                                        </p:tgtEl>
                                        <p:attrNameLst>
                                          <p:attrName>style.visibility</p:attrName>
                                        </p:attrNameLst>
                                      </p:cBhvr>
                                      <p:to>
                                        <p:strVal val="visible"/>
                                      </p:to>
                                    </p:set>
                                  </p:childTnLst>
                                </p:cTn>
                              </p:par>
                              <p:par>
                                <p:cTn id="52" presetID="1" presetClass="entr" presetSubtype="0" fill="hold" nodeType="withEffect" restart="never">
                                  <p:stCondLst>
                                    <p:cond delay="1480"/>
                                  </p:stCondLst>
                                  <p:childTnLst>
                                    <p:set>
                                      <p:cBhvr>
                                        <p:cTn id="53" dur="1" fill="hold">
                                          <p:stCondLst>
                                            <p:cond delay="0"/>
                                          </p:stCondLst>
                                        </p:cTn>
                                        <p:tgtEl>
                                          <p:spTgt spid="34"/>
                                        </p:tgtEl>
                                        <p:attrNameLst>
                                          <p:attrName>style.visibility</p:attrName>
                                        </p:attrNameLst>
                                      </p:cBhvr>
                                      <p:to>
                                        <p:strVal val="visible"/>
                                      </p:to>
                                    </p:set>
                                  </p:childTnLst>
                                </p:cTn>
                              </p:par>
                              <p:par>
                                <p:cTn id="54" presetID="1" presetClass="entr" presetSubtype="0" fill="hold" nodeType="withEffect" restart="never">
                                  <p:stCondLst>
                                    <p:cond delay="1660"/>
                                  </p:stCondLst>
                                  <p:childTnLst>
                                    <p:set>
                                      <p:cBhvr>
                                        <p:cTn id="55" dur="1" fill="hold">
                                          <p:stCondLst>
                                            <p:cond delay="0"/>
                                          </p:stCondLst>
                                        </p:cTn>
                                        <p:tgtEl>
                                          <p:spTgt spid="35"/>
                                        </p:tgtEl>
                                        <p:attrNameLst>
                                          <p:attrName>style.visibility</p:attrName>
                                        </p:attrNameLst>
                                      </p:cBhvr>
                                      <p:to>
                                        <p:strVal val="visible"/>
                                      </p:to>
                                    </p:set>
                                  </p:childTnLst>
                                </p:cTn>
                              </p:par>
                              <p:par>
                                <p:cTn id="56" presetID="1" presetClass="entr" presetSubtype="0" fill="hold" nodeType="withEffect" restart="never">
                                  <p:stCondLst>
                                    <p:cond delay="1840"/>
                                  </p:stCondLst>
                                  <p:childTnLst>
                                    <p:set>
                                      <p:cBhvr>
                                        <p:cTn id="57" dur="1" fill="hold">
                                          <p:stCondLst>
                                            <p:cond delay="0"/>
                                          </p:stCondLst>
                                        </p:cTn>
                                        <p:tgtEl>
                                          <p:spTgt spid="36"/>
                                        </p:tgtEl>
                                        <p:attrNameLst>
                                          <p:attrName>style.visibility</p:attrName>
                                        </p:attrNameLst>
                                      </p:cBhvr>
                                      <p:to>
                                        <p:strVal val="visible"/>
                                      </p:to>
                                    </p:set>
                                  </p:childTnLst>
                                </p:cTn>
                              </p:par>
                              <p:par>
                                <p:cTn id="58" presetID="1" presetClass="entr" presetSubtype="0" fill="hold" nodeType="withEffect" restart="never">
                                  <p:stCondLst>
                                    <p:cond delay="2020"/>
                                  </p:stCondLst>
                                  <p:childTnLst>
                                    <p:set>
                                      <p:cBhvr>
                                        <p:cTn id="59" dur="1" fill="hold">
                                          <p:stCondLst>
                                            <p:cond delay="0"/>
                                          </p:stCondLst>
                                        </p:cTn>
                                        <p:tgtEl>
                                          <p:spTgt spid="37"/>
                                        </p:tgtEl>
                                        <p:attrNameLst>
                                          <p:attrName>style.visibility</p:attrName>
                                        </p:attrNameLst>
                                      </p:cBhvr>
                                      <p:to>
                                        <p:strVal val="visible"/>
                                      </p:to>
                                    </p:set>
                                  </p:childTnLst>
                                </p:cTn>
                              </p:par>
                              <p:par>
                                <p:cTn id="60" presetID="1" presetClass="entr" presetSubtype="0" fill="hold" nodeType="withEffect" restart="never">
                                  <p:stCondLst>
                                    <p:cond delay="2200"/>
                                  </p:stCondLst>
                                  <p:childTnLst>
                                    <p:set>
                                      <p:cBhvr>
                                        <p:cTn id="61" dur="1" fill="hold">
                                          <p:stCondLst>
                                            <p:cond delay="0"/>
                                          </p:stCondLst>
                                        </p:cTn>
                                        <p:tgtEl>
                                          <p:spTgt spid="38"/>
                                        </p:tgtEl>
                                        <p:attrNameLst>
                                          <p:attrName>style.visibility</p:attrName>
                                        </p:attrNameLst>
                                      </p:cBhvr>
                                      <p:to>
                                        <p:strVal val="visible"/>
                                      </p:to>
                                    </p:set>
                                  </p:childTnLst>
                                </p:cTn>
                              </p:par>
                              <p:par>
                                <p:cTn id="62" presetID="1" presetClass="entr" presetSubtype="0" fill="hold" nodeType="withEffect" restart="never">
                                  <p:stCondLst>
                                    <p:cond delay="2380"/>
                                  </p:stCondLst>
                                  <p:childTnLst>
                                    <p:set>
                                      <p:cBhvr>
                                        <p:cTn id="63" dur="1" fill="hold">
                                          <p:stCondLst>
                                            <p:cond delay="0"/>
                                          </p:stCondLst>
                                        </p:cTn>
                                        <p:tgtEl>
                                          <p:spTgt spid="39"/>
                                        </p:tgtEl>
                                        <p:attrNameLst>
                                          <p:attrName>style.visibility</p:attrName>
                                        </p:attrNameLst>
                                      </p:cBhvr>
                                      <p:to>
                                        <p:strVal val="visible"/>
                                      </p:to>
                                    </p:set>
                                  </p:childTnLst>
                                </p:cTn>
                              </p:par>
                              <p:par>
                                <p:cTn id="64" presetID="1" presetClass="entr" presetSubtype="0" fill="hold" nodeType="withEffect" restart="never">
                                  <p:stCondLst>
                                    <p:cond delay="2560"/>
                                  </p:stCondLst>
                                  <p:childTnLst>
                                    <p:set>
                                      <p:cBhvr>
                                        <p:cTn id="65" dur="1" fill="hold">
                                          <p:stCondLst>
                                            <p:cond delay="0"/>
                                          </p:stCondLst>
                                        </p:cTn>
                                        <p:tgtEl>
                                          <p:spTgt spid="40"/>
                                        </p:tgtEl>
                                        <p:attrNameLst>
                                          <p:attrName>style.visibility</p:attrName>
                                        </p:attrNameLst>
                                      </p:cBhvr>
                                      <p:to>
                                        <p:strVal val="visible"/>
                                      </p:to>
                                    </p:set>
                                  </p:childTnLst>
                                </p:cTn>
                              </p:par>
                              <p:par>
                                <p:cTn id="66" presetID="1" presetClass="entr" presetSubtype="0" fill="hold" nodeType="withEffect" restart="never">
                                  <p:stCondLst>
                                    <p:cond delay="2740"/>
                                  </p:stCondLst>
                                  <p:childTnLst>
                                    <p:set>
                                      <p:cBhvr>
                                        <p:cTn id="67" dur="1" fill="hold">
                                          <p:stCondLst>
                                            <p:cond delay="0"/>
                                          </p:stCondLst>
                                        </p:cTn>
                                        <p:tgtEl>
                                          <p:spTgt spid="41"/>
                                        </p:tgtEl>
                                        <p:attrNameLst>
                                          <p:attrName>style.visibility</p:attrName>
                                        </p:attrNameLst>
                                      </p:cBhvr>
                                      <p:to>
                                        <p:strVal val="visible"/>
                                      </p:to>
                                    </p:set>
                                  </p:childTnLst>
                                </p:cTn>
                              </p:par>
                              <p:par>
                                <p:cTn id="68" presetID="1" presetClass="entr" presetSubtype="0" fill="hold" nodeType="withEffect" restart="never">
                                  <p:stCondLst>
                                    <p:cond delay="2920"/>
                                  </p:stCondLst>
                                  <p:childTnLst>
                                    <p:set>
                                      <p:cBhvr>
                                        <p:cTn id="69" dur="1" fill="hold">
                                          <p:stCondLst>
                                            <p:cond delay="0"/>
                                          </p:stCondLst>
                                        </p:cTn>
                                        <p:tgtEl>
                                          <p:spTgt spid="42"/>
                                        </p:tgtEl>
                                        <p:attrNameLst>
                                          <p:attrName>style.visibility</p:attrName>
                                        </p:attrNameLst>
                                      </p:cBhvr>
                                      <p:to>
                                        <p:strVal val="visible"/>
                                      </p:to>
                                    </p:set>
                                  </p:childTnLst>
                                </p:cTn>
                              </p:par>
                              <p:par>
                                <p:cTn id="70" presetID="1" presetClass="entr" presetSubtype="0" fill="hold" nodeType="withEffect" restart="never">
                                  <p:stCondLst>
                                    <p:cond delay="3100"/>
                                  </p:stCondLst>
                                  <p:childTnLst>
                                    <p:set>
                                      <p:cBhvr>
                                        <p:cTn id="71" dur="1" fill="hold">
                                          <p:stCondLst>
                                            <p:cond delay="0"/>
                                          </p:stCondLst>
                                        </p:cTn>
                                        <p:tgtEl>
                                          <p:spTgt spid="43"/>
                                        </p:tgtEl>
                                        <p:attrNameLst>
                                          <p:attrName>style.visibility</p:attrName>
                                        </p:attrNameLst>
                                      </p:cBhvr>
                                      <p:to>
                                        <p:strVal val="visible"/>
                                      </p:to>
                                    </p:set>
                                  </p:childTnLst>
                                </p:cTn>
                              </p:par>
                              <p:par>
                                <p:cTn id="72" presetID="1" presetClass="entr" presetSubtype="0" fill="hold" nodeType="withEffect" restart="never">
                                  <p:stCondLst>
                                    <p:cond delay="3280"/>
                                  </p:stCondLst>
                                  <p:childTnLst>
                                    <p:set>
                                      <p:cBhvr>
                                        <p:cTn id="73" dur="1" fill="hold">
                                          <p:stCondLst>
                                            <p:cond delay="0"/>
                                          </p:stCondLst>
                                        </p:cTn>
                                        <p:tgtEl>
                                          <p:spTgt spid="44"/>
                                        </p:tgtEl>
                                        <p:attrNameLst>
                                          <p:attrName>style.visibility</p:attrName>
                                        </p:attrNameLst>
                                      </p:cBhvr>
                                      <p:to>
                                        <p:strVal val="visible"/>
                                      </p:to>
                                    </p:set>
                                  </p:childTnLst>
                                </p:cTn>
                              </p:par>
                              <p:par>
                                <p:cTn id="74" presetID="1" presetClass="entr" presetSubtype="0" fill="hold" nodeType="withEffect" restart="never">
                                  <p:stCondLst>
                                    <p:cond delay="3460"/>
                                  </p:stCondLst>
                                  <p:childTnLst>
                                    <p:set>
                                      <p:cBhvr>
                                        <p:cTn id="75" dur="1" fill="hold">
                                          <p:stCondLst>
                                            <p:cond delay="0"/>
                                          </p:stCondLst>
                                        </p:cTn>
                                        <p:tgtEl>
                                          <p:spTgt spid="45"/>
                                        </p:tgtEl>
                                        <p:attrNameLst>
                                          <p:attrName>style.visibility</p:attrName>
                                        </p:attrNameLst>
                                      </p:cBhvr>
                                      <p:to>
                                        <p:strVal val="visible"/>
                                      </p:to>
                                    </p:set>
                                  </p:childTnLst>
                                </p:cTn>
                              </p:par>
                              <p:par>
                                <p:cTn id="76" presetID="1" presetClass="entr" presetSubtype="0" fill="hold" nodeType="withEffect" restart="never">
                                  <p:stCondLst>
                                    <p:cond delay="3640"/>
                                  </p:stCondLst>
                                  <p:childTnLst>
                                    <p:set>
                                      <p:cBhvr>
                                        <p:cTn id="77" dur="1" fill="hold">
                                          <p:stCondLst>
                                            <p:cond delay="0"/>
                                          </p:stCondLst>
                                        </p:cTn>
                                        <p:tgtEl>
                                          <p:spTgt spid="46"/>
                                        </p:tgtEl>
                                        <p:attrNameLst>
                                          <p:attrName>style.visibility</p:attrName>
                                        </p:attrNameLst>
                                      </p:cBhvr>
                                      <p:to>
                                        <p:strVal val="visible"/>
                                      </p:to>
                                    </p:set>
                                  </p:childTnLst>
                                </p:cTn>
                              </p:par>
                              <p:par>
                                <p:cTn id="78" presetID="1" presetClass="entr" presetSubtype="0" fill="hold" nodeType="withEffect" restart="never">
                                  <p:stCondLst>
                                    <p:cond delay="3820"/>
                                  </p:stCondLst>
                                  <p:childTnLst>
                                    <p:set>
                                      <p:cBhvr>
                                        <p:cTn id="79" dur="1" fill="hold">
                                          <p:stCondLst>
                                            <p:cond delay="0"/>
                                          </p:stCondLst>
                                        </p:cTn>
                                        <p:tgtEl>
                                          <p:spTgt spid="47"/>
                                        </p:tgtEl>
                                        <p:attrNameLst>
                                          <p:attrName>style.visibility</p:attrName>
                                        </p:attrNameLst>
                                      </p:cBhvr>
                                      <p:to>
                                        <p:strVal val="visible"/>
                                      </p:to>
                                    </p:set>
                                  </p:childTnLst>
                                </p:cTn>
                              </p:par>
                              <p:par>
                                <p:cTn id="80" presetID="1" presetClass="entr" presetSubtype="0" fill="hold" nodeType="withEffect" restart="never">
                                  <p:stCondLst>
                                    <p:cond delay="4000"/>
                                  </p:stCondLst>
                                  <p:childTnLst>
                                    <p:set>
                                      <p:cBhvr>
                                        <p:cTn id="81" dur="1" fill="hold">
                                          <p:stCondLst>
                                            <p:cond delay="0"/>
                                          </p:stCondLst>
                                        </p:cTn>
                                        <p:tgtEl>
                                          <p:spTgt spid="48"/>
                                        </p:tgtEl>
                                        <p:attrNameLst>
                                          <p:attrName>style.visibility</p:attrName>
                                        </p:attrNameLst>
                                      </p:cBhvr>
                                      <p:to>
                                        <p:strVal val="visible"/>
                                      </p:to>
                                    </p:set>
                                  </p:childTnLst>
                                </p:cTn>
                              </p:par>
                              <p:par>
                                <p:cTn id="82" presetID="1" presetClass="entr" presetSubtype="0" fill="hold" nodeType="withEffect" restart="never">
                                  <p:stCondLst>
                                    <p:cond delay="4180"/>
                                  </p:stCondLst>
                                  <p:childTnLst>
                                    <p:set>
                                      <p:cBhvr>
                                        <p:cTn id="83" dur="1" fill="hold">
                                          <p:stCondLst>
                                            <p:cond delay="0"/>
                                          </p:stCondLst>
                                        </p:cTn>
                                        <p:tgtEl>
                                          <p:spTgt spid="49"/>
                                        </p:tgtEl>
                                        <p:attrNameLst>
                                          <p:attrName>style.visibility</p:attrName>
                                        </p:attrNameLst>
                                      </p:cBhvr>
                                      <p:to>
                                        <p:strVal val="visible"/>
                                      </p:to>
                                    </p:set>
                                  </p:childTnLst>
                                </p:cTn>
                              </p:par>
                              <p:par>
                                <p:cTn id="84" presetID="1" presetClass="entr" presetSubtype="0" fill="hold" nodeType="withEffect" restart="never">
                                  <p:stCondLst>
                                    <p:cond delay="4360"/>
                                  </p:stCondLst>
                                  <p:childTnLst>
                                    <p:set>
                                      <p:cBhvr>
                                        <p:cTn id="85" dur="1" fill="hold">
                                          <p:stCondLst>
                                            <p:cond delay="0"/>
                                          </p:stCondLst>
                                        </p:cTn>
                                        <p:tgtEl>
                                          <p:spTgt spid="50"/>
                                        </p:tgtEl>
                                        <p:attrNameLst>
                                          <p:attrName>style.visibility</p:attrName>
                                        </p:attrNameLst>
                                      </p:cBhvr>
                                      <p:to>
                                        <p:strVal val="visible"/>
                                      </p:to>
                                    </p:set>
                                  </p:childTnLst>
                                </p:cTn>
                              </p:par>
                              <p:par>
                                <p:cTn id="86" presetID="1" presetClass="entr" presetSubtype="0" fill="hold" nodeType="withEffect" restart="never">
                                  <p:stCondLst>
                                    <p:cond delay="4540"/>
                                  </p:stCondLst>
                                  <p:childTnLst>
                                    <p:set>
                                      <p:cBhvr>
                                        <p:cTn id="87" dur="1" fill="hold">
                                          <p:stCondLst>
                                            <p:cond delay="0"/>
                                          </p:stCondLst>
                                        </p:cTn>
                                        <p:tgtEl>
                                          <p:spTgt spid="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childTnLst>
                          </p:cTn>
                        </p:par>
                      </p:childTnLst>
                    </p:cTn>
                  </p:par>
                  <p:par>
                    <p:cTn id="88" fill="hold" restart="never" repeatCount="1000">
                      <p:stCondLst>
                        <p:cond delay="indefinite"/>
                      </p:stCondLst>
                      <p:childTnLst>
                        <p:par>
                          <p:cTn id="89" fill="hold" dur="5240">
                            <p:stCondLst>
                              <p:cond delay="0"/>
                            </p:stCondLst>
                            <p:childTnLst>
                              <p:par>
                                <p:cTn id="90" presetID="1" presetClass="entr" presetSubtype="0" fill="hold" nodeType="clickEffect" restart="never">
                                  <p:stCondLst>
                                    <p:cond delay="0"/>
                                  </p:stCondLst>
                                  <p:childTnLst>
                                    <p:set>
                                      <p:cBhvr>
                                        <p:cTn id="91" dur="1" fill="hold">
                                          <p:stCondLst>
                                            <p:cond delay="0"/>
                                          </p:stCondLst>
                                        </p:cTn>
                                        <p:tgtEl>
                                          <p:spTgt spid="12"/>
                                        </p:tgtEl>
                                        <p:attrNameLst>
                                          <p:attrName>style.visibility</p:attrName>
                                        </p:attrNameLst>
                                      </p:cBhvr>
                                      <p:to>
                                        <p:strVal val="visible"/>
                                      </p:to>
                                    </p:set>
                                  </p:childTnLst>
                                </p:cTn>
                              </p:par>
                              <p:par>
                                <p:cTn id="92" presetID="1" presetClass="entr" presetSubtype="0" fill="hold" nodeType="withEffect" restart="never">
                                  <p:stCondLst>
                                    <p:cond delay="400"/>
                                  </p:stCondLst>
                                  <p:childTnLst>
                                    <p:set>
                                      <p:cBhvr>
                                        <p:cTn id="93" dur="1" fill="hold">
                                          <p:stCondLst>
                                            <p:cond delay="0"/>
                                          </p:stCondLst>
                                        </p:cTn>
                                        <p:tgtEl>
                                          <p:spTgt spid="52"/>
                                        </p:tgtEl>
                                        <p:attrNameLst>
                                          <p:attrName>style.visibility</p:attrName>
                                        </p:attrNameLst>
                                      </p:cBhvr>
                                      <p:to>
                                        <p:strVal val="visible"/>
                                      </p:to>
                                    </p:set>
                                  </p:childTnLst>
                                </p:cTn>
                              </p:par>
                              <p:par>
                                <p:cTn id="94" presetID="1" presetClass="entr" presetSubtype="0" fill="hold" nodeType="withEffect" restart="never">
                                  <p:stCondLst>
                                    <p:cond delay="580"/>
                                  </p:stCondLst>
                                  <p:childTnLst>
                                    <p:set>
                                      <p:cBhvr>
                                        <p:cTn id="95" dur="1" fill="hold">
                                          <p:stCondLst>
                                            <p:cond delay="0"/>
                                          </p:stCondLst>
                                        </p:cTn>
                                        <p:tgtEl>
                                          <p:spTgt spid="53"/>
                                        </p:tgtEl>
                                        <p:attrNameLst>
                                          <p:attrName>style.visibility</p:attrName>
                                        </p:attrNameLst>
                                      </p:cBhvr>
                                      <p:to>
                                        <p:strVal val="visible"/>
                                      </p:to>
                                    </p:set>
                                  </p:childTnLst>
                                </p:cTn>
                              </p:par>
                              <p:par>
                                <p:cTn id="96" presetID="1" presetClass="entr" presetSubtype="0" fill="hold" nodeType="withEffect" restart="never">
                                  <p:stCondLst>
                                    <p:cond delay="760"/>
                                  </p:stCondLst>
                                  <p:childTnLst>
                                    <p:set>
                                      <p:cBhvr>
                                        <p:cTn id="97" dur="1" fill="hold">
                                          <p:stCondLst>
                                            <p:cond delay="0"/>
                                          </p:stCondLst>
                                        </p:cTn>
                                        <p:tgtEl>
                                          <p:spTgt spid="54"/>
                                        </p:tgtEl>
                                        <p:attrNameLst>
                                          <p:attrName>style.visibility</p:attrName>
                                        </p:attrNameLst>
                                      </p:cBhvr>
                                      <p:to>
                                        <p:strVal val="visible"/>
                                      </p:to>
                                    </p:set>
                                  </p:childTnLst>
                                </p:cTn>
                              </p:par>
                              <p:par>
                                <p:cTn id="98" presetID="1" presetClass="entr" presetSubtype="0" fill="hold" nodeType="withEffect" restart="never">
                                  <p:stCondLst>
                                    <p:cond delay="940"/>
                                  </p:stCondLst>
                                  <p:childTnLst>
                                    <p:set>
                                      <p:cBhvr>
                                        <p:cTn id="99" dur="1" fill="hold">
                                          <p:stCondLst>
                                            <p:cond delay="0"/>
                                          </p:stCondLst>
                                        </p:cTn>
                                        <p:tgtEl>
                                          <p:spTgt spid="55"/>
                                        </p:tgtEl>
                                        <p:attrNameLst>
                                          <p:attrName>style.visibility</p:attrName>
                                        </p:attrNameLst>
                                      </p:cBhvr>
                                      <p:to>
                                        <p:strVal val="visible"/>
                                      </p:to>
                                    </p:set>
                                  </p:childTnLst>
                                </p:cTn>
                              </p:par>
                              <p:par>
                                <p:cTn id="100" presetID="1" presetClass="entr" presetSubtype="0" fill="hold" nodeType="withEffect" restart="never">
                                  <p:stCondLst>
                                    <p:cond delay="1120"/>
                                  </p:stCondLst>
                                  <p:childTnLst>
                                    <p:set>
                                      <p:cBhvr>
                                        <p:cTn id="101" dur="1" fill="hold">
                                          <p:stCondLst>
                                            <p:cond delay="0"/>
                                          </p:stCondLst>
                                        </p:cTn>
                                        <p:tgtEl>
                                          <p:spTgt spid="56"/>
                                        </p:tgtEl>
                                        <p:attrNameLst>
                                          <p:attrName>style.visibility</p:attrName>
                                        </p:attrNameLst>
                                      </p:cBhvr>
                                      <p:to>
                                        <p:strVal val="visible"/>
                                      </p:to>
                                    </p:set>
                                  </p:childTnLst>
                                </p:cTn>
                              </p:par>
                              <p:par>
                                <p:cTn id="102" presetID="1" presetClass="entr" presetSubtype="0" fill="hold" nodeType="withEffect" restart="never">
                                  <p:stCondLst>
                                    <p:cond delay="1300"/>
                                  </p:stCondLst>
                                  <p:childTnLst>
                                    <p:set>
                                      <p:cBhvr>
                                        <p:cTn id="103" dur="1" fill="hold">
                                          <p:stCondLst>
                                            <p:cond delay="0"/>
                                          </p:stCondLst>
                                        </p:cTn>
                                        <p:tgtEl>
                                          <p:spTgt spid="57"/>
                                        </p:tgtEl>
                                        <p:attrNameLst>
                                          <p:attrName>style.visibility</p:attrName>
                                        </p:attrNameLst>
                                      </p:cBhvr>
                                      <p:to>
                                        <p:strVal val="visible"/>
                                      </p:to>
                                    </p:set>
                                  </p:childTnLst>
                                </p:cTn>
                              </p:par>
                              <p:par>
                                <p:cTn id="104" presetID="1" presetClass="entr" presetSubtype="0" fill="hold" nodeType="withEffect" restart="never">
                                  <p:stCondLst>
                                    <p:cond delay="1480"/>
                                  </p:stCondLst>
                                  <p:childTnLst>
                                    <p:set>
                                      <p:cBhvr>
                                        <p:cTn id="105" dur="1" fill="hold">
                                          <p:stCondLst>
                                            <p:cond delay="0"/>
                                          </p:stCondLst>
                                        </p:cTn>
                                        <p:tgtEl>
                                          <p:spTgt spid="58"/>
                                        </p:tgtEl>
                                        <p:attrNameLst>
                                          <p:attrName>style.visibility</p:attrName>
                                        </p:attrNameLst>
                                      </p:cBhvr>
                                      <p:to>
                                        <p:strVal val="visible"/>
                                      </p:to>
                                    </p:set>
                                  </p:childTnLst>
                                </p:cTn>
                              </p:par>
                              <p:par>
                                <p:cTn id="106" presetID="1" presetClass="entr" presetSubtype="0" fill="hold" nodeType="withEffect" restart="never">
                                  <p:stCondLst>
                                    <p:cond delay="1660"/>
                                  </p:stCondLst>
                                  <p:childTnLst>
                                    <p:set>
                                      <p:cBhvr>
                                        <p:cTn id="107" dur="1" fill="hold">
                                          <p:stCondLst>
                                            <p:cond delay="0"/>
                                          </p:stCondLst>
                                        </p:cTn>
                                        <p:tgtEl>
                                          <p:spTgt spid="59"/>
                                        </p:tgtEl>
                                        <p:attrNameLst>
                                          <p:attrName>style.visibility</p:attrName>
                                        </p:attrNameLst>
                                      </p:cBhvr>
                                      <p:to>
                                        <p:strVal val="visible"/>
                                      </p:to>
                                    </p:set>
                                  </p:childTnLst>
                                </p:cTn>
                              </p:par>
                              <p:par>
                                <p:cTn id="108" presetID="1" presetClass="entr" presetSubtype="0" fill="hold" nodeType="withEffect" restart="never">
                                  <p:stCondLst>
                                    <p:cond delay="1840"/>
                                  </p:stCondLst>
                                  <p:childTnLst>
                                    <p:set>
                                      <p:cBhvr>
                                        <p:cTn id="109" dur="1" fill="hold">
                                          <p:stCondLst>
                                            <p:cond delay="0"/>
                                          </p:stCondLst>
                                        </p:cTn>
                                        <p:tgtEl>
                                          <p:spTgt spid="60"/>
                                        </p:tgtEl>
                                        <p:attrNameLst>
                                          <p:attrName>style.visibility</p:attrName>
                                        </p:attrNameLst>
                                      </p:cBhvr>
                                      <p:to>
                                        <p:strVal val="visible"/>
                                      </p:to>
                                    </p:set>
                                  </p:childTnLst>
                                </p:cTn>
                              </p:par>
                              <p:par>
                                <p:cTn id="110" presetID="1" presetClass="entr" presetSubtype="0" fill="hold" nodeType="withEffect" restart="never">
                                  <p:stCondLst>
                                    <p:cond delay="2020"/>
                                  </p:stCondLst>
                                  <p:childTnLst>
                                    <p:set>
                                      <p:cBhvr>
                                        <p:cTn id="111" dur="1" fill="hold">
                                          <p:stCondLst>
                                            <p:cond delay="0"/>
                                          </p:stCondLst>
                                        </p:cTn>
                                        <p:tgtEl>
                                          <p:spTgt spid="61"/>
                                        </p:tgtEl>
                                        <p:attrNameLst>
                                          <p:attrName>style.visibility</p:attrName>
                                        </p:attrNameLst>
                                      </p:cBhvr>
                                      <p:to>
                                        <p:strVal val="visible"/>
                                      </p:to>
                                    </p:set>
                                  </p:childTnLst>
                                </p:cTn>
                              </p:par>
                              <p:par>
                                <p:cTn id="112" presetID="1" presetClass="entr" presetSubtype="0" fill="hold" nodeType="withEffect" restart="never">
                                  <p:stCondLst>
                                    <p:cond delay="2200"/>
                                  </p:stCondLst>
                                  <p:childTnLst>
                                    <p:set>
                                      <p:cBhvr>
                                        <p:cTn id="113" dur="1" fill="hold">
                                          <p:stCondLst>
                                            <p:cond delay="0"/>
                                          </p:stCondLst>
                                        </p:cTn>
                                        <p:tgtEl>
                                          <p:spTgt spid="62"/>
                                        </p:tgtEl>
                                        <p:attrNameLst>
                                          <p:attrName>style.visibility</p:attrName>
                                        </p:attrNameLst>
                                      </p:cBhvr>
                                      <p:to>
                                        <p:strVal val="visible"/>
                                      </p:to>
                                    </p:set>
                                  </p:childTnLst>
                                </p:cTn>
                              </p:par>
                              <p:par>
                                <p:cTn id="114" presetID="1" presetClass="entr" presetSubtype="0" fill="hold" nodeType="withEffect" restart="never">
                                  <p:stCondLst>
                                    <p:cond delay="2380"/>
                                  </p:stCondLst>
                                  <p:childTnLst>
                                    <p:set>
                                      <p:cBhvr>
                                        <p:cTn id="115" dur="1" fill="hold">
                                          <p:stCondLst>
                                            <p:cond delay="0"/>
                                          </p:stCondLst>
                                        </p:cTn>
                                        <p:tgtEl>
                                          <p:spTgt spid="63"/>
                                        </p:tgtEl>
                                        <p:attrNameLst>
                                          <p:attrName>style.visibility</p:attrName>
                                        </p:attrNameLst>
                                      </p:cBhvr>
                                      <p:to>
                                        <p:strVal val="visible"/>
                                      </p:to>
                                    </p:set>
                                  </p:childTnLst>
                                </p:cTn>
                              </p:par>
                              <p:par>
                                <p:cTn id="116" presetID="1" presetClass="entr" presetSubtype="0" fill="hold" nodeType="withEffect" restart="never">
                                  <p:stCondLst>
                                    <p:cond delay="2560"/>
                                  </p:stCondLst>
                                  <p:childTnLst>
                                    <p:set>
                                      <p:cBhvr>
                                        <p:cTn id="117" dur="1" fill="hold">
                                          <p:stCondLst>
                                            <p:cond delay="0"/>
                                          </p:stCondLst>
                                        </p:cTn>
                                        <p:tgtEl>
                                          <p:spTgt spid="64"/>
                                        </p:tgtEl>
                                        <p:attrNameLst>
                                          <p:attrName>style.visibility</p:attrName>
                                        </p:attrNameLst>
                                      </p:cBhvr>
                                      <p:to>
                                        <p:strVal val="visible"/>
                                      </p:to>
                                    </p:set>
                                  </p:childTnLst>
                                </p:cTn>
                              </p:par>
                              <p:par>
                                <p:cTn id="118" presetID="1" presetClass="entr" presetSubtype="0" fill="hold" nodeType="withEffect" restart="never">
                                  <p:stCondLst>
                                    <p:cond delay="2740"/>
                                  </p:stCondLst>
                                  <p:childTnLst>
                                    <p:set>
                                      <p:cBhvr>
                                        <p:cTn id="119" dur="1" fill="hold">
                                          <p:stCondLst>
                                            <p:cond delay="0"/>
                                          </p:stCondLst>
                                        </p:cTn>
                                        <p:tgtEl>
                                          <p:spTgt spid="65"/>
                                        </p:tgtEl>
                                        <p:attrNameLst>
                                          <p:attrName>style.visibility</p:attrName>
                                        </p:attrNameLst>
                                      </p:cBhvr>
                                      <p:to>
                                        <p:strVal val="visible"/>
                                      </p:to>
                                    </p:set>
                                  </p:childTnLst>
                                </p:cTn>
                              </p:par>
                              <p:par>
                                <p:cTn id="120" presetID="1" presetClass="entr" presetSubtype="0" fill="hold" nodeType="withEffect" restart="never">
                                  <p:stCondLst>
                                    <p:cond delay="2920"/>
                                  </p:stCondLst>
                                  <p:childTnLst>
                                    <p:set>
                                      <p:cBhvr>
                                        <p:cTn id="121" dur="1" fill="hold">
                                          <p:stCondLst>
                                            <p:cond delay="0"/>
                                          </p:stCondLst>
                                        </p:cTn>
                                        <p:tgtEl>
                                          <p:spTgt spid="66"/>
                                        </p:tgtEl>
                                        <p:attrNameLst>
                                          <p:attrName>style.visibility</p:attrName>
                                        </p:attrNameLst>
                                      </p:cBhvr>
                                      <p:to>
                                        <p:strVal val="visible"/>
                                      </p:to>
                                    </p:set>
                                  </p:childTnLst>
                                </p:cTn>
                              </p:par>
                              <p:par>
                                <p:cTn id="122" presetID="1" presetClass="entr" presetSubtype="0" fill="hold" nodeType="withEffect" restart="never">
                                  <p:stCondLst>
                                    <p:cond delay="3100"/>
                                  </p:stCondLst>
                                  <p:childTnLst>
                                    <p:set>
                                      <p:cBhvr>
                                        <p:cTn id="123" dur="1" fill="hold">
                                          <p:stCondLst>
                                            <p:cond delay="0"/>
                                          </p:stCondLst>
                                        </p:cTn>
                                        <p:tgtEl>
                                          <p:spTgt spid="67"/>
                                        </p:tgtEl>
                                        <p:attrNameLst>
                                          <p:attrName>style.visibility</p:attrName>
                                        </p:attrNameLst>
                                      </p:cBhvr>
                                      <p:to>
                                        <p:strVal val="visible"/>
                                      </p:to>
                                    </p:set>
                                  </p:childTnLst>
                                </p:cTn>
                              </p:par>
                              <p:par>
                                <p:cTn id="124" presetID="1" presetClass="entr" presetSubtype="0" fill="hold" nodeType="withEffect" restart="never">
                                  <p:stCondLst>
                                    <p:cond delay="3280"/>
                                  </p:stCondLst>
                                  <p:childTnLst>
                                    <p:set>
                                      <p:cBhvr>
                                        <p:cTn id="125" dur="1" fill="hold">
                                          <p:stCondLst>
                                            <p:cond delay="0"/>
                                          </p:stCondLst>
                                        </p:cTn>
                                        <p:tgtEl>
                                          <p:spTgt spid="68"/>
                                        </p:tgtEl>
                                        <p:attrNameLst>
                                          <p:attrName>style.visibility</p:attrName>
                                        </p:attrNameLst>
                                      </p:cBhvr>
                                      <p:to>
                                        <p:strVal val="visible"/>
                                      </p:to>
                                    </p:set>
                                  </p:childTnLst>
                                </p:cTn>
                              </p:par>
                              <p:par>
                                <p:cTn id="126" presetID="1" presetClass="entr" presetSubtype="0" fill="hold" nodeType="withEffect" restart="never">
                                  <p:stCondLst>
                                    <p:cond delay="3460"/>
                                  </p:stCondLst>
                                  <p:childTnLst>
                                    <p:set>
                                      <p:cBhvr>
                                        <p:cTn id="127" dur="1" fill="hold">
                                          <p:stCondLst>
                                            <p:cond delay="0"/>
                                          </p:stCondLst>
                                        </p:cTn>
                                        <p:tgtEl>
                                          <p:spTgt spid="69"/>
                                        </p:tgtEl>
                                        <p:attrNameLst>
                                          <p:attrName>style.visibility</p:attrName>
                                        </p:attrNameLst>
                                      </p:cBhvr>
                                      <p:to>
                                        <p:strVal val="visible"/>
                                      </p:to>
                                    </p:set>
                                  </p:childTnLst>
                                </p:cTn>
                              </p:par>
                              <p:par>
                                <p:cTn id="128" presetID="1" presetClass="entr" presetSubtype="0" fill="hold" nodeType="withEffect" restart="never">
                                  <p:stCondLst>
                                    <p:cond delay="3640"/>
                                  </p:stCondLst>
                                  <p:childTnLst>
                                    <p:set>
                                      <p:cBhvr>
                                        <p:cTn id="129" dur="1" fill="hold">
                                          <p:stCondLst>
                                            <p:cond delay="0"/>
                                          </p:stCondLst>
                                        </p:cTn>
                                        <p:tgtEl>
                                          <p:spTgt spid="70"/>
                                        </p:tgtEl>
                                        <p:attrNameLst>
                                          <p:attrName>style.visibility</p:attrName>
                                        </p:attrNameLst>
                                      </p:cBhvr>
                                      <p:to>
                                        <p:strVal val="visible"/>
                                      </p:to>
                                    </p:set>
                                  </p:childTnLst>
                                </p:cTn>
                              </p:par>
                              <p:par>
                                <p:cTn id="130" presetID="1" presetClass="entr" presetSubtype="0" fill="hold" nodeType="withEffect" restart="never">
                                  <p:stCondLst>
                                    <p:cond delay="3820"/>
                                  </p:stCondLst>
                                  <p:childTnLst>
                                    <p:set>
                                      <p:cBhvr>
                                        <p:cTn id="131" dur="1" fill="hold">
                                          <p:stCondLst>
                                            <p:cond delay="0"/>
                                          </p:stCondLst>
                                        </p:cTn>
                                        <p:tgtEl>
                                          <p:spTgt spid="71"/>
                                        </p:tgtEl>
                                        <p:attrNameLst>
                                          <p:attrName>style.visibility</p:attrName>
                                        </p:attrNameLst>
                                      </p:cBhvr>
                                      <p:to>
                                        <p:strVal val="visible"/>
                                      </p:to>
                                    </p:set>
                                  </p:childTnLst>
                                </p:cTn>
                              </p:par>
                              <p:par>
                                <p:cTn id="132" presetID="1" presetClass="entr" presetSubtype="0" fill="hold" nodeType="withEffect" restart="never">
                                  <p:stCondLst>
                                    <p:cond delay="4000"/>
                                  </p:stCondLst>
                                  <p:childTnLst>
                                    <p:set>
                                      <p:cBhvr>
                                        <p:cTn id="133" dur="1" fill="hold">
                                          <p:stCondLst>
                                            <p:cond delay="0"/>
                                          </p:stCondLst>
                                        </p:cTn>
                                        <p:tgtEl>
                                          <p:spTgt spid="72"/>
                                        </p:tgtEl>
                                        <p:attrNameLst>
                                          <p:attrName>style.visibility</p:attrName>
                                        </p:attrNameLst>
                                      </p:cBhvr>
                                      <p:to>
                                        <p:strVal val="visible"/>
                                      </p:to>
                                    </p:set>
                                  </p:childTnLst>
                                </p:cTn>
                              </p:par>
                              <p:par>
                                <p:cTn id="134" presetID="1" presetClass="entr" presetSubtype="0" fill="hold" nodeType="withEffect" restart="never">
                                  <p:stCondLst>
                                    <p:cond delay="4180"/>
                                  </p:stCondLst>
                                  <p:childTnLst>
                                    <p:set>
                                      <p:cBhvr>
                                        <p:cTn id="135" dur="1" fill="hold">
                                          <p:stCondLst>
                                            <p:cond delay="0"/>
                                          </p:stCondLst>
                                        </p:cTn>
                                        <p:tgtEl>
                                          <p:spTgt spid="73"/>
                                        </p:tgtEl>
                                        <p:attrNameLst>
                                          <p:attrName>style.visibility</p:attrName>
                                        </p:attrNameLst>
                                      </p:cBhvr>
                                      <p:to>
                                        <p:strVal val="visible"/>
                                      </p:to>
                                    </p:set>
                                  </p:childTnLst>
                                </p:cTn>
                              </p:par>
                              <p:par>
                                <p:cTn id="136" presetID="1" presetClass="entr" presetSubtype="0" fill="hold" nodeType="withEffect" restart="never">
                                  <p:stCondLst>
                                    <p:cond delay="4360"/>
                                  </p:stCondLst>
                                  <p:childTnLst>
                                    <p:set>
                                      <p:cBhvr>
                                        <p:cTn id="137" dur="1" fill="hold">
                                          <p:stCondLst>
                                            <p:cond delay="0"/>
                                          </p:stCondLst>
                                        </p:cTn>
                                        <p:tgtEl>
                                          <p:spTgt spid="74"/>
                                        </p:tgtEl>
                                        <p:attrNameLst>
                                          <p:attrName>style.visibility</p:attrName>
                                        </p:attrNameLst>
                                      </p:cBhvr>
                                      <p:to>
                                        <p:strVal val="visible"/>
                                      </p:to>
                                    </p:set>
                                  </p:childTnLst>
                                </p:cTn>
                              </p:par>
                              <p:par>
                                <p:cTn id="138" presetID="1" presetClass="entr" presetSubtype="0" fill="hold" nodeType="withEffect" restart="never">
                                  <p:stCondLst>
                                    <p:cond delay="4540"/>
                                  </p:stCondLst>
                                  <p:childTnLst>
                                    <p:set>
                                      <p:cBhvr>
                                        <p:cTn id="139"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 (supplement)</a:t>
            </a:r>
          </a:p>
        </p:txBody>
      </p:sp>
      <p:sp>
        <p:nvSpPr>
          <p:cNvPr id="3" name="route-arrow-0-shaft">
            <a:extLst xmlns:a="http://schemas.openxmlformats.org/drawingml/2006/main">
              <a:ext uri="{FF2B5EF4-FFF2-40B4-BE49-F238E27FC236}">
                <a16:creationId xmlns:a16="http://schemas.microsoft.com/office/drawing/2014/main" id="{C451029B-F9FB-4D85-BF1F-6779C330E0CF}"/>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60109A0-50D6-404C-8920-7478A1239379}"/>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94E4BC2-570D-4D3F-AF0C-C1D972DF29ED}"/>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0E35237-CEF5-4ABB-AD67-0D4B0F699FC5}"/>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ED1F5AE-578A-461F-8071-9FAB41AEBC70}"/>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18D0CC54-B9A4-4E2E-8712-2D430C04CB0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3DABE0B7-56B6-4C83-91A1-73825202E3ED}"/>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PM: frequency readout + integration</a:t>
            </a:r>
          </a:p>
        </p:txBody>
      </p:sp>
      <p:sp>
        <p:nvSpPr>
          <p:cNvPr id="10" name="reader-title">
            <a:extLst xmlns:a="http://schemas.openxmlformats.org/drawingml/2006/main">
              <a:ext uri="{FF2B5EF4-FFF2-40B4-BE49-F238E27FC236}">
                <a16:creationId xmlns:a16="http://schemas.microsoft.com/office/drawing/2014/main" id="{155A1F93-3AFD-4EAF-BA90-12498F3BDB2A}"/>
              </a:ext>
            </a:extLst>
          </p:cNvPr>
          <p:cNvSpPr>
            <a:spLocks xmlns:a="http://schemas.openxmlformats.org/drawingml/2006/main" noGrp="1"/>
          </p:cNvSpPr>
          <p:nvPr/>
        </p:nvSpPr>
        <p:spPr>
          <a:xfrm xmlns:a="http://schemas.openxmlformats.org/drawingml/2006/main">
            <a:off x="2667000" y="2943225"/>
            <a:ext cx="4362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Frequency readout</a:t>
            </a:r>
          </a:p>
        </p:txBody>
      </p:sp>
      <p:sp>
        <p:nvSpPr>
          <p:cNvPr id="11" name="reader-shared-box">
            <a:extLst xmlns:a="http://schemas.openxmlformats.org/drawingml/2006/main">
              <a:ext uri="{FF2B5EF4-FFF2-40B4-BE49-F238E27FC236}">
                <a16:creationId xmlns:a16="http://schemas.microsoft.com/office/drawing/2014/main" id="{42E59302-112A-4B11-9443-F4D12526C51F}"/>
              </a:ext>
            </a:extLst>
          </p:cNvPr>
          <p:cNvSpPr>
            <a:spLocks xmlns:a="http://schemas.openxmlformats.org/drawingml/2006/main" noGrp="1"/>
          </p:cNvSpPr>
          <p:nvPr/>
        </p:nvSpPr>
        <p:spPr>
          <a:xfrm xmlns:a="http://schemas.openxmlformats.org/drawingml/2006/main">
            <a:off x="2628900" y="3314700"/>
            <a:ext cx="4400550" cy="1409700"/>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2" name="reader-operations">
            <a:extLst xmlns:a="http://schemas.openxmlformats.org/drawingml/2006/main">
              <a:ext uri="{FF2B5EF4-FFF2-40B4-BE49-F238E27FC236}">
                <a16:creationId xmlns:a16="http://schemas.microsoft.com/office/drawing/2014/main" id="{196884E7-79D3-4441-A5CB-102FE25A1331}"/>
              </a:ext>
            </a:extLst>
          </p:cNvPr>
          <p:cNvSpPr>
            <a:spLocks xmlns:a="http://schemas.openxmlformats.org/drawingml/2006/main" noGrp="1"/>
          </p:cNvSpPr>
          <p:nvPr/>
        </p:nvSpPr>
        <p:spPr>
          <a:xfrm xmlns:a="http://schemas.openxmlformats.org/drawingml/2006/main">
            <a:off x="2771775" y="3371850"/>
            <a:ext cx="4114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Differentiate + envelope</a:t>
            </a:r>
          </a:p>
        </p:txBody>
      </p:sp>
      <p:sp>
        <p:nvSpPr>
          <p:cNvPr id="13" name="reader-fm-in-shaft">
            <a:extLst xmlns:a="http://schemas.openxmlformats.org/drawingml/2006/main">
              <a:ext uri="{FF2B5EF4-FFF2-40B4-BE49-F238E27FC236}">
                <a16:creationId xmlns:a16="http://schemas.microsoft.com/office/drawing/2014/main" id="{81F41530-5BF8-4D31-9570-F2686B6479F2}"/>
              </a:ext>
            </a:extLst>
          </p:cNvPr>
          <p:cNvSpPr>
            <a:spLocks xmlns:a="http://schemas.openxmlformats.org/drawingml/2006/main" noGrp="1"/>
          </p:cNvSpPr>
          <p:nvPr/>
        </p:nvSpPr>
        <p:spPr>
          <a:xfrm xmlns:a="http://schemas.openxmlformats.org/drawingml/2006/main">
            <a:off x="2124075" y="3581400"/>
            <a:ext cx="3048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reader-fm-in-head">
            <a:extLst xmlns:a="http://schemas.openxmlformats.org/drawingml/2006/main">
              <a:ext uri="{FF2B5EF4-FFF2-40B4-BE49-F238E27FC236}">
                <a16:creationId xmlns:a16="http://schemas.microsoft.com/office/drawing/2014/main" id="{95CC515D-2954-4F11-AE3E-A7E4DEAC8499}"/>
              </a:ext>
            </a:extLst>
          </p:cNvPr>
          <p:cNvSpPr>
            <a:spLocks xmlns:a="http://schemas.openxmlformats.org/drawingml/2006/main" noGrp="1"/>
          </p:cNvSpPr>
          <p:nvPr/>
        </p:nvSpPr>
        <p:spPr>
          <a:xfrm xmlns:a="http://schemas.openxmlformats.org/drawingml/2006/main" rot="5400000">
            <a:off x="2409825" y="35385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reader-fm-out-shaft">
            <a:extLst xmlns:a="http://schemas.openxmlformats.org/drawingml/2006/main">
              <a:ext uri="{FF2B5EF4-FFF2-40B4-BE49-F238E27FC236}">
                <a16:creationId xmlns:a16="http://schemas.microsoft.com/office/drawing/2014/main" id="{D393FAB3-64AA-4AD1-B6B6-51FD14BDA2CA}"/>
              </a:ext>
            </a:extLst>
          </p:cNvPr>
          <p:cNvSpPr>
            <a:spLocks xmlns:a="http://schemas.openxmlformats.org/drawingml/2006/main" noGrp="1"/>
          </p:cNvSpPr>
          <p:nvPr/>
        </p:nvSpPr>
        <p:spPr>
          <a:xfrm xmlns:a="http://schemas.openxmlformats.org/drawingml/2006/main">
            <a:off x="7143750" y="3581400"/>
            <a:ext cx="4667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6" name="reader-fm-out-head">
            <a:extLst xmlns:a="http://schemas.openxmlformats.org/drawingml/2006/main">
              <a:ext uri="{FF2B5EF4-FFF2-40B4-BE49-F238E27FC236}">
                <a16:creationId xmlns:a16="http://schemas.microsoft.com/office/drawing/2014/main" id="{F956D00B-E75E-4384-8A07-80BA30998FFF}"/>
              </a:ext>
            </a:extLst>
          </p:cNvPr>
          <p:cNvSpPr>
            <a:spLocks xmlns:a="http://schemas.openxmlformats.org/drawingml/2006/main" noGrp="1"/>
          </p:cNvSpPr>
          <p:nvPr/>
        </p:nvSpPr>
        <p:spPr>
          <a:xfrm xmlns:a="http://schemas.openxmlformats.org/drawingml/2006/main" rot="5400000">
            <a:off x="7591425" y="35385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7" name="reader-input-alternative">
            <a:extLst xmlns:a="http://schemas.openxmlformats.org/drawingml/2006/main">
              <a:ext uri="{FF2B5EF4-FFF2-40B4-BE49-F238E27FC236}">
                <a16:creationId xmlns:a16="http://schemas.microsoft.com/office/drawing/2014/main" id="{0FC68E87-BDD4-4455-904B-5D46950DA172}"/>
              </a:ext>
            </a:extLst>
          </p:cNvPr>
          <p:cNvSpPr>
            <a:spLocks xmlns:a="http://schemas.openxmlformats.org/drawingml/2006/main" noGrp="1"/>
          </p:cNvSpPr>
          <p:nvPr/>
        </p:nvSpPr>
        <p:spPr>
          <a:xfrm xmlns:a="http://schemas.openxmlformats.org/drawingml/2006/main">
            <a:off x="885825" y="38766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or</a:t>
            </a:r>
          </a:p>
        </p:txBody>
      </p:sp>
      <p:sp>
        <p:nvSpPr>
          <p:cNvPr id="18" name="reader-pm-in-shaft">
            <a:extLst xmlns:a="http://schemas.openxmlformats.org/drawingml/2006/main">
              <a:ext uri="{FF2B5EF4-FFF2-40B4-BE49-F238E27FC236}">
                <a16:creationId xmlns:a16="http://schemas.microsoft.com/office/drawing/2014/main" id="{2B1CB0B1-1E13-44C5-AE26-F58E54A4E067}"/>
              </a:ext>
            </a:extLst>
          </p:cNvPr>
          <p:cNvSpPr>
            <a:spLocks xmlns:a="http://schemas.openxmlformats.org/drawingml/2006/main" noGrp="1"/>
          </p:cNvSpPr>
          <p:nvPr/>
        </p:nvSpPr>
        <p:spPr>
          <a:xfrm xmlns:a="http://schemas.openxmlformats.org/drawingml/2006/main">
            <a:off x="2124075" y="4400550"/>
            <a:ext cx="3048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9" name="reader-pm-in-head">
            <a:extLst xmlns:a="http://schemas.openxmlformats.org/drawingml/2006/main">
              <a:ext uri="{FF2B5EF4-FFF2-40B4-BE49-F238E27FC236}">
                <a16:creationId xmlns:a16="http://schemas.microsoft.com/office/drawing/2014/main" id="{95146F8B-F4EB-4E2A-8497-3AC7DFD86FB1}"/>
              </a:ext>
            </a:extLst>
          </p:cNvPr>
          <p:cNvSpPr>
            <a:spLocks xmlns:a="http://schemas.openxmlformats.org/drawingml/2006/main" noGrp="1"/>
          </p:cNvSpPr>
          <p:nvPr/>
        </p:nvSpPr>
        <p:spPr>
          <a:xfrm xmlns:a="http://schemas.openxmlformats.org/drawingml/2006/main" rot="5400000">
            <a:off x="2409825" y="4357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0" name="reader-pm-out-shaft">
            <a:extLst xmlns:a="http://schemas.openxmlformats.org/drawingml/2006/main">
              <a:ext uri="{FF2B5EF4-FFF2-40B4-BE49-F238E27FC236}">
                <a16:creationId xmlns:a16="http://schemas.microsoft.com/office/drawing/2014/main" id="{9CD85C3E-7955-4519-B514-764455F1685A}"/>
              </a:ext>
            </a:extLst>
          </p:cNvPr>
          <p:cNvSpPr>
            <a:spLocks xmlns:a="http://schemas.openxmlformats.org/drawingml/2006/main" noGrp="1"/>
          </p:cNvSpPr>
          <p:nvPr/>
        </p:nvSpPr>
        <p:spPr>
          <a:xfrm xmlns:a="http://schemas.openxmlformats.org/drawingml/2006/main">
            <a:off x="7143750" y="4400550"/>
            <a:ext cx="4667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1" name="reader-pm-out-head">
            <a:extLst xmlns:a="http://schemas.openxmlformats.org/drawingml/2006/main">
              <a:ext uri="{FF2B5EF4-FFF2-40B4-BE49-F238E27FC236}">
                <a16:creationId xmlns:a16="http://schemas.microsoft.com/office/drawing/2014/main" id="{F0079768-1129-427C-8496-2536A8ED76CF}"/>
              </a:ext>
            </a:extLst>
          </p:cNvPr>
          <p:cNvSpPr>
            <a:spLocks xmlns:a="http://schemas.openxmlformats.org/drawingml/2006/main" noGrp="1"/>
          </p:cNvSpPr>
          <p:nvPr/>
        </p:nvSpPr>
        <p:spPr>
          <a:xfrm xmlns:a="http://schemas.openxmlformats.org/drawingml/2006/main" rot="5400000">
            <a:off x="7591425" y="4357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2" name="pm-integrate-label">
            <a:extLst xmlns:a="http://schemas.openxmlformats.org/drawingml/2006/main">
              <a:ext uri="{FF2B5EF4-FFF2-40B4-BE49-F238E27FC236}">
                <a16:creationId xmlns:a16="http://schemas.microsoft.com/office/drawing/2014/main" id="{29C4D55D-7FCE-4D0E-AD6E-85463FA20F7E}"/>
              </a:ext>
            </a:extLst>
          </p:cNvPr>
          <p:cNvSpPr>
            <a:spLocks xmlns:a="http://schemas.openxmlformats.org/drawingml/2006/main" noGrp="1"/>
          </p:cNvSpPr>
          <p:nvPr/>
        </p:nvSpPr>
        <p:spPr>
          <a:xfrm xmlns:a="http://schemas.openxmlformats.org/drawingml/2006/main">
            <a:off x="7686675" y="4867275"/>
            <a:ext cx="3476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i="0">
                <a:solidFill>
                  <a:srgbClr val="202020"/>
                </a:solidFill>
                <a:latin typeface="Times New Roman"/>
                <a:ea typeface="Times New Roman"/>
                <a:cs typeface="Times New Roman"/>
              </a:defRPr>
            </a:defPPr>
          </a:lstStyle>
          <a:p xmlns:a="http://schemas.openxmlformats.org/drawingml/2006/main">
            <a:pPr algn="ctr">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Integrate + scale</a:t>
            </a:r>
          </a:p>
        </p:txBody>
      </p:sp>
      <p:sp>
        <p:nvSpPr>
          <p:cNvPr id="23" name="pm-initial-operation">
            <a:extLst xmlns:a="http://schemas.openxmlformats.org/drawingml/2006/main">
              <a:ext uri="{FF2B5EF4-FFF2-40B4-BE49-F238E27FC236}">
                <a16:creationId xmlns:a16="http://schemas.microsoft.com/office/drawing/2014/main" id="{BA0130F7-3509-4153-B4A8-132955D62473}"/>
              </a:ext>
            </a:extLst>
          </p:cNvPr>
          <p:cNvSpPr>
            <a:spLocks xmlns:a="http://schemas.openxmlformats.org/drawingml/2006/main" noGrp="1"/>
          </p:cNvSpPr>
          <p:nvPr/>
        </p:nvSpPr>
        <p:spPr>
          <a:xfrm xmlns:a="http://schemas.openxmlformats.org/drawingml/2006/main">
            <a:off x="7686675" y="5267325"/>
            <a:ext cx="3476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Add known initial value</a:t>
            </a:r>
          </a:p>
        </p:txBody>
      </p:sp>
      <p:sp>
        <p:nvSpPr>
          <p:cNvPr id="24" name="pm-integrate-path">
            <a:extLst xmlns:a="http://schemas.openxmlformats.org/drawingml/2006/main">
              <a:ext uri="{FF2B5EF4-FFF2-40B4-BE49-F238E27FC236}">
                <a16:creationId xmlns:a16="http://schemas.microsoft.com/office/drawing/2014/main" id="{ABFDE5C9-7C1B-46F7-8FA3-1BA3986C25A5}"/>
              </a:ext>
            </a:extLst>
          </p:cNvPr>
          <p:cNvSpPr>
            <a:spLocks xmlns:a="http://schemas.openxmlformats.org/drawingml/2006/main" noGrp="1"/>
          </p:cNvSpPr>
          <p:nvPr/>
        </p:nvSpPr>
        <p:spPr>
          <a:xfrm xmlns:a="http://schemas.openxmlformats.org/drawingml/2006/main">
            <a:off x="9429750" y="4638675"/>
            <a:ext cx="95" cy="161925"/>
          </a:xfrm>
          <a:custGeom xmlns:a="http://schemas.openxmlformats.org/drawingml/2006/main">
            <a:pathLst>
              <a:path w="95" h="161925">
                <a:moveTo>
                  <a:pt x="0" y="0"/>
                </a:moveTo>
                <a:lnTo>
                  <a:pt x="0" y="161925"/>
                </a:lnTo>
              </a:path>
            </a:pathLst>
          </a:custGeom>
          <a:noFill xmlns:a="http://schemas.openxmlformats.org/drawingml/2006/main"/>
          <a:ln xmlns:a="http://schemas.openxmlformats.org/drawingml/2006/main" w="14288">
            <a:solidFill>
              <a:srgbClr val="202020"/>
            </a:solidFill>
          </a:ln>
        </p:spPr>
      </p:sp>
      <p:sp>
        <p:nvSpPr>
          <p:cNvPr id="25" name="pm-integrate-head">
            <a:extLst xmlns:a="http://schemas.openxmlformats.org/drawingml/2006/main">
              <a:ext uri="{FF2B5EF4-FFF2-40B4-BE49-F238E27FC236}">
                <a16:creationId xmlns:a16="http://schemas.microsoft.com/office/drawing/2014/main" id="{8056CA57-DA09-42D8-8F8C-1F8AA7746B93}"/>
              </a:ext>
            </a:extLst>
          </p:cNvPr>
          <p:cNvSpPr>
            <a:spLocks xmlns:a="http://schemas.openxmlformats.org/drawingml/2006/main" noGrp="1"/>
          </p:cNvSpPr>
          <p:nvPr/>
        </p:nvSpPr>
        <p:spPr>
          <a:xfrm xmlns:a="http://schemas.openxmlformats.org/drawingml/2006/main">
            <a:off x="9391650" y="4724400"/>
            <a:ext cx="76200" cy="76200"/>
          </a:xfrm>
          <a:custGeom xmlns:a="http://schemas.openxmlformats.org/drawingml/2006/main">
            <a:pathLst>
              <a:path w="76200" h="76200">
                <a:moveTo>
                  <a:pt x="0" y="0"/>
                </a:moveTo>
                <a:lnTo>
                  <a:pt x="38100" y="76200"/>
                </a:lnTo>
                <a:lnTo>
                  <a:pt x="76200" y="0"/>
                </a:lnTo>
              </a:path>
            </a:pathLst>
          </a:custGeom>
          <a:noFill xmlns:a="http://schemas.openxmlformats.org/drawingml/2006/main"/>
          <a:ln xmlns:a="http://schemas.openxmlformats.org/drawingml/2006/main" w="14288">
            <a:solidFill>
              <a:srgbClr val="202020"/>
            </a:solidFill>
          </a:ln>
        </p:spPr>
      </p:sp>
      <p:sp>
        <p:nvSpPr>
          <p:cNvPr id="26" name="pm-result-path">
            <a:extLst xmlns:a="http://schemas.openxmlformats.org/drawingml/2006/main">
              <a:ext uri="{FF2B5EF4-FFF2-40B4-BE49-F238E27FC236}">
                <a16:creationId xmlns:a16="http://schemas.microsoft.com/office/drawing/2014/main" id="{F7AE3B2C-20F5-4B08-972A-A2A7645D2E94}"/>
              </a:ext>
            </a:extLst>
          </p:cNvPr>
          <p:cNvSpPr>
            <a:spLocks xmlns:a="http://schemas.openxmlformats.org/drawingml/2006/main" noGrp="1"/>
          </p:cNvSpPr>
          <p:nvPr/>
        </p:nvSpPr>
        <p:spPr>
          <a:xfrm xmlns:a="http://schemas.openxmlformats.org/drawingml/2006/main">
            <a:off x="9429750" y="5619750"/>
            <a:ext cx="95" cy="171450"/>
          </a:xfrm>
          <a:custGeom xmlns:a="http://schemas.openxmlformats.org/drawingml/2006/main">
            <a:pathLst>
              <a:path w="95" h="171450">
                <a:moveTo>
                  <a:pt x="0" y="0"/>
                </a:moveTo>
                <a:lnTo>
                  <a:pt x="0" y="171450"/>
                </a:lnTo>
              </a:path>
            </a:pathLst>
          </a:custGeom>
          <a:noFill xmlns:a="http://schemas.openxmlformats.org/drawingml/2006/main"/>
          <a:ln xmlns:a="http://schemas.openxmlformats.org/drawingml/2006/main" w="14288">
            <a:solidFill>
              <a:srgbClr val="202020"/>
            </a:solidFill>
          </a:ln>
        </p:spPr>
      </p:sp>
      <p:sp>
        <p:nvSpPr>
          <p:cNvPr id="27" name="pm-result-head">
            <a:extLst xmlns:a="http://schemas.openxmlformats.org/drawingml/2006/main">
              <a:ext uri="{FF2B5EF4-FFF2-40B4-BE49-F238E27FC236}">
                <a16:creationId xmlns:a16="http://schemas.microsoft.com/office/drawing/2014/main" id="{5F801EEF-AB26-43DF-B686-B78D75FC4003}"/>
              </a:ext>
            </a:extLst>
          </p:cNvPr>
          <p:cNvSpPr>
            <a:spLocks xmlns:a="http://schemas.openxmlformats.org/drawingml/2006/main" noGrp="1"/>
          </p:cNvSpPr>
          <p:nvPr/>
        </p:nvSpPr>
        <p:spPr>
          <a:xfrm xmlns:a="http://schemas.openxmlformats.org/drawingml/2006/main">
            <a:off x="9391650" y="5715000"/>
            <a:ext cx="76200" cy="76200"/>
          </a:xfrm>
          <a:custGeom xmlns:a="http://schemas.openxmlformats.org/drawingml/2006/main">
            <a:pathLst>
              <a:path w="76200" h="76200">
                <a:moveTo>
                  <a:pt x="0" y="0"/>
                </a:moveTo>
                <a:lnTo>
                  <a:pt x="38100" y="76200"/>
                </a:lnTo>
                <a:lnTo>
                  <a:pt x="76200" y="0"/>
                </a:lnTo>
              </a:path>
            </a:pathLst>
          </a:custGeom>
          <a:noFill xmlns:a="http://schemas.openxmlformats.org/drawingml/2006/main"/>
          <a:ln xmlns:a="http://schemas.openxmlformats.org/drawingml/2006/main" w="14288">
            <a:solidFill>
              <a:srgbClr val="202020"/>
            </a:solidFill>
          </a:ln>
        </p:spPr>
      </p:sp>
      <p:pic>
        <p:nvPicPr>
          <p:cNvPr id="28"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0071F3D-CADD-4F94-AA83-F1AD5764A39E}"/>
              </a:ext>
            </a:extLst>
          </p:cNvPr>
          <p:cNvPicPr>
            <a:picLocks xmlns:a="http://schemas.openxmlformats.org/drawingml/2006/main" noChangeAspect="1"/>
          </p:cNvPicPr>
          <p:nvPr/>
        </p:nvPicPr>
        <p:blipFill>
          <a:blip xmlns:r="http://schemas.openxmlformats.org/officeDocument/2006/relationships" xmlns:a="http://schemas.openxmlformats.org/drawingml/2006/main" r:embed="R69717e67379d413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9"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70FDB14-D7E6-4726-9185-0C3D23E34C9C}"/>
              </a:ext>
            </a:extLst>
          </p:cNvPr>
          <p:cNvPicPr>
            <a:picLocks xmlns:a="http://schemas.openxmlformats.org/drawingml/2006/main" noChangeAspect="1"/>
          </p:cNvPicPr>
          <p:nvPr/>
        </p:nvPicPr>
        <p:blipFill>
          <a:blip xmlns:r="http://schemas.openxmlformats.org/officeDocument/2006/relationships" xmlns:a="http://schemas.openxmlformats.org/drawingml/2006/main" r:embed="Ra81dff7b43da475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30"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7DC18C05-A90B-4CC7-8DA7-31110FE13169}"/>
              </a:ext>
            </a:extLst>
          </p:cNvPr>
          <p:cNvPicPr>
            <a:picLocks xmlns:a="http://schemas.openxmlformats.org/drawingml/2006/main" noChangeAspect="1"/>
          </p:cNvPicPr>
          <p:nvPr/>
        </p:nvPicPr>
        <p:blipFill>
          <a:blip xmlns:r="http://schemas.openxmlformats.org/officeDocument/2006/relationships" xmlns:a="http://schemas.openxmlformats.org/drawingml/2006/main" r:embed="Raa31f19dffc048e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31" name="fm-reference-input" descr="s_{\mathrm{FM}}(t)=A_c\cos[2\pi f_ct+2\pi k_f\int_0^t m(\tau)\,d\tau]">
            <a:extLst xmlns:a="http://schemas.openxmlformats.org/drawingml/2006/main">
              <a:ext uri="{FF2B5EF4-FFF2-40B4-BE49-F238E27FC236}">
                <a16:creationId xmlns:a16="http://schemas.microsoft.com/office/drawing/2014/main" id="{3BC2ACE4-668A-4EBA-8F7B-4EA40D08AE40}"/>
              </a:ext>
            </a:extLst>
          </p:cNvPr>
          <p:cNvPicPr>
            <a:picLocks xmlns:a="http://schemas.openxmlformats.org/drawingml/2006/main" noChangeAspect="1"/>
          </p:cNvPicPr>
          <p:nvPr/>
        </p:nvPicPr>
        <p:blipFill>
          <a:blip xmlns:r="http://schemas.openxmlformats.org/officeDocument/2006/relationships" xmlns:a="http://schemas.openxmlformats.org/drawingml/2006/main" r:embed="R1b3c3fe0c095431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76275" y="2516416"/>
            <a:ext cx="5117783" cy="348794"/>
          </a:xfrm>
          <a:prstGeom xmlns:a="http://schemas.openxmlformats.org/drawingml/2006/main" prst="rect">
            <a:avLst/>
          </a:prstGeom>
        </p:spPr>
      </p:pic>
      <p:pic>
        <p:nvPicPr>
          <p:cNvPr id="32" name="reader-calibration" descr="\frac{E(t)}{2\pi A_c}-f_c">
            <a:extLst xmlns:a="http://schemas.openxmlformats.org/drawingml/2006/main">
              <a:ext uri="{FF2B5EF4-FFF2-40B4-BE49-F238E27FC236}">
                <a16:creationId xmlns:a16="http://schemas.microsoft.com/office/drawing/2014/main" id="{A13FE5D1-B123-4B06-B3B1-14B920C64996}"/>
              </a:ext>
            </a:extLst>
          </p:cNvPr>
          <p:cNvPicPr>
            <a:picLocks xmlns:a="http://schemas.openxmlformats.org/drawingml/2006/main" noChangeAspect="1"/>
          </p:cNvPicPr>
          <p:nvPr/>
        </p:nvPicPr>
        <p:blipFill>
          <a:blip xmlns:r="http://schemas.openxmlformats.org/officeDocument/2006/relationships" xmlns:a="http://schemas.openxmlformats.org/drawingml/2006/main" r:embed="Ra7348a2a6ec4471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4255770" y="4071342"/>
            <a:ext cx="1146810" cy="391716"/>
          </a:xfrm>
          <a:prstGeom xmlns:a="http://schemas.openxmlformats.org/drawingml/2006/main" prst="rect">
            <a:avLst/>
          </a:prstGeom>
        </p:spPr>
      </p:pic>
      <p:pic>
        <p:nvPicPr>
          <p:cNvPr id="33" name="reader-fm-input" descr="s_{\mathrm{FM}}(t)">
            <a:extLst xmlns:a="http://schemas.openxmlformats.org/drawingml/2006/main">
              <a:ext uri="{FF2B5EF4-FFF2-40B4-BE49-F238E27FC236}">
                <a16:creationId xmlns:a16="http://schemas.microsoft.com/office/drawing/2014/main" id="{15A5F451-EA20-4A8A-8B41-5C7EB948C455}"/>
              </a:ext>
            </a:extLst>
          </p:cNvPr>
          <p:cNvPicPr>
            <a:picLocks xmlns:a="http://schemas.openxmlformats.org/drawingml/2006/main" noChangeAspect="1"/>
          </p:cNvPicPr>
          <p:nvPr/>
        </p:nvPicPr>
        <p:blipFill>
          <a:blip xmlns:r="http://schemas.openxmlformats.org/officeDocument/2006/relationships" xmlns:a="http://schemas.openxmlformats.org/drawingml/2006/main" r:embed="R08f8e22a23fc4e4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76275" y="3426916"/>
            <a:ext cx="914400" cy="280392"/>
          </a:xfrm>
          <a:prstGeom xmlns:a="http://schemas.openxmlformats.org/drawingml/2006/main" prst="rect">
            <a:avLst/>
          </a:prstGeom>
        </p:spPr>
      </p:pic>
      <p:pic>
        <p:nvPicPr>
          <p:cNvPr id="34" name="reader-fm-result" descr="k_fm(t)">
            <a:extLst xmlns:a="http://schemas.openxmlformats.org/drawingml/2006/main">
              <a:ext uri="{FF2B5EF4-FFF2-40B4-BE49-F238E27FC236}">
                <a16:creationId xmlns:a16="http://schemas.microsoft.com/office/drawing/2014/main" id="{73B9D90A-97A2-4B35-8576-469B632751C9}"/>
              </a:ext>
            </a:extLst>
          </p:cNvPr>
          <p:cNvPicPr>
            <a:picLocks xmlns:a="http://schemas.openxmlformats.org/drawingml/2006/main" noChangeAspect="1"/>
          </p:cNvPicPr>
          <p:nvPr/>
        </p:nvPicPr>
        <p:blipFill>
          <a:blip xmlns:r="http://schemas.openxmlformats.org/officeDocument/2006/relationships" xmlns:a="http://schemas.openxmlformats.org/drawingml/2006/main" r:embed="Rbd0d21a219204c3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7896225" y="3420398"/>
            <a:ext cx="974408" cy="293430"/>
          </a:xfrm>
          <a:prstGeom xmlns:a="http://schemas.openxmlformats.org/drawingml/2006/main" prst="rect">
            <a:avLst/>
          </a:prstGeom>
        </p:spPr>
      </p:pic>
      <p:pic>
        <p:nvPicPr>
          <p:cNvPr id="35" name="reader-pm-input" descr="s_{\mathrm{PM}}(t)">
            <a:extLst xmlns:a="http://schemas.openxmlformats.org/drawingml/2006/main">
              <a:ext uri="{FF2B5EF4-FFF2-40B4-BE49-F238E27FC236}">
                <a16:creationId xmlns:a16="http://schemas.microsoft.com/office/drawing/2014/main" id="{6C2BE5E4-B2CD-473D-AB25-05B320C61447}"/>
              </a:ext>
            </a:extLst>
          </p:cNvPr>
          <p:cNvPicPr>
            <a:picLocks xmlns:a="http://schemas.openxmlformats.org/drawingml/2006/main" noChangeAspect="1"/>
          </p:cNvPicPr>
          <p:nvPr/>
        </p:nvPicPr>
        <p:blipFill>
          <a:blip xmlns:r="http://schemas.openxmlformats.org/officeDocument/2006/relationships" xmlns:a="http://schemas.openxmlformats.org/drawingml/2006/main" r:embed="R60d7e235088f4db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76275" y="4253805"/>
            <a:ext cx="942975" cy="283964"/>
          </a:xfrm>
          <a:prstGeom xmlns:a="http://schemas.openxmlformats.org/drawingml/2006/main" prst="rect">
            <a:avLst/>
          </a:prstGeom>
        </p:spPr>
      </p:pic>
      <p:pic>
        <p:nvPicPr>
          <p:cNvPr id="36" name="signal-main" descr="s(t)=A_c\cos[2\pi f_ct+k_pm(t)]">
            <a:extLst xmlns:a="http://schemas.openxmlformats.org/drawingml/2006/main">
              <a:ext uri="{FF2B5EF4-FFF2-40B4-BE49-F238E27FC236}">
                <a16:creationId xmlns:a16="http://schemas.microsoft.com/office/drawing/2014/main" id="{D00DDE75-6C85-4F2F-AAAB-142AAF54C638}"/>
              </a:ext>
            </a:extLst>
          </p:cNvPr>
          <p:cNvPicPr>
            <a:picLocks xmlns:a="http://schemas.openxmlformats.org/drawingml/2006/main" noChangeAspect="1"/>
          </p:cNvPicPr>
          <p:nvPr/>
        </p:nvPicPr>
        <p:blipFill>
          <a:blip xmlns:r="http://schemas.openxmlformats.org/officeDocument/2006/relationships" xmlns:a="http://schemas.openxmlformats.org/drawingml/2006/main" r:embed="R7ddd0552190045be">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85800" y="4987082"/>
            <a:ext cx="3677603" cy="265212"/>
          </a:xfrm>
          <a:prstGeom xmlns:a="http://schemas.openxmlformats.org/drawingml/2006/main" prst="rect">
            <a:avLst/>
          </a:prstGeom>
        </p:spPr>
      </p:pic>
      <p:pic>
        <p:nvPicPr>
          <p:cNvPr id="37" name="pm-frequency-readout" descr="f_i(t)-f_c=\frac1{2\pi}\frac{d}{dt}[k_pm(t)]=\frac{k_p}{2\pi}m'(t)">
            <a:extLst xmlns:a="http://schemas.openxmlformats.org/drawingml/2006/main">
              <a:ext uri="{FF2B5EF4-FFF2-40B4-BE49-F238E27FC236}">
                <a16:creationId xmlns:a16="http://schemas.microsoft.com/office/drawing/2014/main" id="{F1EDD29E-8E30-4E6A-A937-E6572EB8EF3E}"/>
              </a:ext>
            </a:extLst>
          </p:cNvPr>
          <p:cNvPicPr>
            <a:picLocks xmlns:a="http://schemas.openxmlformats.org/drawingml/2006/main" noChangeAspect="1"/>
          </p:cNvPicPr>
          <p:nvPr/>
        </p:nvPicPr>
        <p:blipFill>
          <a:blip xmlns:r="http://schemas.openxmlformats.org/officeDocument/2006/relationships" xmlns:a="http://schemas.openxmlformats.org/drawingml/2006/main" r:embed="Ref56db1caed64095">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1095375" y="5474851"/>
            <a:ext cx="4333875" cy="337423"/>
          </a:xfrm>
          <a:prstGeom xmlns:a="http://schemas.openxmlformats.org/drawingml/2006/main" prst="rect">
            <a:avLst/>
          </a:prstGeom>
        </p:spPr>
      </p:pic>
      <p:pic>
        <p:nvPicPr>
          <p:cNvPr id="38" name="reader-pm-result" descr="\frac{k_p}{2\pi}m'(t)">
            <a:extLst xmlns:a="http://schemas.openxmlformats.org/drawingml/2006/main">
              <a:ext uri="{FF2B5EF4-FFF2-40B4-BE49-F238E27FC236}">
                <a16:creationId xmlns:a16="http://schemas.microsoft.com/office/drawing/2014/main" id="{24B972B8-8520-4275-BDF8-CC2B08CDC486}"/>
              </a:ext>
            </a:extLst>
          </p:cNvPr>
          <p:cNvPicPr>
            <a:picLocks xmlns:a="http://schemas.openxmlformats.org/drawingml/2006/main" noChangeAspect="1"/>
          </p:cNvPicPr>
          <p:nvPr/>
        </p:nvPicPr>
        <p:blipFill>
          <a:blip xmlns:r="http://schemas.openxmlformats.org/officeDocument/2006/relationships" xmlns:a="http://schemas.openxmlformats.org/drawingml/2006/main" r:embed="Rb7ed0057c6f24e99">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7896225" y="4204335"/>
            <a:ext cx="1127760" cy="411480"/>
          </a:xfrm>
          <a:prstGeom xmlns:a="http://schemas.openxmlformats.org/drawingml/2006/main" prst="rect">
            <a:avLst/>
          </a:prstGeom>
        </p:spPr>
      </p:pic>
      <p:pic>
        <p:nvPicPr>
          <p:cNvPr id="39" name="pm-output-label" descr="\widehat m(t)">
            <a:extLst xmlns:a="http://schemas.openxmlformats.org/drawingml/2006/main">
              <a:ext uri="{FF2B5EF4-FFF2-40B4-BE49-F238E27FC236}">
                <a16:creationId xmlns:a16="http://schemas.microsoft.com/office/drawing/2014/main" id="{22794F88-FBB7-4E47-BDC9-27AAE7C51D20}"/>
              </a:ext>
            </a:extLst>
          </p:cNvPr>
          <p:cNvPicPr>
            <a:picLocks xmlns:a="http://schemas.openxmlformats.org/drawingml/2006/main" noChangeAspect="1"/>
          </p:cNvPicPr>
          <p:nvPr/>
        </p:nvPicPr>
        <p:blipFill>
          <a:blip xmlns:r="http://schemas.openxmlformats.org/officeDocument/2006/relationships" xmlns:a="http://schemas.openxmlformats.org/drawingml/2006/main" r:embed="Rb509634963044519">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9094946" y="5876925"/>
            <a:ext cx="679133" cy="295275"/>
          </a:xfrm>
          <a:prstGeom xmlns:a="http://schemas.openxmlformats.org/drawingml/2006/main" prst="rect">
            <a:avLst/>
          </a:prstGeom>
        </p:spPr>
      </p:pic>
      <p:pic>
        <p:nvPicPr>
          <p:cNvPr id="40" name="pm-recovered" descr="\widehat m(t)=m(0)+\frac{2\pi}{k_p}\int_0^t[f_i(\tau)-f_c]\,d\tau=m(t)">
            <a:extLst xmlns:a="http://schemas.openxmlformats.org/drawingml/2006/main">
              <a:ext uri="{FF2B5EF4-FFF2-40B4-BE49-F238E27FC236}">
                <a16:creationId xmlns:a16="http://schemas.microsoft.com/office/drawing/2014/main" id="{B378C5D6-9038-494F-97E9-321DCD60A6F1}"/>
              </a:ext>
            </a:extLst>
          </p:cNvPr>
          <p:cNvPicPr>
            <a:picLocks xmlns:a="http://schemas.openxmlformats.org/drawingml/2006/main" noChangeAspect="1"/>
          </p:cNvPicPr>
          <p:nvPr/>
        </p:nvPicPr>
        <p:blipFill>
          <a:blip xmlns:r="http://schemas.openxmlformats.org/officeDocument/2006/relationships" xmlns:a="http://schemas.openxmlformats.org/drawingml/2006/main" r:embed="Red850bc0cbb141b4">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85800" y="6229052"/>
            <a:ext cx="5800725" cy="448270"/>
          </a:xfrm>
          <a:prstGeom xmlns:a="http://schemas.openxmlformats.org/drawingml/2006/main" prst="rect">
            <a:avLst/>
          </a:prstGeom>
        </p:spPr>
      </p:pic>
    </p:spTree>
    <p:extLst>
      <p:ext uri="{BB962C8B-B14F-4D97-AF65-F5344CB8AC3E}">
        <p14:creationId xmlns:p14="http://schemas.microsoft.com/office/powerpoint/2010/main" val="209156882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400"/>
                                        <p:tgtEl>
                                          <p:spTgt spid="35"/>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4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400"/>
                                        <p:tgtEl>
                                          <p:spTgt spid="3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par>
                                <p:cTn id="33" presetID="10"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4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00"/>
                                        <p:tgtEl>
                                          <p:spTgt spid="22"/>
                                        </p:tgtEl>
                                      </p:cBhvr>
                                    </p:animEffect>
                                  </p:childTnLst>
                                </p:cTn>
                              </p:par>
                              <p:par>
                                <p:cTn id="41" presetID="10"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400"/>
                                        <p:tgtEl>
                                          <p:spTgt spid="39"/>
                                        </p:tgtEl>
                                      </p:cBhvr>
                                    </p:animEffect>
                                  </p:childTnLst>
                                </p:cTn>
                              </p:par>
                              <p:par>
                                <p:cTn id="59" presetID="10" presetClass="entr" presetSubtype="0" fill="hold"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P spid="23" grpId="0" animBg="1"/>
    </p:bldLst>
  </p:timing>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a:t>
            </a:r>
          </a:p>
        </p:txBody>
      </p:sp>
      <p:sp>
        <p:nvSpPr>
          <p:cNvPr id="3" name="route-arrow-0-shaft">
            <a:extLst xmlns:a="http://schemas.openxmlformats.org/drawingml/2006/main">
              <a:ext uri="{FF2B5EF4-FFF2-40B4-BE49-F238E27FC236}">
                <a16:creationId xmlns:a16="http://schemas.microsoft.com/office/drawing/2014/main" id="{4A018F0F-DA9C-4EB5-9339-FA7815564AC3}"/>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E610BDDE-2653-4A97-913B-97A31045221C}"/>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7D9F1CF9-463C-495E-97C1-D9D9CCE636F7}"/>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CC3E3232-6389-4E77-9448-21734D792F5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90C3E959-B426-435F-938A-1225F9B81F2A}"/>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FE85958C-F05A-4567-94CA-8AF67351231E}"/>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93E80B29-3F38-4ED3-B040-BDC6FA831BF9}"/>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Receiver noise: effect of differentiation</a:t>
            </a:r>
          </a:p>
        </p:txBody>
      </p:sp>
      <p:sp>
        <p:nvSpPr>
          <p:cNvPr id="10" name="d-input-0-axis-shaft">
            <a:extLst xmlns:a="http://schemas.openxmlformats.org/drawingml/2006/main">
              <a:ext uri="{FF2B5EF4-FFF2-40B4-BE49-F238E27FC236}">
                <a16:creationId xmlns:a16="http://schemas.microsoft.com/office/drawing/2014/main" id="{CDD238D3-7391-482B-BE11-9EC15AFF6BFB}"/>
              </a:ext>
            </a:extLst>
          </p:cNvPr>
          <p:cNvSpPr>
            <a:spLocks xmlns:a="http://schemas.openxmlformats.org/drawingml/2006/main" noGrp="1"/>
          </p:cNvSpPr>
          <p:nvPr/>
        </p:nvSpPr>
        <p:spPr>
          <a:xfrm xmlns:a="http://schemas.openxmlformats.org/drawingml/2006/main">
            <a:off x="952500" y="3000375"/>
            <a:ext cx="35814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d-input-0-axis-head">
            <a:extLst xmlns:a="http://schemas.openxmlformats.org/drawingml/2006/main">
              <a:ext uri="{FF2B5EF4-FFF2-40B4-BE49-F238E27FC236}">
                <a16:creationId xmlns:a16="http://schemas.microsoft.com/office/drawing/2014/main" id="{08C19170-7D09-4B34-B71D-0FC2B375AB49}"/>
              </a:ext>
            </a:extLst>
          </p:cNvPr>
          <p:cNvSpPr>
            <a:spLocks xmlns:a="http://schemas.openxmlformats.org/drawingml/2006/main" noGrp="1"/>
          </p:cNvSpPr>
          <p:nvPr/>
        </p:nvSpPr>
        <p:spPr>
          <a:xfrm xmlns:a="http://schemas.openxmlformats.org/drawingml/2006/main" rot="5400000">
            <a:off x="4514850" y="29575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d-input-0-tick-0">
            <a:extLst xmlns:a="http://schemas.openxmlformats.org/drawingml/2006/main">
              <a:ext uri="{FF2B5EF4-FFF2-40B4-BE49-F238E27FC236}">
                <a16:creationId xmlns:a16="http://schemas.microsoft.com/office/drawing/2014/main" id="{DEB4D9B8-EF14-4CA7-AF2C-85E99E850D37}"/>
              </a:ext>
            </a:extLst>
          </p:cNvPr>
          <p:cNvSpPr>
            <a:spLocks xmlns:a="http://schemas.openxmlformats.org/drawingml/2006/main" noGrp="1"/>
          </p:cNvSpPr>
          <p:nvPr/>
        </p:nvSpPr>
        <p:spPr>
          <a:xfrm xmlns:a="http://schemas.openxmlformats.org/drawingml/2006/main">
            <a:off x="952500" y="30003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d-input-0-tick-1">
            <a:extLst xmlns:a="http://schemas.openxmlformats.org/drawingml/2006/main">
              <a:ext uri="{FF2B5EF4-FFF2-40B4-BE49-F238E27FC236}">
                <a16:creationId xmlns:a16="http://schemas.microsoft.com/office/drawing/2014/main" id="{D9119196-EB25-4B6C-8D0D-1525D0FFA49C}"/>
              </a:ext>
            </a:extLst>
          </p:cNvPr>
          <p:cNvSpPr>
            <a:spLocks xmlns:a="http://schemas.openxmlformats.org/drawingml/2006/main" noGrp="1"/>
          </p:cNvSpPr>
          <p:nvPr/>
        </p:nvSpPr>
        <p:spPr>
          <a:xfrm xmlns:a="http://schemas.openxmlformats.org/drawingml/2006/main">
            <a:off x="4619625" y="30003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d-input-0-wave">
            <a:extLst xmlns:a="http://schemas.openxmlformats.org/drawingml/2006/main">
              <a:ext uri="{FF2B5EF4-FFF2-40B4-BE49-F238E27FC236}">
                <a16:creationId xmlns:a16="http://schemas.microsoft.com/office/drawing/2014/main" id="{6CF2CC87-87E9-4484-875D-32068A0FA2E5}"/>
              </a:ext>
            </a:extLst>
          </p:cNvPr>
          <p:cNvSpPr>
            <a:spLocks xmlns:a="http://schemas.openxmlformats.org/drawingml/2006/main" noGrp="1"/>
          </p:cNvSpPr>
          <p:nvPr/>
        </p:nvSpPr>
        <p:spPr>
          <a:xfrm xmlns:a="http://schemas.openxmlformats.org/drawingml/2006/main">
            <a:off x="952500" y="2752725"/>
            <a:ext cx="3667125" cy="495300"/>
          </a:xfrm>
          <a:custGeom xmlns:a="http://schemas.openxmlformats.org/drawingml/2006/main">
            <a:pathLst>
              <a:path w="3667125" h="495300">
                <a:moveTo>
                  <a:pt x="0" y="0"/>
                </a:moveTo>
                <a:lnTo>
                  <a:pt x="4075" y="6"/>
                </a:lnTo>
                <a:lnTo>
                  <a:pt x="8149" y="24"/>
                </a:lnTo>
                <a:lnTo>
                  <a:pt x="12224" y="54"/>
                </a:lnTo>
                <a:lnTo>
                  <a:pt x="16298" y="97"/>
                </a:lnTo>
                <a:lnTo>
                  <a:pt x="20373" y="151"/>
                </a:lnTo>
                <a:lnTo>
                  <a:pt x="24447" y="217"/>
                </a:lnTo>
                <a:lnTo>
                  <a:pt x="28522" y="296"/>
                </a:lnTo>
                <a:lnTo>
                  <a:pt x="32597" y="386"/>
                </a:lnTo>
                <a:lnTo>
                  <a:pt x="36671" y="489"/>
                </a:lnTo>
                <a:lnTo>
                  <a:pt x="40746" y="603"/>
                </a:lnTo>
                <a:lnTo>
                  <a:pt x="44820" y="730"/>
                </a:lnTo>
                <a:lnTo>
                  <a:pt x="48895" y="869"/>
                </a:lnTo>
                <a:lnTo>
                  <a:pt x="52970" y="1019"/>
                </a:lnTo>
                <a:lnTo>
                  <a:pt x="57044" y="1182"/>
                </a:lnTo>
                <a:lnTo>
                  <a:pt x="61119" y="1357"/>
                </a:lnTo>
                <a:lnTo>
                  <a:pt x="65193" y="1543"/>
                </a:lnTo>
                <a:lnTo>
                  <a:pt x="69268" y="1742"/>
                </a:lnTo>
                <a:lnTo>
                  <a:pt x="73343" y="1953"/>
                </a:lnTo>
                <a:lnTo>
                  <a:pt x="77417" y="2175"/>
                </a:lnTo>
                <a:lnTo>
                  <a:pt x="81492" y="2410"/>
                </a:lnTo>
                <a:lnTo>
                  <a:pt x="85566" y="2657"/>
                </a:lnTo>
                <a:lnTo>
                  <a:pt x="89641" y="2915"/>
                </a:lnTo>
                <a:lnTo>
                  <a:pt x="93715" y="3186"/>
                </a:lnTo>
                <a:lnTo>
                  <a:pt x="97790" y="3468"/>
                </a:lnTo>
                <a:lnTo>
                  <a:pt x="101865" y="3762"/>
                </a:lnTo>
                <a:lnTo>
                  <a:pt x="105939" y="4069"/>
                </a:lnTo>
                <a:lnTo>
                  <a:pt x="110014" y="4387"/>
                </a:lnTo>
                <a:lnTo>
                  <a:pt x="114088" y="4716"/>
                </a:lnTo>
                <a:lnTo>
                  <a:pt x="118163" y="5058"/>
                </a:lnTo>
                <a:lnTo>
                  <a:pt x="122237" y="5412"/>
                </a:lnTo>
                <a:lnTo>
                  <a:pt x="126312" y="5777"/>
                </a:lnTo>
                <a:lnTo>
                  <a:pt x="130387" y="6154"/>
                </a:lnTo>
                <a:lnTo>
                  <a:pt x="134461" y="6543"/>
                </a:lnTo>
                <a:lnTo>
                  <a:pt x="138536" y="6944"/>
                </a:lnTo>
                <a:lnTo>
                  <a:pt x="142610" y="7356"/>
                </a:lnTo>
                <a:lnTo>
                  <a:pt x="146685" y="7780"/>
                </a:lnTo>
                <a:lnTo>
                  <a:pt x="150760" y="8216"/>
                </a:lnTo>
                <a:lnTo>
                  <a:pt x="154834" y="8664"/>
                </a:lnTo>
                <a:lnTo>
                  <a:pt x="158909" y="9123"/>
                </a:lnTo>
                <a:lnTo>
                  <a:pt x="162983" y="9594"/>
                </a:lnTo>
                <a:lnTo>
                  <a:pt x="167058" y="10076"/>
                </a:lnTo>
                <a:lnTo>
                  <a:pt x="171133" y="10570"/>
                </a:lnTo>
                <a:lnTo>
                  <a:pt x="175207" y="11075"/>
                </a:lnTo>
                <a:lnTo>
                  <a:pt x="179282" y="11592"/>
                </a:lnTo>
                <a:lnTo>
                  <a:pt x="183356" y="12121"/>
                </a:lnTo>
                <a:lnTo>
                  <a:pt x="187431" y="12661"/>
                </a:lnTo>
                <a:lnTo>
                  <a:pt x="191505" y="13212"/>
                </a:lnTo>
                <a:lnTo>
                  <a:pt x="195580" y="13775"/>
                </a:lnTo>
                <a:lnTo>
                  <a:pt x="199655" y="14349"/>
                </a:lnTo>
                <a:lnTo>
                  <a:pt x="203729" y="14935"/>
                </a:lnTo>
                <a:lnTo>
                  <a:pt x="207804" y="15532"/>
                </a:lnTo>
                <a:lnTo>
                  <a:pt x="211878" y="16140"/>
                </a:lnTo>
                <a:lnTo>
                  <a:pt x="215953" y="16760"/>
                </a:lnTo>
                <a:lnTo>
                  <a:pt x="220027" y="17391"/>
                </a:lnTo>
                <a:lnTo>
                  <a:pt x="224102" y="18033"/>
                </a:lnTo>
                <a:lnTo>
                  <a:pt x="228177" y="18686"/>
                </a:lnTo>
                <a:lnTo>
                  <a:pt x="232251" y="19351"/>
                </a:lnTo>
                <a:lnTo>
                  <a:pt x="236326" y="20026"/>
                </a:lnTo>
                <a:lnTo>
                  <a:pt x="240400" y="20713"/>
                </a:lnTo>
                <a:lnTo>
                  <a:pt x="244475" y="21410"/>
                </a:lnTo>
                <a:lnTo>
                  <a:pt x="248550" y="22119"/>
                </a:lnTo>
                <a:lnTo>
                  <a:pt x="252624" y="22839"/>
                </a:lnTo>
                <a:lnTo>
                  <a:pt x="256699" y="23570"/>
                </a:lnTo>
                <a:lnTo>
                  <a:pt x="260773" y="24311"/>
                </a:lnTo>
                <a:lnTo>
                  <a:pt x="264848" y="25064"/>
                </a:lnTo>
                <a:lnTo>
                  <a:pt x="268923" y="25827"/>
                </a:lnTo>
                <a:lnTo>
                  <a:pt x="272997" y="26601"/>
                </a:lnTo>
                <a:lnTo>
                  <a:pt x="277072" y="27386"/>
                </a:lnTo>
                <a:lnTo>
                  <a:pt x="281146" y="28182"/>
                </a:lnTo>
                <a:lnTo>
                  <a:pt x="285221" y="28988"/>
                </a:lnTo>
                <a:lnTo>
                  <a:pt x="289295" y="29805"/>
                </a:lnTo>
                <a:lnTo>
                  <a:pt x="293370" y="30633"/>
                </a:lnTo>
                <a:lnTo>
                  <a:pt x="297445" y="31471"/>
                </a:lnTo>
                <a:lnTo>
                  <a:pt x="301519" y="32320"/>
                </a:lnTo>
                <a:lnTo>
                  <a:pt x="305594" y="33179"/>
                </a:lnTo>
                <a:lnTo>
                  <a:pt x="309668" y="34048"/>
                </a:lnTo>
                <a:lnTo>
                  <a:pt x="313743" y="34929"/>
                </a:lnTo>
                <a:lnTo>
                  <a:pt x="317818" y="35819"/>
                </a:lnTo>
                <a:lnTo>
                  <a:pt x="321892" y="36720"/>
                </a:lnTo>
                <a:lnTo>
                  <a:pt x="325967" y="37631"/>
                </a:lnTo>
                <a:lnTo>
                  <a:pt x="330041" y="38552"/>
                </a:lnTo>
                <a:lnTo>
                  <a:pt x="334116" y="39484"/>
                </a:lnTo>
                <a:lnTo>
                  <a:pt x="338190" y="40425"/>
                </a:lnTo>
                <a:lnTo>
                  <a:pt x="342265" y="41377"/>
                </a:lnTo>
                <a:lnTo>
                  <a:pt x="346340" y="42339"/>
                </a:lnTo>
                <a:lnTo>
                  <a:pt x="350414" y="43311"/>
                </a:lnTo>
                <a:lnTo>
                  <a:pt x="354489" y="44292"/>
                </a:lnTo>
                <a:lnTo>
                  <a:pt x="358563" y="45284"/>
                </a:lnTo>
                <a:lnTo>
                  <a:pt x="362638" y="46286"/>
                </a:lnTo>
                <a:lnTo>
                  <a:pt x="366713" y="47297"/>
                </a:lnTo>
                <a:lnTo>
                  <a:pt x="370787" y="48318"/>
                </a:lnTo>
                <a:lnTo>
                  <a:pt x="374862" y="49349"/>
                </a:lnTo>
                <a:lnTo>
                  <a:pt x="378936" y="50389"/>
                </a:lnTo>
                <a:lnTo>
                  <a:pt x="383011" y="51439"/>
                </a:lnTo>
                <a:lnTo>
                  <a:pt x="387085" y="52499"/>
                </a:lnTo>
                <a:lnTo>
                  <a:pt x="391160" y="53568"/>
                </a:lnTo>
                <a:lnTo>
                  <a:pt x="395235" y="54647"/>
                </a:lnTo>
                <a:lnTo>
                  <a:pt x="399309" y="55735"/>
                </a:lnTo>
                <a:lnTo>
                  <a:pt x="403384" y="56832"/>
                </a:lnTo>
                <a:lnTo>
                  <a:pt x="407458" y="57939"/>
                </a:lnTo>
                <a:lnTo>
                  <a:pt x="411533" y="59055"/>
                </a:lnTo>
                <a:lnTo>
                  <a:pt x="415607" y="60180"/>
                </a:lnTo>
                <a:lnTo>
                  <a:pt x="419682" y="61314"/>
                </a:lnTo>
                <a:lnTo>
                  <a:pt x="423757" y="62458"/>
                </a:lnTo>
                <a:lnTo>
                  <a:pt x="427831" y="63610"/>
                </a:lnTo>
                <a:lnTo>
                  <a:pt x="431906" y="64772"/>
                </a:lnTo>
                <a:lnTo>
                  <a:pt x="435980" y="65942"/>
                </a:lnTo>
                <a:lnTo>
                  <a:pt x="440055" y="67121"/>
                </a:lnTo>
                <a:lnTo>
                  <a:pt x="444130" y="68309"/>
                </a:lnTo>
                <a:lnTo>
                  <a:pt x="448204" y="69505"/>
                </a:lnTo>
                <a:lnTo>
                  <a:pt x="452279" y="70711"/>
                </a:lnTo>
                <a:lnTo>
                  <a:pt x="456353" y="71925"/>
                </a:lnTo>
                <a:lnTo>
                  <a:pt x="460428" y="73147"/>
                </a:lnTo>
                <a:lnTo>
                  <a:pt x="464502" y="74378"/>
                </a:lnTo>
                <a:lnTo>
                  <a:pt x="468577" y="75618"/>
                </a:lnTo>
                <a:lnTo>
                  <a:pt x="472652" y="76866"/>
                </a:lnTo>
                <a:lnTo>
                  <a:pt x="476726" y="78122"/>
                </a:lnTo>
                <a:lnTo>
                  <a:pt x="480801" y="79386"/>
                </a:lnTo>
                <a:lnTo>
                  <a:pt x="484875" y="80659"/>
                </a:lnTo>
                <a:lnTo>
                  <a:pt x="488950" y="81940"/>
                </a:lnTo>
                <a:lnTo>
                  <a:pt x="493025" y="83229"/>
                </a:lnTo>
                <a:lnTo>
                  <a:pt x="497099" y="84526"/>
                </a:lnTo>
                <a:lnTo>
                  <a:pt x="501174" y="85830"/>
                </a:lnTo>
                <a:lnTo>
                  <a:pt x="505248" y="87143"/>
                </a:lnTo>
                <a:lnTo>
                  <a:pt x="509323" y="88464"/>
                </a:lnTo>
                <a:lnTo>
                  <a:pt x="513398" y="89792"/>
                </a:lnTo>
                <a:lnTo>
                  <a:pt x="517472" y="91128"/>
                </a:lnTo>
                <a:lnTo>
                  <a:pt x="521547" y="92472"/>
                </a:lnTo>
                <a:lnTo>
                  <a:pt x="525621" y="93823"/>
                </a:lnTo>
                <a:lnTo>
                  <a:pt x="529696" y="95181"/>
                </a:lnTo>
                <a:lnTo>
                  <a:pt x="533770" y="96548"/>
                </a:lnTo>
                <a:lnTo>
                  <a:pt x="537845" y="97921"/>
                </a:lnTo>
                <a:lnTo>
                  <a:pt x="541920" y="99302"/>
                </a:lnTo>
                <a:lnTo>
                  <a:pt x="545994" y="100690"/>
                </a:lnTo>
                <a:lnTo>
                  <a:pt x="550069" y="102085"/>
                </a:lnTo>
                <a:lnTo>
                  <a:pt x="554143" y="103487"/>
                </a:lnTo>
                <a:lnTo>
                  <a:pt x="558218" y="104897"/>
                </a:lnTo>
                <a:lnTo>
                  <a:pt x="562293" y="106313"/>
                </a:lnTo>
                <a:lnTo>
                  <a:pt x="566367" y="107736"/>
                </a:lnTo>
                <a:lnTo>
                  <a:pt x="570442" y="109166"/>
                </a:lnTo>
                <a:lnTo>
                  <a:pt x="574516" y="110603"/>
                </a:lnTo>
                <a:lnTo>
                  <a:pt x="578591" y="112046"/>
                </a:lnTo>
                <a:lnTo>
                  <a:pt x="582665" y="113496"/>
                </a:lnTo>
                <a:lnTo>
                  <a:pt x="586740" y="114952"/>
                </a:lnTo>
                <a:lnTo>
                  <a:pt x="590815" y="116415"/>
                </a:lnTo>
                <a:lnTo>
                  <a:pt x="594889" y="117885"/>
                </a:lnTo>
                <a:lnTo>
                  <a:pt x="598964" y="119361"/>
                </a:lnTo>
                <a:lnTo>
                  <a:pt x="603038" y="120843"/>
                </a:lnTo>
                <a:lnTo>
                  <a:pt x="607113" y="122331"/>
                </a:lnTo>
                <a:lnTo>
                  <a:pt x="611188" y="123825"/>
                </a:lnTo>
                <a:lnTo>
                  <a:pt x="615262" y="125325"/>
                </a:lnTo>
                <a:lnTo>
                  <a:pt x="619337" y="126832"/>
                </a:lnTo>
                <a:lnTo>
                  <a:pt x="623411" y="128344"/>
                </a:lnTo>
                <a:lnTo>
                  <a:pt x="627486" y="129862"/>
                </a:lnTo>
                <a:lnTo>
                  <a:pt x="631560" y="131385"/>
                </a:lnTo>
                <a:lnTo>
                  <a:pt x="635635" y="132915"/>
                </a:lnTo>
                <a:lnTo>
                  <a:pt x="639710" y="134450"/>
                </a:lnTo>
                <a:lnTo>
                  <a:pt x="643784" y="135990"/>
                </a:lnTo>
                <a:lnTo>
                  <a:pt x="647859" y="137536"/>
                </a:lnTo>
                <a:lnTo>
                  <a:pt x="651933" y="139087"/>
                </a:lnTo>
                <a:lnTo>
                  <a:pt x="656008" y="140644"/>
                </a:lnTo>
                <a:lnTo>
                  <a:pt x="660083" y="142206"/>
                </a:lnTo>
                <a:lnTo>
                  <a:pt x="664157" y="143773"/>
                </a:lnTo>
                <a:lnTo>
                  <a:pt x="668232" y="145345"/>
                </a:lnTo>
                <a:lnTo>
                  <a:pt x="672306" y="146922"/>
                </a:lnTo>
                <a:lnTo>
                  <a:pt x="676381" y="148504"/>
                </a:lnTo>
                <a:lnTo>
                  <a:pt x="680455" y="150090"/>
                </a:lnTo>
                <a:lnTo>
                  <a:pt x="684530" y="151682"/>
                </a:lnTo>
                <a:lnTo>
                  <a:pt x="688605" y="153278"/>
                </a:lnTo>
                <a:lnTo>
                  <a:pt x="692679" y="154879"/>
                </a:lnTo>
                <a:lnTo>
                  <a:pt x="696754" y="156484"/>
                </a:lnTo>
                <a:lnTo>
                  <a:pt x="700828" y="158094"/>
                </a:lnTo>
                <a:lnTo>
                  <a:pt x="704903" y="159708"/>
                </a:lnTo>
                <a:lnTo>
                  <a:pt x="708978" y="161326"/>
                </a:lnTo>
                <a:lnTo>
                  <a:pt x="713052" y="162949"/>
                </a:lnTo>
                <a:lnTo>
                  <a:pt x="717127" y="164575"/>
                </a:lnTo>
                <a:lnTo>
                  <a:pt x="721201" y="166206"/>
                </a:lnTo>
                <a:lnTo>
                  <a:pt x="725276" y="167841"/>
                </a:lnTo>
                <a:lnTo>
                  <a:pt x="729350" y="169480"/>
                </a:lnTo>
                <a:lnTo>
                  <a:pt x="733425" y="171122"/>
                </a:lnTo>
                <a:lnTo>
                  <a:pt x="737500" y="172768"/>
                </a:lnTo>
                <a:lnTo>
                  <a:pt x="741574" y="174418"/>
                </a:lnTo>
                <a:lnTo>
                  <a:pt x="745649" y="176071"/>
                </a:lnTo>
                <a:lnTo>
                  <a:pt x="749723" y="177728"/>
                </a:lnTo>
                <a:lnTo>
                  <a:pt x="753798" y="179388"/>
                </a:lnTo>
                <a:lnTo>
                  <a:pt x="757873" y="181052"/>
                </a:lnTo>
                <a:lnTo>
                  <a:pt x="761947" y="182719"/>
                </a:lnTo>
                <a:lnTo>
                  <a:pt x="766022" y="184389"/>
                </a:lnTo>
                <a:lnTo>
                  <a:pt x="770096" y="186062"/>
                </a:lnTo>
                <a:lnTo>
                  <a:pt x="774171" y="187738"/>
                </a:lnTo>
                <a:lnTo>
                  <a:pt x="778245" y="189417"/>
                </a:lnTo>
                <a:lnTo>
                  <a:pt x="782320" y="191099"/>
                </a:lnTo>
                <a:lnTo>
                  <a:pt x="786395" y="192784"/>
                </a:lnTo>
                <a:lnTo>
                  <a:pt x="790469" y="194471"/>
                </a:lnTo>
                <a:lnTo>
                  <a:pt x="794544" y="196161"/>
                </a:lnTo>
                <a:lnTo>
                  <a:pt x="798618" y="197853"/>
                </a:lnTo>
                <a:lnTo>
                  <a:pt x="802693" y="199548"/>
                </a:lnTo>
                <a:lnTo>
                  <a:pt x="806767" y="201245"/>
                </a:lnTo>
                <a:lnTo>
                  <a:pt x="810842" y="202944"/>
                </a:lnTo>
                <a:lnTo>
                  <a:pt x="814917" y="204646"/>
                </a:lnTo>
                <a:lnTo>
                  <a:pt x="818991" y="206350"/>
                </a:lnTo>
                <a:lnTo>
                  <a:pt x="823066" y="208055"/>
                </a:lnTo>
                <a:lnTo>
                  <a:pt x="827140" y="209763"/>
                </a:lnTo>
                <a:lnTo>
                  <a:pt x="831215" y="211473"/>
                </a:lnTo>
                <a:lnTo>
                  <a:pt x="835290" y="213184"/>
                </a:lnTo>
                <a:lnTo>
                  <a:pt x="839364" y="214897"/>
                </a:lnTo>
                <a:lnTo>
                  <a:pt x="843439" y="216611"/>
                </a:lnTo>
                <a:lnTo>
                  <a:pt x="847513" y="218327"/>
                </a:lnTo>
                <a:lnTo>
                  <a:pt x="851588" y="220045"/>
                </a:lnTo>
                <a:lnTo>
                  <a:pt x="855662" y="221764"/>
                </a:lnTo>
                <a:lnTo>
                  <a:pt x="859737" y="223484"/>
                </a:lnTo>
                <a:lnTo>
                  <a:pt x="863812" y="225205"/>
                </a:lnTo>
                <a:lnTo>
                  <a:pt x="867886" y="226927"/>
                </a:lnTo>
                <a:lnTo>
                  <a:pt x="871961" y="228651"/>
                </a:lnTo>
                <a:lnTo>
                  <a:pt x="876035" y="230375"/>
                </a:lnTo>
                <a:lnTo>
                  <a:pt x="880110" y="232100"/>
                </a:lnTo>
                <a:lnTo>
                  <a:pt x="884185" y="233826"/>
                </a:lnTo>
                <a:lnTo>
                  <a:pt x="888259" y="235552"/>
                </a:lnTo>
                <a:lnTo>
                  <a:pt x="892334" y="237279"/>
                </a:lnTo>
                <a:lnTo>
                  <a:pt x="896408" y="239007"/>
                </a:lnTo>
                <a:lnTo>
                  <a:pt x="900483" y="240735"/>
                </a:lnTo>
                <a:lnTo>
                  <a:pt x="904558" y="242464"/>
                </a:lnTo>
                <a:lnTo>
                  <a:pt x="908632" y="244192"/>
                </a:lnTo>
                <a:lnTo>
                  <a:pt x="912707" y="245921"/>
                </a:lnTo>
                <a:lnTo>
                  <a:pt x="916781" y="247650"/>
                </a:lnTo>
                <a:lnTo>
                  <a:pt x="920856" y="249379"/>
                </a:lnTo>
                <a:lnTo>
                  <a:pt x="924930" y="251108"/>
                </a:lnTo>
                <a:lnTo>
                  <a:pt x="929005" y="252836"/>
                </a:lnTo>
                <a:lnTo>
                  <a:pt x="933080" y="254565"/>
                </a:lnTo>
                <a:lnTo>
                  <a:pt x="937154" y="256293"/>
                </a:lnTo>
                <a:lnTo>
                  <a:pt x="941229" y="258021"/>
                </a:lnTo>
                <a:lnTo>
                  <a:pt x="945303" y="259748"/>
                </a:lnTo>
                <a:lnTo>
                  <a:pt x="949378" y="261474"/>
                </a:lnTo>
                <a:lnTo>
                  <a:pt x="953453" y="263200"/>
                </a:lnTo>
                <a:lnTo>
                  <a:pt x="957527" y="264925"/>
                </a:lnTo>
                <a:lnTo>
                  <a:pt x="961602" y="266649"/>
                </a:lnTo>
                <a:lnTo>
                  <a:pt x="965676" y="268373"/>
                </a:lnTo>
                <a:lnTo>
                  <a:pt x="969751" y="270095"/>
                </a:lnTo>
                <a:lnTo>
                  <a:pt x="973825" y="271816"/>
                </a:lnTo>
                <a:lnTo>
                  <a:pt x="977900" y="273536"/>
                </a:lnTo>
                <a:lnTo>
                  <a:pt x="981975" y="275255"/>
                </a:lnTo>
                <a:lnTo>
                  <a:pt x="986049" y="276973"/>
                </a:lnTo>
                <a:lnTo>
                  <a:pt x="990124" y="278689"/>
                </a:lnTo>
                <a:lnTo>
                  <a:pt x="994198" y="280403"/>
                </a:lnTo>
                <a:lnTo>
                  <a:pt x="998273" y="282116"/>
                </a:lnTo>
                <a:lnTo>
                  <a:pt x="1002348" y="283827"/>
                </a:lnTo>
                <a:lnTo>
                  <a:pt x="1006422" y="285537"/>
                </a:lnTo>
                <a:lnTo>
                  <a:pt x="1010497" y="287245"/>
                </a:lnTo>
                <a:lnTo>
                  <a:pt x="1014571" y="288950"/>
                </a:lnTo>
                <a:lnTo>
                  <a:pt x="1018646" y="290654"/>
                </a:lnTo>
                <a:lnTo>
                  <a:pt x="1022720" y="292356"/>
                </a:lnTo>
                <a:lnTo>
                  <a:pt x="1026795" y="294055"/>
                </a:lnTo>
                <a:lnTo>
                  <a:pt x="1030870" y="295752"/>
                </a:lnTo>
                <a:lnTo>
                  <a:pt x="1034944" y="297447"/>
                </a:lnTo>
                <a:lnTo>
                  <a:pt x="1039019" y="299139"/>
                </a:lnTo>
                <a:lnTo>
                  <a:pt x="1043093" y="300829"/>
                </a:lnTo>
                <a:lnTo>
                  <a:pt x="1047168" y="302516"/>
                </a:lnTo>
                <a:lnTo>
                  <a:pt x="1051243" y="304201"/>
                </a:lnTo>
                <a:lnTo>
                  <a:pt x="1055317" y="305883"/>
                </a:lnTo>
                <a:lnTo>
                  <a:pt x="1059392" y="307562"/>
                </a:lnTo>
                <a:lnTo>
                  <a:pt x="1063466" y="309238"/>
                </a:lnTo>
                <a:lnTo>
                  <a:pt x="1067541" y="310911"/>
                </a:lnTo>
                <a:lnTo>
                  <a:pt x="1071615" y="312581"/>
                </a:lnTo>
                <a:lnTo>
                  <a:pt x="1075690" y="314248"/>
                </a:lnTo>
                <a:lnTo>
                  <a:pt x="1079765" y="315912"/>
                </a:lnTo>
                <a:lnTo>
                  <a:pt x="1083839" y="317572"/>
                </a:lnTo>
                <a:lnTo>
                  <a:pt x="1087914" y="319229"/>
                </a:lnTo>
                <a:lnTo>
                  <a:pt x="1091988" y="320882"/>
                </a:lnTo>
                <a:lnTo>
                  <a:pt x="1096063" y="322532"/>
                </a:lnTo>
                <a:lnTo>
                  <a:pt x="1100138" y="324178"/>
                </a:lnTo>
                <a:lnTo>
                  <a:pt x="1104212" y="325820"/>
                </a:lnTo>
                <a:lnTo>
                  <a:pt x="1108287" y="327459"/>
                </a:lnTo>
                <a:lnTo>
                  <a:pt x="1112361" y="329094"/>
                </a:lnTo>
                <a:lnTo>
                  <a:pt x="1116436" y="330725"/>
                </a:lnTo>
                <a:lnTo>
                  <a:pt x="1120510" y="332351"/>
                </a:lnTo>
                <a:lnTo>
                  <a:pt x="1124585" y="333974"/>
                </a:lnTo>
                <a:lnTo>
                  <a:pt x="1128660" y="335592"/>
                </a:lnTo>
                <a:lnTo>
                  <a:pt x="1132734" y="337206"/>
                </a:lnTo>
                <a:lnTo>
                  <a:pt x="1136809" y="338816"/>
                </a:lnTo>
                <a:lnTo>
                  <a:pt x="1140883" y="340421"/>
                </a:lnTo>
                <a:lnTo>
                  <a:pt x="1144958" y="342022"/>
                </a:lnTo>
                <a:lnTo>
                  <a:pt x="1149033" y="343618"/>
                </a:lnTo>
                <a:lnTo>
                  <a:pt x="1153107" y="345210"/>
                </a:lnTo>
                <a:lnTo>
                  <a:pt x="1157182" y="346796"/>
                </a:lnTo>
                <a:lnTo>
                  <a:pt x="1161256" y="348378"/>
                </a:lnTo>
                <a:lnTo>
                  <a:pt x="1165331" y="349955"/>
                </a:lnTo>
                <a:lnTo>
                  <a:pt x="1169405" y="351527"/>
                </a:lnTo>
                <a:lnTo>
                  <a:pt x="1173480" y="353094"/>
                </a:lnTo>
                <a:lnTo>
                  <a:pt x="1177555" y="354656"/>
                </a:lnTo>
                <a:lnTo>
                  <a:pt x="1181629" y="356213"/>
                </a:lnTo>
                <a:lnTo>
                  <a:pt x="1185704" y="357764"/>
                </a:lnTo>
                <a:lnTo>
                  <a:pt x="1189778" y="359310"/>
                </a:lnTo>
                <a:lnTo>
                  <a:pt x="1193853" y="360850"/>
                </a:lnTo>
                <a:lnTo>
                  <a:pt x="1197927" y="362385"/>
                </a:lnTo>
                <a:lnTo>
                  <a:pt x="1202002" y="363915"/>
                </a:lnTo>
                <a:lnTo>
                  <a:pt x="1206077" y="365438"/>
                </a:lnTo>
                <a:lnTo>
                  <a:pt x="1210151" y="366956"/>
                </a:lnTo>
                <a:lnTo>
                  <a:pt x="1214226" y="368468"/>
                </a:lnTo>
                <a:lnTo>
                  <a:pt x="1218300" y="369975"/>
                </a:lnTo>
                <a:lnTo>
                  <a:pt x="1222375" y="371475"/>
                </a:lnTo>
                <a:lnTo>
                  <a:pt x="1226450" y="372969"/>
                </a:lnTo>
                <a:lnTo>
                  <a:pt x="1230524" y="374457"/>
                </a:lnTo>
                <a:lnTo>
                  <a:pt x="1234599" y="375939"/>
                </a:lnTo>
                <a:lnTo>
                  <a:pt x="1238673" y="377415"/>
                </a:lnTo>
                <a:lnTo>
                  <a:pt x="1242748" y="378885"/>
                </a:lnTo>
                <a:lnTo>
                  <a:pt x="1246823" y="380348"/>
                </a:lnTo>
                <a:lnTo>
                  <a:pt x="1250897" y="381804"/>
                </a:lnTo>
                <a:lnTo>
                  <a:pt x="1254972" y="383254"/>
                </a:lnTo>
                <a:lnTo>
                  <a:pt x="1259046" y="384697"/>
                </a:lnTo>
                <a:lnTo>
                  <a:pt x="1263121" y="386134"/>
                </a:lnTo>
                <a:lnTo>
                  <a:pt x="1267195" y="387564"/>
                </a:lnTo>
                <a:lnTo>
                  <a:pt x="1271270" y="388987"/>
                </a:lnTo>
                <a:lnTo>
                  <a:pt x="1275345" y="390403"/>
                </a:lnTo>
                <a:lnTo>
                  <a:pt x="1279419" y="391813"/>
                </a:lnTo>
                <a:lnTo>
                  <a:pt x="1283494" y="393215"/>
                </a:lnTo>
                <a:lnTo>
                  <a:pt x="1287568" y="394610"/>
                </a:lnTo>
                <a:lnTo>
                  <a:pt x="1291643" y="395998"/>
                </a:lnTo>
                <a:lnTo>
                  <a:pt x="1295718" y="397379"/>
                </a:lnTo>
                <a:lnTo>
                  <a:pt x="1299792" y="398752"/>
                </a:lnTo>
                <a:lnTo>
                  <a:pt x="1303867" y="400119"/>
                </a:lnTo>
                <a:lnTo>
                  <a:pt x="1307941" y="401477"/>
                </a:lnTo>
                <a:lnTo>
                  <a:pt x="1312016" y="402828"/>
                </a:lnTo>
                <a:lnTo>
                  <a:pt x="1316090" y="404172"/>
                </a:lnTo>
                <a:lnTo>
                  <a:pt x="1320165" y="405508"/>
                </a:lnTo>
                <a:lnTo>
                  <a:pt x="1324240" y="406836"/>
                </a:lnTo>
                <a:lnTo>
                  <a:pt x="1328314" y="408157"/>
                </a:lnTo>
                <a:lnTo>
                  <a:pt x="1332389" y="409470"/>
                </a:lnTo>
                <a:lnTo>
                  <a:pt x="1336463" y="410774"/>
                </a:lnTo>
                <a:lnTo>
                  <a:pt x="1340538" y="412071"/>
                </a:lnTo>
                <a:lnTo>
                  <a:pt x="1344613" y="413360"/>
                </a:lnTo>
                <a:lnTo>
                  <a:pt x="1348687" y="414641"/>
                </a:lnTo>
                <a:lnTo>
                  <a:pt x="1352762" y="415914"/>
                </a:lnTo>
                <a:lnTo>
                  <a:pt x="1356836" y="417178"/>
                </a:lnTo>
                <a:lnTo>
                  <a:pt x="1360911" y="418434"/>
                </a:lnTo>
                <a:lnTo>
                  <a:pt x="1364985" y="419682"/>
                </a:lnTo>
                <a:lnTo>
                  <a:pt x="1369060" y="420922"/>
                </a:lnTo>
                <a:lnTo>
                  <a:pt x="1373135" y="422153"/>
                </a:lnTo>
                <a:lnTo>
                  <a:pt x="1377209" y="423375"/>
                </a:lnTo>
                <a:lnTo>
                  <a:pt x="1381284" y="424589"/>
                </a:lnTo>
                <a:lnTo>
                  <a:pt x="1385358" y="425795"/>
                </a:lnTo>
                <a:lnTo>
                  <a:pt x="1389433" y="426991"/>
                </a:lnTo>
                <a:lnTo>
                  <a:pt x="1393508" y="428179"/>
                </a:lnTo>
                <a:lnTo>
                  <a:pt x="1397582" y="429358"/>
                </a:lnTo>
                <a:lnTo>
                  <a:pt x="1401657" y="430528"/>
                </a:lnTo>
                <a:lnTo>
                  <a:pt x="1405731" y="431690"/>
                </a:lnTo>
                <a:lnTo>
                  <a:pt x="1409806" y="432842"/>
                </a:lnTo>
                <a:lnTo>
                  <a:pt x="1413880" y="433986"/>
                </a:lnTo>
                <a:lnTo>
                  <a:pt x="1417955" y="435120"/>
                </a:lnTo>
                <a:lnTo>
                  <a:pt x="1422030" y="436245"/>
                </a:lnTo>
                <a:lnTo>
                  <a:pt x="1426104" y="437361"/>
                </a:lnTo>
                <a:lnTo>
                  <a:pt x="1430179" y="438468"/>
                </a:lnTo>
                <a:lnTo>
                  <a:pt x="1434253" y="439565"/>
                </a:lnTo>
                <a:lnTo>
                  <a:pt x="1438328" y="440653"/>
                </a:lnTo>
                <a:lnTo>
                  <a:pt x="1442403" y="441732"/>
                </a:lnTo>
                <a:lnTo>
                  <a:pt x="1446477" y="442801"/>
                </a:lnTo>
                <a:lnTo>
                  <a:pt x="1450552" y="443861"/>
                </a:lnTo>
                <a:lnTo>
                  <a:pt x="1454626" y="444911"/>
                </a:lnTo>
                <a:lnTo>
                  <a:pt x="1458701" y="445951"/>
                </a:lnTo>
                <a:lnTo>
                  <a:pt x="1462775" y="446982"/>
                </a:lnTo>
                <a:lnTo>
                  <a:pt x="1466850" y="448003"/>
                </a:lnTo>
                <a:lnTo>
                  <a:pt x="1470925" y="449014"/>
                </a:lnTo>
                <a:lnTo>
                  <a:pt x="1474999" y="450016"/>
                </a:lnTo>
                <a:lnTo>
                  <a:pt x="1479074" y="451008"/>
                </a:lnTo>
                <a:lnTo>
                  <a:pt x="1483148" y="451989"/>
                </a:lnTo>
                <a:lnTo>
                  <a:pt x="1487223" y="452961"/>
                </a:lnTo>
                <a:lnTo>
                  <a:pt x="1491298" y="453923"/>
                </a:lnTo>
                <a:lnTo>
                  <a:pt x="1495372" y="454875"/>
                </a:lnTo>
                <a:lnTo>
                  <a:pt x="1499447" y="455816"/>
                </a:lnTo>
                <a:lnTo>
                  <a:pt x="1503521" y="456748"/>
                </a:lnTo>
                <a:lnTo>
                  <a:pt x="1507596" y="457669"/>
                </a:lnTo>
                <a:lnTo>
                  <a:pt x="1511670" y="458580"/>
                </a:lnTo>
                <a:lnTo>
                  <a:pt x="1515745" y="459481"/>
                </a:lnTo>
                <a:lnTo>
                  <a:pt x="1519820" y="460371"/>
                </a:lnTo>
                <a:lnTo>
                  <a:pt x="1523894" y="461252"/>
                </a:lnTo>
                <a:lnTo>
                  <a:pt x="1527969" y="462121"/>
                </a:lnTo>
                <a:lnTo>
                  <a:pt x="1532043" y="462980"/>
                </a:lnTo>
                <a:lnTo>
                  <a:pt x="1536118" y="463829"/>
                </a:lnTo>
                <a:lnTo>
                  <a:pt x="1540193" y="464667"/>
                </a:lnTo>
                <a:lnTo>
                  <a:pt x="1544267" y="465495"/>
                </a:lnTo>
                <a:lnTo>
                  <a:pt x="1548342" y="466312"/>
                </a:lnTo>
                <a:lnTo>
                  <a:pt x="1552416" y="467118"/>
                </a:lnTo>
                <a:lnTo>
                  <a:pt x="1556491" y="467914"/>
                </a:lnTo>
                <a:lnTo>
                  <a:pt x="1560565" y="468699"/>
                </a:lnTo>
                <a:lnTo>
                  <a:pt x="1564640" y="469473"/>
                </a:lnTo>
                <a:lnTo>
                  <a:pt x="1568715" y="470236"/>
                </a:lnTo>
                <a:lnTo>
                  <a:pt x="1572789" y="470989"/>
                </a:lnTo>
                <a:lnTo>
                  <a:pt x="1576864" y="471730"/>
                </a:lnTo>
                <a:lnTo>
                  <a:pt x="1580938" y="472461"/>
                </a:lnTo>
                <a:lnTo>
                  <a:pt x="1585013" y="473181"/>
                </a:lnTo>
                <a:lnTo>
                  <a:pt x="1589088" y="473890"/>
                </a:lnTo>
                <a:lnTo>
                  <a:pt x="1593162" y="474587"/>
                </a:lnTo>
                <a:lnTo>
                  <a:pt x="1597237" y="475274"/>
                </a:lnTo>
                <a:lnTo>
                  <a:pt x="1601311" y="475949"/>
                </a:lnTo>
                <a:lnTo>
                  <a:pt x="1605386" y="476614"/>
                </a:lnTo>
                <a:lnTo>
                  <a:pt x="1609460" y="477267"/>
                </a:lnTo>
                <a:lnTo>
                  <a:pt x="1613535" y="477909"/>
                </a:lnTo>
                <a:lnTo>
                  <a:pt x="1617610" y="478540"/>
                </a:lnTo>
                <a:lnTo>
                  <a:pt x="1621684" y="479160"/>
                </a:lnTo>
                <a:lnTo>
                  <a:pt x="1625759" y="479768"/>
                </a:lnTo>
                <a:lnTo>
                  <a:pt x="1629833" y="480365"/>
                </a:lnTo>
                <a:lnTo>
                  <a:pt x="1633908" y="480951"/>
                </a:lnTo>
                <a:lnTo>
                  <a:pt x="1637983" y="481525"/>
                </a:lnTo>
                <a:lnTo>
                  <a:pt x="1642057" y="482088"/>
                </a:lnTo>
                <a:lnTo>
                  <a:pt x="1646132" y="482639"/>
                </a:lnTo>
                <a:lnTo>
                  <a:pt x="1650206" y="483179"/>
                </a:lnTo>
                <a:lnTo>
                  <a:pt x="1654281" y="483708"/>
                </a:lnTo>
                <a:lnTo>
                  <a:pt x="1658355" y="484225"/>
                </a:lnTo>
                <a:lnTo>
                  <a:pt x="1662430" y="484730"/>
                </a:lnTo>
                <a:lnTo>
                  <a:pt x="1666505" y="485224"/>
                </a:lnTo>
                <a:lnTo>
                  <a:pt x="1670579" y="485706"/>
                </a:lnTo>
                <a:lnTo>
                  <a:pt x="1674654" y="486177"/>
                </a:lnTo>
                <a:lnTo>
                  <a:pt x="1678728" y="486636"/>
                </a:lnTo>
                <a:lnTo>
                  <a:pt x="1682803" y="487084"/>
                </a:lnTo>
                <a:lnTo>
                  <a:pt x="1686878" y="487520"/>
                </a:lnTo>
                <a:lnTo>
                  <a:pt x="1690952" y="487944"/>
                </a:lnTo>
                <a:lnTo>
                  <a:pt x="1695027" y="488356"/>
                </a:lnTo>
                <a:lnTo>
                  <a:pt x="1699101" y="488757"/>
                </a:lnTo>
                <a:lnTo>
                  <a:pt x="1703176" y="489146"/>
                </a:lnTo>
                <a:lnTo>
                  <a:pt x="1707250" y="489523"/>
                </a:lnTo>
                <a:lnTo>
                  <a:pt x="1711325" y="489888"/>
                </a:lnTo>
                <a:lnTo>
                  <a:pt x="1715400" y="490242"/>
                </a:lnTo>
                <a:lnTo>
                  <a:pt x="1719474" y="490584"/>
                </a:lnTo>
                <a:lnTo>
                  <a:pt x="1723549" y="490913"/>
                </a:lnTo>
                <a:lnTo>
                  <a:pt x="1727623" y="491231"/>
                </a:lnTo>
                <a:lnTo>
                  <a:pt x="1731698" y="491538"/>
                </a:lnTo>
                <a:lnTo>
                  <a:pt x="1735773" y="491832"/>
                </a:lnTo>
                <a:lnTo>
                  <a:pt x="1739847" y="492114"/>
                </a:lnTo>
                <a:lnTo>
                  <a:pt x="1743922" y="492385"/>
                </a:lnTo>
                <a:lnTo>
                  <a:pt x="1747996" y="492643"/>
                </a:lnTo>
                <a:lnTo>
                  <a:pt x="1752071" y="492890"/>
                </a:lnTo>
                <a:lnTo>
                  <a:pt x="1756145" y="493125"/>
                </a:lnTo>
                <a:lnTo>
                  <a:pt x="1760220" y="493347"/>
                </a:lnTo>
                <a:lnTo>
                  <a:pt x="1764295" y="493558"/>
                </a:lnTo>
                <a:lnTo>
                  <a:pt x="1768369" y="493757"/>
                </a:lnTo>
                <a:lnTo>
                  <a:pt x="1772444" y="493943"/>
                </a:lnTo>
                <a:lnTo>
                  <a:pt x="1776518" y="494118"/>
                </a:lnTo>
                <a:lnTo>
                  <a:pt x="1780593" y="494281"/>
                </a:lnTo>
                <a:lnTo>
                  <a:pt x="1784668" y="494431"/>
                </a:lnTo>
                <a:lnTo>
                  <a:pt x="1788742" y="494570"/>
                </a:lnTo>
                <a:lnTo>
                  <a:pt x="1792817" y="494697"/>
                </a:lnTo>
                <a:lnTo>
                  <a:pt x="1796891" y="494811"/>
                </a:lnTo>
                <a:lnTo>
                  <a:pt x="1800966" y="494914"/>
                </a:lnTo>
                <a:lnTo>
                  <a:pt x="1805040" y="495004"/>
                </a:lnTo>
                <a:lnTo>
                  <a:pt x="1809115" y="495083"/>
                </a:lnTo>
                <a:lnTo>
                  <a:pt x="1813190" y="495149"/>
                </a:lnTo>
                <a:lnTo>
                  <a:pt x="1817264" y="495203"/>
                </a:lnTo>
                <a:lnTo>
                  <a:pt x="1821339" y="495246"/>
                </a:lnTo>
                <a:lnTo>
                  <a:pt x="1825413" y="495276"/>
                </a:lnTo>
                <a:lnTo>
                  <a:pt x="1829488" y="495294"/>
                </a:lnTo>
                <a:lnTo>
                  <a:pt x="1833563" y="495300"/>
                </a:lnTo>
                <a:lnTo>
                  <a:pt x="1837637" y="495294"/>
                </a:lnTo>
                <a:lnTo>
                  <a:pt x="1841712" y="495276"/>
                </a:lnTo>
                <a:lnTo>
                  <a:pt x="1845786" y="495246"/>
                </a:lnTo>
                <a:lnTo>
                  <a:pt x="1849861" y="495203"/>
                </a:lnTo>
                <a:lnTo>
                  <a:pt x="1853935" y="495149"/>
                </a:lnTo>
                <a:lnTo>
                  <a:pt x="1858010" y="495083"/>
                </a:lnTo>
                <a:lnTo>
                  <a:pt x="1862085" y="495004"/>
                </a:lnTo>
                <a:lnTo>
                  <a:pt x="1866159" y="494914"/>
                </a:lnTo>
                <a:lnTo>
                  <a:pt x="1870234" y="494811"/>
                </a:lnTo>
                <a:lnTo>
                  <a:pt x="1874308" y="494697"/>
                </a:lnTo>
                <a:lnTo>
                  <a:pt x="1878383" y="494570"/>
                </a:lnTo>
                <a:lnTo>
                  <a:pt x="1882458" y="494431"/>
                </a:lnTo>
                <a:lnTo>
                  <a:pt x="1886532" y="494281"/>
                </a:lnTo>
                <a:lnTo>
                  <a:pt x="1890607" y="494118"/>
                </a:lnTo>
                <a:lnTo>
                  <a:pt x="1894681" y="493943"/>
                </a:lnTo>
                <a:lnTo>
                  <a:pt x="1898756" y="493757"/>
                </a:lnTo>
                <a:lnTo>
                  <a:pt x="1902830" y="493558"/>
                </a:lnTo>
                <a:lnTo>
                  <a:pt x="1906905" y="493347"/>
                </a:lnTo>
                <a:lnTo>
                  <a:pt x="1910980" y="493125"/>
                </a:lnTo>
                <a:lnTo>
                  <a:pt x="1915054" y="492890"/>
                </a:lnTo>
                <a:lnTo>
                  <a:pt x="1919129" y="492643"/>
                </a:lnTo>
                <a:lnTo>
                  <a:pt x="1923203" y="492385"/>
                </a:lnTo>
                <a:lnTo>
                  <a:pt x="1927278" y="492114"/>
                </a:lnTo>
                <a:lnTo>
                  <a:pt x="1931352" y="491832"/>
                </a:lnTo>
                <a:lnTo>
                  <a:pt x="1935427" y="491538"/>
                </a:lnTo>
                <a:lnTo>
                  <a:pt x="1939502" y="491231"/>
                </a:lnTo>
                <a:lnTo>
                  <a:pt x="1943576" y="490913"/>
                </a:lnTo>
                <a:lnTo>
                  <a:pt x="1947651" y="490584"/>
                </a:lnTo>
                <a:lnTo>
                  <a:pt x="1951725" y="490242"/>
                </a:lnTo>
                <a:lnTo>
                  <a:pt x="1955800" y="489888"/>
                </a:lnTo>
                <a:lnTo>
                  <a:pt x="1959875" y="489523"/>
                </a:lnTo>
                <a:lnTo>
                  <a:pt x="1963949" y="489146"/>
                </a:lnTo>
                <a:lnTo>
                  <a:pt x="1968024" y="488757"/>
                </a:lnTo>
                <a:lnTo>
                  <a:pt x="1972098" y="488356"/>
                </a:lnTo>
                <a:lnTo>
                  <a:pt x="1976173" y="487944"/>
                </a:lnTo>
                <a:lnTo>
                  <a:pt x="1980247" y="487520"/>
                </a:lnTo>
                <a:lnTo>
                  <a:pt x="1984322" y="487084"/>
                </a:lnTo>
                <a:lnTo>
                  <a:pt x="1988397" y="486636"/>
                </a:lnTo>
                <a:lnTo>
                  <a:pt x="1992471" y="486177"/>
                </a:lnTo>
                <a:lnTo>
                  <a:pt x="1996546" y="485706"/>
                </a:lnTo>
                <a:lnTo>
                  <a:pt x="2000620" y="485224"/>
                </a:lnTo>
                <a:lnTo>
                  <a:pt x="2004695" y="484730"/>
                </a:lnTo>
                <a:lnTo>
                  <a:pt x="2008770" y="484225"/>
                </a:lnTo>
                <a:lnTo>
                  <a:pt x="2012844" y="483708"/>
                </a:lnTo>
                <a:lnTo>
                  <a:pt x="2016919" y="483179"/>
                </a:lnTo>
                <a:lnTo>
                  <a:pt x="2020993" y="482639"/>
                </a:lnTo>
                <a:lnTo>
                  <a:pt x="2025068" y="482088"/>
                </a:lnTo>
                <a:lnTo>
                  <a:pt x="2029142" y="481525"/>
                </a:lnTo>
                <a:lnTo>
                  <a:pt x="2033217" y="480951"/>
                </a:lnTo>
                <a:lnTo>
                  <a:pt x="2037292" y="480365"/>
                </a:lnTo>
                <a:lnTo>
                  <a:pt x="2041366" y="479768"/>
                </a:lnTo>
                <a:lnTo>
                  <a:pt x="2045441" y="479160"/>
                </a:lnTo>
                <a:lnTo>
                  <a:pt x="2049515" y="478540"/>
                </a:lnTo>
                <a:lnTo>
                  <a:pt x="2053590" y="477909"/>
                </a:lnTo>
                <a:lnTo>
                  <a:pt x="2057665" y="477267"/>
                </a:lnTo>
                <a:lnTo>
                  <a:pt x="2061739" y="476614"/>
                </a:lnTo>
                <a:lnTo>
                  <a:pt x="2065814" y="475949"/>
                </a:lnTo>
                <a:lnTo>
                  <a:pt x="2069888" y="475274"/>
                </a:lnTo>
                <a:lnTo>
                  <a:pt x="2073963" y="474587"/>
                </a:lnTo>
                <a:lnTo>
                  <a:pt x="2078037" y="473890"/>
                </a:lnTo>
                <a:lnTo>
                  <a:pt x="2082112" y="473181"/>
                </a:lnTo>
                <a:lnTo>
                  <a:pt x="2086187" y="472461"/>
                </a:lnTo>
                <a:lnTo>
                  <a:pt x="2090261" y="471730"/>
                </a:lnTo>
                <a:lnTo>
                  <a:pt x="2094336" y="470989"/>
                </a:lnTo>
                <a:lnTo>
                  <a:pt x="2098410" y="470236"/>
                </a:lnTo>
                <a:lnTo>
                  <a:pt x="2102485" y="469473"/>
                </a:lnTo>
                <a:lnTo>
                  <a:pt x="2106560" y="468699"/>
                </a:lnTo>
                <a:lnTo>
                  <a:pt x="2110634" y="467914"/>
                </a:lnTo>
                <a:lnTo>
                  <a:pt x="2114709" y="467118"/>
                </a:lnTo>
                <a:lnTo>
                  <a:pt x="2118783" y="466312"/>
                </a:lnTo>
                <a:lnTo>
                  <a:pt x="2122858" y="465495"/>
                </a:lnTo>
                <a:lnTo>
                  <a:pt x="2126933" y="464667"/>
                </a:lnTo>
                <a:lnTo>
                  <a:pt x="2131007" y="463829"/>
                </a:lnTo>
                <a:lnTo>
                  <a:pt x="2135082" y="462980"/>
                </a:lnTo>
                <a:lnTo>
                  <a:pt x="2139156" y="462121"/>
                </a:lnTo>
                <a:lnTo>
                  <a:pt x="2143231" y="461252"/>
                </a:lnTo>
                <a:lnTo>
                  <a:pt x="2147305" y="460371"/>
                </a:lnTo>
                <a:lnTo>
                  <a:pt x="2151380" y="459481"/>
                </a:lnTo>
                <a:lnTo>
                  <a:pt x="2155455" y="458580"/>
                </a:lnTo>
                <a:lnTo>
                  <a:pt x="2159529" y="457669"/>
                </a:lnTo>
                <a:lnTo>
                  <a:pt x="2163604" y="456748"/>
                </a:lnTo>
                <a:lnTo>
                  <a:pt x="2167678" y="455816"/>
                </a:lnTo>
                <a:lnTo>
                  <a:pt x="2171753" y="454875"/>
                </a:lnTo>
                <a:lnTo>
                  <a:pt x="2175828" y="453923"/>
                </a:lnTo>
                <a:lnTo>
                  <a:pt x="2179902" y="452961"/>
                </a:lnTo>
                <a:lnTo>
                  <a:pt x="2183977" y="451989"/>
                </a:lnTo>
                <a:lnTo>
                  <a:pt x="2188051" y="451008"/>
                </a:lnTo>
                <a:lnTo>
                  <a:pt x="2192126" y="450016"/>
                </a:lnTo>
                <a:lnTo>
                  <a:pt x="2196200" y="449014"/>
                </a:lnTo>
                <a:lnTo>
                  <a:pt x="2200275" y="448003"/>
                </a:lnTo>
                <a:lnTo>
                  <a:pt x="2204350" y="446982"/>
                </a:lnTo>
                <a:lnTo>
                  <a:pt x="2208424" y="445951"/>
                </a:lnTo>
                <a:lnTo>
                  <a:pt x="2212499" y="444911"/>
                </a:lnTo>
                <a:lnTo>
                  <a:pt x="2216573" y="443861"/>
                </a:lnTo>
                <a:lnTo>
                  <a:pt x="2220648" y="442801"/>
                </a:lnTo>
                <a:lnTo>
                  <a:pt x="2224723" y="441732"/>
                </a:lnTo>
                <a:lnTo>
                  <a:pt x="2228797" y="440653"/>
                </a:lnTo>
                <a:lnTo>
                  <a:pt x="2232872" y="439565"/>
                </a:lnTo>
                <a:lnTo>
                  <a:pt x="2236946" y="438468"/>
                </a:lnTo>
                <a:lnTo>
                  <a:pt x="2241021" y="437361"/>
                </a:lnTo>
                <a:lnTo>
                  <a:pt x="2245095" y="436245"/>
                </a:lnTo>
                <a:lnTo>
                  <a:pt x="2249170" y="435120"/>
                </a:lnTo>
                <a:lnTo>
                  <a:pt x="2253245" y="433986"/>
                </a:lnTo>
                <a:lnTo>
                  <a:pt x="2257319" y="432842"/>
                </a:lnTo>
                <a:lnTo>
                  <a:pt x="2261394" y="431690"/>
                </a:lnTo>
                <a:lnTo>
                  <a:pt x="2265468" y="430528"/>
                </a:lnTo>
                <a:lnTo>
                  <a:pt x="2269543" y="429358"/>
                </a:lnTo>
                <a:lnTo>
                  <a:pt x="2273618" y="428179"/>
                </a:lnTo>
                <a:lnTo>
                  <a:pt x="2277692" y="426991"/>
                </a:lnTo>
                <a:lnTo>
                  <a:pt x="2281767" y="425795"/>
                </a:lnTo>
                <a:lnTo>
                  <a:pt x="2285841" y="424589"/>
                </a:lnTo>
                <a:lnTo>
                  <a:pt x="2289916" y="423375"/>
                </a:lnTo>
                <a:lnTo>
                  <a:pt x="2293990" y="422153"/>
                </a:lnTo>
                <a:lnTo>
                  <a:pt x="2298065" y="420922"/>
                </a:lnTo>
                <a:lnTo>
                  <a:pt x="2302140" y="419682"/>
                </a:lnTo>
                <a:lnTo>
                  <a:pt x="2306214" y="418434"/>
                </a:lnTo>
                <a:lnTo>
                  <a:pt x="2310289" y="417178"/>
                </a:lnTo>
                <a:lnTo>
                  <a:pt x="2314363" y="415914"/>
                </a:lnTo>
                <a:lnTo>
                  <a:pt x="2318438" y="414641"/>
                </a:lnTo>
                <a:lnTo>
                  <a:pt x="2322513" y="413360"/>
                </a:lnTo>
                <a:lnTo>
                  <a:pt x="2326587" y="412071"/>
                </a:lnTo>
                <a:lnTo>
                  <a:pt x="2330662" y="410774"/>
                </a:lnTo>
                <a:lnTo>
                  <a:pt x="2334736" y="409470"/>
                </a:lnTo>
                <a:lnTo>
                  <a:pt x="2338811" y="408157"/>
                </a:lnTo>
                <a:lnTo>
                  <a:pt x="2342885" y="406836"/>
                </a:lnTo>
                <a:lnTo>
                  <a:pt x="2346960" y="405508"/>
                </a:lnTo>
                <a:lnTo>
                  <a:pt x="2351035" y="404172"/>
                </a:lnTo>
                <a:lnTo>
                  <a:pt x="2355109" y="402828"/>
                </a:lnTo>
                <a:lnTo>
                  <a:pt x="2359184" y="401477"/>
                </a:lnTo>
                <a:lnTo>
                  <a:pt x="2363258" y="400119"/>
                </a:lnTo>
                <a:lnTo>
                  <a:pt x="2367333" y="398752"/>
                </a:lnTo>
                <a:lnTo>
                  <a:pt x="2371408" y="397379"/>
                </a:lnTo>
                <a:lnTo>
                  <a:pt x="2375482" y="395998"/>
                </a:lnTo>
                <a:lnTo>
                  <a:pt x="2379557" y="394610"/>
                </a:lnTo>
                <a:lnTo>
                  <a:pt x="2383631" y="393215"/>
                </a:lnTo>
                <a:lnTo>
                  <a:pt x="2387706" y="391813"/>
                </a:lnTo>
                <a:lnTo>
                  <a:pt x="2391780" y="390403"/>
                </a:lnTo>
                <a:lnTo>
                  <a:pt x="2395855" y="388987"/>
                </a:lnTo>
                <a:lnTo>
                  <a:pt x="2399930" y="387564"/>
                </a:lnTo>
                <a:lnTo>
                  <a:pt x="2404004" y="386134"/>
                </a:lnTo>
                <a:lnTo>
                  <a:pt x="2408079" y="384697"/>
                </a:lnTo>
                <a:lnTo>
                  <a:pt x="2412153" y="383254"/>
                </a:lnTo>
                <a:lnTo>
                  <a:pt x="2416228" y="381804"/>
                </a:lnTo>
                <a:lnTo>
                  <a:pt x="2420303" y="380348"/>
                </a:lnTo>
                <a:lnTo>
                  <a:pt x="2424377" y="378885"/>
                </a:lnTo>
                <a:lnTo>
                  <a:pt x="2428452" y="377415"/>
                </a:lnTo>
                <a:lnTo>
                  <a:pt x="2432526" y="375939"/>
                </a:lnTo>
                <a:lnTo>
                  <a:pt x="2436601" y="374457"/>
                </a:lnTo>
                <a:lnTo>
                  <a:pt x="2440675" y="372969"/>
                </a:lnTo>
                <a:lnTo>
                  <a:pt x="2444750" y="371475"/>
                </a:lnTo>
                <a:lnTo>
                  <a:pt x="2448825" y="369975"/>
                </a:lnTo>
                <a:lnTo>
                  <a:pt x="2452899" y="368468"/>
                </a:lnTo>
                <a:lnTo>
                  <a:pt x="2456974" y="366956"/>
                </a:lnTo>
                <a:lnTo>
                  <a:pt x="2461048" y="365438"/>
                </a:lnTo>
                <a:lnTo>
                  <a:pt x="2465123" y="363915"/>
                </a:lnTo>
                <a:lnTo>
                  <a:pt x="2469198" y="362385"/>
                </a:lnTo>
                <a:lnTo>
                  <a:pt x="2473272" y="360850"/>
                </a:lnTo>
                <a:lnTo>
                  <a:pt x="2477347" y="359310"/>
                </a:lnTo>
                <a:lnTo>
                  <a:pt x="2481421" y="357764"/>
                </a:lnTo>
                <a:lnTo>
                  <a:pt x="2485496" y="356213"/>
                </a:lnTo>
                <a:lnTo>
                  <a:pt x="2489570" y="354656"/>
                </a:lnTo>
                <a:lnTo>
                  <a:pt x="2493645" y="353094"/>
                </a:lnTo>
                <a:lnTo>
                  <a:pt x="2497720" y="351527"/>
                </a:lnTo>
                <a:lnTo>
                  <a:pt x="2501794" y="349955"/>
                </a:lnTo>
                <a:lnTo>
                  <a:pt x="2505869" y="348378"/>
                </a:lnTo>
                <a:lnTo>
                  <a:pt x="2509943" y="346796"/>
                </a:lnTo>
                <a:lnTo>
                  <a:pt x="2514018" y="345210"/>
                </a:lnTo>
                <a:lnTo>
                  <a:pt x="2518093" y="343618"/>
                </a:lnTo>
                <a:lnTo>
                  <a:pt x="2522167" y="342022"/>
                </a:lnTo>
                <a:lnTo>
                  <a:pt x="2526242" y="340421"/>
                </a:lnTo>
                <a:lnTo>
                  <a:pt x="2530316" y="338816"/>
                </a:lnTo>
                <a:lnTo>
                  <a:pt x="2534391" y="337206"/>
                </a:lnTo>
                <a:lnTo>
                  <a:pt x="2538465" y="335592"/>
                </a:lnTo>
                <a:lnTo>
                  <a:pt x="2542540" y="333974"/>
                </a:lnTo>
                <a:lnTo>
                  <a:pt x="2546615" y="332351"/>
                </a:lnTo>
                <a:lnTo>
                  <a:pt x="2550689" y="330725"/>
                </a:lnTo>
                <a:lnTo>
                  <a:pt x="2554764" y="329094"/>
                </a:lnTo>
                <a:lnTo>
                  <a:pt x="2558838" y="327459"/>
                </a:lnTo>
                <a:lnTo>
                  <a:pt x="2562913" y="325820"/>
                </a:lnTo>
                <a:lnTo>
                  <a:pt x="2566988" y="324178"/>
                </a:lnTo>
                <a:lnTo>
                  <a:pt x="2571062" y="322532"/>
                </a:lnTo>
                <a:lnTo>
                  <a:pt x="2575137" y="320882"/>
                </a:lnTo>
                <a:lnTo>
                  <a:pt x="2579211" y="319229"/>
                </a:lnTo>
                <a:lnTo>
                  <a:pt x="2583286" y="317572"/>
                </a:lnTo>
                <a:lnTo>
                  <a:pt x="2587360" y="315912"/>
                </a:lnTo>
                <a:lnTo>
                  <a:pt x="2591435" y="314248"/>
                </a:lnTo>
                <a:lnTo>
                  <a:pt x="2595510" y="312581"/>
                </a:lnTo>
                <a:lnTo>
                  <a:pt x="2599584" y="310911"/>
                </a:lnTo>
                <a:lnTo>
                  <a:pt x="2603659" y="309238"/>
                </a:lnTo>
                <a:lnTo>
                  <a:pt x="2607733" y="307562"/>
                </a:lnTo>
                <a:lnTo>
                  <a:pt x="2611808" y="305883"/>
                </a:lnTo>
                <a:lnTo>
                  <a:pt x="2615883" y="304201"/>
                </a:lnTo>
                <a:lnTo>
                  <a:pt x="2619957" y="302516"/>
                </a:lnTo>
                <a:lnTo>
                  <a:pt x="2624032" y="300829"/>
                </a:lnTo>
                <a:lnTo>
                  <a:pt x="2628106" y="299139"/>
                </a:lnTo>
                <a:lnTo>
                  <a:pt x="2632181" y="297447"/>
                </a:lnTo>
                <a:lnTo>
                  <a:pt x="2636255" y="295752"/>
                </a:lnTo>
                <a:lnTo>
                  <a:pt x="2640330" y="294055"/>
                </a:lnTo>
                <a:lnTo>
                  <a:pt x="2644405" y="292356"/>
                </a:lnTo>
                <a:lnTo>
                  <a:pt x="2648479" y="290654"/>
                </a:lnTo>
                <a:lnTo>
                  <a:pt x="2652554" y="288950"/>
                </a:lnTo>
                <a:lnTo>
                  <a:pt x="2656628" y="287245"/>
                </a:lnTo>
                <a:lnTo>
                  <a:pt x="2660703" y="285537"/>
                </a:lnTo>
                <a:lnTo>
                  <a:pt x="2664778" y="283827"/>
                </a:lnTo>
                <a:lnTo>
                  <a:pt x="2668852" y="282116"/>
                </a:lnTo>
                <a:lnTo>
                  <a:pt x="2672927" y="280403"/>
                </a:lnTo>
                <a:lnTo>
                  <a:pt x="2677001" y="278689"/>
                </a:lnTo>
                <a:lnTo>
                  <a:pt x="2681076" y="276973"/>
                </a:lnTo>
                <a:lnTo>
                  <a:pt x="2685150" y="275255"/>
                </a:lnTo>
                <a:lnTo>
                  <a:pt x="2689225" y="273536"/>
                </a:lnTo>
                <a:lnTo>
                  <a:pt x="2693300" y="271816"/>
                </a:lnTo>
                <a:lnTo>
                  <a:pt x="2697374" y="270095"/>
                </a:lnTo>
                <a:lnTo>
                  <a:pt x="2701449" y="268373"/>
                </a:lnTo>
                <a:lnTo>
                  <a:pt x="2705523" y="266649"/>
                </a:lnTo>
                <a:lnTo>
                  <a:pt x="2709598" y="264925"/>
                </a:lnTo>
                <a:lnTo>
                  <a:pt x="2713673" y="263200"/>
                </a:lnTo>
                <a:lnTo>
                  <a:pt x="2717747" y="261474"/>
                </a:lnTo>
                <a:lnTo>
                  <a:pt x="2721822" y="259748"/>
                </a:lnTo>
                <a:lnTo>
                  <a:pt x="2725896" y="258021"/>
                </a:lnTo>
                <a:lnTo>
                  <a:pt x="2729971" y="256293"/>
                </a:lnTo>
                <a:lnTo>
                  <a:pt x="2734045" y="254565"/>
                </a:lnTo>
                <a:lnTo>
                  <a:pt x="2738120" y="252836"/>
                </a:lnTo>
                <a:lnTo>
                  <a:pt x="2742195" y="251108"/>
                </a:lnTo>
                <a:lnTo>
                  <a:pt x="2746269" y="249379"/>
                </a:lnTo>
                <a:lnTo>
                  <a:pt x="2750344" y="247650"/>
                </a:lnTo>
                <a:lnTo>
                  <a:pt x="2754418" y="245921"/>
                </a:lnTo>
                <a:lnTo>
                  <a:pt x="2758493" y="244192"/>
                </a:lnTo>
                <a:lnTo>
                  <a:pt x="2762568" y="242464"/>
                </a:lnTo>
                <a:lnTo>
                  <a:pt x="2766642" y="240735"/>
                </a:lnTo>
                <a:lnTo>
                  <a:pt x="2770717" y="239007"/>
                </a:lnTo>
                <a:lnTo>
                  <a:pt x="2774791" y="237279"/>
                </a:lnTo>
                <a:lnTo>
                  <a:pt x="2778866" y="235552"/>
                </a:lnTo>
                <a:lnTo>
                  <a:pt x="2782940" y="233826"/>
                </a:lnTo>
                <a:lnTo>
                  <a:pt x="2787015" y="232100"/>
                </a:lnTo>
                <a:lnTo>
                  <a:pt x="2791090" y="230375"/>
                </a:lnTo>
                <a:lnTo>
                  <a:pt x="2795164" y="228651"/>
                </a:lnTo>
                <a:lnTo>
                  <a:pt x="2799239" y="226927"/>
                </a:lnTo>
                <a:lnTo>
                  <a:pt x="2803313" y="225205"/>
                </a:lnTo>
                <a:lnTo>
                  <a:pt x="2807388" y="223484"/>
                </a:lnTo>
                <a:lnTo>
                  <a:pt x="2811463" y="221764"/>
                </a:lnTo>
                <a:lnTo>
                  <a:pt x="2815537" y="220045"/>
                </a:lnTo>
                <a:lnTo>
                  <a:pt x="2819612" y="218327"/>
                </a:lnTo>
                <a:lnTo>
                  <a:pt x="2823686" y="216611"/>
                </a:lnTo>
                <a:lnTo>
                  <a:pt x="2827761" y="214897"/>
                </a:lnTo>
                <a:lnTo>
                  <a:pt x="2831835" y="213184"/>
                </a:lnTo>
                <a:lnTo>
                  <a:pt x="2835910" y="211473"/>
                </a:lnTo>
                <a:lnTo>
                  <a:pt x="2839985" y="209763"/>
                </a:lnTo>
                <a:lnTo>
                  <a:pt x="2844059" y="208055"/>
                </a:lnTo>
                <a:lnTo>
                  <a:pt x="2848134" y="206350"/>
                </a:lnTo>
                <a:lnTo>
                  <a:pt x="2852208" y="204646"/>
                </a:lnTo>
                <a:lnTo>
                  <a:pt x="2856283" y="202944"/>
                </a:lnTo>
                <a:lnTo>
                  <a:pt x="2860358" y="201245"/>
                </a:lnTo>
                <a:lnTo>
                  <a:pt x="2864432" y="199548"/>
                </a:lnTo>
                <a:lnTo>
                  <a:pt x="2868507" y="197853"/>
                </a:lnTo>
                <a:lnTo>
                  <a:pt x="2872581" y="196161"/>
                </a:lnTo>
                <a:lnTo>
                  <a:pt x="2876656" y="194471"/>
                </a:lnTo>
                <a:lnTo>
                  <a:pt x="2880730" y="192784"/>
                </a:lnTo>
                <a:lnTo>
                  <a:pt x="2884805" y="191099"/>
                </a:lnTo>
                <a:lnTo>
                  <a:pt x="2888880" y="189417"/>
                </a:lnTo>
                <a:lnTo>
                  <a:pt x="2892954" y="187738"/>
                </a:lnTo>
                <a:lnTo>
                  <a:pt x="2897029" y="186062"/>
                </a:lnTo>
                <a:lnTo>
                  <a:pt x="2901103" y="184389"/>
                </a:lnTo>
                <a:lnTo>
                  <a:pt x="2905178" y="182719"/>
                </a:lnTo>
                <a:lnTo>
                  <a:pt x="2909253" y="181052"/>
                </a:lnTo>
                <a:lnTo>
                  <a:pt x="2913327" y="179388"/>
                </a:lnTo>
                <a:lnTo>
                  <a:pt x="2917402" y="177728"/>
                </a:lnTo>
                <a:lnTo>
                  <a:pt x="2921476" y="176071"/>
                </a:lnTo>
                <a:lnTo>
                  <a:pt x="2925551" y="174418"/>
                </a:lnTo>
                <a:lnTo>
                  <a:pt x="2929625" y="172768"/>
                </a:lnTo>
                <a:lnTo>
                  <a:pt x="2933700" y="171122"/>
                </a:lnTo>
                <a:lnTo>
                  <a:pt x="2937775" y="169480"/>
                </a:lnTo>
                <a:lnTo>
                  <a:pt x="2941849" y="167841"/>
                </a:lnTo>
                <a:lnTo>
                  <a:pt x="2945924" y="166206"/>
                </a:lnTo>
                <a:lnTo>
                  <a:pt x="2949998" y="164575"/>
                </a:lnTo>
                <a:lnTo>
                  <a:pt x="2954073" y="162949"/>
                </a:lnTo>
                <a:lnTo>
                  <a:pt x="2958148" y="161326"/>
                </a:lnTo>
                <a:lnTo>
                  <a:pt x="2962222" y="159708"/>
                </a:lnTo>
                <a:lnTo>
                  <a:pt x="2966297" y="158094"/>
                </a:lnTo>
                <a:lnTo>
                  <a:pt x="2970371" y="156484"/>
                </a:lnTo>
                <a:lnTo>
                  <a:pt x="2974446" y="154879"/>
                </a:lnTo>
                <a:lnTo>
                  <a:pt x="2978520" y="153278"/>
                </a:lnTo>
                <a:lnTo>
                  <a:pt x="2982595" y="151682"/>
                </a:lnTo>
                <a:lnTo>
                  <a:pt x="2986670" y="150090"/>
                </a:lnTo>
                <a:lnTo>
                  <a:pt x="2990744" y="148504"/>
                </a:lnTo>
                <a:lnTo>
                  <a:pt x="2994819" y="146922"/>
                </a:lnTo>
                <a:lnTo>
                  <a:pt x="2998893" y="145345"/>
                </a:lnTo>
                <a:lnTo>
                  <a:pt x="3002968" y="143773"/>
                </a:lnTo>
                <a:lnTo>
                  <a:pt x="3007043" y="142206"/>
                </a:lnTo>
                <a:lnTo>
                  <a:pt x="3011117" y="140644"/>
                </a:lnTo>
                <a:lnTo>
                  <a:pt x="3015192" y="139087"/>
                </a:lnTo>
                <a:lnTo>
                  <a:pt x="3019266" y="137536"/>
                </a:lnTo>
                <a:lnTo>
                  <a:pt x="3023341" y="135990"/>
                </a:lnTo>
                <a:lnTo>
                  <a:pt x="3027415" y="134450"/>
                </a:lnTo>
                <a:lnTo>
                  <a:pt x="3031490" y="132915"/>
                </a:lnTo>
                <a:lnTo>
                  <a:pt x="3035565" y="131385"/>
                </a:lnTo>
                <a:lnTo>
                  <a:pt x="3039639" y="129862"/>
                </a:lnTo>
                <a:lnTo>
                  <a:pt x="3043714" y="128344"/>
                </a:lnTo>
                <a:lnTo>
                  <a:pt x="3047788" y="126832"/>
                </a:lnTo>
                <a:lnTo>
                  <a:pt x="3051863" y="125325"/>
                </a:lnTo>
                <a:lnTo>
                  <a:pt x="3055938" y="123825"/>
                </a:lnTo>
                <a:lnTo>
                  <a:pt x="3060012" y="122331"/>
                </a:lnTo>
                <a:lnTo>
                  <a:pt x="3064087" y="120843"/>
                </a:lnTo>
                <a:lnTo>
                  <a:pt x="3068161" y="119361"/>
                </a:lnTo>
                <a:lnTo>
                  <a:pt x="3072236" y="117885"/>
                </a:lnTo>
                <a:lnTo>
                  <a:pt x="3076310" y="116415"/>
                </a:lnTo>
                <a:lnTo>
                  <a:pt x="3080385" y="114952"/>
                </a:lnTo>
                <a:lnTo>
                  <a:pt x="3084460" y="113496"/>
                </a:lnTo>
                <a:lnTo>
                  <a:pt x="3088534" y="112046"/>
                </a:lnTo>
                <a:lnTo>
                  <a:pt x="3092609" y="110603"/>
                </a:lnTo>
                <a:lnTo>
                  <a:pt x="3096683" y="109166"/>
                </a:lnTo>
                <a:lnTo>
                  <a:pt x="3100758" y="107736"/>
                </a:lnTo>
                <a:lnTo>
                  <a:pt x="3104832" y="106313"/>
                </a:lnTo>
                <a:lnTo>
                  <a:pt x="3108907" y="104897"/>
                </a:lnTo>
                <a:lnTo>
                  <a:pt x="3112982" y="103487"/>
                </a:lnTo>
                <a:lnTo>
                  <a:pt x="3117056" y="102085"/>
                </a:lnTo>
                <a:lnTo>
                  <a:pt x="3121131" y="100690"/>
                </a:lnTo>
                <a:lnTo>
                  <a:pt x="3125205" y="99302"/>
                </a:lnTo>
                <a:lnTo>
                  <a:pt x="3129280" y="97921"/>
                </a:lnTo>
                <a:lnTo>
                  <a:pt x="3133355" y="96548"/>
                </a:lnTo>
                <a:lnTo>
                  <a:pt x="3137429" y="95181"/>
                </a:lnTo>
                <a:lnTo>
                  <a:pt x="3141504" y="93823"/>
                </a:lnTo>
                <a:lnTo>
                  <a:pt x="3145578" y="92472"/>
                </a:lnTo>
                <a:lnTo>
                  <a:pt x="3149653" y="91128"/>
                </a:lnTo>
                <a:lnTo>
                  <a:pt x="3153728" y="89792"/>
                </a:lnTo>
                <a:lnTo>
                  <a:pt x="3157802" y="88464"/>
                </a:lnTo>
                <a:lnTo>
                  <a:pt x="3161877" y="87143"/>
                </a:lnTo>
                <a:lnTo>
                  <a:pt x="3165951" y="85830"/>
                </a:lnTo>
                <a:lnTo>
                  <a:pt x="3170026" y="84526"/>
                </a:lnTo>
                <a:lnTo>
                  <a:pt x="3174100" y="83229"/>
                </a:lnTo>
                <a:lnTo>
                  <a:pt x="3178175" y="81940"/>
                </a:lnTo>
                <a:lnTo>
                  <a:pt x="3182250" y="80659"/>
                </a:lnTo>
                <a:lnTo>
                  <a:pt x="3186324" y="79386"/>
                </a:lnTo>
                <a:lnTo>
                  <a:pt x="3190399" y="78122"/>
                </a:lnTo>
                <a:lnTo>
                  <a:pt x="3194473" y="76866"/>
                </a:lnTo>
                <a:lnTo>
                  <a:pt x="3198548" y="75618"/>
                </a:lnTo>
                <a:lnTo>
                  <a:pt x="3202623" y="74378"/>
                </a:lnTo>
                <a:lnTo>
                  <a:pt x="3206697" y="73147"/>
                </a:lnTo>
                <a:lnTo>
                  <a:pt x="3210772" y="71925"/>
                </a:lnTo>
                <a:lnTo>
                  <a:pt x="3214846" y="70711"/>
                </a:lnTo>
                <a:lnTo>
                  <a:pt x="3218921" y="69505"/>
                </a:lnTo>
                <a:lnTo>
                  <a:pt x="3222995" y="68309"/>
                </a:lnTo>
                <a:lnTo>
                  <a:pt x="3227070" y="67121"/>
                </a:lnTo>
                <a:lnTo>
                  <a:pt x="3231145" y="65942"/>
                </a:lnTo>
                <a:lnTo>
                  <a:pt x="3235219" y="64772"/>
                </a:lnTo>
                <a:lnTo>
                  <a:pt x="3239294" y="63610"/>
                </a:lnTo>
                <a:lnTo>
                  <a:pt x="3243368" y="62458"/>
                </a:lnTo>
                <a:lnTo>
                  <a:pt x="3247443" y="61314"/>
                </a:lnTo>
                <a:lnTo>
                  <a:pt x="3251518" y="60180"/>
                </a:lnTo>
                <a:lnTo>
                  <a:pt x="3255592" y="59055"/>
                </a:lnTo>
                <a:lnTo>
                  <a:pt x="3259667" y="57939"/>
                </a:lnTo>
                <a:lnTo>
                  <a:pt x="3263741" y="56832"/>
                </a:lnTo>
                <a:lnTo>
                  <a:pt x="3267816" y="55735"/>
                </a:lnTo>
                <a:lnTo>
                  <a:pt x="3271890" y="54647"/>
                </a:lnTo>
                <a:lnTo>
                  <a:pt x="3275965" y="53568"/>
                </a:lnTo>
                <a:lnTo>
                  <a:pt x="3280040" y="52499"/>
                </a:lnTo>
                <a:lnTo>
                  <a:pt x="3284114" y="51439"/>
                </a:lnTo>
                <a:lnTo>
                  <a:pt x="3288189" y="50389"/>
                </a:lnTo>
                <a:lnTo>
                  <a:pt x="3292263" y="49349"/>
                </a:lnTo>
                <a:lnTo>
                  <a:pt x="3296338" y="48318"/>
                </a:lnTo>
                <a:lnTo>
                  <a:pt x="3300413" y="47297"/>
                </a:lnTo>
                <a:lnTo>
                  <a:pt x="3304487" y="46286"/>
                </a:lnTo>
                <a:lnTo>
                  <a:pt x="3308562" y="45284"/>
                </a:lnTo>
                <a:lnTo>
                  <a:pt x="3312636" y="44292"/>
                </a:lnTo>
                <a:lnTo>
                  <a:pt x="3316711" y="43311"/>
                </a:lnTo>
                <a:lnTo>
                  <a:pt x="3320785" y="42339"/>
                </a:lnTo>
                <a:lnTo>
                  <a:pt x="3324860" y="41377"/>
                </a:lnTo>
                <a:lnTo>
                  <a:pt x="3328935" y="40425"/>
                </a:lnTo>
                <a:lnTo>
                  <a:pt x="3333009" y="39484"/>
                </a:lnTo>
                <a:lnTo>
                  <a:pt x="3337084" y="38552"/>
                </a:lnTo>
                <a:lnTo>
                  <a:pt x="3341158" y="37631"/>
                </a:lnTo>
                <a:lnTo>
                  <a:pt x="3345233" y="36720"/>
                </a:lnTo>
                <a:lnTo>
                  <a:pt x="3349308" y="35819"/>
                </a:lnTo>
                <a:lnTo>
                  <a:pt x="3353382" y="34929"/>
                </a:lnTo>
                <a:lnTo>
                  <a:pt x="3357457" y="34048"/>
                </a:lnTo>
                <a:lnTo>
                  <a:pt x="3361531" y="33179"/>
                </a:lnTo>
                <a:lnTo>
                  <a:pt x="3365606" y="32320"/>
                </a:lnTo>
                <a:lnTo>
                  <a:pt x="3369680" y="31471"/>
                </a:lnTo>
                <a:lnTo>
                  <a:pt x="3373755" y="30633"/>
                </a:lnTo>
                <a:lnTo>
                  <a:pt x="3377830" y="29805"/>
                </a:lnTo>
                <a:lnTo>
                  <a:pt x="3381904" y="28988"/>
                </a:lnTo>
                <a:lnTo>
                  <a:pt x="3385979" y="28182"/>
                </a:lnTo>
                <a:lnTo>
                  <a:pt x="3390053" y="27386"/>
                </a:lnTo>
                <a:lnTo>
                  <a:pt x="3394128" y="26601"/>
                </a:lnTo>
                <a:lnTo>
                  <a:pt x="3398203" y="25827"/>
                </a:lnTo>
                <a:lnTo>
                  <a:pt x="3402277" y="25064"/>
                </a:lnTo>
                <a:lnTo>
                  <a:pt x="3406352" y="24311"/>
                </a:lnTo>
                <a:lnTo>
                  <a:pt x="3410426" y="23570"/>
                </a:lnTo>
                <a:lnTo>
                  <a:pt x="3414501" y="22839"/>
                </a:lnTo>
                <a:lnTo>
                  <a:pt x="3418575" y="22119"/>
                </a:lnTo>
                <a:lnTo>
                  <a:pt x="3422650" y="21410"/>
                </a:lnTo>
                <a:lnTo>
                  <a:pt x="3426725" y="20713"/>
                </a:lnTo>
                <a:lnTo>
                  <a:pt x="3430799" y="20026"/>
                </a:lnTo>
                <a:lnTo>
                  <a:pt x="3434874" y="19351"/>
                </a:lnTo>
                <a:lnTo>
                  <a:pt x="3438948" y="18686"/>
                </a:lnTo>
                <a:lnTo>
                  <a:pt x="3443023" y="18033"/>
                </a:lnTo>
                <a:lnTo>
                  <a:pt x="3447098" y="17391"/>
                </a:lnTo>
                <a:lnTo>
                  <a:pt x="3451172" y="16760"/>
                </a:lnTo>
                <a:lnTo>
                  <a:pt x="3455247" y="16140"/>
                </a:lnTo>
                <a:lnTo>
                  <a:pt x="3459321" y="15532"/>
                </a:lnTo>
                <a:lnTo>
                  <a:pt x="3463396" y="14935"/>
                </a:lnTo>
                <a:lnTo>
                  <a:pt x="3467470" y="14349"/>
                </a:lnTo>
                <a:lnTo>
                  <a:pt x="3471545" y="13775"/>
                </a:lnTo>
                <a:lnTo>
                  <a:pt x="3475620" y="13212"/>
                </a:lnTo>
                <a:lnTo>
                  <a:pt x="3479694" y="12661"/>
                </a:lnTo>
                <a:lnTo>
                  <a:pt x="3483769" y="12121"/>
                </a:lnTo>
                <a:lnTo>
                  <a:pt x="3487843" y="11592"/>
                </a:lnTo>
                <a:lnTo>
                  <a:pt x="3491918" y="11075"/>
                </a:lnTo>
                <a:lnTo>
                  <a:pt x="3495993" y="10570"/>
                </a:lnTo>
                <a:lnTo>
                  <a:pt x="3500067" y="10076"/>
                </a:lnTo>
                <a:lnTo>
                  <a:pt x="3504142" y="9594"/>
                </a:lnTo>
                <a:lnTo>
                  <a:pt x="3508216" y="9123"/>
                </a:lnTo>
                <a:lnTo>
                  <a:pt x="3512291" y="8664"/>
                </a:lnTo>
                <a:lnTo>
                  <a:pt x="3516365" y="8216"/>
                </a:lnTo>
                <a:lnTo>
                  <a:pt x="3520440" y="7780"/>
                </a:lnTo>
                <a:lnTo>
                  <a:pt x="3524515" y="7356"/>
                </a:lnTo>
                <a:lnTo>
                  <a:pt x="3528589" y="6944"/>
                </a:lnTo>
                <a:lnTo>
                  <a:pt x="3532664" y="6543"/>
                </a:lnTo>
                <a:lnTo>
                  <a:pt x="3536738" y="6154"/>
                </a:lnTo>
                <a:lnTo>
                  <a:pt x="3540813" y="5777"/>
                </a:lnTo>
                <a:lnTo>
                  <a:pt x="3544888" y="5412"/>
                </a:lnTo>
                <a:lnTo>
                  <a:pt x="3548962" y="5058"/>
                </a:lnTo>
                <a:lnTo>
                  <a:pt x="3553037" y="4716"/>
                </a:lnTo>
                <a:lnTo>
                  <a:pt x="3557111" y="4387"/>
                </a:lnTo>
                <a:lnTo>
                  <a:pt x="3561186" y="4069"/>
                </a:lnTo>
                <a:lnTo>
                  <a:pt x="3565260" y="3762"/>
                </a:lnTo>
                <a:lnTo>
                  <a:pt x="3569335" y="3468"/>
                </a:lnTo>
                <a:lnTo>
                  <a:pt x="3573410" y="3186"/>
                </a:lnTo>
                <a:lnTo>
                  <a:pt x="3577484" y="2915"/>
                </a:lnTo>
                <a:lnTo>
                  <a:pt x="3581559" y="2657"/>
                </a:lnTo>
                <a:lnTo>
                  <a:pt x="3585633" y="2410"/>
                </a:lnTo>
                <a:lnTo>
                  <a:pt x="3589708" y="2175"/>
                </a:lnTo>
                <a:lnTo>
                  <a:pt x="3593783" y="1953"/>
                </a:lnTo>
                <a:lnTo>
                  <a:pt x="3597857" y="1742"/>
                </a:lnTo>
                <a:lnTo>
                  <a:pt x="3601932" y="1543"/>
                </a:lnTo>
                <a:lnTo>
                  <a:pt x="3606006" y="1357"/>
                </a:lnTo>
                <a:lnTo>
                  <a:pt x="3610081" y="1182"/>
                </a:lnTo>
                <a:lnTo>
                  <a:pt x="3614155" y="1019"/>
                </a:lnTo>
                <a:lnTo>
                  <a:pt x="3618230" y="869"/>
                </a:lnTo>
                <a:lnTo>
                  <a:pt x="3622305" y="730"/>
                </a:lnTo>
                <a:lnTo>
                  <a:pt x="3626379" y="603"/>
                </a:lnTo>
                <a:lnTo>
                  <a:pt x="3630454" y="489"/>
                </a:lnTo>
                <a:lnTo>
                  <a:pt x="3634528" y="386"/>
                </a:lnTo>
                <a:lnTo>
                  <a:pt x="3638603" y="296"/>
                </a:lnTo>
                <a:lnTo>
                  <a:pt x="3642678" y="217"/>
                </a:lnTo>
                <a:lnTo>
                  <a:pt x="3646752" y="151"/>
                </a:lnTo>
                <a:lnTo>
                  <a:pt x="3650827" y="97"/>
                </a:lnTo>
                <a:lnTo>
                  <a:pt x="3654901" y="54"/>
                </a:lnTo>
                <a:lnTo>
                  <a:pt x="3658976" y="24"/>
                </a:lnTo>
                <a:lnTo>
                  <a:pt x="3663050" y="6"/>
                </a:lnTo>
                <a:lnTo>
                  <a:pt x="3667125" y="0"/>
                </a:lnTo>
              </a:path>
            </a:pathLst>
          </a:custGeom>
          <a:noFill xmlns:a="http://schemas.openxmlformats.org/drawingml/2006/main"/>
          <a:ln xmlns:a="http://schemas.openxmlformats.org/drawingml/2006/main" w="19050">
            <a:solidFill>
              <a:srgbClr val="202020"/>
            </a:solidFill>
          </a:ln>
        </p:spPr>
      </p:sp>
      <p:sp>
        <p:nvSpPr>
          <p:cNvPr id="15" name="derivative-input-y-0">
            <a:extLst xmlns:a="http://schemas.openxmlformats.org/drawingml/2006/main">
              <a:ext uri="{FF2B5EF4-FFF2-40B4-BE49-F238E27FC236}">
                <a16:creationId xmlns:a16="http://schemas.microsoft.com/office/drawing/2014/main" id="{87F756E3-E01C-463B-9E18-4689C2A27EB8}"/>
              </a:ext>
            </a:extLst>
          </p:cNvPr>
          <p:cNvSpPr>
            <a:spLocks xmlns:a="http://schemas.openxmlformats.org/drawingml/2006/main" noGrp="1"/>
          </p:cNvSpPr>
          <p:nvPr/>
        </p:nvSpPr>
        <p:spPr>
          <a:xfrm xmlns:a="http://schemas.openxmlformats.org/drawingml/2006/main">
            <a:off x="952500" y="2690813"/>
            <a:ext cx="95" cy="619125"/>
          </a:xfrm>
          <a:custGeom xmlns:a="http://schemas.openxmlformats.org/drawingml/2006/main">
            <a:pathLst>
              <a:path w="95" h="619125">
                <a:moveTo>
                  <a:pt x="0" y="0"/>
                </a:moveTo>
                <a:lnTo>
                  <a:pt x="0" y="619125"/>
                </a:lnTo>
              </a:path>
            </a:pathLst>
          </a:custGeom>
          <a:noFill xmlns:a="http://schemas.openxmlformats.org/drawingml/2006/main"/>
          <a:ln xmlns:a="http://schemas.openxmlformats.org/drawingml/2006/main" w="9525">
            <a:solidFill>
              <a:srgbClr val="777777"/>
            </a:solidFill>
          </a:ln>
        </p:spPr>
      </p:sp>
      <p:sp>
        <p:nvSpPr>
          <p:cNvPr id="16" name="derivative-input-y-0-tick-0">
            <a:extLst xmlns:a="http://schemas.openxmlformats.org/drawingml/2006/main">
              <a:ext uri="{FF2B5EF4-FFF2-40B4-BE49-F238E27FC236}">
                <a16:creationId xmlns:a16="http://schemas.microsoft.com/office/drawing/2014/main" id="{0C847154-28CE-455F-9471-EEC3EED2C4CD}"/>
              </a:ext>
            </a:extLst>
          </p:cNvPr>
          <p:cNvSpPr>
            <a:spLocks xmlns:a="http://schemas.openxmlformats.org/drawingml/2006/main" noGrp="1"/>
          </p:cNvSpPr>
          <p:nvPr/>
        </p:nvSpPr>
        <p:spPr>
          <a:xfrm xmlns:a="http://schemas.openxmlformats.org/drawingml/2006/main">
            <a:off x="904875" y="3248025"/>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derivative-input-y-0-tick-1">
            <a:extLst xmlns:a="http://schemas.openxmlformats.org/drawingml/2006/main">
              <a:ext uri="{FF2B5EF4-FFF2-40B4-BE49-F238E27FC236}">
                <a16:creationId xmlns:a16="http://schemas.microsoft.com/office/drawing/2014/main" id="{85656358-12F0-47A9-A366-E6AAB5E9EB92}"/>
              </a:ext>
            </a:extLst>
          </p:cNvPr>
          <p:cNvSpPr>
            <a:spLocks xmlns:a="http://schemas.openxmlformats.org/drawingml/2006/main" noGrp="1"/>
          </p:cNvSpPr>
          <p:nvPr/>
        </p:nvSpPr>
        <p:spPr>
          <a:xfrm xmlns:a="http://schemas.openxmlformats.org/drawingml/2006/main">
            <a:off x="904875" y="3000375"/>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derivative-input-y-0-tick-2">
            <a:extLst xmlns:a="http://schemas.openxmlformats.org/drawingml/2006/main">
              <a:ext uri="{FF2B5EF4-FFF2-40B4-BE49-F238E27FC236}">
                <a16:creationId xmlns:a16="http://schemas.microsoft.com/office/drawing/2014/main" id="{47D95484-FC5D-4EA9-AA48-C1330E3DB82E}"/>
              </a:ext>
            </a:extLst>
          </p:cNvPr>
          <p:cNvSpPr>
            <a:spLocks xmlns:a="http://schemas.openxmlformats.org/drawingml/2006/main" noGrp="1"/>
          </p:cNvSpPr>
          <p:nvPr/>
        </p:nvSpPr>
        <p:spPr>
          <a:xfrm xmlns:a="http://schemas.openxmlformats.org/drawingml/2006/main">
            <a:off x="904875" y="2752725"/>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9" name="derivative-frequency-0">
            <a:extLst xmlns:a="http://schemas.openxmlformats.org/drawingml/2006/main">
              <a:ext uri="{FF2B5EF4-FFF2-40B4-BE49-F238E27FC236}">
                <a16:creationId xmlns:a16="http://schemas.microsoft.com/office/drawing/2014/main" id="{533053B1-23DF-4A08-A051-95432AA02478}"/>
              </a:ext>
            </a:extLst>
          </p:cNvPr>
          <p:cNvSpPr>
            <a:spLocks xmlns:a="http://schemas.openxmlformats.org/drawingml/2006/main" noGrp="1"/>
          </p:cNvSpPr>
          <p:nvPr/>
        </p:nvSpPr>
        <p:spPr>
          <a:xfrm xmlns:a="http://schemas.openxmlformats.org/drawingml/2006/main">
            <a:off x="3857625" y="2390775"/>
            <a:ext cx="904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1 kHz</a:t>
            </a:r>
          </a:p>
        </p:txBody>
      </p:sp>
      <p:sp>
        <p:nvSpPr>
          <p:cNvPr id="20" name="d-op-0-label">
            <a:extLst xmlns:a="http://schemas.openxmlformats.org/drawingml/2006/main">
              <a:ext uri="{FF2B5EF4-FFF2-40B4-BE49-F238E27FC236}">
                <a16:creationId xmlns:a16="http://schemas.microsoft.com/office/drawing/2014/main" id="{380038B3-273F-492B-AFD5-0D0740EB9F19}"/>
              </a:ext>
            </a:extLst>
          </p:cNvPr>
          <p:cNvSpPr>
            <a:spLocks xmlns:a="http://schemas.openxmlformats.org/drawingml/2006/main" noGrp="1"/>
          </p:cNvSpPr>
          <p:nvPr/>
        </p:nvSpPr>
        <p:spPr>
          <a:xfrm xmlns:a="http://schemas.openxmlformats.org/drawingml/2006/main">
            <a:off x="4953000" y="25431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Differentiate</a:t>
            </a:r>
          </a:p>
        </p:txBody>
      </p:sp>
      <p:sp>
        <p:nvSpPr>
          <p:cNvPr id="21" name="d-op-0-shaft">
            <a:extLst xmlns:a="http://schemas.openxmlformats.org/drawingml/2006/main">
              <a:ext uri="{FF2B5EF4-FFF2-40B4-BE49-F238E27FC236}">
                <a16:creationId xmlns:a16="http://schemas.microsoft.com/office/drawing/2014/main" id="{8562ED61-5441-4D3E-B131-27241A8A28F8}"/>
              </a:ext>
            </a:extLst>
          </p:cNvPr>
          <p:cNvSpPr>
            <a:spLocks xmlns:a="http://schemas.openxmlformats.org/drawingml/2006/main" noGrp="1"/>
          </p:cNvSpPr>
          <p:nvPr/>
        </p:nvSpPr>
        <p:spPr>
          <a:xfrm xmlns:a="http://schemas.openxmlformats.org/drawingml/2006/main">
            <a:off x="5143500" y="3000375"/>
            <a:ext cx="12477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2" name="d-op-0-head">
            <a:extLst xmlns:a="http://schemas.openxmlformats.org/drawingml/2006/main">
              <a:ext uri="{FF2B5EF4-FFF2-40B4-BE49-F238E27FC236}">
                <a16:creationId xmlns:a16="http://schemas.microsoft.com/office/drawing/2014/main" id="{D24B747B-CBEF-4342-9D29-FAC940C13151}"/>
              </a:ext>
            </a:extLst>
          </p:cNvPr>
          <p:cNvSpPr>
            <a:spLocks xmlns:a="http://schemas.openxmlformats.org/drawingml/2006/main" noGrp="1"/>
          </p:cNvSpPr>
          <p:nvPr/>
        </p:nvSpPr>
        <p:spPr>
          <a:xfrm xmlns:a="http://schemas.openxmlformats.org/drawingml/2006/main" rot="5400000">
            <a:off x="6372225" y="29575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3" name="derivative-output-y-0">
            <a:extLst xmlns:a="http://schemas.openxmlformats.org/drawingml/2006/main">
              <a:ext uri="{FF2B5EF4-FFF2-40B4-BE49-F238E27FC236}">
                <a16:creationId xmlns:a16="http://schemas.microsoft.com/office/drawing/2014/main" id="{1E68CE9F-83F1-4E27-9BB1-4FE7FDDF07D3}"/>
              </a:ext>
            </a:extLst>
          </p:cNvPr>
          <p:cNvSpPr>
            <a:spLocks xmlns:a="http://schemas.openxmlformats.org/drawingml/2006/main" noGrp="1"/>
          </p:cNvSpPr>
          <p:nvPr/>
        </p:nvSpPr>
        <p:spPr>
          <a:xfrm xmlns:a="http://schemas.openxmlformats.org/drawingml/2006/main">
            <a:off x="7524750" y="2634615"/>
            <a:ext cx="95" cy="731520"/>
          </a:xfrm>
          <a:custGeom xmlns:a="http://schemas.openxmlformats.org/drawingml/2006/main">
            <a:pathLst>
              <a:path w="95" h="731520">
                <a:moveTo>
                  <a:pt x="0" y="0"/>
                </a:moveTo>
                <a:lnTo>
                  <a:pt x="0" y="731520"/>
                </a:lnTo>
              </a:path>
            </a:pathLst>
          </a:custGeom>
          <a:noFill xmlns:a="http://schemas.openxmlformats.org/drawingml/2006/main"/>
          <a:ln xmlns:a="http://schemas.openxmlformats.org/drawingml/2006/main" w="9525">
            <a:solidFill>
              <a:srgbClr val="777777"/>
            </a:solidFill>
          </a:ln>
        </p:spPr>
      </p:sp>
      <p:sp>
        <p:nvSpPr>
          <p:cNvPr id="24" name="derivative-output-y-0-tick-0">
            <a:extLst xmlns:a="http://schemas.openxmlformats.org/drawingml/2006/main">
              <a:ext uri="{FF2B5EF4-FFF2-40B4-BE49-F238E27FC236}">
                <a16:creationId xmlns:a16="http://schemas.microsoft.com/office/drawing/2014/main" id="{F8EC40DC-3F91-4CF4-8975-C293F7AC4025}"/>
              </a:ext>
            </a:extLst>
          </p:cNvPr>
          <p:cNvSpPr>
            <a:spLocks xmlns:a="http://schemas.openxmlformats.org/drawingml/2006/main" noGrp="1"/>
          </p:cNvSpPr>
          <p:nvPr/>
        </p:nvSpPr>
        <p:spPr>
          <a:xfrm xmlns:a="http://schemas.openxmlformats.org/drawingml/2006/main">
            <a:off x="7477125" y="3343275"/>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5" name="derivative-output-y-0-tick-1">
            <a:extLst xmlns:a="http://schemas.openxmlformats.org/drawingml/2006/main">
              <a:ext uri="{FF2B5EF4-FFF2-40B4-BE49-F238E27FC236}">
                <a16:creationId xmlns:a16="http://schemas.microsoft.com/office/drawing/2014/main" id="{1A904B16-582B-4310-8E42-3FD9AC0A68BC}"/>
              </a:ext>
            </a:extLst>
          </p:cNvPr>
          <p:cNvSpPr>
            <a:spLocks xmlns:a="http://schemas.openxmlformats.org/drawingml/2006/main" noGrp="1"/>
          </p:cNvSpPr>
          <p:nvPr/>
        </p:nvSpPr>
        <p:spPr>
          <a:xfrm xmlns:a="http://schemas.openxmlformats.org/drawingml/2006/main">
            <a:off x="7477125" y="3000375"/>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6" name="derivative-output-y-0-tick-2">
            <a:extLst xmlns:a="http://schemas.openxmlformats.org/drawingml/2006/main">
              <a:ext uri="{FF2B5EF4-FFF2-40B4-BE49-F238E27FC236}">
                <a16:creationId xmlns:a16="http://schemas.microsoft.com/office/drawing/2014/main" id="{A20AB643-F1B4-4A8E-8068-0B4EC9D10082}"/>
              </a:ext>
            </a:extLst>
          </p:cNvPr>
          <p:cNvSpPr>
            <a:spLocks xmlns:a="http://schemas.openxmlformats.org/drawingml/2006/main" noGrp="1"/>
          </p:cNvSpPr>
          <p:nvPr/>
        </p:nvSpPr>
        <p:spPr>
          <a:xfrm xmlns:a="http://schemas.openxmlformats.org/drawingml/2006/main">
            <a:off x="7477125" y="2657475"/>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7" name="d-output-0-axis-shaft">
            <a:extLst xmlns:a="http://schemas.openxmlformats.org/drawingml/2006/main">
              <a:ext uri="{FF2B5EF4-FFF2-40B4-BE49-F238E27FC236}">
                <a16:creationId xmlns:a16="http://schemas.microsoft.com/office/drawing/2014/main" id="{090FEFFD-6994-4EB2-872A-B71409A3A5FD}"/>
              </a:ext>
            </a:extLst>
          </p:cNvPr>
          <p:cNvSpPr>
            <a:spLocks xmlns:a="http://schemas.openxmlformats.org/drawingml/2006/main" noGrp="1"/>
          </p:cNvSpPr>
          <p:nvPr/>
        </p:nvSpPr>
        <p:spPr>
          <a:xfrm xmlns:a="http://schemas.openxmlformats.org/drawingml/2006/main">
            <a:off x="7524750" y="3000375"/>
            <a:ext cx="34385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28" name="d-output-0-axis-head">
            <a:extLst xmlns:a="http://schemas.openxmlformats.org/drawingml/2006/main">
              <a:ext uri="{FF2B5EF4-FFF2-40B4-BE49-F238E27FC236}">
                <a16:creationId xmlns:a16="http://schemas.microsoft.com/office/drawing/2014/main" id="{4430728F-3A3E-4A57-9795-FA8BE1A65C62}"/>
              </a:ext>
            </a:extLst>
          </p:cNvPr>
          <p:cNvSpPr>
            <a:spLocks xmlns:a="http://schemas.openxmlformats.org/drawingml/2006/main" noGrp="1"/>
          </p:cNvSpPr>
          <p:nvPr/>
        </p:nvSpPr>
        <p:spPr>
          <a:xfrm xmlns:a="http://schemas.openxmlformats.org/drawingml/2006/main" rot="5400000">
            <a:off x="10944225" y="29575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29" name="d-output-0-tick-0">
            <a:extLst xmlns:a="http://schemas.openxmlformats.org/drawingml/2006/main">
              <a:ext uri="{FF2B5EF4-FFF2-40B4-BE49-F238E27FC236}">
                <a16:creationId xmlns:a16="http://schemas.microsoft.com/office/drawing/2014/main" id="{A8C2C7FA-8D85-4AD4-AAC3-3B7C09F4962A}"/>
              </a:ext>
            </a:extLst>
          </p:cNvPr>
          <p:cNvSpPr>
            <a:spLocks xmlns:a="http://schemas.openxmlformats.org/drawingml/2006/main" noGrp="1"/>
          </p:cNvSpPr>
          <p:nvPr/>
        </p:nvSpPr>
        <p:spPr>
          <a:xfrm xmlns:a="http://schemas.openxmlformats.org/drawingml/2006/main">
            <a:off x="7524750" y="30003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0" name="d-output-0-tick-1">
            <a:extLst xmlns:a="http://schemas.openxmlformats.org/drawingml/2006/main">
              <a:ext uri="{FF2B5EF4-FFF2-40B4-BE49-F238E27FC236}">
                <a16:creationId xmlns:a16="http://schemas.microsoft.com/office/drawing/2014/main" id="{E327355D-1C8A-42F6-812C-8650F330B300}"/>
              </a:ext>
            </a:extLst>
          </p:cNvPr>
          <p:cNvSpPr>
            <a:spLocks xmlns:a="http://schemas.openxmlformats.org/drawingml/2006/main" noGrp="1"/>
          </p:cNvSpPr>
          <p:nvPr/>
        </p:nvSpPr>
        <p:spPr>
          <a:xfrm xmlns:a="http://schemas.openxmlformats.org/drawingml/2006/main">
            <a:off x="11049000" y="30003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1" name="d-output-0-wave">
            <a:extLst xmlns:a="http://schemas.openxmlformats.org/drawingml/2006/main">
              <a:ext uri="{FF2B5EF4-FFF2-40B4-BE49-F238E27FC236}">
                <a16:creationId xmlns:a16="http://schemas.microsoft.com/office/drawing/2014/main" id="{5ADF4452-5ABB-4818-B1B3-D857C66CFAA2}"/>
              </a:ext>
            </a:extLst>
          </p:cNvPr>
          <p:cNvSpPr>
            <a:spLocks xmlns:a="http://schemas.openxmlformats.org/drawingml/2006/main" noGrp="1"/>
          </p:cNvSpPr>
          <p:nvPr/>
        </p:nvSpPr>
        <p:spPr>
          <a:xfrm xmlns:a="http://schemas.openxmlformats.org/drawingml/2006/main">
            <a:off x="7524750" y="2886075"/>
            <a:ext cx="3524250" cy="228600"/>
          </a:xfrm>
          <a:custGeom xmlns:a="http://schemas.openxmlformats.org/drawingml/2006/main">
            <a:pathLst>
              <a:path w="3524250" h="228600">
                <a:moveTo>
                  <a:pt x="0" y="114300"/>
                </a:moveTo>
                <a:lnTo>
                  <a:pt x="3916" y="115098"/>
                </a:lnTo>
                <a:lnTo>
                  <a:pt x="7832" y="115896"/>
                </a:lnTo>
                <a:lnTo>
                  <a:pt x="11748" y="116694"/>
                </a:lnTo>
                <a:lnTo>
                  <a:pt x="15663" y="117491"/>
                </a:lnTo>
                <a:lnTo>
                  <a:pt x="19579" y="118289"/>
                </a:lnTo>
                <a:lnTo>
                  <a:pt x="23495" y="119086"/>
                </a:lnTo>
                <a:lnTo>
                  <a:pt x="27411" y="119884"/>
                </a:lnTo>
                <a:lnTo>
                  <a:pt x="31327" y="120680"/>
                </a:lnTo>
                <a:lnTo>
                  <a:pt x="35243" y="121477"/>
                </a:lnTo>
                <a:lnTo>
                  <a:pt x="39158" y="122273"/>
                </a:lnTo>
                <a:lnTo>
                  <a:pt x="43074" y="123069"/>
                </a:lnTo>
                <a:lnTo>
                  <a:pt x="46990" y="123864"/>
                </a:lnTo>
                <a:lnTo>
                  <a:pt x="50906" y="124659"/>
                </a:lnTo>
                <a:lnTo>
                  <a:pt x="54822" y="125454"/>
                </a:lnTo>
                <a:lnTo>
                  <a:pt x="58737" y="126248"/>
                </a:lnTo>
                <a:lnTo>
                  <a:pt x="62653" y="127041"/>
                </a:lnTo>
                <a:lnTo>
                  <a:pt x="66569" y="127834"/>
                </a:lnTo>
                <a:lnTo>
                  <a:pt x="70485" y="128626"/>
                </a:lnTo>
                <a:lnTo>
                  <a:pt x="74401" y="129417"/>
                </a:lnTo>
                <a:lnTo>
                  <a:pt x="78317" y="130207"/>
                </a:lnTo>
                <a:lnTo>
                  <a:pt x="82232" y="130997"/>
                </a:lnTo>
                <a:lnTo>
                  <a:pt x="86148" y="131786"/>
                </a:lnTo>
                <a:lnTo>
                  <a:pt x="90064" y="132574"/>
                </a:lnTo>
                <a:lnTo>
                  <a:pt x="93980" y="133362"/>
                </a:lnTo>
                <a:lnTo>
                  <a:pt x="97896" y="134148"/>
                </a:lnTo>
                <a:lnTo>
                  <a:pt x="101812" y="134933"/>
                </a:lnTo>
                <a:lnTo>
                  <a:pt x="105728" y="135718"/>
                </a:lnTo>
                <a:lnTo>
                  <a:pt x="109643" y="136501"/>
                </a:lnTo>
                <a:lnTo>
                  <a:pt x="113559" y="137283"/>
                </a:lnTo>
                <a:lnTo>
                  <a:pt x="117475" y="138064"/>
                </a:lnTo>
                <a:lnTo>
                  <a:pt x="121391" y="138844"/>
                </a:lnTo>
                <a:lnTo>
                  <a:pt x="125307" y="139623"/>
                </a:lnTo>
                <a:lnTo>
                  <a:pt x="129223" y="140401"/>
                </a:lnTo>
                <a:lnTo>
                  <a:pt x="133138" y="141177"/>
                </a:lnTo>
                <a:lnTo>
                  <a:pt x="137054" y="141952"/>
                </a:lnTo>
                <a:lnTo>
                  <a:pt x="140970" y="142725"/>
                </a:lnTo>
                <a:lnTo>
                  <a:pt x="144886" y="143497"/>
                </a:lnTo>
                <a:lnTo>
                  <a:pt x="148802" y="144268"/>
                </a:lnTo>
                <a:lnTo>
                  <a:pt x="152717" y="145038"/>
                </a:lnTo>
                <a:lnTo>
                  <a:pt x="156633" y="145805"/>
                </a:lnTo>
                <a:lnTo>
                  <a:pt x="160549" y="146572"/>
                </a:lnTo>
                <a:lnTo>
                  <a:pt x="164465" y="147336"/>
                </a:lnTo>
                <a:lnTo>
                  <a:pt x="168381" y="148099"/>
                </a:lnTo>
                <a:lnTo>
                  <a:pt x="172297" y="148861"/>
                </a:lnTo>
                <a:lnTo>
                  <a:pt x="176213" y="149621"/>
                </a:lnTo>
                <a:lnTo>
                  <a:pt x="180128" y="150379"/>
                </a:lnTo>
                <a:lnTo>
                  <a:pt x="184044" y="151135"/>
                </a:lnTo>
                <a:lnTo>
                  <a:pt x="187960" y="151889"/>
                </a:lnTo>
                <a:lnTo>
                  <a:pt x="191876" y="152642"/>
                </a:lnTo>
                <a:lnTo>
                  <a:pt x="195792" y="153393"/>
                </a:lnTo>
                <a:lnTo>
                  <a:pt x="199708" y="154142"/>
                </a:lnTo>
                <a:lnTo>
                  <a:pt x="203623" y="154889"/>
                </a:lnTo>
                <a:lnTo>
                  <a:pt x="207539" y="155634"/>
                </a:lnTo>
                <a:lnTo>
                  <a:pt x="211455" y="156377"/>
                </a:lnTo>
                <a:lnTo>
                  <a:pt x="215371" y="157118"/>
                </a:lnTo>
                <a:lnTo>
                  <a:pt x="219287" y="157856"/>
                </a:lnTo>
                <a:lnTo>
                  <a:pt x="223202" y="158593"/>
                </a:lnTo>
                <a:lnTo>
                  <a:pt x="227118" y="159328"/>
                </a:lnTo>
                <a:lnTo>
                  <a:pt x="231034" y="160060"/>
                </a:lnTo>
                <a:lnTo>
                  <a:pt x="234950" y="160790"/>
                </a:lnTo>
                <a:lnTo>
                  <a:pt x="238866" y="161518"/>
                </a:lnTo>
                <a:lnTo>
                  <a:pt x="242782" y="162243"/>
                </a:lnTo>
                <a:lnTo>
                  <a:pt x="246697" y="162967"/>
                </a:lnTo>
                <a:lnTo>
                  <a:pt x="250613" y="163687"/>
                </a:lnTo>
                <a:lnTo>
                  <a:pt x="254529" y="164406"/>
                </a:lnTo>
                <a:lnTo>
                  <a:pt x="258445" y="165122"/>
                </a:lnTo>
                <a:lnTo>
                  <a:pt x="262361" y="165835"/>
                </a:lnTo>
                <a:lnTo>
                  <a:pt x="266277" y="166546"/>
                </a:lnTo>
                <a:lnTo>
                  <a:pt x="270193" y="167255"/>
                </a:lnTo>
                <a:lnTo>
                  <a:pt x="274108" y="167961"/>
                </a:lnTo>
                <a:lnTo>
                  <a:pt x="278024" y="168664"/>
                </a:lnTo>
                <a:lnTo>
                  <a:pt x="281940" y="169364"/>
                </a:lnTo>
                <a:lnTo>
                  <a:pt x="285856" y="170062"/>
                </a:lnTo>
                <a:lnTo>
                  <a:pt x="289772" y="170758"/>
                </a:lnTo>
                <a:lnTo>
                  <a:pt x="293688" y="171450"/>
                </a:lnTo>
                <a:lnTo>
                  <a:pt x="297603" y="172140"/>
                </a:lnTo>
                <a:lnTo>
                  <a:pt x="301519" y="172826"/>
                </a:lnTo>
                <a:lnTo>
                  <a:pt x="305435" y="173510"/>
                </a:lnTo>
                <a:lnTo>
                  <a:pt x="309351" y="174192"/>
                </a:lnTo>
                <a:lnTo>
                  <a:pt x="313267" y="174870"/>
                </a:lnTo>
                <a:lnTo>
                  <a:pt x="317182" y="175545"/>
                </a:lnTo>
                <a:lnTo>
                  <a:pt x="321098" y="176217"/>
                </a:lnTo>
                <a:lnTo>
                  <a:pt x="325014" y="176886"/>
                </a:lnTo>
                <a:lnTo>
                  <a:pt x="328930" y="177553"/>
                </a:lnTo>
                <a:lnTo>
                  <a:pt x="332846" y="178216"/>
                </a:lnTo>
                <a:lnTo>
                  <a:pt x="336762" y="178876"/>
                </a:lnTo>
                <a:lnTo>
                  <a:pt x="340677" y="179533"/>
                </a:lnTo>
                <a:lnTo>
                  <a:pt x="344593" y="180186"/>
                </a:lnTo>
                <a:lnTo>
                  <a:pt x="348509" y="180837"/>
                </a:lnTo>
                <a:lnTo>
                  <a:pt x="352425" y="181484"/>
                </a:lnTo>
                <a:lnTo>
                  <a:pt x="356341" y="182128"/>
                </a:lnTo>
                <a:lnTo>
                  <a:pt x="360257" y="182768"/>
                </a:lnTo>
                <a:lnTo>
                  <a:pt x="364173" y="183406"/>
                </a:lnTo>
                <a:lnTo>
                  <a:pt x="368088" y="184040"/>
                </a:lnTo>
                <a:lnTo>
                  <a:pt x="372004" y="184670"/>
                </a:lnTo>
                <a:lnTo>
                  <a:pt x="375920" y="185297"/>
                </a:lnTo>
                <a:lnTo>
                  <a:pt x="379836" y="185921"/>
                </a:lnTo>
                <a:lnTo>
                  <a:pt x="383752" y="186541"/>
                </a:lnTo>
                <a:lnTo>
                  <a:pt x="387668" y="187158"/>
                </a:lnTo>
                <a:lnTo>
                  <a:pt x="391583" y="187771"/>
                </a:lnTo>
                <a:lnTo>
                  <a:pt x="395499" y="188380"/>
                </a:lnTo>
                <a:lnTo>
                  <a:pt x="399415" y="188986"/>
                </a:lnTo>
                <a:lnTo>
                  <a:pt x="403331" y="189588"/>
                </a:lnTo>
                <a:lnTo>
                  <a:pt x="407247" y="190187"/>
                </a:lnTo>
                <a:lnTo>
                  <a:pt x="411162" y="190782"/>
                </a:lnTo>
                <a:lnTo>
                  <a:pt x="415078" y="191373"/>
                </a:lnTo>
                <a:lnTo>
                  <a:pt x="418994" y="191960"/>
                </a:lnTo>
                <a:lnTo>
                  <a:pt x="422910" y="192544"/>
                </a:lnTo>
                <a:lnTo>
                  <a:pt x="426826" y="193124"/>
                </a:lnTo>
                <a:lnTo>
                  <a:pt x="430742" y="193699"/>
                </a:lnTo>
                <a:lnTo>
                  <a:pt x="434657" y="194272"/>
                </a:lnTo>
                <a:lnTo>
                  <a:pt x="438573" y="194840"/>
                </a:lnTo>
                <a:lnTo>
                  <a:pt x="442489" y="195404"/>
                </a:lnTo>
                <a:lnTo>
                  <a:pt x="446405" y="195964"/>
                </a:lnTo>
                <a:lnTo>
                  <a:pt x="450321" y="196521"/>
                </a:lnTo>
                <a:lnTo>
                  <a:pt x="454237" y="197073"/>
                </a:lnTo>
                <a:lnTo>
                  <a:pt x="458153" y="197621"/>
                </a:lnTo>
                <a:lnTo>
                  <a:pt x="462068" y="198165"/>
                </a:lnTo>
                <a:lnTo>
                  <a:pt x="465984" y="198705"/>
                </a:lnTo>
                <a:lnTo>
                  <a:pt x="469900" y="199241"/>
                </a:lnTo>
                <a:lnTo>
                  <a:pt x="473816" y="199773"/>
                </a:lnTo>
                <a:lnTo>
                  <a:pt x="477732" y="200301"/>
                </a:lnTo>
                <a:lnTo>
                  <a:pt x="481648" y="200825"/>
                </a:lnTo>
                <a:lnTo>
                  <a:pt x="485563" y="201344"/>
                </a:lnTo>
                <a:lnTo>
                  <a:pt x="489479" y="201859"/>
                </a:lnTo>
                <a:lnTo>
                  <a:pt x="493395" y="202370"/>
                </a:lnTo>
                <a:lnTo>
                  <a:pt x="497311" y="202876"/>
                </a:lnTo>
                <a:lnTo>
                  <a:pt x="501227" y="203378"/>
                </a:lnTo>
                <a:lnTo>
                  <a:pt x="505142" y="203876"/>
                </a:lnTo>
                <a:lnTo>
                  <a:pt x="509058" y="204370"/>
                </a:lnTo>
                <a:lnTo>
                  <a:pt x="512974" y="204859"/>
                </a:lnTo>
                <a:lnTo>
                  <a:pt x="516890" y="205343"/>
                </a:lnTo>
                <a:lnTo>
                  <a:pt x="520806" y="205824"/>
                </a:lnTo>
                <a:lnTo>
                  <a:pt x="524722" y="206299"/>
                </a:lnTo>
                <a:lnTo>
                  <a:pt x="528638" y="206771"/>
                </a:lnTo>
                <a:lnTo>
                  <a:pt x="532553" y="207237"/>
                </a:lnTo>
                <a:lnTo>
                  <a:pt x="536469" y="207700"/>
                </a:lnTo>
                <a:lnTo>
                  <a:pt x="540385" y="208157"/>
                </a:lnTo>
                <a:lnTo>
                  <a:pt x="544301" y="208610"/>
                </a:lnTo>
                <a:lnTo>
                  <a:pt x="548217" y="209059"/>
                </a:lnTo>
                <a:lnTo>
                  <a:pt x="552133" y="209503"/>
                </a:lnTo>
                <a:lnTo>
                  <a:pt x="556048" y="209942"/>
                </a:lnTo>
                <a:lnTo>
                  <a:pt x="559964" y="210377"/>
                </a:lnTo>
                <a:lnTo>
                  <a:pt x="563880" y="210807"/>
                </a:lnTo>
                <a:lnTo>
                  <a:pt x="567796" y="211232"/>
                </a:lnTo>
                <a:lnTo>
                  <a:pt x="571712" y="211652"/>
                </a:lnTo>
                <a:lnTo>
                  <a:pt x="575627" y="212068"/>
                </a:lnTo>
                <a:lnTo>
                  <a:pt x="579543" y="212479"/>
                </a:lnTo>
                <a:lnTo>
                  <a:pt x="583459" y="212885"/>
                </a:lnTo>
                <a:lnTo>
                  <a:pt x="587375" y="213287"/>
                </a:lnTo>
                <a:lnTo>
                  <a:pt x="591291" y="213683"/>
                </a:lnTo>
                <a:lnTo>
                  <a:pt x="595207" y="214075"/>
                </a:lnTo>
                <a:lnTo>
                  <a:pt x="599122" y="214462"/>
                </a:lnTo>
                <a:lnTo>
                  <a:pt x="603038" y="214844"/>
                </a:lnTo>
                <a:lnTo>
                  <a:pt x="606954" y="215221"/>
                </a:lnTo>
                <a:lnTo>
                  <a:pt x="610870" y="215593"/>
                </a:lnTo>
                <a:lnTo>
                  <a:pt x="614786" y="215960"/>
                </a:lnTo>
                <a:lnTo>
                  <a:pt x="618702" y="216323"/>
                </a:lnTo>
                <a:lnTo>
                  <a:pt x="622618" y="216680"/>
                </a:lnTo>
                <a:lnTo>
                  <a:pt x="626533" y="217032"/>
                </a:lnTo>
                <a:lnTo>
                  <a:pt x="630449" y="217379"/>
                </a:lnTo>
                <a:lnTo>
                  <a:pt x="634365" y="217722"/>
                </a:lnTo>
                <a:lnTo>
                  <a:pt x="638281" y="218059"/>
                </a:lnTo>
                <a:lnTo>
                  <a:pt x="642197" y="218391"/>
                </a:lnTo>
                <a:lnTo>
                  <a:pt x="646113" y="218718"/>
                </a:lnTo>
                <a:lnTo>
                  <a:pt x="650028" y="219040"/>
                </a:lnTo>
                <a:lnTo>
                  <a:pt x="653944" y="219357"/>
                </a:lnTo>
                <a:lnTo>
                  <a:pt x="657860" y="219669"/>
                </a:lnTo>
                <a:lnTo>
                  <a:pt x="661776" y="219976"/>
                </a:lnTo>
                <a:lnTo>
                  <a:pt x="665692" y="220277"/>
                </a:lnTo>
                <a:lnTo>
                  <a:pt x="669607" y="220573"/>
                </a:lnTo>
                <a:lnTo>
                  <a:pt x="673523" y="220865"/>
                </a:lnTo>
                <a:lnTo>
                  <a:pt x="677439" y="221151"/>
                </a:lnTo>
                <a:lnTo>
                  <a:pt x="681355" y="221431"/>
                </a:lnTo>
                <a:lnTo>
                  <a:pt x="685271" y="221707"/>
                </a:lnTo>
                <a:lnTo>
                  <a:pt x="689187" y="221977"/>
                </a:lnTo>
                <a:lnTo>
                  <a:pt x="693102" y="222242"/>
                </a:lnTo>
                <a:lnTo>
                  <a:pt x="697018" y="222502"/>
                </a:lnTo>
                <a:lnTo>
                  <a:pt x="700934" y="222757"/>
                </a:lnTo>
                <a:lnTo>
                  <a:pt x="704850" y="223006"/>
                </a:lnTo>
                <a:lnTo>
                  <a:pt x="708766" y="223250"/>
                </a:lnTo>
                <a:lnTo>
                  <a:pt x="712682" y="223488"/>
                </a:lnTo>
                <a:lnTo>
                  <a:pt x="716598" y="223722"/>
                </a:lnTo>
                <a:lnTo>
                  <a:pt x="720513" y="223950"/>
                </a:lnTo>
                <a:lnTo>
                  <a:pt x="724429" y="224172"/>
                </a:lnTo>
                <a:lnTo>
                  <a:pt x="728345" y="224389"/>
                </a:lnTo>
                <a:lnTo>
                  <a:pt x="732261" y="224601"/>
                </a:lnTo>
                <a:lnTo>
                  <a:pt x="736177" y="224808"/>
                </a:lnTo>
                <a:lnTo>
                  <a:pt x="740093" y="225009"/>
                </a:lnTo>
                <a:lnTo>
                  <a:pt x="744008" y="225205"/>
                </a:lnTo>
                <a:lnTo>
                  <a:pt x="747924" y="225395"/>
                </a:lnTo>
                <a:lnTo>
                  <a:pt x="751840" y="225580"/>
                </a:lnTo>
                <a:lnTo>
                  <a:pt x="755756" y="225760"/>
                </a:lnTo>
                <a:lnTo>
                  <a:pt x="759672" y="225934"/>
                </a:lnTo>
                <a:lnTo>
                  <a:pt x="763587" y="226102"/>
                </a:lnTo>
                <a:lnTo>
                  <a:pt x="767503" y="226265"/>
                </a:lnTo>
                <a:lnTo>
                  <a:pt x="771419" y="226423"/>
                </a:lnTo>
                <a:lnTo>
                  <a:pt x="775335" y="226575"/>
                </a:lnTo>
                <a:lnTo>
                  <a:pt x="779251" y="226722"/>
                </a:lnTo>
                <a:lnTo>
                  <a:pt x="783167" y="226864"/>
                </a:lnTo>
                <a:lnTo>
                  <a:pt x="787082" y="226999"/>
                </a:lnTo>
                <a:lnTo>
                  <a:pt x="790998" y="227130"/>
                </a:lnTo>
                <a:lnTo>
                  <a:pt x="794914" y="227255"/>
                </a:lnTo>
                <a:lnTo>
                  <a:pt x="798830" y="227374"/>
                </a:lnTo>
                <a:lnTo>
                  <a:pt x="802746" y="227488"/>
                </a:lnTo>
                <a:lnTo>
                  <a:pt x="806662" y="227596"/>
                </a:lnTo>
                <a:lnTo>
                  <a:pt x="810578" y="227699"/>
                </a:lnTo>
                <a:lnTo>
                  <a:pt x="814493" y="227796"/>
                </a:lnTo>
                <a:lnTo>
                  <a:pt x="818409" y="227888"/>
                </a:lnTo>
                <a:lnTo>
                  <a:pt x="822325" y="227974"/>
                </a:lnTo>
                <a:lnTo>
                  <a:pt x="826241" y="228054"/>
                </a:lnTo>
                <a:lnTo>
                  <a:pt x="830157" y="228130"/>
                </a:lnTo>
                <a:lnTo>
                  <a:pt x="834072" y="228199"/>
                </a:lnTo>
                <a:lnTo>
                  <a:pt x="837988" y="228263"/>
                </a:lnTo>
                <a:lnTo>
                  <a:pt x="841904" y="228322"/>
                </a:lnTo>
                <a:lnTo>
                  <a:pt x="845820" y="228374"/>
                </a:lnTo>
                <a:lnTo>
                  <a:pt x="849736" y="228422"/>
                </a:lnTo>
                <a:lnTo>
                  <a:pt x="853652" y="228464"/>
                </a:lnTo>
                <a:lnTo>
                  <a:pt x="857567" y="228500"/>
                </a:lnTo>
                <a:lnTo>
                  <a:pt x="861483" y="228530"/>
                </a:lnTo>
                <a:lnTo>
                  <a:pt x="865399" y="228555"/>
                </a:lnTo>
                <a:lnTo>
                  <a:pt x="869315" y="228575"/>
                </a:lnTo>
                <a:lnTo>
                  <a:pt x="873231" y="228589"/>
                </a:lnTo>
                <a:lnTo>
                  <a:pt x="877147" y="228597"/>
                </a:lnTo>
                <a:lnTo>
                  <a:pt x="881063" y="228600"/>
                </a:lnTo>
                <a:lnTo>
                  <a:pt x="884978" y="228597"/>
                </a:lnTo>
                <a:lnTo>
                  <a:pt x="888894" y="228589"/>
                </a:lnTo>
                <a:lnTo>
                  <a:pt x="892810" y="228575"/>
                </a:lnTo>
                <a:lnTo>
                  <a:pt x="896726" y="228555"/>
                </a:lnTo>
                <a:lnTo>
                  <a:pt x="900642" y="228530"/>
                </a:lnTo>
                <a:lnTo>
                  <a:pt x="904558" y="228500"/>
                </a:lnTo>
                <a:lnTo>
                  <a:pt x="908473" y="228464"/>
                </a:lnTo>
                <a:lnTo>
                  <a:pt x="912389" y="228422"/>
                </a:lnTo>
                <a:lnTo>
                  <a:pt x="916305" y="228374"/>
                </a:lnTo>
                <a:lnTo>
                  <a:pt x="920221" y="228322"/>
                </a:lnTo>
                <a:lnTo>
                  <a:pt x="924137" y="228263"/>
                </a:lnTo>
                <a:lnTo>
                  <a:pt x="928053" y="228199"/>
                </a:lnTo>
                <a:lnTo>
                  <a:pt x="931968" y="228130"/>
                </a:lnTo>
                <a:lnTo>
                  <a:pt x="935884" y="228054"/>
                </a:lnTo>
                <a:lnTo>
                  <a:pt x="939800" y="227974"/>
                </a:lnTo>
                <a:lnTo>
                  <a:pt x="943716" y="227888"/>
                </a:lnTo>
                <a:lnTo>
                  <a:pt x="947632" y="227796"/>
                </a:lnTo>
                <a:lnTo>
                  <a:pt x="951547" y="227699"/>
                </a:lnTo>
                <a:lnTo>
                  <a:pt x="955463" y="227596"/>
                </a:lnTo>
                <a:lnTo>
                  <a:pt x="959379" y="227488"/>
                </a:lnTo>
                <a:lnTo>
                  <a:pt x="963295" y="227374"/>
                </a:lnTo>
                <a:lnTo>
                  <a:pt x="967211" y="227255"/>
                </a:lnTo>
                <a:lnTo>
                  <a:pt x="971127" y="227130"/>
                </a:lnTo>
                <a:lnTo>
                  <a:pt x="975043" y="226999"/>
                </a:lnTo>
                <a:lnTo>
                  <a:pt x="978958" y="226864"/>
                </a:lnTo>
                <a:lnTo>
                  <a:pt x="982874" y="226722"/>
                </a:lnTo>
                <a:lnTo>
                  <a:pt x="986790" y="226575"/>
                </a:lnTo>
                <a:lnTo>
                  <a:pt x="990706" y="226423"/>
                </a:lnTo>
                <a:lnTo>
                  <a:pt x="994622" y="226265"/>
                </a:lnTo>
                <a:lnTo>
                  <a:pt x="998538" y="226102"/>
                </a:lnTo>
                <a:lnTo>
                  <a:pt x="1002453" y="225934"/>
                </a:lnTo>
                <a:lnTo>
                  <a:pt x="1006369" y="225760"/>
                </a:lnTo>
                <a:lnTo>
                  <a:pt x="1010285" y="225580"/>
                </a:lnTo>
                <a:lnTo>
                  <a:pt x="1014201" y="225395"/>
                </a:lnTo>
                <a:lnTo>
                  <a:pt x="1018117" y="225205"/>
                </a:lnTo>
                <a:lnTo>
                  <a:pt x="1022032" y="225009"/>
                </a:lnTo>
                <a:lnTo>
                  <a:pt x="1025948" y="224808"/>
                </a:lnTo>
                <a:lnTo>
                  <a:pt x="1029864" y="224601"/>
                </a:lnTo>
                <a:lnTo>
                  <a:pt x="1033780" y="224389"/>
                </a:lnTo>
                <a:lnTo>
                  <a:pt x="1037696" y="224172"/>
                </a:lnTo>
                <a:lnTo>
                  <a:pt x="1041612" y="223950"/>
                </a:lnTo>
                <a:lnTo>
                  <a:pt x="1045527" y="223722"/>
                </a:lnTo>
                <a:lnTo>
                  <a:pt x="1049443" y="223488"/>
                </a:lnTo>
                <a:lnTo>
                  <a:pt x="1053359" y="223250"/>
                </a:lnTo>
                <a:lnTo>
                  <a:pt x="1057275" y="223006"/>
                </a:lnTo>
                <a:lnTo>
                  <a:pt x="1061191" y="222757"/>
                </a:lnTo>
                <a:lnTo>
                  <a:pt x="1065107" y="222502"/>
                </a:lnTo>
                <a:lnTo>
                  <a:pt x="1069023" y="222242"/>
                </a:lnTo>
                <a:lnTo>
                  <a:pt x="1072938" y="221977"/>
                </a:lnTo>
                <a:lnTo>
                  <a:pt x="1076854" y="221707"/>
                </a:lnTo>
                <a:lnTo>
                  <a:pt x="1080770" y="221431"/>
                </a:lnTo>
                <a:lnTo>
                  <a:pt x="1084686" y="221151"/>
                </a:lnTo>
                <a:lnTo>
                  <a:pt x="1088602" y="220865"/>
                </a:lnTo>
                <a:lnTo>
                  <a:pt x="1092518" y="220573"/>
                </a:lnTo>
                <a:lnTo>
                  <a:pt x="1096433" y="220277"/>
                </a:lnTo>
                <a:lnTo>
                  <a:pt x="1100349" y="219976"/>
                </a:lnTo>
                <a:lnTo>
                  <a:pt x="1104265" y="219669"/>
                </a:lnTo>
                <a:lnTo>
                  <a:pt x="1108181" y="219357"/>
                </a:lnTo>
                <a:lnTo>
                  <a:pt x="1112097" y="219040"/>
                </a:lnTo>
                <a:lnTo>
                  <a:pt x="1116012" y="218718"/>
                </a:lnTo>
                <a:lnTo>
                  <a:pt x="1119928" y="218391"/>
                </a:lnTo>
                <a:lnTo>
                  <a:pt x="1123844" y="218059"/>
                </a:lnTo>
                <a:lnTo>
                  <a:pt x="1127760" y="217722"/>
                </a:lnTo>
                <a:lnTo>
                  <a:pt x="1131676" y="217379"/>
                </a:lnTo>
                <a:lnTo>
                  <a:pt x="1135592" y="217032"/>
                </a:lnTo>
                <a:lnTo>
                  <a:pt x="1139508" y="216680"/>
                </a:lnTo>
                <a:lnTo>
                  <a:pt x="1143423" y="216323"/>
                </a:lnTo>
                <a:lnTo>
                  <a:pt x="1147339" y="215960"/>
                </a:lnTo>
                <a:lnTo>
                  <a:pt x="1151255" y="215593"/>
                </a:lnTo>
                <a:lnTo>
                  <a:pt x="1155171" y="215221"/>
                </a:lnTo>
                <a:lnTo>
                  <a:pt x="1159087" y="214844"/>
                </a:lnTo>
                <a:lnTo>
                  <a:pt x="1163003" y="214462"/>
                </a:lnTo>
                <a:lnTo>
                  <a:pt x="1166918" y="214075"/>
                </a:lnTo>
                <a:lnTo>
                  <a:pt x="1170834" y="213683"/>
                </a:lnTo>
                <a:lnTo>
                  <a:pt x="1174750" y="213287"/>
                </a:lnTo>
                <a:lnTo>
                  <a:pt x="1178666" y="212885"/>
                </a:lnTo>
                <a:lnTo>
                  <a:pt x="1182582" y="212479"/>
                </a:lnTo>
                <a:lnTo>
                  <a:pt x="1186497" y="212068"/>
                </a:lnTo>
                <a:lnTo>
                  <a:pt x="1190413" y="211652"/>
                </a:lnTo>
                <a:lnTo>
                  <a:pt x="1194329" y="211232"/>
                </a:lnTo>
                <a:lnTo>
                  <a:pt x="1198245" y="210807"/>
                </a:lnTo>
                <a:lnTo>
                  <a:pt x="1202161" y="210377"/>
                </a:lnTo>
                <a:lnTo>
                  <a:pt x="1206077" y="209942"/>
                </a:lnTo>
                <a:lnTo>
                  <a:pt x="1209992" y="209503"/>
                </a:lnTo>
                <a:lnTo>
                  <a:pt x="1213908" y="209059"/>
                </a:lnTo>
                <a:lnTo>
                  <a:pt x="1217824" y="208610"/>
                </a:lnTo>
                <a:lnTo>
                  <a:pt x="1221740" y="208157"/>
                </a:lnTo>
                <a:lnTo>
                  <a:pt x="1225656" y="207700"/>
                </a:lnTo>
                <a:lnTo>
                  <a:pt x="1229572" y="207237"/>
                </a:lnTo>
                <a:lnTo>
                  <a:pt x="1233488" y="206771"/>
                </a:lnTo>
                <a:lnTo>
                  <a:pt x="1237403" y="206299"/>
                </a:lnTo>
                <a:lnTo>
                  <a:pt x="1241319" y="205824"/>
                </a:lnTo>
                <a:lnTo>
                  <a:pt x="1245235" y="205343"/>
                </a:lnTo>
                <a:lnTo>
                  <a:pt x="1249151" y="204859"/>
                </a:lnTo>
                <a:lnTo>
                  <a:pt x="1253067" y="204370"/>
                </a:lnTo>
                <a:lnTo>
                  <a:pt x="1256983" y="203876"/>
                </a:lnTo>
                <a:lnTo>
                  <a:pt x="1260898" y="203378"/>
                </a:lnTo>
                <a:lnTo>
                  <a:pt x="1264814" y="202876"/>
                </a:lnTo>
                <a:lnTo>
                  <a:pt x="1268730" y="202370"/>
                </a:lnTo>
                <a:lnTo>
                  <a:pt x="1272646" y="201859"/>
                </a:lnTo>
                <a:lnTo>
                  <a:pt x="1276562" y="201344"/>
                </a:lnTo>
                <a:lnTo>
                  <a:pt x="1280478" y="200825"/>
                </a:lnTo>
                <a:lnTo>
                  <a:pt x="1284393" y="200301"/>
                </a:lnTo>
                <a:lnTo>
                  <a:pt x="1288309" y="199773"/>
                </a:lnTo>
                <a:lnTo>
                  <a:pt x="1292225" y="199241"/>
                </a:lnTo>
                <a:lnTo>
                  <a:pt x="1296141" y="198705"/>
                </a:lnTo>
                <a:lnTo>
                  <a:pt x="1300057" y="198165"/>
                </a:lnTo>
                <a:lnTo>
                  <a:pt x="1303972" y="197621"/>
                </a:lnTo>
                <a:lnTo>
                  <a:pt x="1307888" y="197073"/>
                </a:lnTo>
                <a:lnTo>
                  <a:pt x="1311804" y="196521"/>
                </a:lnTo>
                <a:lnTo>
                  <a:pt x="1315720" y="195964"/>
                </a:lnTo>
                <a:lnTo>
                  <a:pt x="1319636" y="195404"/>
                </a:lnTo>
                <a:lnTo>
                  <a:pt x="1323552" y="194840"/>
                </a:lnTo>
                <a:lnTo>
                  <a:pt x="1327468" y="194272"/>
                </a:lnTo>
                <a:lnTo>
                  <a:pt x="1331383" y="193699"/>
                </a:lnTo>
                <a:lnTo>
                  <a:pt x="1335299" y="193124"/>
                </a:lnTo>
                <a:lnTo>
                  <a:pt x="1339215" y="192544"/>
                </a:lnTo>
                <a:lnTo>
                  <a:pt x="1343131" y="191960"/>
                </a:lnTo>
                <a:lnTo>
                  <a:pt x="1347047" y="191373"/>
                </a:lnTo>
                <a:lnTo>
                  <a:pt x="1350963" y="190782"/>
                </a:lnTo>
                <a:lnTo>
                  <a:pt x="1354878" y="190187"/>
                </a:lnTo>
                <a:lnTo>
                  <a:pt x="1358794" y="189588"/>
                </a:lnTo>
                <a:lnTo>
                  <a:pt x="1362710" y="188986"/>
                </a:lnTo>
                <a:lnTo>
                  <a:pt x="1366626" y="188380"/>
                </a:lnTo>
                <a:lnTo>
                  <a:pt x="1370542" y="187771"/>
                </a:lnTo>
                <a:lnTo>
                  <a:pt x="1374457" y="187158"/>
                </a:lnTo>
                <a:lnTo>
                  <a:pt x="1378373" y="186541"/>
                </a:lnTo>
                <a:lnTo>
                  <a:pt x="1382289" y="185921"/>
                </a:lnTo>
                <a:lnTo>
                  <a:pt x="1386205" y="185297"/>
                </a:lnTo>
                <a:lnTo>
                  <a:pt x="1390121" y="184670"/>
                </a:lnTo>
                <a:lnTo>
                  <a:pt x="1394037" y="184040"/>
                </a:lnTo>
                <a:lnTo>
                  <a:pt x="1397952" y="183406"/>
                </a:lnTo>
                <a:lnTo>
                  <a:pt x="1401868" y="182768"/>
                </a:lnTo>
                <a:lnTo>
                  <a:pt x="1405784" y="182128"/>
                </a:lnTo>
                <a:lnTo>
                  <a:pt x="1409700" y="181484"/>
                </a:lnTo>
                <a:lnTo>
                  <a:pt x="1413616" y="180837"/>
                </a:lnTo>
                <a:lnTo>
                  <a:pt x="1417532" y="180186"/>
                </a:lnTo>
                <a:lnTo>
                  <a:pt x="1421448" y="179533"/>
                </a:lnTo>
                <a:lnTo>
                  <a:pt x="1425363" y="178876"/>
                </a:lnTo>
                <a:lnTo>
                  <a:pt x="1429279" y="178216"/>
                </a:lnTo>
                <a:lnTo>
                  <a:pt x="1433195" y="177553"/>
                </a:lnTo>
                <a:lnTo>
                  <a:pt x="1437111" y="176886"/>
                </a:lnTo>
                <a:lnTo>
                  <a:pt x="1441027" y="176217"/>
                </a:lnTo>
                <a:lnTo>
                  <a:pt x="1444943" y="175545"/>
                </a:lnTo>
                <a:lnTo>
                  <a:pt x="1448858" y="174870"/>
                </a:lnTo>
                <a:lnTo>
                  <a:pt x="1452774" y="174192"/>
                </a:lnTo>
                <a:lnTo>
                  <a:pt x="1456690" y="173510"/>
                </a:lnTo>
                <a:lnTo>
                  <a:pt x="1460606" y="172826"/>
                </a:lnTo>
                <a:lnTo>
                  <a:pt x="1464522" y="172140"/>
                </a:lnTo>
                <a:lnTo>
                  <a:pt x="1468437" y="171450"/>
                </a:lnTo>
                <a:lnTo>
                  <a:pt x="1472353" y="170758"/>
                </a:lnTo>
                <a:lnTo>
                  <a:pt x="1476269" y="170062"/>
                </a:lnTo>
                <a:lnTo>
                  <a:pt x="1480185" y="169364"/>
                </a:lnTo>
                <a:lnTo>
                  <a:pt x="1484101" y="168664"/>
                </a:lnTo>
                <a:lnTo>
                  <a:pt x="1488017" y="167961"/>
                </a:lnTo>
                <a:lnTo>
                  <a:pt x="1491933" y="167255"/>
                </a:lnTo>
                <a:lnTo>
                  <a:pt x="1495848" y="166546"/>
                </a:lnTo>
                <a:lnTo>
                  <a:pt x="1499764" y="165835"/>
                </a:lnTo>
                <a:lnTo>
                  <a:pt x="1503680" y="165122"/>
                </a:lnTo>
                <a:lnTo>
                  <a:pt x="1507596" y="164406"/>
                </a:lnTo>
                <a:lnTo>
                  <a:pt x="1511512" y="163687"/>
                </a:lnTo>
                <a:lnTo>
                  <a:pt x="1515428" y="162967"/>
                </a:lnTo>
                <a:lnTo>
                  <a:pt x="1519343" y="162243"/>
                </a:lnTo>
                <a:lnTo>
                  <a:pt x="1523259" y="161518"/>
                </a:lnTo>
                <a:lnTo>
                  <a:pt x="1527175" y="160790"/>
                </a:lnTo>
                <a:lnTo>
                  <a:pt x="1531091" y="160060"/>
                </a:lnTo>
                <a:lnTo>
                  <a:pt x="1535007" y="159328"/>
                </a:lnTo>
                <a:lnTo>
                  <a:pt x="1538922" y="158593"/>
                </a:lnTo>
                <a:lnTo>
                  <a:pt x="1542838" y="157856"/>
                </a:lnTo>
                <a:lnTo>
                  <a:pt x="1546754" y="157118"/>
                </a:lnTo>
                <a:lnTo>
                  <a:pt x="1550670" y="156377"/>
                </a:lnTo>
                <a:lnTo>
                  <a:pt x="1554586" y="155634"/>
                </a:lnTo>
                <a:lnTo>
                  <a:pt x="1558502" y="154889"/>
                </a:lnTo>
                <a:lnTo>
                  <a:pt x="1562417" y="154142"/>
                </a:lnTo>
                <a:lnTo>
                  <a:pt x="1566333" y="153393"/>
                </a:lnTo>
                <a:lnTo>
                  <a:pt x="1570249" y="152642"/>
                </a:lnTo>
                <a:lnTo>
                  <a:pt x="1574165" y="151889"/>
                </a:lnTo>
                <a:lnTo>
                  <a:pt x="1578081" y="151135"/>
                </a:lnTo>
                <a:lnTo>
                  <a:pt x="1581997" y="150379"/>
                </a:lnTo>
                <a:lnTo>
                  <a:pt x="1585913" y="149621"/>
                </a:lnTo>
                <a:lnTo>
                  <a:pt x="1589828" y="148861"/>
                </a:lnTo>
                <a:lnTo>
                  <a:pt x="1593744" y="148099"/>
                </a:lnTo>
                <a:lnTo>
                  <a:pt x="1597660" y="147336"/>
                </a:lnTo>
                <a:lnTo>
                  <a:pt x="1601576" y="146572"/>
                </a:lnTo>
                <a:lnTo>
                  <a:pt x="1605492" y="145805"/>
                </a:lnTo>
                <a:lnTo>
                  <a:pt x="1609408" y="145038"/>
                </a:lnTo>
                <a:lnTo>
                  <a:pt x="1613323" y="144268"/>
                </a:lnTo>
                <a:lnTo>
                  <a:pt x="1617239" y="143497"/>
                </a:lnTo>
                <a:lnTo>
                  <a:pt x="1621155" y="142725"/>
                </a:lnTo>
                <a:lnTo>
                  <a:pt x="1625071" y="141952"/>
                </a:lnTo>
                <a:lnTo>
                  <a:pt x="1628987" y="141177"/>
                </a:lnTo>
                <a:lnTo>
                  <a:pt x="1632903" y="140401"/>
                </a:lnTo>
                <a:lnTo>
                  <a:pt x="1636818" y="139623"/>
                </a:lnTo>
                <a:lnTo>
                  <a:pt x="1640734" y="138844"/>
                </a:lnTo>
                <a:lnTo>
                  <a:pt x="1644650" y="138064"/>
                </a:lnTo>
                <a:lnTo>
                  <a:pt x="1648566" y="137283"/>
                </a:lnTo>
                <a:lnTo>
                  <a:pt x="1652482" y="136501"/>
                </a:lnTo>
                <a:lnTo>
                  <a:pt x="1656397" y="135718"/>
                </a:lnTo>
                <a:lnTo>
                  <a:pt x="1660313" y="134933"/>
                </a:lnTo>
                <a:lnTo>
                  <a:pt x="1664229" y="134148"/>
                </a:lnTo>
                <a:lnTo>
                  <a:pt x="1668145" y="133362"/>
                </a:lnTo>
                <a:lnTo>
                  <a:pt x="1672061" y="132574"/>
                </a:lnTo>
                <a:lnTo>
                  <a:pt x="1675977" y="131786"/>
                </a:lnTo>
                <a:lnTo>
                  <a:pt x="1679893" y="130997"/>
                </a:lnTo>
                <a:lnTo>
                  <a:pt x="1683808" y="130207"/>
                </a:lnTo>
                <a:lnTo>
                  <a:pt x="1687724" y="129417"/>
                </a:lnTo>
                <a:lnTo>
                  <a:pt x="1691640" y="128626"/>
                </a:lnTo>
                <a:lnTo>
                  <a:pt x="1695556" y="127834"/>
                </a:lnTo>
                <a:lnTo>
                  <a:pt x="1699472" y="127041"/>
                </a:lnTo>
                <a:lnTo>
                  <a:pt x="1703388" y="126248"/>
                </a:lnTo>
                <a:lnTo>
                  <a:pt x="1707303" y="125454"/>
                </a:lnTo>
                <a:lnTo>
                  <a:pt x="1711219" y="124659"/>
                </a:lnTo>
                <a:lnTo>
                  <a:pt x="1715135" y="123864"/>
                </a:lnTo>
                <a:lnTo>
                  <a:pt x="1719051" y="123069"/>
                </a:lnTo>
                <a:lnTo>
                  <a:pt x="1722967" y="122273"/>
                </a:lnTo>
                <a:lnTo>
                  <a:pt x="1726882" y="121477"/>
                </a:lnTo>
                <a:lnTo>
                  <a:pt x="1730798" y="120680"/>
                </a:lnTo>
                <a:lnTo>
                  <a:pt x="1734714" y="119884"/>
                </a:lnTo>
                <a:lnTo>
                  <a:pt x="1738630" y="119086"/>
                </a:lnTo>
                <a:lnTo>
                  <a:pt x="1742546" y="118289"/>
                </a:lnTo>
                <a:lnTo>
                  <a:pt x="1746462" y="117491"/>
                </a:lnTo>
                <a:lnTo>
                  <a:pt x="1750377" y="116694"/>
                </a:lnTo>
                <a:lnTo>
                  <a:pt x="1754293" y="115896"/>
                </a:lnTo>
                <a:lnTo>
                  <a:pt x="1758209" y="115098"/>
                </a:lnTo>
                <a:lnTo>
                  <a:pt x="1762125" y="114300"/>
                </a:lnTo>
                <a:lnTo>
                  <a:pt x="1766041" y="113502"/>
                </a:lnTo>
                <a:lnTo>
                  <a:pt x="1769957" y="112704"/>
                </a:lnTo>
                <a:lnTo>
                  <a:pt x="1773873" y="111906"/>
                </a:lnTo>
                <a:lnTo>
                  <a:pt x="1777788" y="111109"/>
                </a:lnTo>
                <a:lnTo>
                  <a:pt x="1781704" y="110311"/>
                </a:lnTo>
                <a:lnTo>
                  <a:pt x="1785620" y="109514"/>
                </a:lnTo>
                <a:lnTo>
                  <a:pt x="1789536" y="108716"/>
                </a:lnTo>
                <a:lnTo>
                  <a:pt x="1793452" y="107920"/>
                </a:lnTo>
                <a:lnTo>
                  <a:pt x="1797368" y="107123"/>
                </a:lnTo>
                <a:lnTo>
                  <a:pt x="1801283" y="106327"/>
                </a:lnTo>
                <a:lnTo>
                  <a:pt x="1805199" y="105531"/>
                </a:lnTo>
                <a:lnTo>
                  <a:pt x="1809115" y="104736"/>
                </a:lnTo>
                <a:lnTo>
                  <a:pt x="1813031" y="103941"/>
                </a:lnTo>
                <a:lnTo>
                  <a:pt x="1816947" y="103146"/>
                </a:lnTo>
                <a:lnTo>
                  <a:pt x="1820862" y="102352"/>
                </a:lnTo>
                <a:lnTo>
                  <a:pt x="1824778" y="101559"/>
                </a:lnTo>
                <a:lnTo>
                  <a:pt x="1828694" y="100766"/>
                </a:lnTo>
                <a:lnTo>
                  <a:pt x="1832610" y="99974"/>
                </a:lnTo>
                <a:lnTo>
                  <a:pt x="1836526" y="99183"/>
                </a:lnTo>
                <a:lnTo>
                  <a:pt x="1840442" y="98393"/>
                </a:lnTo>
                <a:lnTo>
                  <a:pt x="1844358" y="97603"/>
                </a:lnTo>
                <a:lnTo>
                  <a:pt x="1848273" y="96814"/>
                </a:lnTo>
                <a:lnTo>
                  <a:pt x="1852189" y="96026"/>
                </a:lnTo>
                <a:lnTo>
                  <a:pt x="1856105" y="95238"/>
                </a:lnTo>
                <a:lnTo>
                  <a:pt x="1860021" y="94452"/>
                </a:lnTo>
                <a:lnTo>
                  <a:pt x="1863937" y="93667"/>
                </a:lnTo>
                <a:lnTo>
                  <a:pt x="1867853" y="92882"/>
                </a:lnTo>
                <a:lnTo>
                  <a:pt x="1871768" y="92099"/>
                </a:lnTo>
                <a:lnTo>
                  <a:pt x="1875684" y="91317"/>
                </a:lnTo>
                <a:lnTo>
                  <a:pt x="1879600" y="90536"/>
                </a:lnTo>
                <a:lnTo>
                  <a:pt x="1883516" y="89756"/>
                </a:lnTo>
                <a:lnTo>
                  <a:pt x="1887432" y="88977"/>
                </a:lnTo>
                <a:lnTo>
                  <a:pt x="1891347" y="88199"/>
                </a:lnTo>
                <a:lnTo>
                  <a:pt x="1895263" y="87423"/>
                </a:lnTo>
                <a:lnTo>
                  <a:pt x="1899179" y="86648"/>
                </a:lnTo>
                <a:lnTo>
                  <a:pt x="1903095" y="85875"/>
                </a:lnTo>
                <a:lnTo>
                  <a:pt x="1907011" y="85103"/>
                </a:lnTo>
                <a:lnTo>
                  <a:pt x="1910927" y="84332"/>
                </a:lnTo>
                <a:lnTo>
                  <a:pt x="1914842" y="83562"/>
                </a:lnTo>
                <a:lnTo>
                  <a:pt x="1918758" y="82795"/>
                </a:lnTo>
                <a:lnTo>
                  <a:pt x="1922674" y="82028"/>
                </a:lnTo>
                <a:lnTo>
                  <a:pt x="1926590" y="81264"/>
                </a:lnTo>
                <a:lnTo>
                  <a:pt x="1930506" y="80501"/>
                </a:lnTo>
                <a:lnTo>
                  <a:pt x="1934422" y="79739"/>
                </a:lnTo>
                <a:lnTo>
                  <a:pt x="1938338" y="78979"/>
                </a:lnTo>
                <a:lnTo>
                  <a:pt x="1942253" y="78221"/>
                </a:lnTo>
                <a:lnTo>
                  <a:pt x="1946169" y="77465"/>
                </a:lnTo>
                <a:lnTo>
                  <a:pt x="1950085" y="76711"/>
                </a:lnTo>
                <a:lnTo>
                  <a:pt x="1954001" y="75958"/>
                </a:lnTo>
                <a:lnTo>
                  <a:pt x="1957917" y="75207"/>
                </a:lnTo>
                <a:lnTo>
                  <a:pt x="1961833" y="74458"/>
                </a:lnTo>
                <a:lnTo>
                  <a:pt x="1965748" y="73711"/>
                </a:lnTo>
                <a:lnTo>
                  <a:pt x="1969664" y="72966"/>
                </a:lnTo>
                <a:lnTo>
                  <a:pt x="1973580" y="72223"/>
                </a:lnTo>
                <a:lnTo>
                  <a:pt x="1977496" y="71482"/>
                </a:lnTo>
                <a:lnTo>
                  <a:pt x="1981412" y="70744"/>
                </a:lnTo>
                <a:lnTo>
                  <a:pt x="1985328" y="70007"/>
                </a:lnTo>
                <a:lnTo>
                  <a:pt x="1989243" y="69272"/>
                </a:lnTo>
                <a:lnTo>
                  <a:pt x="1993159" y="68540"/>
                </a:lnTo>
                <a:lnTo>
                  <a:pt x="1997075" y="67810"/>
                </a:lnTo>
                <a:lnTo>
                  <a:pt x="2000991" y="67082"/>
                </a:lnTo>
                <a:lnTo>
                  <a:pt x="2004907" y="66357"/>
                </a:lnTo>
                <a:lnTo>
                  <a:pt x="2008822" y="65633"/>
                </a:lnTo>
                <a:lnTo>
                  <a:pt x="2012738" y="64913"/>
                </a:lnTo>
                <a:lnTo>
                  <a:pt x="2016654" y="64194"/>
                </a:lnTo>
                <a:lnTo>
                  <a:pt x="2020570" y="63478"/>
                </a:lnTo>
                <a:lnTo>
                  <a:pt x="2024486" y="62765"/>
                </a:lnTo>
                <a:lnTo>
                  <a:pt x="2028402" y="62054"/>
                </a:lnTo>
                <a:lnTo>
                  <a:pt x="2032318" y="61345"/>
                </a:lnTo>
                <a:lnTo>
                  <a:pt x="2036233" y="60639"/>
                </a:lnTo>
                <a:lnTo>
                  <a:pt x="2040149" y="59936"/>
                </a:lnTo>
                <a:lnTo>
                  <a:pt x="2044065" y="59236"/>
                </a:lnTo>
                <a:lnTo>
                  <a:pt x="2047981" y="58538"/>
                </a:lnTo>
                <a:lnTo>
                  <a:pt x="2051897" y="57842"/>
                </a:lnTo>
                <a:lnTo>
                  <a:pt x="2055813" y="57150"/>
                </a:lnTo>
                <a:lnTo>
                  <a:pt x="2059728" y="56460"/>
                </a:lnTo>
                <a:lnTo>
                  <a:pt x="2063644" y="55774"/>
                </a:lnTo>
                <a:lnTo>
                  <a:pt x="2067560" y="55090"/>
                </a:lnTo>
                <a:lnTo>
                  <a:pt x="2071476" y="54408"/>
                </a:lnTo>
                <a:lnTo>
                  <a:pt x="2075392" y="53730"/>
                </a:lnTo>
                <a:lnTo>
                  <a:pt x="2079307" y="53055"/>
                </a:lnTo>
                <a:lnTo>
                  <a:pt x="2083223" y="52383"/>
                </a:lnTo>
                <a:lnTo>
                  <a:pt x="2087139" y="51714"/>
                </a:lnTo>
                <a:lnTo>
                  <a:pt x="2091055" y="51047"/>
                </a:lnTo>
                <a:lnTo>
                  <a:pt x="2094971" y="50384"/>
                </a:lnTo>
                <a:lnTo>
                  <a:pt x="2098887" y="49724"/>
                </a:lnTo>
                <a:lnTo>
                  <a:pt x="2102803" y="49067"/>
                </a:lnTo>
                <a:lnTo>
                  <a:pt x="2106718" y="48414"/>
                </a:lnTo>
                <a:lnTo>
                  <a:pt x="2110634" y="47763"/>
                </a:lnTo>
                <a:lnTo>
                  <a:pt x="2114550" y="47116"/>
                </a:lnTo>
                <a:lnTo>
                  <a:pt x="2118466" y="46472"/>
                </a:lnTo>
                <a:lnTo>
                  <a:pt x="2122382" y="45832"/>
                </a:lnTo>
                <a:lnTo>
                  <a:pt x="2126298" y="45194"/>
                </a:lnTo>
                <a:lnTo>
                  <a:pt x="2130213" y="44560"/>
                </a:lnTo>
                <a:lnTo>
                  <a:pt x="2134129" y="43930"/>
                </a:lnTo>
                <a:lnTo>
                  <a:pt x="2138045" y="43303"/>
                </a:lnTo>
                <a:lnTo>
                  <a:pt x="2141961" y="42679"/>
                </a:lnTo>
                <a:lnTo>
                  <a:pt x="2145877" y="42059"/>
                </a:lnTo>
                <a:lnTo>
                  <a:pt x="2149793" y="41442"/>
                </a:lnTo>
                <a:lnTo>
                  <a:pt x="2153708" y="40829"/>
                </a:lnTo>
                <a:lnTo>
                  <a:pt x="2157624" y="40220"/>
                </a:lnTo>
                <a:lnTo>
                  <a:pt x="2161540" y="39614"/>
                </a:lnTo>
                <a:lnTo>
                  <a:pt x="2165456" y="39012"/>
                </a:lnTo>
                <a:lnTo>
                  <a:pt x="2169372" y="38413"/>
                </a:lnTo>
                <a:lnTo>
                  <a:pt x="2173287" y="37818"/>
                </a:lnTo>
                <a:lnTo>
                  <a:pt x="2177203" y="37227"/>
                </a:lnTo>
                <a:lnTo>
                  <a:pt x="2181119" y="36640"/>
                </a:lnTo>
                <a:lnTo>
                  <a:pt x="2185035" y="36056"/>
                </a:lnTo>
                <a:lnTo>
                  <a:pt x="2188951" y="35476"/>
                </a:lnTo>
                <a:lnTo>
                  <a:pt x="2192867" y="34901"/>
                </a:lnTo>
                <a:lnTo>
                  <a:pt x="2196783" y="34328"/>
                </a:lnTo>
                <a:lnTo>
                  <a:pt x="2200698" y="33760"/>
                </a:lnTo>
                <a:lnTo>
                  <a:pt x="2204614" y="33196"/>
                </a:lnTo>
                <a:lnTo>
                  <a:pt x="2208530" y="32636"/>
                </a:lnTo>
                <a:lnTo>
                  <a:pt x="2212446" y="32079"/>
                </a:lnTo>
                <a:lnTo>
                  <a:pt x="2216362" y="31527"/>
                </a:lnTo>
                <a:lnTo>
                  <a:pt x="2220278" y="30979"/>
                </a:lnTo>
                <a:lnTo>
                  <a:pt x="2224193" y="30435"/>
                </a:lnTo>
                <a:lnTo>
                  <a:pt x="2228109" y="29895"/>
                </a:lnTo>
                <a:lnTo>
                  <a:pt x="2232025" y="29359"/>
                </a:lnTo>
                <a:lnTo>
                  <a:pt x="2235941" y="28827"/>
                </a:lnTo>
                <a:lnTo>
                  <a:pt x="2239857" y="28299"/>
                </a:lnTo>
                <a:lnTo>
                  <a:pt x="2243772" y="27775"/>
                </a:lnTo>
                <a:lnTo>
                  <a:pt x="2247688" y="27256"/>
                </a:lnTo>
                <a:lnTo>
                  <a:pt x="2251604" y="26741"/>
                </a:lnTo>
                <a:lnTo>
                  <a:pt x="2255520" y="26230"/>
                </a:lnTo>
                <a:lnTo>
                  <a:pt x="2259436" y="25724"/>
                </a:lnTo>
                <a:lnTo>
                  <a:pt x="2263352" y="25222"/>
                </a:lnTo>
                <a:lnTo>
                  <a:pt x="2267267" y="24724"/>
                </a:lnTo>
                <a:lnTo>
                  <a:pt x="2271183" y="24230"/>
                </a:lnTo>
                <a:lnTo>
                  <a:pt x="2275099" y="23741"/>
                </a:lnTo>
                <a:lnTo>
                  <a:pt x="2279015" y="23257"/>
                </a:lnTo>
                <a:lnTo>
                  <a:pt x="2282931" y="22776"/>
                </a:lnTo>
                <a:lnTo>
                  <a:pt x="2286847" y="22301"/>
                </a:lnTo>
                <a:lnTo>
                  <a:pt x="2290763" y="21829"/>
                </a:lnTo>
                <a:lnTo>
                  <a:pt x="2294678" y="21363"/>
                </a:lnTo>
                <a:lnTo>
                  <a:pt x="2298594" y="20900"/>
                </a:lnTo>
                <a:lnTo>
                  <a:pt x="2302510" y="20443"/>
                </a:lnTo>
                <a:lnTo>
                  <a:pt x="2306426" y="19990"/>
                </a:lnTo>
                <a:lnTo>
                  <a:pt x="2310342" y="19541"/>
                </a:lnTo>
                <a:lnTo>
                  <a:pt x="2314258" y="19097"/>
                </a:lnTo>
                <a:lnTo>
                  <a:pt x="2318173" y="18658"/>
                </a:lnTo>
                <a:lnTo>
                  <a:pt x="2322089" y="18223"/>
                </a:lnTo>
                <a:lnTo>
                  <a:pt x="2326005" y="17793"/>
                </a:lnTo>
                <a:lnTo>
                  <a:pt x="2329921" y="17368"/>
                </a:lnTo>
                <a:lnTo>
                  <a:pt x="2333837" y="16948"/>
                </a:lnTo>
                <a:lnTo>
                  <a:pt x="2337753" y="16532"/>
                </a:lnTo>
                <a:lnTo>
                  <a:pt x="2341668" y="16121"/>
                </a:lnTo>
                <a:lnTo>
                  <a:pt x="2345584" y="15715"/>
                </a:lnTo>
                <a:lnTo>
                  <a:pt x="2349500" y="15313"/>
                </a:lnTo>
                <a:lnTo>
                  <a:pt x="2353416" y="14917"/>
                </a:lnTo>
                <a:lnTo>
                  <a:pt x="2357332" y="14525"/>
                </a:lnTo>
                <a:lnTo>
                  <a:pt x="2361248" y="14138"/>
                </a:lnTo>
                <a:lnTo>
                  <a:pt x="2365163" y="13756"/>
                </a:lnTo>
                <a:lnTo>
                  <a:pt x="2369079" y="13379"/>
                </a:lnTo>
                <a:lnTo>
                  <a:pt x="2372995" y="13007"/>
                </a:lnTo>
                <a:lnTo>
                  <a:pt x="2376911" y="12640"/>
                </a:lnTo>
                <a:lnTo>
                  <a:pt x="2380827" y="12277"/>
                </a:lnTo>
                <a:lnTo>
                  <a:pt x="2384743" y="11920"/>
                </a:lnTo>
                <a:lnTo>
                  <a:pt x="2388658" y="11568"/>
                </a:lnTo>
                <a:lnTo>
                  <a:pt x="2392574" y="11221"/>
                </a:lnTo>
                <a:lnTo>
                  <a:pt x="2396490" y="10878"/>
                </a:lnTo>
                <a:lnTo>
                  <a:pt x="2400406" y="10541"/>
                </a:lnTo>
                <a:lnTo>
                  <a:pt x="2404322" y="10209"/>
                </a:lnTo>
                <a:lnTo>
                  <a:pt x="2408237" y="9882"/>
                </a:lnTo>
                <a:lnTo>
                  <a:pt x="2412153" y="9560"/>
                </a:lnTo>
                <a:lnTo>
                  <a:pt x="2416069" y="9243"/>
                </a:lnTo>
                <a:lnTo>
                  <a:pt x="2419985" y="8931"/>
                </a:lnTo>
                <a:lnTo>
                  <a:pt x="2423901" y="8624"/>
                </a:lnTo>
                <a:lnTo>
                  <a:pt x="2427817" y="8323"/>
                </a:lnTo>
                <a:lnTo>
                  <a:pt x="2431732" y="8027"/>
                </a:lnTo>
                <a:lnTo>
                  <a:pt x="2435648" y="7735"/>
                </a:lnTo>
                <a:lnTo>
                  <a:pt x="2439564" y="7449"/>
                </a:lnTo>
                <a:lnTo>
                  <a:pt x="2443480" y="7169"/>
                </a:lnTo>
                <a:lnTo>
                  <a:pt x="2447396" y="6893"/>
                </a:lnTo>
                <a:lnTo>
                  <a:pt x="2451312" y="6623"/>
                </a:lnTo>
                <a:lnTo>
                  <a:pt x="2455228" y="6358"/>
                </a:lnTo>
                <a:lnTo>
                  <a:pt x="2459143" y="6098"/>
                </a:lnTo>
                <a:lnTo>
                  <a:pt x="2463059" y="5843"/>
                </a:lnTo>
                <a:lnTo>
                  <a:pt x="2466975" y="5594"/>
                </a:lnTo>
                <a:lnTo>
                  <a:pt x="2470891" y="5350"/>
                </a:lnTo>
                <a:lnTo>
                  <a:pt x="2474807" y="5112"/>
                </a:lnTo>
                <a:lnTo>
                  <a:pt x="2478723" y="4878"/>
                </a:lnTo>
                <a:lnTo>
                  <a:pt x="2482638" y="4650"/>
                </a:lnTo>
                <a:lnTo>
                  <a:pt x="2486554" y="4428"/>
                </a:lnTo>
                <a:lnTo>
                  <a:pt x="2490470" y="4211"/>
                </a:lnTo>
                <a:lnTo>
                  <a:pt x="2494386" y="3999"/>
                </a:lnTo>
                <a:lnTo>
                  <a:pt x="2498302" y="3792"/>
                </a:lnTo>
                <a:lnTo>
                  <a:pt x="2502218" y="3591"/>
                </a:lnTo>
                <a:lnTo>
                  <a:pt x="2506133" y="3395"/>
                </a:lnTo>
                <a:lnTo>
                  <a:pt x="2510049" y="3205"/>
                </a:lnTo>
                <a:lnTo>
                  <a:pt x="2513965" y="3020"/>
                </a:lnTo>
                <a:lnTo>
                  <a:pt x="2517881" y="2840"/>
                </a:lnTo>
                <a:lnTo>
                  <a:pt x="2521797" y="2666"/>
                </a:lnTo>
                <a:lnTo>
                  <a:pt x="2525713" y="2498"/>
                </a:lnTo>
                <a:lnTo>
                  <a:pt x="2529628" y="2335"/>
                </a:lnTo>
                <a:lnTo>
                  <a:pt x="2533544" y="2177"/>
                </a:lnTo>
                <a:lnTo>
                  <a:pt x="2537460" y="2025"/>
                </a:lnTo>
                <a:lnTo>
                  <a:pt x="2541376" y="1878"/>
                </a:lnTo>
                <a:lnTo>
                  <a:pt x="2545292" y="1736"/>
                </a:lnTo>
                <a:lnTo>
                  <a:pt x="2549207" y="1601"/>
                </a:lnTo>
                <a:lnTo>
                  <a:pt x="2553123" y="1470"/>
                </a:lnTo>
                <a:lnTo>
                  <a:pt x="2557039" y="1345"/>
                </a:lnTo>
                <a:lnTo>
                  <a:pt x="2560955" y="1226"/>
                </a:lnTo>
                <a:lnTo>
                  <a:pt x="2564871" y="1112"/>
                </a:lnTo>
                <a:lnTo>
                  <a:pt x="2568787" y="1004"/>
                </a:lnTo>
                <a:lnTo>
                  <a:pt x="2572702" y="901"/>
                </a:lnTo>
                <a:lnTo>
                  <a:pt x="2576618" y="804"/>
                </a:lnTo>
                <a:lnTo>
                  <a:pt x="2580534" y="712"/>
                </a:lnTo>
                <a:lnTo>
                  <a:pt x="2584450" y="626"/>
                </a:lnTo>
                <a:lnTo>
                  <a:pt x="2588366" y="546"/>
                </a:lnTo>
                <a:lnTo>
                  <a:pt x="2592282" y="470"/>
                </a:lnTo>
                <a:lnTo>
                  <a:pt x="2596197" y="401"/>
                </a:lnTo>
                <a:lnTo>
                  <a:pt x="2600113" y="337"/>
                </a:lnTo>
                <a:lnTo>
                  <a:pt x="2604029" y="278"/>
                </a:lnTo>
                <a:lnTo>
                  <a:pt x="2607945" y="226"/>
                </a:lnTo>
                <a:lnTo>
                  <a:pt x="2611861" y="178"/>
                </a:lnTo>
                <a:lnTo>
                  <a:pt x="2615777" y="136"/>
                </a:lnTo>
                <a:lnTo>
                  <a:pt x="2619692" y="100"/>
                </a:lnTo>
                <a:lnTo>
                  <a:pt x="2623608" y="70"/>
                </a:lnTo>
                <a:lnTo>
                  <a:pt x="2627524" y="45"/>
                </a:lnTo>
                <a:lnTo>
                  <a:pt x="2631440" y="25"/>
                </a:lnTo>
                <a:lnTo>
                  <a:pt x="2635356" y="11"/>
                </a:lnTo>
                <a:lnTo>
                  <a:pt x="2639272" y="3"/>
                </a:lnTo>
                <a:lnTo>
                  <a:pt x="2643188" y="0"/>
                </a:lnTo>
                <a:lnTo>
                  <a:pt x="2647103" y="3"/>
                </a:lnTo>
                <a:lnTo>
                  <a:pt x="2651019" y="11"/>
                </a:lnTo>
                <a:lnTo>
                  <a:pt x="2654935" y="25"/>
                </a:lnTo>
                <a:lnTo>
                  <a:pt x="2658851" y="45"/>
                </a:lnTo>
                <a:lnTo>
                  <a:pt x="2662767" y="70"/>
                </a:lnTo>
                <a:lnTo>
                  <a:pt x="2666683" y="100"/>
                </a:lnTo>
                <a:lnTo>
                  <a:pt x="2670598" y="136"/>
                </a:lnTo>
                <a:lnTo>
                  <a:pt x="2674514" y="178"/>
                </a:lnTo>
                <a:lnTo>
                  <a:pt x="2678430" y="226"/>
                </a:lnTo>
                <a:lnTo>
                  <a:pt x="2682346" y="278"/>
                </a:lnTo>
                <a:lnTo>
                  <a:pt x="2686262" y="337"/>
                </a:lnTo>
                <a:lnTo>
                  <a:pt x="2690178" y="401"/>
                </a:lnTo>
                <a:lnTo>
                  <a:pt x="2694093" y="470"/>
                </a:lnTo>
                <a:lnTo>
                  <a:pt x="2698009" y="546"/>
                </a:lnTo>
                <a:lnTo>
                  <a:pt x="2701925" y="626"/>
                </a:lnTo>
                <a:lnTo>
                  <a:pt x="2705841" y="712"/>
                </a:lnTo>
                <a:lnTo>
                  <a:pt x="2709757" y="804"/>
                </a:lnTo>
                <a:lnTo>
                  <a:pt x="2713673" y="901"/>
                </a:lnTo>
                <a:lnTo>
                  <a:pt x="2717588" y="1004"/>
                </a:lnTo>
                <a:lnTo>
                  <a:pt x="2721504" y="1112"/>
                </a:lnTo>
                <a:lnTo>
                  <a:pt x="2725420" y="1226"/>
                </a:lnTo>
                <a:lnTo>
                  <a:pt x="2729336" y="1345"/>
                </a:lnTo>
                <a:lnTo>
                  <a:pt x="2733252" y="1470"/>
                </a:lnTo>
                <a:lnTo>
                  <a:pt x="2737168" y="1601"/>
                </a:lnTo>
                <a:lnTo>
                  <a:pt x="2741083" y="1736"/>
                </a:lnTo>
                <a:lnTo>
                  <a:pt x="2744999" y="1878"/>
                </a:lnTo>
                <a:lnTo>
                  <a:pt x="2748915" y="2025"/>
                </a:lnTo>
                <a:lnTo>
                  <a:pt x="2752831" y="2177"/>
                </a:lnTo>
                <a:lnTo>
                  <a:pt x="2756747" y="2335"/>
                </a:lnTo>
                <a:lnTo>
                  <a:pt x="2760662" y="2498"/>
                </a:lnTo>
                <a:lnTo>
                  <a:pt x="2764578" y="2666"/>
                </a:lnTo>
                <a:lnTo>
                  <a:pt x="2768494" y="2840"/>
                </a:lnTo>
                <a:lnTo>
                  <a:pt x="2772410" y="3020"/>
                </a:lnTo>
                <a:lnTo>
                  <a:pt x="2776326" y="3205"/>
                </a:lnTo>
                <a:lnTo>
                  <a:pt x="2780242" y="3395"/>
                </a:lnTo>
                <a:lnTo>
                  <a:pt x="2784157" y="3591"/>
                </a:lnTo>
                <a:lnTo>
                  <a:pt x="2788073" y="3792"/>
                </a:lnTo>
                <a:lnTo>
                  <a:pt x="2791989" y="3999"/>
                </a:lnTo>
                <a:lnTo>
                  <a:pt x="2795905" y="4211"/>
                </a:lnTo>
                <a:lnTo>
                  <a:pt x="2799821" y="4428"/>
                </a:lnTo>
                <a:lnTo>
                  <a:pt x="2803737" y="4650"/>
                </a:lnTo>
                <a:lnTo>
                  <a:pt x="2807653" y="4878"/>
                </a:lnTo>
                <a:lnTo>
                  <a:pt x="2811568" y="5112"/>
                </a:lnTo>
                <a:lnTo>
                  <a:pt x="2815484" y="5350"/>
                </a:lnTo>
                <a:lnTo>
                  <a:pt x="2819400" y="5594"/>
                </a:lnTo>
                <a:lnTo>
                  <a:pt x="2823316" y="5843"/>
                </a:lnTo>
                <a:lnTo>
                  <a:pt x="2827232" y="6098"/>
                </a:lnTo>
                <a:lnTo>
                  <a:pt x="2831148" y="6358"/>
                </a:lnTo>
                <a:lnTo>
                  <a:pt x="2835063" y="6623"/>
                </a:lnTo>
                <a:lnTo>
                  <a:pt x="2838979" y="6893"/>
                </a:lnTo>
                <a:lnTo>
                  <a:pt x="2842895" y="7169"/>
                </a:lnTo>
                <a:lnTo>
                  <a:pt x="2846811" y="7449"/>
                </a:lnTo>
                <a:lnTo>
                  <a:pt x="2850727" y="7735"/>
                </a:lnTo>
                <a:lnTo>
                  <a:pt x="2854643" y="8027"/>
                </a:lnTo>
                <a:lnTo>
                  <a:pt x="2858558" y="8323"/>
                </a:lnTo>
                <a:lnTo>
                  <a:pt x="2862474" y="8624"/>
                </a:lnTo>
                <a:lnTo>
                  <a:pt x="2866390" y="8931"/>
                </a:lnTo>
                <a:lnTo>
                  <a:pt x="2870306" y="9243"/>
                </a:lnTo>
                <a:lnTo>
                  <a:pt x="2874222" y="9560"/>
                </a:lnTo>
                <a:lnTo>
                  <a:pt x="2878138" y="9882"/>
                </a:lnTo>
                <a:lnTo>
                  <a:pt x="2882053" y="10209"/>
                </a:lnTo>
                <a:lnTo>
                  <a:pt x="2885969" y="10541"/>
                </a:lnTo>
                <a:lnTo>
                  <a:pt x="2889885" y="10878"/>
                </a:lnTo>
                <a:lnTo>
                  <a:pt x="2893801" y="11221"/>
                </a:lnTo>
                <a:lnTo>
                  <a:pt x="2897717" y="11568"/>
                </a:lnTo>
                <a:lnTo>
                  <a:pt x="2901632" y="11920"/>
                </a:lnTo>
                <a:lnTo>
                  <a:pt x="2905548" y="12277"/>
                </a:lnTo>
                <a:lnTo>
                  <a:pt x="2909464" y="12640"/>
                </a:lnTo>
                <a:lnTo>
                  <a:pt x="2913380" y="13007"/>
                </a:lnTo>
                <a:lnTo>
                  <a:pt x="2917296" y="13379"/>
                </a:lnTo>
                <a:lnTo>
                  <a:pt x="2921212" y="13756"/>
                </a:lnTo>
                <a:lnTo>
                  <a:pt x="2925127" y="14138"/>
                </a:lnTo>
                <a:lnTo>
                  <a:pt x="2929043" y="14525"/>
                </a:lnTo>
                <a:lnTo>
                  <a:pt x="2932959" y="14917"/>
                </a:lnTo>
                <a:lnTo>
                  <a:pt x="2936875" y="15313"/>
                </a:lnTo>
                <a:lnTo>
                  <a:pt x="2940791" y="15715"/>
                </a:lnTo>
                <a:lnTo>
                  <a:pt x="2944707" y="16121"/>
                </a:lnTo>
                <a:lnTo>
                  <a:pt x="2948622" y="16532"/>
                </a:lnTo>
                <a:lnTo>
                  <a:pt x="2952538" y="16948"/>
                </a:lnTo>
                <a:lnTo>
                  <a:pt x="2956454" y="17368"/>
                </a:lnTo>
                <a:lnTo>
                  <a:pt x="2960370" y="17793"/>
                </a:lnTo>
                <a:lnTo>
                  <a:pt x="2964286" y="18223"/>
                </a:lnTo>
                <a:lnTo>
                  <a:pt x="2968202" y="18658"/>
                </a:lnTo>
                <a:lnTo>
                  <a:pt x="2972117" y="19097"/>
                </a:lnTo>
                <a:lnTo>
                  <a:pt x="2976033" y="19541"/>
                </a:lnTo>
                <a:lnTo>
                  <a:pt x="2979949" y="19990"/>
                </a:lnTo>
                <a:lnTo>
                  <a:pt x="2983865" y="20443"/>
                </a:lnTo>
                <a:lnTo>
                  <a:pt x="2987781" y="20900"/>
                </a:lnTo>
                <a:lnTo>
                  <a:pt x="2991697" y="21363"/>
                </a:lnTo>
                <a:lnTo>
                  <a:pt x="2995613" y="21829"/>
                </a:lnTo>
                <a:lnTo>
                  <a:pt x="2999528" y="22301"/>
                </a:lnTo>
                <a:lnTo>
                  <a:pt x="3003444" y="22776"/>
                </a:lnTo>
                <a:lnTo>
                  <a:pt x="3007360" y="23257"/>
                </a:lnTo>
                <a:lnTo>
                  <a:pt x="3011276" y="23741"/>
                </a:lnTo>
                <a:lnTo>
                  <a:pt x="3015192" y="24230"/>
                </a:lnTo>
                <a:lnTo>
                  <a:pt x="3019108" y="24724"/>
                </a:lnTo>
                <a:lnTo>
                  <a:pt x="3023023" y="25222"/>
                </a:lnTo>
                <a:lnTo>
                  <a:pt x="3026939" y="25724"/>
                </a:lnTo>
                <a:lnTo>
                  <a:pt x="3030855" y="26230"/>
                </a:lnTo>
                <a:lnTo>
                  <a:pt x="3034771" y="26741"/>
                </a:lnTo>
                <a:lnTo>
                  <a:pt x="3038687" y="27256"/>
                </a:lnTo>
                <a:lnTo>
                  <a:pt x="3042603" y="27775"/>
                </a:lnTo>
                <a:lnTo>
                  <a:pt x="3046518" y="28299"/>
                </a:lnTo>
                <a:lnTo>
                  <a:pt x="3050434" y="28827"/>
                </a:lnTo>
                <a:lnTo>
                  <a:pt x="3054350" y="29359"/>
                </a:lnTo>
                <a:lnTo>
                  <a:pt x="3058266" y="29895"/>
                </a:lnTo>
                <a:lnTo>
                  <a:pt x="3062182" y="30435"/>
                </a:lnTo>
                <a:lnTo>
                  <a:pt x="3066098" y="30979"/>
                </a:lnTo>
                <a:lnTo>
                  <a:pt x="3070013" y="31527"/>
                </a:lnTo>
                <a:lnTo>
                  <a:pt x="3073929" y="32079"/>
                </a:lnTo>
                <a:lnTo>
                  <a:pt x="3077845" y="32636"/>
                </a:lnTo>
                <a:lnTo>
                  <a:pt x="3081761" y="33196"/>
                </a:lnTo>
                <a:lnTo>
                  <a:pt x="3085677" y="33760"/>
                </a:lnTo>
                <a:lnTo>
                  <a:pt x="3089593" y="34328"/>
                </a:lnTo>
                <a:lnTo>
                  <a:pt x="3093508" y="34901"/>
                </a:lnTo>
                <a:lnTo>
                  <a:pt x="3097424" y="35476"/>
                </a:lnTo>
                <a:lnTo>
                  <a:pt x="3101340" y="36056"/>
                </a:lnTo>
                <a:lnTo>
                  <a:pt x="3105256" y="36640"/>
                </a:lnTo>
                <a:lnTo>
                  <a:pt x="3109172" y="37227"/>
                </a:lnTo>
                <a:lnTo>
                  <a:pt x="3113087" y="37818"/>
                </a:lnTo>
                <a:lnTo>
                  <a:pt x="3117003" y="38413"/>
                </a:lnTo>
                <a:lnTo>
                  <a:pt x="3120919" y="39012"/>
                </a:lnTo>
                <a:lnTo>
                  <a:pt x="3124835" y="39614"/>
                </a:lnTo>
                <a:lnTo>
                  <a:pt x="3128751" y="40220"/>
                </a:lnTo>
                <a:lnTo>
                  <a:pt x="3132667" y="40829"/>
                </a:lnTo>
                <a:lnTo>
                  <a:pt x="3136582" y="41442"/>
                </a:lnTo>
                <a:lnTo>
                  <a:pt x="3140498" y="42059"/>
                </a:lnTo>
                <a:lnTo>
                  <a:pt x="3144414" y="42679"/>
                </a:lnTo>
                <a:lnTo>
                  <a:pt x="3148330" y="43303"/>
                </a:lnTo>
                <a:lnTo>
                  <a:pt x="3152246" y="43930"/>
                </a:lnTo>
                <a:lnTo>
                  <a:pt x="3156162" y="44560"/>
                </a:lnTo>
                <a:lnTo>
                  <a:pt x="3160078" y="45194"/>
                </a:lnTo>
                <a:lnTo>
                  <a:pt x="3163993" y="45832"/>
                </a:lnTo>
                <a:lnTo>
                  <a:pt x="3167909" y="46472"/>
                </a:lnTo>
                <a:lnTo>
                  <a:pt x="3171825" y="47116"/>
                </a:lnTo>
                <a:lnTo>
                  <a:pt x="3175741" y="47763"/>
                </a:lnTo>
                <a:lnTo>
                  <a:pt x="3179657" y="48414"/>
                </a:lnTo>
                <a:lnTo>
                  <a:pt x="3183573" y="49067"/>
                </a:lnTo>
                <a:lnTo>
                  <a:pt x="3187488" y="49724"/>
                </a:lnTo>
                <a:lnTo>
                  <a:pt x="3191404" y="50384"/>
                </a:lnTo>
                <a:lnTo>
                  <a:pt x="3195320" y="51047"/>
                </a:lnTo>
                <a:lnTo>
                  <a:pt x="3199236" y="51714"/>
                </a:lnTo>
                <a:lnTo>
                  <a:pt x="3203152" y="52383"/>
                </a:lnTo>
                <a:lnTo>
                  <a:pt x="3207068" y="53055"/>
                </a:lnTo>
                <a:lnTo>
                  <a:pt x="3210983" y="53730"/>
                </a:lnTo>
                <a:lnTo>
                  <a:pt x="3214899" y="54408"/>
                </a:lnTo>
                <a:lnTo>
                  <a:pt x="3218815" y="55090"/>
                </a:lnTo>
                <a:lnTo>
                  <a:pt x="3222731" y="55774"/>
                </a:lnTo>
                <a:lnTo>
                  <a:pt x="3226647" y="56460"/>
                </a:lnTo>
                <a:lnTo>
                  <a:pt x="3230563" y="57150"/>
                </a:lnTo>
                <a:lnTo>
                  <a:pt x="3234478" y="57842"/>
                </a:lnTo>
                <a:lnTo>
                  <a:pt x="3238394" y="58538"/>
                </a:lnTo>
                <a:lnTo>
                  <a:pt x="3242310" y="59236"/>
                </a:lnTo>
                <a:lnTo>
                  <a:pt x="3246226" y="59936"/>
                </a:lnTo>
                <a:lnTo>
                  <a:pt x="3250142" y="60639"/>
                </a:lnTo>
                <a:lnTo>
                  <a:pt x="3254057" y="61345"/>
                </a:lnTo>
                <a:lnTo>
                  <a:pt x="3257973" y="62054"/>
                </a:lnTo>
                <a:lnTo>
                  <a:pt x="3261889" y="62765"/>
                </a:lnTo>
                <a:lnTo>
                  <a:pt x="3265805" y="63478"/>
                </a:lnTo>
                <a:lnTo>
                  <a:pt x="3269721" y="64194"/>
                </a:lnTo>
                <a:lnTo>
                  <a:pt x="3273637" y="64913"/>
                </a:lnTo>
                <a:lnTo>
                  <a:pt x="3277552" y="65633"/>
                </a:lnTo>
                <a:lnTo>
                  <a:pt x="3281468" y="66357"/>
                </a:lnTo>
                <a:lnTo>
                  <a:pt x="3285384" y="67082"/>
                </a:lnTo>
                <a:lnTo>
                  <a:pt x="3289300" y="67810"/>
                </a:lnTo>
                <a:lnTo>
                  <a:pt x="3293216" y="68540"/>
                </a:lnTo>
                <a:lnTo>
                  <a:pt x="3297132" y="69272"/>
                </a:lnTo>
                <a:lnTo>
                  <a:pt x="3301047" y="70007"/>
                </a:lnTo>
                <a:lnTo>
                  <a:pt x="3304963" y="70744"/>
                </a:lnTo>
                <a:lnTo>
                  <a:pt x="3308879" y="71482"/>
                </a:lnTo>
                <a:lnTo>
                  <a:pt x="3312795" y="72223"/>
                </a:lnTo>
                <a:lnTo>
                  <a:pt x="3316711" y="72966"/>
                </a:lnTo>
                <a:lnTo>
                  <a:pt x="3320627" y="73711"/>
                </a:lnTo>
                <a:lnTo>
                  <a:pt x="3324542" y="74458"/>
                </a:lnTo>
                <a:lnTo>
                  <a:pt x="3328458" y="75207"/>
                </a:lnTo>
                <a:lnTo>
                  <a:pt x="3332374" y="75958"/>
                </a:lnTo>
                <a:lnTo>
                  <a:pt x="3336290" y="76711"/>
                </a:lnTo>
                <a:lnTo>
                  <a:pt x="3340206" y="77465"/>
                </a:lnTo>
                <a:lnTo>
                  <a:pt x="3344122" y="78221"/>
                </a:lnTo>
                <a:lnTo>
                  <a:pt x="3348038" y="78979"/>
                </a:lnTo>
                <a:lnTo>
                  <a:pt x="3351953" y="79739"/>
                </a:lnTo>
                <a:lnTo>
                  <a:pt x="3355869" y="80501"/>
                </a:lnTo>
                <a:lnTo>
                  <a:pt x="3359785" y="81264"/>
                </a:lnTo>
                <a:lnTo>
                  <a:pt x="3363701" y="82028"/>
                </a:lnTo>
                <a:lnTo>
                  <a:pt x="3367617" y="82795"/>
                </a:lnTo>
                <a:lnTo>
                  <a:pt x="3371533" y="83562"/>
                </a:lnTo>
                <a:lnTo>
                  <a:pt x="3375448" y="84332"/>
                </a:lnTo>
                <a:lnTo>
                  <a:pt x="3379364" y="85103"/>
                </a:lnTo>
                <a:lnTo>
                  <a:pt x="3383280" y="85875"/>
                </a:lnTo>
                <a:lnTo>
                  <a:pt x="3387196" y="86648"/>
                </a:lnTo>
                <a:lnTo>
                  <a:pt x="3391112" y="87423"/>
                </a:lnTo>
                <a:lnTo>
                  <a:pt x="3395028" y="88199"/>
                </a:lnTo>
                <a:lnTo>
                  <a:pt x="3398943" y="88977"/>
                </a:lnTo>
                <a:lnTo>
                  <a:pt x="3402859" y="89756"/>
                </a:lnTo>
                <a:lnTo>
                  <a:pt x="3406775" y="90536"/>
                </a:lnTo>
                <a:lnTo>
                  <a:pt x="3410691" y="91317"/>
                </a:lnTo>
                <a:lnTo>
                  <a:pt x="3414607" y="92099"/>
                </a:lnTo>
                <a:lnTo>
                  <a:pt x="3418523" y="92882"/>
                </a:lnTo>
                <a:lnTo>
                  <a:pt x="3422438" y="93667"/>
                </a:lnTo>
                <a:lnTo>
                  <a:pt x="3426354" y="94452"/>
                </a:lnTo>
                <a:lnTo>
                  <a:pt x="3430270" y="95238"/>
                </a:lnTo>
                <a:lnTo>
                  <a:pt x="3434186" y="96026"/>
                </a:lnTo>
                <a:lnTo>
                  <a:pt x="3438102" y="96814"/>
                </a:lnTo>
                <a:lnTo>
                  <a:pt x="3442018" y="97603"/>
                </a:lnTo>
                <a:lnTo>
                  <a:pt x="3445933" y="98393"/>
                </a:lnTo>
                <a:lnTo>
                  <a:pt x="3449849" y="99183"/>
                </a:lnTo>
                <a:lnTo>
                  <a:pt x="3453765" y="99974"/>
                </a:lnTo>
                <a:lnTo>
                  <a:pt x="3457681" y="100766"/>
                </a:lnTo>
                <a:lnTo>
                  <a:pt x="3461597" y="101559"/>
                </a:lnTo>
                <a:lnTo>
                  <a:pt x="3465512" y="102352"/>
                </a:lnTo>
                <a:lnTo>
                  <a:pt x="3469428" y="103146"/>
                </a:lnTo>
                <a:lnTo>
                  <a:pt x="3473344" y="103941"/>
                </a:lnTo>
                <a:lnTo>
                  <a:pt x="3477260" y="104736"/>
                </a:lnTo>
                <a:lnTo>
                  <a:pt x="3481176" y="105531"/>
                </a:lnTo>
                <a:lnTo>
                  <a:pt x="3485092" y="106327"/>
                </a:lnTo>
                <a:lnTo>
                  <a:pt x="3489007" y="107123"/>
                </a:lnTo>
                <a:lnTo>
                  <a:pt x="3492923" y="107920"/>
                </a:lnTo>
                <a:lnTo>
                  <a:pt x="3496839" y="108716"/>
                </a:lnTo>
                <a:lnTo>
                  <a:pt x="3500755" y="109514"/>
                </a:lnTo>
                <a:lnTo>
                  <a:pt x="3504671" y="110311"/>
                </a:lnTo>
                <a:lnTo>
                  <a:pt x="3508587" y="111109"/>
                </a:lnTo>
                <a:lnTo>
                  <a:pt x="3512503" y="111906"/>
                </a:lnTo>
                <a:lnTo>
                  <a:pt x="3516418" y="112704"/>
                </a:lnTo>
                <a:lnTo>
                  <a:pt x="3520334" y="113502"/>
                </a:lnTo>
                <a:lnTo>
                  <a:pt x="3524250" y="114300"/>
                </a:lnTo>
              </a:path>
            </a:pathLst>
          </a:custGeom>
          <a:noFill xmlns:a="http://schemas.openxmlformats.org/drawingml/2006/main"/>
          <a:ln xmlns:a="http://schemas.openxmlformats.org/drawingml/2006/main" w="19050">
            <a:solidFill>
              <a:srgbClr val="202020"/>
            </a:solidFill>
          </a:ln>
        </p:spPr>
      </p:sp>
      <p:sp>
        <p:nvSpPr>
          <p:cNvPr id="32" name="d-input-1-axis-shaft">
            <a:extLst xmlns:a="http://schemas.openxmlformats.org/drawingml/2006/main">
              <a:ext uri="{FF2B5EF4-FFF2-40B4-BE49-F238E27FC236}">
                <a16:creationId xmlns:a16="http://schemas.microsoft.com/office/drawing/2014/main" id="{22A0E961-C96D-4F80-8DD5-58E98C1A9EDC}"/>
              </a:ext>
            </a:extLst>
          </p:cNvPr>
          <p:cNvSpPr>
            <a:spLocks xmlns:a="http://schemas.openxmlformats.org/drawingml/2006/main" noGrp="1"/>
          </p:cNvSpPr>
          <p:nvPr/>
        </p:nvSpPr>
        <p:spPr>
          <a:xfrm xmlns:a="http://schemas.openxmlformats.org/drawingml/2006/main">
            <a:off x="952500" y="3848100"/>
            <a:ext cx="35814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3" name="d-input-1-axis-head">
            <a:extLst xmlns:a="http://schemas.openxmlformats.org/drawingml/2006/main">
              <a:ext uri="{FF2B5EF4-FFF2-40B4-BE49-F238E27FC236}">
                <a16:creationId xmlns:a16="http://schemas.microsoft.com/office/drawing/2014/main" id="{ED4CBF36-1FEA-412E-BABF-8DB9E3B5C1B4}"/>
              </a:ext>
            </a:extLst>
          </p:cNvPr>
          <p:cNvSpPr>
            <a:spLocks xmlns:a="http://schemas.openxmlformats.org/drawingml/2006/main" noGrp="1"/>
          </p:cNvSpPr>
          <p:nvPr/>
        </p:nvSpPr>
        <p:spPr>
          <a:xfrm xmlns:a="http://schemas.openxmlformats.org/drawingml/2006/main" rot="5400000">
            <a:off x="4514850" y="38052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34" name="d-input-1-tick-0">
            <a:extLst xmlns:a="http://schemas.openxmlformats.org/drawingml/2006/main">
              <a:ext uri="{FF2B5EF4-FFF2-40B4-BE49-F238E27FC236}">
                <a16:creationId xmlns:a16="http://schemas.microsoft.com/office/drawing/2014/main" id="{F55B20CE-9A23-4096-85C5-0E1DE5CCCB97}"/>
              </a:ext>
            </a:extLst>
          </p:cNvPr>
          <p:cNvSpPr>
            <a:spLocks xmlns:a="http://schemas.openxmlformats.org/drawingml/2006/main" noGrp="1"/>
          </p:cNvSpPr>
          <p:nvPr/>
        </p:nvSpPr>
        <p:spPr>
          <a:xfrm xmlns:a="http://schemas.openxmlformats.org/drawingml/2006/main">
            <a:off x="952500" y="38481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5" name="d-input-1-tick-1">
            <a:extLst xmlns:a="http://schemas.openxmlformats.org/drawingml/2006/main">
              <a:ext uri="{FF2B5EF4-FFF2-40B4-BE49-F238E27FC236}">
                <a16:creationId xmlns:a16="http://schemas.microsoft.com/office/drawing/2014/main" id="{22CACE8E-6968-49F0-9DC7-6C8B7B96EEDC}"/>
              </a:ext>
            </a:extLst>
          </p:cNvPr>
          <p:cNvSpPr>
            <a:spLocks xmlns:a="http://schemas.openxmlformats.org/drawingml/2006/main" noGrp="1"/>
          </p:cNvSpPr>
          <p:nvPr/>
        </p:nvSpPr>
        <p:spPr>
          <a:xfrm xmlns:a="http://schemas.openxmlformats.org/drawingml/2006/main">
            <a:off x="4619625" y="38481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6" name="d-input-1-wave">
            <a:extLst xmlns:a="http://schemas.openxmlformats.org/drawingml/2006/main">
              <a:ext uri="{FF2B5EF4-FFF2-40B4-BE49-F238E27FC236}">
                <a16:creationId xmlns:a16="http://schemas.microsoft.com/office/drawing/2014/main" id="{EB13AD4E-82A3-4238-AED6-6AB8C5EAE004}"/>
              </a:ext>
            </a:extLst>
          </p:cNvPr>
          <p:cNvSpPr>
            <a:spLocks xmlns:a="http://schemas.openxmlformats.org/drawingml/2006/main" noGrp="1"/>
          </p:cNvSpPr>
          <p:nvPr/>
        </p:nvSpPr>
        <p:spPr>
          <a:xfrm xmlns:a="http://schemas.openxmlformats.org/drawingml/2006/main">
            <a:off x="952500" y="3600450"/>
            <a:ext cx="3667125" cy="495300"/>
          </a:xfrm>
          <a:custGeom xmlns:a="http://schemas.openxmlformats.org/drawingml/2006/main">
            <a:pathLst>
              <a:path w="3667125" h="495300">
                <a:moveTo>
                  <a:pt x="0" y="0"/>
                </a:moveTo>
                <a:lnTo>
                  <a:pt x="4075" y="54"/>
                </a:lnTo>
                <a:lnTo>
                  <a:pt x="8149" y="217"/>
                </a:lnTo>
                <a:lnTo>
                  <a:pt x="12224" y="489"/>
                </a:lnTo>
                <a:lnTo>
                  <a:pt x="16298" y="869"/>
                </a:lnTo>
                <a:lnTo>
                  <a:pt x="20373" y="1357"/>
                </a:lnTo>
                <a:lnTo>
                  <a:pt x="24447" y="1953"/>
                </a:lnTo>
                <a:lnTo>
                  <a:pt x="28522" y="2657"/>
                </a:lnTo>
                <a:lnTo>
                  <a:pt x="32597" y="3468"/>
                </a:lnTo>
                <a:lnTo>
                  <a:pt x="36671" y="4387"/>
                </a:lnTo>
                <a:lnTo>
                  <a:pt x="40746" y="5412"/>
                </a:lnTo>
                <a:lnTo>
                  <a:pt x="44820" y="6543"/>
                </a:lnTo>
                <a:lnTo>
                  <a:pt x="48895" y="7780"/>
                </a:lnTo>
                <a:lnTo>
                  <a:pt x="52970" y="9123"/>
                </a:lnTo>
                <a:lnTo>
                  <a:pt x="57044" y="10570"/>
                </a:lnTo>
                <a:lnTo>
                  <a:pt x="61119" y="12121"/>
                </a:lnTo>
                <a:lnTo>
                  <a:pt x="65193" y="13775"/>
                </a:lnTo>
                <a:lnTo>
                  <a:pt x="69268" y="15532"/>
                </a:lnTo>
                <a:lnTo>
                  <a:pt x="73343" y="17391"/>
                </a:lnTo>
                <a:lnTo>
                  <a:pt x="77417" y="19351"/>
                </a:lnTo>
                <a:lnTo>
                  <a:pt x="81492" y="21410"/>
                </a:lnTo>
                <a:lnTo>
                  <a:pt x="85566" y="23570"/>
                </a:lnTo>
                <a:lnTo>
                  <a:pt x="89641" y="25827"/>
                </a:lnTo>
                <a:lnTo>
                  <a:pt x="93715" y="28182"/>
                </a:lnTo>
                <a:lnTo>
                  <a:pt x="97790" y="30633"/>
                </a:lnTo>
                <a:lnTo>
                  <a:pt x="101865" y="33179"/>
                </a:lnTo>
                <a:lnTo>
                  <a:pt x="105939" y="35819"/>
                </a:lnTo>
                <a:lnTo>
                  <a:pt x="110014" y="38552"/>
                </a:lnTo>
                <a:lnTo>
                  <a:pt x="114088" y="41377"/>
                </a:lnTo>
                <a:lnTo>
                  <a:pt x="118163" y="44292"/>
                </a:lnTo>
                <a:lnTo>
                  <a:pt x="122237" y="47297"/>
                </a:lnTo>
                <a:lnTo>
                  <a:pt x="126312" y="50389"/>
                </a:lnTo>
                <a:lnTo>
                  <a:pt x="130387" y="53568"/>
                </a:lnTo>
                <a:lnTo>
                  <a:pt x="134461" y="56832"/>
                </a:lnTo>
                <a:lnTo>
                  <a:pt x="138536" y="60180"/>
                </a:lnTo>
                <a:lnTo>
                  <a:pt x="142610" y="63610"/>
                </a:lnTo>
                <a:lnTo>
                  <a:pt x="146685" y="67121"/>
                </a:lnTo>
                <a:lnTo>
                  <a:pt x="150760" y="70711"/>
                </a:lnTo>
                <a:lnTo>
                  <a:pt x="154834" y="74378"/>
                </a:lnTo>
                <a:lnTo>
                  <a:pt x="158909" y="78122"/>
                </a:lnTo>
                <a:lnTo>
                  <a:pt x="162983" y="81940"/>
                </a:lnTo>
                <a:lnTo>
                  <a:pt x="167058" y="85830"/>
                </a:lnTo>
                <a:lnTo>
                  <a:pt x="171133" y="89792"/>
                </a:lnTo>
                <a:lnTo>
                  <a:pt x="175207" y="93823"/>
                </a:lnTo>
                <a:lnTo>
                  <a:pt x="179282" y="97921"/>
                </a:lnTo>
                <a:lnTo>
                  <a:pt x="183356" y="102085"/>
                </a:lnTo>
                <a:lnTo>
                  <a:pt x="187431" y="106313"/>
                </a:lnTo>
                <a:lnTo>
                  <a:pt x="191505" y="110603"/>
                </a:lnTo>
                <a:lnTo>
                  <a:pt x="195580" y="114952"/>
                </a:lnTo>
                <a:lnTo>
                  <a:pt x="199655" y="119361"/>
                </a:lnTo>
                <a:lnTo>
                  <a:pt x="203729" y="123825"/>
                </a:lnTo>
                <a:lnTo>
                  <a:pt x="207804" y="128344"/>
                </a:lnTo>
                <a:lnTo>
                  <a:pt x="211878" y="132915"/>
                </a:lnTo>
                <a:lnTo>
                  <a:pt x="215953" y="137536"/>
                </a:lnTo>
                <a:lnTo>
                  <a:pt x="220027" y="142206"/>
                </a:lnTo>
                <a:lnTo>
                  <a:pt x="224102" y="146922"/>
                </a:lnTo>
                <a:lnTo>
                  <a:pt x="228177" y="151682"/>
                </a:lnTo>
                <a:lnTo>
                  <a:pt x="232251" y="156484"/>
                </a:lnTo>
                <a:lnTo>
                  <a:pt x="236326" y="161326"/>
                </a:lnTo>
                <a:lnTo>
                  <a:pt x="240400" y="166206"/>
                </a:lnTo>
                <a:lnTo>
                  <a:pt x="244475" y="171122"/>
                </a:lnTo>
                <a:lnTo>
                  <a:pt x="248550" y="176071"/>
                </a:lnTo>
                <a:lnTo>
                  <a:pt x="252624" y="181052"/>
                </a:lnTo>
                <a:lnTo>
                  <a:pt x="256699" y="186062"/>
                </a:lnTo>
                <a:lnTo>
                  <a:pt x="260773" y="191099"/>
                </a:lnTo>
                <a:lnTo>
                  <a:pt x="264848" y="196161"/>
                </a:lnTo>
                <a:lnTo>
                  <a:pt x="268923" y="201245"/>
                </a:lnTo>
                <a:lnTo>
                  <a:pt x="272997" y="206350"/>
                </a:lnTo>
                <a:lnTo>
                  <a:pt x="277072" y="211473"/>
                </a:lnTo>
                <a:lnTo>
                  <a:pt x="281146" y="216611"/>
                </a:lnTo>
                <a:lnTo>
                  <a:pt x="285221" y="221764"/>
                </a:lnTo>
                <a:lnTo>
                  <a:pt x="289295" y="226927"/>
                </a:lnTo>
                <a:lnTo>
                  <a:pt x="293370" y="232100"/>
                </a:lnTo>
                <a:lnTo>
                  <a:pt x="297445" y="237279"/>
                </a:lnTo>
                <a:lnTo>
                  <a:pt x="301519" y="242464"/>
                </a:lnTo>
                <a:lnTo>
                  <a:pt x="305594" y="247650"/>
                </a:lnTo>
                <a:lnTo>
                  <a:pt x="309668" y="252836"/>
                </a:lnTo>
                <a:lnTo>
                  <a:pt x="313743" y="258021"/>
                </a:lnTo>
                <a:lnTo>
                  <a:pt x="317818" y="263200"/>
                </a:lnTo>
                <a:lnTo>
                  <a:pt x="321892" y="268373"/>
                </a:lnTo>
                <a:lnTo>
                  <a:pt x="325967" y="273536"/>
                </a:lnTo>
                <a:lnTo>
                  <a:pt x="330041" y="278689"/>
                </a:lnTo>
                <a:lnTo>
                  <a:pt x="334116" y="283827"/>
                </a:lnTo>
                <a:lnTo>
                  <a:pt x="338190" y="288950"/>
                </a:lnTo>
                <a:lnTo>
                  <a:pt x="342265" y="294055"/>
                </a:lnTo>
                <a:lnTo>
                  <a:pt x="346340" y="299139"/>
                </a:lnTo>
                <a:lnTo>
                  <a:pt x="350414" y="304201"/>
                </a:lnTo>
                <a:lnTo>
                  <a:pt x="354489" y="309238"/>
                </a:lnTo>
                <a:lnTo>
                  <a:pt x="358563" y="314248"/>
                </a:lnTo>
                <a:lnTo>
                  <a:pt x="362638" y="319229"/>
                </a:lnTo>
                <a:lnTo>
                  <a:pt x="366713" y="324178"/>
                </a:lnTo>
                <a:lnTo>
                  <a:pt x="370787" y="329094"/>
                </a:lnTo>
                <a:lnTo>
                  <a:pt x="374862" y="333974"/>
                </a:lnTo>
                <a:lnTo>
                  <a:pt x="378936" y="338816"/>
                </a:lnTo>
                <a:lnTo>
                  <a:pt x="383011" y="343618"/>
                </a:lnTo>
                <a:lnTo>
                  <a:pt x="387085" y="348378"/>
                </a:lnTo>
                <a:lnTo>
                  <a:pt x="391160" y="353094"/>
                </a:lnTo>
                <a:lnTo>
                  <a:pt x="395235" y="357764"/>
                </a:lnTo>
                <a:lnTo>
                  <a:pt x="399309" y="362385"/>
                </a:lnTo>
                <a:lnTo>
                  <a:pt x="403384" y="366956"/>
                </a:lnTo>
                <a:lnTo>
                  <a:pt x="407458" y="371475"/>
                </a:lnTo>
                <a:lnTo>
                  <a:pt x="411533" y="375939"/>
                </a:lnTo>
                <a:lnTo>
                  <a:pt x="415607" y="380348"/>
                </a:lnTo>
                <a:lnTo>
                  <a:pt x="419682" y="384697"/>
                </a:lnTo>
                <a:lnTo>
                  <a:pt x="423757" y="388987"/>
                </a:lnTo>
                <a:lnTo>
                  <a:pt x="427831" y="393215"/>
                </a:lnTo>
                <a:lnTo>
                  <a:pt x="431906" y="397379"/>
                </a:lnTo>
                <a:lnTo>
                  <a:pt x="435980" y="401477"/>
                </a:lnTo>
                <a:lnTo>
                  <a:pt x="440055" y="405508"/>
                </a:lnTo>
                <a:lnTo>
                  <a:pt x="444130" y="409470"/>
                </a:lnTo>
                <a:lnTo>
                  <a:pt x="448204" y="413360"/>
                </a:lnTo>
                <a:lnTo>
                  <a:pt x="452279" y="417178"/>
                </a:lnTo>
                <a:lnTo>
                  <a:pt x="456353" y="420922"/>
                </a:lnTo>
                <a:lnTo>
                  <a:pt x="460428" y="424589"/>
                </a:lnTo>
                <a:lnTo>
                  <a:pt x="464502" y="428179"/>
                </a:lnTo>
                <a:lnTo>
                  <a:pt x="468577" y="431690"/>
                </a:lnTo>
                <a:lnTo>
                  <a:pt x="472652" y="435120"/>
                </a:lnTo>
                <a:lnTo>
                  <a:pt x="476726" y="438468"/>
                </a:lnTo>
                <a:lnTo>
                  <a:pt x="480801" y="441732"/>
                </a:lnTo>
                <a:lnTo>
                  <a:pt x="484875" y="444911"/>
                </a:lnTo>
                <a:lnTo>
                  <a:pt x="488950" y="448003"/>
                </a:lnTo>
                <a:lnTo>
                  <a:pt x="493025" y="451008"/>
                </a:lnTo>
                <a:lnTo>
                  <a:pt x="497099" y="453923"/>
                </a:lnTo>
                <a:lnTo>
                  <a:pt x="501174" y="456748"/>
                </a:lnTo>
                <a:lnTo>
                  <a:pt x="505248" y="459481"/>
                </a:lnTo>
                <a:lnTo>
                  <a:pt x="509323" y="462121"/>
                </a:lnTo>
                <a:lnTo>
                  <a:pt x="513398" y="464667"/>
                </a:lnTo>
                <a:lnTo>
                  <a:pt x="517472" y="467118"/>
                </a:lnTo>
                <a:lnTo>
                  <a:pt x="521547" y="469473"/>
                </a:lnTo>
                <a:lnTo>
                  <a:pt x="525621" y="471730"/>
                </a:lnTo>
                <a:lnTo>
                  <a:pt x="529696" y="473890"/>
                </a:lnTo>
                <a:lnTo>
                  <a:pt x="533770" y="475949"/>
                </a:lnTo>
                <a:lnTo>
                  <a:pt x="537845" y="477909"/>
                </a:lnTo>
                <a:lnTo>
                  <a:pt x="541920" y="479768"/>
                </a:lnTo>
                <a:lnTo>
                  <a:pt x="545994" y="481525"/>
                </a:lnTo>
                <a:lnTo>
                  <a:pt x="550069" y="483179"/>
                </a:lnTo>
                <a:lnTo>
                  <a:pt x="554143" y="484730"/>
                </a:lnTo>
                <a:lnTo>
                  <a:pt x="558218" y="486177"/>
                </a:lnTo>
                <a:lnTo>
                  <a:pt x="562293" y="487520"/>
                </a:lnTo>
                <a:lnTo>
                  <a:pt x="566367" y="488757"/>
                </a:lnTo>
                <a:lnTo>
                  <a:pt x="570442" y="489888"/>
                </a:lnTo>
                <a:lnTo>
                  <a:pt x="574516" y="490913"/>
                </a:lnTo>
                <a:lnTo>
                  <a:pt x="578591" y="491832"/>
                </a:lnTo>
                <a:lnTo>
                  <a:pt x="582665" y="492643"/>
                </a:lnTo>
                <a:lnTo>
                  <a:pt x="586740" y="493347"/>
                </a:lnTo>
                <a:lnTo>
                  <a:pt x="590815" y="493943"/>
                </a:lnTo>
                <a:lnTo>
                  <a:pt x="594889" y="494431"/>
                </a:lnTo>
                <a:lnTo>
                  <a:pt x="598964" y="494811"/>
                </a:lnTo>
                <a:lnTo>
                  <a:pt x="603038" y="495083"/>
                </a:lnTo>
                <a:lnTo>
                  <a:pt x="607113" y="495246"/>
                </a:lnTo>
                <a:lnTo>
                  <a:pt x="611188" y="495300"/>
                </a:lnTo>
                <a:lnTo>
                  <a:pt x="615262" y="495246"/>
                </a:lnTo>
                <a:lnTo>
                  <a:pt x="619337" y="495083"/>
                </a:lnTo>
                <a:lnTo>
                  <a:pt x="623411" y="494811"/>
                </a:lnTo>
                <a:lnTo>
                  <a:pt x="627486" y="494431"/>
                </a:lnTo>
                <a:lnTo>
                  <a:pt x="631560" y="493943"/>
                </a:lnTo>
                <a:lnTo>
                  <a:pt x="635635" y="493347"/>
                </a:lnTo>
                <a:lnTo>
                  <a:pt x="639710" y="492643"/>
                </a:lnTo>
                <a:lnTo>
                  <a:pt x="643784" y="491832"/>
                </a:lnTo>
                <a:lnTo>
                  <a:pt x="647859" y="490913"/>
                </a:lnTo>
                <a:lnTo>
                  <a:pt x="651933" y="489888"/>
                </a:lnTo>
                <a:lnTo>
                  <a:pt x="656008" y="488757"/>
                </a:lnTo>
                <a:lnTo>
                  <a:pt x="660083" y="487520"/>
                </a:lnTo>
                <a:lnTo>
                  <a:pt x="664157" y="486177"/>
                </a:lnTo>
                <a:lnTo>
                  <a:pt x="668232" y="484730"/>
                </a:lnTo>
                <a:lnTo>
                  <a:pt x="672306" y="483179"/>
                </a:lnTo>
                <a:lnTo>
                  <a:pt x="676381" y="481525"/>
                </a:lnTo>
                <a:lnTo>
                  <a:pt x="680455" y="479768"/>
                </a:lnTo>
                <a:lnTo>
                  <a:pt x="684530" y="477909"/>
                </a:lnTo>
                <a:lnTo>
                  <a:pt x="688605" y="475949"/>
                </a:lnTo>
                <a:lnTo>
                  <a:pt x="692679" y="473890"/>
                </a:lnTo>
                <a:lnTo>
                  <a:pt x="696754" y="471730"/>
                </a:lnTo>
                <a:lnTo>
                  <a:pt x="700828" y="469473"/>
                </a:lnTo>
                <a:lnTo>
                  <a:pt x="704903" y="467118"/>
                </a:lnTo>
                <a:lnTo>
                  <a:pt x="708978" y="464667"/>
                </a:lnTo>
                <a:lnTo>
                  <a:pt x="713052" y="462121"/>
                </a:lnTo>
                <a:lnTo>
                  <a:pt x="717127" y="459481"/>
                </a:lnTo>
                <a:lnTo>
                  <a:pt x="721201" y="456748"/>
                </a:lnTo>
                <a:lnTo>
                  <a:pt x="725276" y="453923"/>
                </a:lnTo>
                <a:lnTo>
                  <a:pt x="729350" y="451008"/>
                </a:lnTo>
                <a:lnTo>
                  <a:pt x="733425" y="448003"/>
                </a:lnTo>
                <a:lnTo>
                  <a:pt x="737500" y="444911"/>
                </a:lnTo>
                <a:lnTo>
                  <a:pt x="741574" y="441732"/>
                </a:lnTo>
                <a:lnTo>
                  <a:pt x="745649" y="438468"/>
                </a:lnTo>
                <a:lnTo>
                  <a:pt x="749723" y="435120"/>
                </a:lnTo>
                <a:lnTo>
                  <a:pt x="753798" y="431690"/>
                </a:lnTo>
                <a:lnTo>
                  <a:pt x="757873" y="428179"/>
                </a:lnTo>
                <a:lnTo>
                  <a:pt x="761947" y="424589"/>
                </a:lnTo>
                <a:lnTo>
                  <a:pt x="766022" y="420922"/>
                </a:lnTo>
                <a:lnTo>
                  <a:pt x="770096" y="417178"/>
                </a:lnTo>
                <a:lnTo>
                  <a:pt x="774171" y="413360"/>
                </a:lnTo>
                <a:lnTo>
                  <a:pt x="778245" y="409470"/>
                </a:lnTo>
                <a:lnTo>
                  <a:pt x="782320" y="405508"/>
                </a:lnTo>
                <a:lnTo>
                  <a:pt x="786395" y="401477"/>
                </a:lnTo>
                <a:lnTo>
                  <a:pt x="790469" y="397379"/>
                </a:lnTo>
                <a:lnTo>
                  <a:pt x="794544" y="393215"/>
                </a:lnTo>
                <a:lnTo>
                  <a:pt x="798618" y="388987"/>
                </a:lnTo>
                <a:lnTo>
                  <a:pt x="802693" y="384697"/>
                </a:lnTo>
                <a:lnTo>
                  <a:pt x="806767" y="380348"/>
                </a:lnTo>
                <a:lnTo>
                  <a:pt x="810842" y="375939"/>
                </a:lnTo>
                <a:lnTo>
                  <a:pt x="814917" y="371475"/>
                </a:lnTo>
                <a:lnTo>
                  <a:pt x="818991" y="366956"/>
                </a:lnTo>
                <a:lnTo>
                  <a:pt x="823066" y="362385"/>
                </a:lnTo>
                <a:lnTo>
                  <a:pt x="827140" y="357764"/>
                </a:lnTo>
                <a:lnTo>
                  <a:pt x="831215" y="353094"/>
                </a:lnTo>
                <a:lnTo>
                  <a:pt x="835290" y="348378"/>
                </a:lnTo>
                <a:lnTo>
                  <a:pt x="839364" y="343618"/>
                </a:lnTo>
                <a:lnTo>
                  <a:pt x="843439" y="338816"/>
                </a:lnTo>
                <a:lnTo>
                  <a:pt x="847513" y="333974"/>
                </a:lnTo>
                <a:lnTo>
                  <a:pt x="851588" y="329094"/>
                </a:lnTo>
                <a:lnTo>
                  <a:pt x="855662" y="324178"/>
                </a:lnTo>
                <a:lnTo>
                  <a:pt x="859737" y="319229"/>
                </a:lnTo>
                <a:lnTo>
                  <a:pt x="863812" y="314248"/>
                </a:lnTo>
                <a:lnTo>
                  <a:pt x="867886" y="309238"/>
                </a:lnTo>
                <a:lnTo>
                  <a:pt x="871961" y="304201"/>
                </a:lnTo>
                <a:lnTo>
                  <a:pt x="876035" y="299139"/>
                </a:lnTo>
                <a:lnTo>
                  <a:pt x="880110" y="294055"/>
                </a:lnTo>
                <a:lnTo>
                  <a:pt x="884185" y="288950"/>
                </a:lnTo>
                <a:lnTo>
                  <a:pt x="888259" y="283827"/>
                </a:lnTo>
                <a:lnTo>
                  <a:pt x="892334" y="278689"/>
                </a:lnTo>
                <a:lnTo>
                  <a:pt x="896408" y="273536"/>
                </a:lnTo>
                <a:lnTo>
                  <a:pt x="900483" y="268373"/>
                </a:lnTo>
                <a:lnTo>
                  <a:pt x="904558" y="263200"/>
                </a:lnTo>
                <a:lnTo>
                  <a:pt x="908632" y="258021"/>
                </a:lnTo>
                <a:lnTo>
                  <a:pt x="912707" y="252836"/>
                </a:lnTo>
                <a:lnTo>
                  <a:pt x="916781" y="247650"/>
                </a:lnTo>
                <a:lnTo>
                  <a:pt x="920856" y="242464"/>
                </a:lnTo>
                <a:lnTo>
                  <a:pt x="924930" y="237279"/>
                </a:lnTo>
                <a:lnTo>
                  <a:pt x="929005" y="232100"/>
                </a:lnTo>
                <a:lnTo>
                  <a:pt x="933080" y="226927"/>
                </a:lnTo>
                <a:lnTo>
                  <a:pt x="937154" y="221764"/>
                </a:lnTo>
                <a:lnTo>
                  <a:pt x="941229" y="216611"/>
                </a:lnTo>
                <a:lnTo>
                  <a:pt x="945303" y="211473"/>
                </a:lnTo>
                <a:lnTo>
                  <a:pt x="949378" y="206350"/>
                </a:lnTo>
                <a:lnTo>
                  <a:pt x="953453" y="201245"/>
                </a:lnTo>
                <a:lnTo>
                  <a:pt x="957527" y="196161"/>
                </a:lnTo>
                <a:lnTo>
                  <a:pt x="961602" y="191099"/>
                </a:lnTo>
                <a:lnTo>
                  <a:pt x="965676" y="186062"/>
                </a:lnTo>
                <a:lnTo>
                  <a:pt x="969751" y="181052"/>
                </a:lnTo>
                <a:lnTo>
                  <a:pt x="973825" y="176071"/>
                </a:lnTo>
                <a:lnTo>
                  <a:pt x="977900" y="171122"/>
                </a:lnTo>
                <a:lnTo>
                  <a:pt x="981975" y="166206"/>
                </a:lnTo>
                <a:lnTo>
                  <a:pt x="986049" y="161326"/>
                </a:lnTo>
                <a:lnTo>
                  <a:pt x="990124" y="156484"/>
                </a:lnTo>
                <a:lnTo>
                  <a:pt x="994198" y="151682"/>
                </a:lnTo>
                <a:lnTo>
                  <a:pt x="998273" y="146922"/>
                </a:lnTo>
                <a:lnTo>
                  <a:pt x="1002348" y="142206"/>
                </a:lnTo>
                <a:lnTo>
                  <a:pt x="1006422" y="137536"/>
                </a:lnTo>
                <a:lnTo>
                  <a:pt x="1010497" y="132915"/>
                </a:lnTo>
                <a:lnTo>
                  <a:pt x="1014571" y="128344"/>
                </a:lnTo>
                <a:lnTo>
                  <a:pt x="1018646" y="123825"/>
                </a:lnTo>
                <a:lnTo>
                  <a:pt x="1022720" y="119361"/>
                </a:lnTo>
                <a:lnTo>
                  <a:pt x="1026795" y="114952"/>
                </a:lnTo>
                <a:lnTo>
                  <a:pt x="1030870" y="110603"/>
                </a:lnTo>
                <a:lnTo>
                  <a:pt x="1034944" y="106313"/>
                </a:lnTo>
                <a:lnTo>
                  <a:pt x="1039019" y="102085"/>
                </a:lnTo>
                <a:lnTo>
                  <a:pt x="1043093" y="97921"/>
                </a:lnTo>
                <a:lnTo>
                  <a:pt x="1047168" y="93823"/>
                </a:lnTo>
                <a:lnTo>
                  <a:pt x="1051243" y="89792"/>
                </a:lnTo>
                <a:lnTo>
                  <a:pt x="1055317" y="85830"/>
                </a:lnTo>
                <a:lnTo>
                  <a:pt x="1059392" y="81940"/>
                </a:lnTo>
                <a:lnTo>
                  <a:pt x="1063466" y="78122"/>
                </a:lnTo>
                <a:lnTo>
                  <a:pt x="1067541" y="74378"/>
                </a:lnTo>
                <a:lnTo>
                  <a:pt x="1071615" y="70711"/>
                </a:lnTo>
                <a:lnTo>
                  <a:pt x="1075690" y="67121"/>
                </a:lnTo>
                <a:lnTo>
                  <a:pt x="1079765" y="63610"/>
                </a:lnTo>
                <a:lnTo>
                  <a:pt x="1083839" y="60180"/>
                </a:lnTo>
                <a:lnTo>
                  <a:pt x="1087914" y="56832"/>
                </a:lnTo>
                <a:lnTo>
                  <a:pt x="1091988" y="53568"/>
                </a:lnTo>
                <a:lnTo>
                  <a:pt x="1096063" y="50389"/>
                </a:lnTo>
                <a:lnTo>
                  <a:pt x="1100138" y="47297"/>
                </a:lnTo>
                <a:lnTo>
                  <a:pt x="1104212" y="44292"/>
                </a:lnTo>
                <a:lnTo>
                  <a:pt x="1108287" y="41377"/>
                </a:lnTo>
                <a:lnTo>
                  <a:pt x="1112361" y="38552"/>
                </a:lnTo>
                <a:lnTo>
                  <a:pt x="1116436" y="35819"/>
                </a:lnTo>
                <a:lnTo>
                  <a:pt x="1120510" y="33179"/>
                </a:lnTo>
                <a:lnTo>
                  <a:pt x="1124585" y="30633"/>
                </a:lnTo>
                <a:lnTo>
                  <a:pt x="1128660" y="28182"/>
                </a:lnTo>
                <a:lnTo>
                  <a:pt x="1132734" y="25827"/>
                </a:lnTo>
                <a:lnTo>
                  <a:pt x="1136809" y="23570"/>
                </a:lnTo>
                <a:lnTo>
                  <a:pt x="1140883" y="21410"/>
                </a:lnTo>
                <a:lnTo>
                  <a:pt x="1144958" y="19351"/>
                </a:lnTo>
                <a:lnTo>
                  <a:pt x="1149033" y="17391"/>
                </a:lnTo>
                <a:lnTo>
                  <a:pt x="1153107" y="15532"/>
                </a:lnTo>
                <a:lnTo>
                  <a:pt x="1157182" y="13775"/>
                </a:lnTo>
                <a:lnTo>
                  <a:pt x="1161256" y="12121"/>
                </a:lnTo>
                <a:lnTo>
                  <a:pt x="1165331" y="10570"/>
                </a:lnTo>
                <a:lnTo>
                  <a:pt x="1169405" y="9123"/>
                </a:lnTo>
                <a:lnTo>
                  <a:pt x="1173480" y="7780"/>
                </a:lnTo>
                <a:lnTo>
                  <a:pt x="1177555" y="6543"/>
                </a:lnTo>
                <a:lnTo>
                  <a:pt x="1181629" y="5412"/>
                </a:lnTo>
                <a:lnTo>
                  <a:pt x="1185704" y="4387"/>
                </a:lnTo>
                <a:lnTo>
                  <a:pt x="1189778" y="3468"/>
                </a:lnTo>
                <a:lnTo>
                  <a:pt x="1193853" y="2657"/>
                </a:lnTo>
                <a:lnTo>
                  <a:pt x="1197927" y="1953"/>
                </a:lnTo>
                <a:lnTo>
                  <a:pt x="1202002" y="1357"/>
                </a:lnTo>
                <a:lnTo>
                  <a:pt x="1206077" y="869"/>
                </a:lnTo>
                <a:lnTo>
                  <a:pt x="1210151" y="489"/>
                </a:lnTo>
                <a:lnTo>
                  <a:pt x="1214226" y="217"/>
                </a:lnTo>
                <a:lnTo>
                  <a:pt x="1218300" y="54"/>
                </a:lnTo>
                <a:lnTo>
                  <a:pt x="1222375" y="0"/>
                </a:lnTo>
                <a:lnTo>
                  <a:pt x="1226450" y="54"/>
                </a:lnTo>
                <a:lnTo>
                  <a:pt x="1230524" y="217"/>
                </a:lnTo>
                <a:lnTo>
                  <a:pt x="1234599" y="489"/>
                </a:lnTo>
                <a:lnTo>
                  <a:pt x="1238673" y="869"/>
                </a:lnTo>
                <a:lnTo>
                  <a:pt x="1242748" y="1357"/>
                </a:lnTo>
                <a:lnTo>
                  <a:pt x="1246823" y="1953"/>
                </a:lnTo>
                <a:lnTo>
                  <a:pt x="1250897" y="2657"/>
                </a:lnTo>
                <a:lnTo>
                  <a:pt x="1254972" y="3468"/>
                </a:lnTo>
                <a:lnTo>
                  <a:pt x="1259046" y="4387"/>
                </a:lnTo>
                <a:lnTo>
                  <a:pt x="1263121" y="5412"/>
                </a:lnTo>
                <a:lnTo>
                  <a:pt x="1267195" y="6543"/>
                </a:lnTo>
                <a:lnTo>
                  <a:pt x="1271270" y="7780"/>
                </a:lnTo>
                <a:lnTo>
                  <a:pt x="1275345" y="9123"/>
                </a:lnTo>
                <a:lnTo>
                  <a:pt x="1279419" y="10570"/>
                </a:lnTo>
                <a:lnTo>
                  <a:pt x="1283494" y="12121"/>
                </a:lnTo>
                <a:lnTo>
                  <a:pt x="1287568" y="13775"/>
                </a:lnTo>
                <a:lnTo>
                  <a:pt x="1291643" y="15532"/>
                </a:lnTo>
                <a:lnTo>
                  <a:pt x="1295718" y="17391"/>
                </a:lnTo>
                <a:lnTo>
                  <a:pt x="1299792" y="19351"/>
                </a:lnTo>
                <a:lnTo>
                  <a:pt x="1303867" y="21410"/>
                </a:lnTo>
                <a:lnTo>
                  <a:pt x="1307941" y="23570"/>
                </a:lnTo>
                <a:lnTo>
                  <a:pt x="1312016" y="25827"/>
                </a:lnTo>
                <a:lnTo>
                  <a:pt x="1316090" y="28182"/>
                </a:lnTo>
                <a:lnTo>
                  <a:pt x="1320165" y="30633"/>
                </a:lnTo>
                <a:lnTo>
                  <a:pt x="1324240" y="33179"/>
                </a:lnTo>
                <a:lnTo>
                  <a:pt x="1328314" y="35819"/>
                </a:lnTo>
                <a:lnTo>
                  <a:pt x="1332389" y="38552"/>
                </a:lnTo>
                <a:lnTo>
                  <a:pt x="1336463" y="41377"/>
                </a:lnTo>
                <a:lnTo>
                  <a:pt x="1340538" y="44292"/>
                </a:lnTo>
                <a:lnTo>
                  <a:pt x="1344613" y="47297"/>
                </a:lnTo>
                <a:lnTo>
                  <a:pt x="1348687" y="50389"/>
                </a:lnTo>
                <a:lnTo>
                  <a:pt x="1352762" y="53568"/>
                </a:lnTo>
                <a:lnTo>
                  <a:pt x="1356836" y="56832"/>
                </a:lnTo>
                <a:lnTo>
                  <a:pt x="1360911" y="60180"/>
                </a:lnTo>
                <a:lnTo>
                  <a:pt x="1364985" y="63610"/>
                </a:lnTo>
                <a:lnTo>
                  <a:pt x="1369060" y="67121"/>
                </a:lnTo>
                <a:lnTo>
                  <a:pt x="1373135" y="70711"/>
                </a:lnTo>
                <a:lnTo>
                  <a:pt x="1377209" y="74378"/>
                </a:lnTo>
                <a:lnTo>
                  <a:pt x="1381284" y="78122"/>
                </a:lnTo>
                <a:lnTo>
                  <a:pt x="1385358" y="81940"/>
                </a:lnTo>
                <a:lnTo>
                  <a:pt x="1389433" y="85830"/>
                </a:lnTo>
                <a:lnTo>
                  <a:pt x="1393508" y="89792"/>
                </a:lnTo>
                <a:lnTo>
                  <a:pt x="1397582" y="93823"/>
                </a:lnTo>
                <a:lnTo>
                  <a:pt x="1401657" y="97921"/>
                </a:lnTo>
                <a:lnTo>
                  <a:pt x="1405731" y="102085"/>
                </a:lnTo>
                <a:lnTo>
                  <a:pt x="1409806" y="106313"/>
                </a:lnTo>
                <a:lnTo>
                  <a:pt x="1413880" y="110603"/>
                </a:lnTo>
                <a:lnTo>
                  <a:pt x="1417955" y="114952"/>
                </a:lnTo>
                <a:lnTo>
                  <a:pt x="1422030" y="119361"/>
                </a:lnTo>
                <a:lnTo>
                  <a:pt x="1426104" y="123825"/>
                </a:lnTo>
                <a:lnTo>
                  <a:pt x="1430179" y="128344"/>
                </a:lnTo>
                <a:lnTo>
                  <a:pt x="1434253" y="132915"/>
                </a:lnTo>
                <a:lnTo>
                  <a:pt x="1438328" y="137536"/>
                </a:lnTo>
                <a:lnTo>
                  <a:pt x="1442403" y="142206"/>
                </a:lnTo>
                <a:lnTo>
                  <a:pt x="1446477" y="146922"/>
                </a:lnTo>
                <a:lnTo>
                  <a:pt x="1450552" y="151682"/>
                </a:lnTo>
                <a:lnTo>
                  <a:pt x="1454626" y="156484"/>
                </a:lnTo>
                <a:lnTo>
                  <a:pt x="1458701" y="161326"/>
                </a:lnTo>
                <a:lnTo>
                  <a:pt x="1462775" y="166206"/>
                </a:lnTo>
                <a:lnTo>
                  <a:pt x="1466850" y="171122"/>
                </a:lnTo>
                <a:lnTo>
                  <a:pt x="1470925" y="176071"/>
                </a:lnTo>
                <a:lnTo>
                  <a:pt x="1474999" y="181052"/>
                </a:lnTo>
                <a:lnTo>
                  <a:pt x="1479074" y="186062"/>
                </a:lnTo>
                <a:lnTo>
                  <a:pt x="1483148" y="191099"/>
                </a:lnTo>
                <a:lnTo>
                  <a:pt x="1487223" y="196161"/>
                </a:lnTo>
                <a:lnTo>
                  <a:pt x="1491298" y="201245"/>
                </a:lnTo>
                <a:lnTo>
                  <a:pt x="1495372" y="206350"/>
                </a:lnTo>
                <a:lnTo>
                  <a:pt x="1499447" y="211473"/>
                </a:lnTo>
                <a:lnTo>
                  <a:pt x="1503521" y="216611"/>
                </a:lnTo>
                <a:lnTo>
                  <a:pt x="1507596" y="221764"/>
                </a:lnTo>
                <a:lnTo>
                  <a:pt x="1511670" y="226927"/>
                </a:lnTo>
                <a:lnTo>
                  <a:pt x="1515745" y="232100"/>
                </a:lnTo>
                <a:lnTo>
                  <a:pt x="1519820" y="237279"/>
                </a:lnTo>
                <a:lnTo>
                  <a:pt x="1523894" y="242464"/>
                </a:lnTo>
                <a:lnTo>
                  <a:pt x="1527969" y="247650"/>
                </a:lnTo>
                <a:lnTo>
                  <a:pt x="1532043" y="252836"/>
                </a:lnTo>
                <a:lnTo>
                  <a:pt x="1536118" y="258021"/>
                </a:lnTo>
                <a:lnTo>
                  <a:pt x="1540193" y="263200"/>
                </a:lnTo>
                <a:lnTo>
                  <a:pt x="1544267" y="268373"/>
                </a:lnTo>
                <a:lnTo>
                  <a:pt x="1548342" y="273536"/>
                </a:lnTo>
                <a:lnTo>
                  <a:pt x="1552416" y="278689"/>
                </a:lnTo>
                <a:lnTo>
                  <a:pt x="1556491" y="283827"/>
                </a:lnTo>
                <a:lnTo>
                  <a:pt x="1560565" y="288950"/>
                </a:lnTo>
                <a:lnTo>
                  <a:pt x="1564640" y="294055"/>
                </a:lnTo>
                <a:lnTo>
                  <a:pt x="1568715" y="299139"/>
                </a:lnTo>
                <a:lnTo>
                  <a:pt x="1572789" y="304201"/>
                </a:lnTo>
                <a:lnTo>
                  <a:pt x="1576864" y="309238"/>
                </a:lnTo>
                <a:lnTo>
                  <a:pt x="1580938" y="314248"/>
                </a:lnTo>
                <a:lnTo>
                  <a:pt x="1585013" y="319229"/>
                </a:lnTo>
                <a:lnTo>
                  <a:pt x="1589088" y="324178"/>
                </a:lnTo>
                <a:lnTo>
                  <a:pt x="1593162" y="329094"/>
                </a:lnTo>
                <a:lnTo>
                  <a:pt x="1597237" y="333974"/>
                </a:lnTo>
                <a:lnTo>
                  <a:pt x="1601311" y="338816"/>
                </a:lnTo>
                <a:lnTo>
                  <a:pt x="1605386" y="343618"/>
                </a:lnTo>
                <a:lnTo>
                  <a:pt x="1609460" y="348378"/>
                </a:lnTo>
                <a:lnTo>
                  <a:pt x="1613535" y="353094"/>
                </a:lnTo>
                <a:lnTo>
                  <a:pt x="1617610" y="357764"/>
                </a:lnTo>
                <a:lnTo>
                  <a:pt x="1621684" y="362385"/>
                </a:lnTo>
                <a:lnTo>
                  <a:pt x="1625759" y="366956"/>
                </a:lnTo>
                <a:lnTo>
                  <a:pt x="1629833" y="371475"/>
                </a:lnTo>
                <a:lnTo>
                  <a:pt x="1633908" y="375939"/>
                </a:lnTo>
                <a:lnTo>
                  <a:pt x="1637983" y="380348"/>
                </a:lnTo>
                <a:lnTo>
                  <a:pt x="1642057" y="384697"/>
                </a:lnTo>
                <a:lnTo>
                  <a:pt x="1646132" y="388987"/>
                </a:lnTo>
                <a:lnTo>
                  <a:pt x="1650206" y="393215"/>
                </a:lnTo>
                <a:lnTo>
                  <a:pt x="1654281" y="397379"/>
                </a:lnTo>
                <a:lnTo>
                  <a:pt x="1658355" y="401477"/>
                </a:lnTo>
                <a:lnTo>
                  <a:pt x="1662430" y="405508"/>
                </a:lnTo>
                <a:lnTo>
                  <a:pt x="1666505" y="409470"/>
                </a:lnTo>
                <a:lnTo>
                  <a:pt x="1670579" y="413360"/>
                </a:lnTo>
                <a:lnTo>
                  <a:pt x="1674654" y="417178"/>
                </a:lnTo>
                <a:lnTo>
                  <a:pt x="1678728" y="420922"/>
                </a:lnTo>
                <a:lnTo>
                  <a:pt x="1682803" y="424589"/>
                </a:lnTo>
                <a:lnTo>
                  <a:pt x="1686878" y="428179"/>
                </a:lnTo>
                <a:lnTo>
                  <a:pt x="1690952" y="431690"/>
                </a:lnTo>
                <a:lnTo>
                  <a:pt x="1695027" y="435120"/>
                </a:lnTo>
                <a:lnTo>
                  <a:pt x="1699101" y="438468"/>
                </a:lnTo>
                <a:lnTo>
                  <a:pt x="1703176" y="441732"/>
                </a:lnTo>
                <a:lnTo>
                  <a:pt x="1707250" y="444911"/>
                </a:lnTo>
                <a:lnTo>
                  <a:pt x="1711325" y="448003"/>
                </a:lnTo>
                <a:lnTo>
                  <a:pt x="1715400" y="451008"/>
                </a:lnTo>
                <a:lnTo>
                  <a:pt x="1719474" y="453923"/>
                </a:lnTo>
                <a:lnTo>
                  <a:pt x="1723549" y="456748"/>
                </a:lnTo>
                <a:lnTo>
                  <a:pt x="1727623" y="459481"/>
                </a:lnTo>
                <a:lnTo>
                  <a:pt x="1731698" y="462121"/>
                </a:lnTo>
                <a:lnTo>
                  <a:pt x="1735773" y="464667"/>
                </a:lnTo>
                <a:lnTo>
                  <a:pt x="1739847" y="467118"/>
                </a:lnTo>
                <a:lnTo>
                  <a:pt x="1743922" y="469473"/>
                </a:lnTo>
                <a:lnTo>
                  <a:pt x="1747996" y="471730"/>
                </a:lnTo>
                <a:lnTo>
                  <a:pt x="1752071" y="473890"/>
                </a:lnTo>
                <a:lnTo>
                  <a:pt x="1756145" y="475949"/>
                </a:lnTo>
                <a:lnTo>
                  <a:pt x="1760220" y="477909"/>
                </a:lnTo>
                <a:lnTo>
                  <a:pt x="1764295" y="479768"/>
                </a:lnTo>
                <a:lnTo>
                  <a:pt x="1768369" y="481525"/>
                </a:lnTo>
                <a:lnTo>
                  <a:pt x="1772444" y="483179"/>
                </a:lnTo>
                <a:lnTo>
                  <a:pt x="1776518" y="484730"/>
                </a:lnTo>
                <a:lnTo>
                  <a:pt x="1780593" y="486177"/>
                </a:lnTo>
                <a:lnTo>
                  <a:pt x="1784668" y="487520"/>
                </a:lnTo>
                <a:lnTo>
                  <a:pt x="1788742" y="488757"/>
                </a:lnTo>
                <a:lnTo>
                  <a:pt x="1792817" y="489888"/>
                </a:lnTo>
                <a:lnTo>
                  <a:pt x="1796891" y="490913"/>
                </a:lnTo>
                <a:lnTo>
                  <a:pt x="1800966" y="491832"/>
                </a:lnTo>
                <a:lnTo>
                  <a:pt x="1805040" y="492643"/>
                </a:lnTo>
                <a:lnTo>
                  <a:pt x="1809115" y="493347"/>
                </a:lnTo>
                <a:lnTo>
                  <a:pt x="1813190" y="493943"/>
                </a:lnTo>
                <a:lnTo>
                  <a:pt x="1817264" y="494431"/>
                </a:lnTo>
                <a:lnTo>
                  <a:pt x="1821339" y="494811"/>
                </a:lnTo>
                <a:lnTo>
                  <a:pt x="1825413" y="495083"/>
                </a:lnTo>
                <a:lnTo>
                  <a:pt x="1829488" y="495246"/>
                </a:lnTo>
                <a:lnTo>
                  <a:pt x="1833563" y="495300"/>
                </a:lnTo>
                <a:lnTo>
                  <a:pt x="1837637" y="495246"/>
                </a:lnTo>
                <a:lnTo>
                  <a:pt x="1841712" y="495083"/>
                </a:lnTo>
                <a:lnTo>
                  <a:pt x="1845786" y="494811"/>
                </a:lnTo>
                <a:lnTo>
                  <a:pt x="1849861" y="494431"/>
                </a:lnTo>
                <a:lnTo>
                  <a:pt x="1853935" y="493943"/>
                </a:lnTo>
                <a:lnTo>
                  <a:pt x="1858010" y="493347"/>
                </a:lnTo>
                <a:lnTo>
                  <a:pt x="1862085" y="492643"/>
                </a:lnTo>
                <a:lnTo>
                  <a:pt x="1866159" y="491832"/>
                </a:lnTo>
                <a:lnTo>
                  <a:pt x="1870234" y="490913"/>
                </a:lnTo>
                <a:lnTo>
                  <a:pt x="1874308" y="489888"/>
                </a:lnTo>
                <a:lnTo>
                  <a:pt x="1878383" y="488757"/>
                </a:lnTo>
                <a:lnTo>
                  <a:pt x="1882458" y="487520"/>
                </a:lnTo>
                <a:lnTo>
                  <a:pt x="1886532" y="486177"/>
                </a:lnTo>
                <a:lnTo>
                  <a:pt x="1890607" y="484730"/>
                </a:lnTo>
                <a:lnTo>
                  <a:pt x="1894681" y="483179"/>
                </a:lnTo>
                <a:lnTo>
                  <a:pt x="1898756" y="481525"/>
                </a:lnTo>
                <a:lnTo>
                  <a:pt x="1902830" y="479768"/>
                </a:lnTo>
                <a:lnTo>
                  <a:pt x="1906905" y="477909"/>
                </a:lnTo>
                <a:lnTo>
                  <a:pt x="1910980" y="475949"/>
                </a:lnTo>
                <a:lnTo>
                  <a:pt x="1915054" y="473890"/>
                </a:lnTo>
                <a:lnTo>
                  <a:pt x="1919129" y="471730"/>
                </a:lnTo>
                <a:lnTo>
                  <a:pt x="1923203" y="469473"/>
                </a:lnTo>
                <a:lnTo>
                  <a:pt x="1927278" y="467118"/>
                </a:lnTo>
                <a:lnTo>
                  <a:pt x="1931352" y="464667"/>
                </a:lnTo>
                <a:lnTo>
                  <a:pt x="1935427" y="462121"/>
                </a:lnTo>
                <a:lnTo>
                  <a:pt x="1939502" y="459481"/>
                </a:lnTo>
                <a:lnTo>
                  <a:pt x="1943576" y="456748"/>
                </a:lnTo>
                <a:lnTo>
                  <a:pt x="1947651" y="453923"/>
                </a:lnTo>
                <a:lnTo>
                  <a:pt x="1951725" y="451008"/>
                </a:lnTo>
                <a:lnTo>
                  <a:pt x="1955800" y="448003"/>
                </a:lnTo>
                <a:lnTo>
                  <a:pt x="1959875" y="444911"/>
                </a:lnTo>
                <a:lnTo>
                  <a:pt x="1963949" y="441732"/>
                </a:lnTo>
                <a:lnTo>
                  <a:pt x="1968024" y="438468"/>
                </a:lnTo>
                <a:lnTo>
                  <a:pt x="1972098" y="435120"/>
                </a:lnTo>
                <a:lnTo>
                  <a:pt x="1976173" y="431690"/>
                </a:lnTo>
                <a:lnTo>
                  <a:pt x="1980247" y="428179"/>
                </a:lnTo>
                <a:lnTo>
                  <a:pt x="1984322" y="424589"/>
                </a:lnTo>
                <a:lnTo>
                  <a:pt x="1988397" y="420922"/>
                </a:lnTo>
                <a:lnTo>
                  <a:pt x="1992471" y="417178"/>
                </a:lnTo>
                <a:lnTo>
                  <a:pt x="1996546" y="413360"/>
                </a:lnTo>
                <a:lnTo>
                  <a:pt x="2000620" y="409470"/>
                </a:lnTo>
                <a:lnTo>
                  <a:pt x="2004695" y="405508"/>
                </a:lnTo>
                <a:lnTo>
                  <a:pt x="2008770" y="401477"/>
                </a:lnTo>
                <a:lnTo>
                  <a:pt x="2012844" y="397379"/>
                </a:lnTo>
                <a:lnTo>
                  <a:pt x="2016919" y="393215"/>
                </a:lnTo>
                <a:lnTo>
                  <a:pt x="2020993" y="388987"/>
                </a:lnTo>
                <a:lnTo>
                  <a:pt x="2025068" y="384697"/>
                </a:lnTo>
                <a:lnTo>
                  <a:pt x="2029142" y="380348"/>
                </a:lnTo>
                <a:lnTo>
                  <a:pt x="2033217" y="375939"/>
                </a:lnTo>
                <a:lnTo>
                  <a:pt x="2037292" y="371475"/>
                </a:lnTo>
                <a:lnTo>
                  <a:pt x="2041366" y="366956"/>
                </a:lnTo>
                <a:lnTo>
                  <a:pt x="2045441" y="362385"/>
                </a:lnTo>
                <a:lnTo>
                  <a:pt x="2049515" y="357764"/>
                </a:lnTo>
                <a:lnTo>
                  <a:pt x="2053590" y="353094"/>
                </a:lnTo>
                <a:lnTo>
                  <a:pt x="2057665" y="348378"/>
                </a:lnTo>
                <a:lnTo>
                  <a:pt x="2061739" y="343618"/>
                </a:lnTo>
                <a:lnTo>
                  <a:pt x="2065814" y="338816"/>
                </a:lnTo>
                <a:lnTo>
                  <a:pt x="2069888" y="333974"/>
                </a:lnTo>
                <a:lnTo>
                  <a:pt x="2073963" y="329094"/>
                </a:lnTo>
                <a:lnTo>
                  <a:pt x="2078037" y="324178"/>
                </a:lnTo>
                <a:lnTo>
                  <a:pt x="2082112" y="319229"/>
                </a:lnTo>
                <a:lnTo>
                  <a:pt x="2086187" y="314248"/>
                </a:lnTo>
                <a:lnTo>
                  <a:pt x="2090261" y="309238"/>
                </a:lnTo>
                <a:lnTo>
                  <a:pt x="2094336" y="304201"/>
                </a:lnTo>
                <a:lnTo>
                  <a:pt x="2098410" y="299139"/>
                </a:lnTo>
                <a:lnTo>
                  <a:pt x="2102485" y="294055"/>
                </a:lnTo>
                <a:lnTo>
                  <a:pt x="2106560" y="288950"/>
                </a:lnTo>
                <a:lnTo>
                  <a:pt x="2110634" y="283827"/>
                </a:lnTo>
                <a:lnTo>
                  <a:pt x="2114709" y="278689"/>
                </a:lnTo>
                <a:lnTo>
                  <a:pt x="2118783" y="273536"/>
                </a:lnTo>
                <a:lnTo>
                  <a:pt x="2122858" y="268373"/>
                </a:lnTo>
                <a:lnTo>
                  <a:pt x="2126933" y="263200"/>
                </a:lnTo>
                <a:lnTo>
                  <a:pt x="2131007" y="258021"/>
                </a:lnTo>
                <a:lnTo>
                  <a:pt x="2135082" y="252836"/>
                </a:lnTo>
                <a:lnTo>
                  <a:pt x="2139156" y="247650"/>
                </a:lnTo>
                <a:lnTo>
                  <a:pt x="2143231" y="242464"/>
                </a:lnTo>
                <a:lnTo>
                  <a:pt x="2147305" y="237279"/>
                </a:lnTo>
                <a:lnTo>
                  <a:pt x="2151380" y="232100"/>
                </a:lnTo>
                <a:lnTo>
                  <a:pt x="2155455" y="226927"/>
                </a:lnTo>
                <a:lnTo>
                  <a:pt x="2159529" y="221764"/>
                </a:lnTo>
                <a:lnTo>
                  <a:pt x="2163604" y="216611"/>
                </a:lnTo>
                <a:lnTo>
                  <a:pt x="2167678" y="211473"/>
                </a:lnTo>
                <a:lnTo>
                  <a:pt x="2171753" y="206350"/>
                </a:lnTo>
                <a:lnTo>
                  <a:pt x="2175828" y="201245"/>
                </a:lnTo>
                <a:lnTo>
                  <a:pt x="2179902" y="196161"/>
                </a:lnTo>
                <a:lnTo>
                  <a:pt x="2183977" y="191099"/>
                </a:lnTo>
                <a:lnTo>
                  <a:pt x="2188051" y="186062"/>
                </a:lnTo>
                <a:lnTo>
                  <a:pt x="2192126" y="181052"/>
                </a:lnTo>
                <a:lnTo>
                  <a:pt x="2196200" y="176071"/>
                </a:lnTo>
                <a:lnTo>
                  <a:pt x="2200275" y="171122"/>
                </a:lnTo>
                <a:lnTo>
                  <a:pt x="2204350" y="166206"/>
                </a:lnTo>
                <a:lnTo>
                  <a:pt x="2208424" y="161326"/>
                </a:lnTo>
                <a:lnTo>
                  <a:pt x="2212499" y="156484"/>
                </a:lnTo>
                <a:lnTo>
                  <a:pt x="2216573" y="151682"/>
                </a:lnTo>
                <a:lnTo>
                  <a:pt x="2220648" y="146922"/>
                </a:lnTo>
                <a:lnTo>
                  <a:pt x="2224723" y="142206"/>
                </a:lnTo>
                <a:lnTo>
                  <a:pt x="2228797" y="137536"/>
                </a:lnTo>
                <a:lnTo>
                  <a:pt x="2232872" y="132915"/>
                </a:lnTo>
                <a:lnTo>
                  <a:pt x="2236946" y="128344"/>
                </a:lnTo>
                <a:lnTo>
                  <a:pt x="2241021" y="123825"/>
                </a:lnTo>
                <a:lnTo>
                  <a:pt x="2245095" y="119361"/>
                </a:lnTo>
                <a:lnTo>
                  <a:pt x="2249170" y="114952"/>
                </a:lnTo>
                <a:lnTo>
                  <a:pt x="2253245" y="110603"/>
                </a:lnTo>
                <a:lnTo>
                  <a:pt x="2257319" y="106313"/>
                </a:lnTo>
                <a:lnTo>
                  <a:pt x="2261394" y="102085"/>
                </a:lnTo>
                <a:lnTo>
                  <a:pt x="2265468" y="97921"/>
                </a:lnTo>
                <a:lnTo>
                  <a:pt x="2269543" y="93823"/>
                </a:lnTo>
                <a:lnTo>
                  <a:pt x="2273618" y="89792"/>
                </a:lnTo>
                <a:lnTo>
                  <a:pt x="2277692" y="85830"/>
                </a:lnTo>
                <a:lnTo>
                  <a:pt x="2281767" y="81940"/>
                </a:lnTo>
                <a:lnTo>
                  <a:pt x="2285841" y="78122"/>
                </a:lnTo>
                <a:lnTo>
                  <a:pt x="2289916" y="74378"/>
                </a:lnTo>
                <a:lnTo>
                  <a:pt x="2293990" y="70711"/>
                </a:lnTo>
                <a:lnTo>
                  <a:pt x="2298065" y="67121"/>
                </a:lnTo>
                <a:lnTo>
                  <a:pt x="2302140" y="63610"/>
                </a:lnTo>
                <a:lnTo>
                  <a:pt x="2306214" y="60180"/>
                </a:lnTo>
                <a:lnTo>
                  <a:pt x="2310289" y="56832"/>
                </a:lnTo>
                <a:lnTo>
                  <a:pt x="2314363" y="53568"/>
                </a:lnTo>
                <a:lnTo>
                  <a:pt x="2318438" y="50389"/>
                </a:lnTo>
                <a:lnTo>
                  <a:pt x="2322513" y="47297"/>
                </a:lnTo>
                <a:lnTo>
                  <a:pt x="2326587" y="44292"/>
                </a:lnTo>
                <a:lnTo>
                  <a:pt x="2330662" y="41377"/>
                </a:lnTo>
                <a:lnTo>
                  <a:pt x="2334736" y="38552"/>
                </a:lnTo>
                <a:lnTo>
                  <a:pt x="2338811" y="35819"/>
                </a:lnTo>
                <a:lnTo>
                  <a:pt x="2342885" y="33179"/>
                </a:lnTo>
                <a:lnTo>
                  <a:pt x="2346960" y="30633"/>
                </a:lnTo>
                <a:lnTo>
                  <a:pt x="2351035" y="28182"/>
                </a:lnTo>
                <a:lnTo>
                  <a:pt x="2355109" y="25827"/>
                </a:lnTo>
                <a:lnTo>
                  <a:pt x="2359184" y="23570"/>
                </a:lnTo>
                <a:lnTo>
                  <a:pt x="2363258" y="21410"/>
                </a:lnTo>
                <a:lnTo>
                  <a:pt x="2367333" y="19351"/>
                </a:lnTo>
                <a:lnTo>
                  <a:pt x="2371408" y="17391"/>
                </a:lnTo>
                <a:lnTo>
                  <a:pt x="2375482" y="15532"/>
                </a:lnTo>
                <a:lnTo>
                  <a:pt x="2379557" y="13775"/>
                </a:lnTo>
                <a:lnTo>
                  <a:pt x="2383631" y="12121"/>
                </a:lnTo>
                <a:lnTo>
                  <a:pt x="2387706" y="10570"/>
                </a:lnTo>
                <a:lnTo>
                  <a:pt x="2391780" y="9123"/>
                </a:lnTo>
                <a:lnTo>
                  <a:pt x="2395855" y="7780"/>
                </a:lnTo>
                <a:lnTo>
                  <a:pt x="2399930" y="6543"/>
                </a:lnTo>
                <a:lnTo>
                  <a:pt x="2404004" y="5412"/>
                </a:lnTo>
                <a:lnTo>
                  <a:pt x="2408079" y="4387"/>
                </a:lnTo>
                <a:lnTo>
                  <a:pt x="2412153" y="3468"/>
                </a:lnTo>
                <a:lnTo>
                  <a:pt x="2416228" y="2657"/>
                </a:lnTo>
                <a:lnTo>
                  <a:pt x="2420303" y="1953"/>
                </a:lnTo>
                <a:lnTo>
                  <a:pt x="2424377" y="1357"/>
                </a:lnTo>
                <a:lnTo>
                  <a:pt x="2428452" y="869"/>
                </a:lnTo>
                <a:lnTo>
                  <a:pt x="2432526" y="489"/>
                </a:lnTo>
                <a:lnTo>
                  <a:pt x="2436601" y="217"/>
                </a:lnTo>
                <a:lnTo>
                  <a:pt x="2440675" y="54"/>
                </a:lnTo>
                <a:lnTo>
                  <a:pt x="2444750" y="0"/>
                </a:lnTo>
                <a:lnTo>
                  <a:pt x="2448825" y="54"/>
                </a:lnTo>
                <a:lnTo>
                  <a:pt x="2452899" y="217"/>
                </a:lnTo>
                <a:lnTo>
                  <a:pt x="2456974" y="489"/>
                </a:lnTo>
                <a:lnTo>
                  <a:pt x="2461048" y="869"/>
                </a:lnTo>
                <a:lnTo>
                  <a:pt x="2465123" y="1357"/>
                </a:lnTo>
                <a:lnTo>
                  <a:pt x="2469198" y="1953"/>
                </a:lnTo>
                <a:lnTo>
                  <a:pt x="2473272" y="2657"/>
                </a:lnTo>
                <a:lnTo>
                  <a:pt x="2477347" y="3468"/>
                </a:lnTo>
                <a:lnTo>
                  <a:pt x="2481421" y="4387"/>
                </a:lnTo>
                <a:lnTo>
                  <a:pt x="2485496" y="5412"/>
                </a:lnTo>
                <a:lnTo>
                  <a:pt x="2489570" y="6543"/>
                </a:lnTo>
                <a:lnTo>
                  <a:pt x="2493645" y="7780"/>
                </a:lnTo>
                <a:lnTo>
                  <a:pt x="2497720" y="9123"/>
                </a:lnTo>
                <a:lnTo>
                  <a:pt x="2501794" y="10570"/>
                </a:lnTo>
                <a:lnTo>
                  <a:pt x="2505869" y="12121"/>
                </a:lnTo>
                <a:lnTo>
                  <a:pt x="2509943" y="13775"/>
                </a:lnTo>
                <a:lnTo>
                  <a:pt x="2514018" y="15532"/>
                </a:lnTo>
                <a:lnTo>
                  <a:pt x="2518093" y="17391"/>
                </a:lnTo>
                <a:lnTo>
                  <a:pt x="2522167" y="19351"/>
                </a:lnTo>
                <a:lnTo>
                  <a:pt x="2526242" y="21410"/>
                </a:lnTo>
                <a:lnTo>
                  <a:pt x="2530316" y="23570"/>
                </a:lnTo>
                <a:lnTo>
                  <a:pt x="2534391" y="25827"/>
                </a:lnTo>
                <a:lnTo>
                  <a:pt x="2538465" y="28182"/>
                </a:lnTo>
                <a:lnTo>
                  <a:pt x="2542540" y="30633"/>
                </a:lnTo>
                <a:lnTo>
                  <a:pt x="2546615" y="33179"/>
                </a:lnTo>
                <a:lnTo>
                  <a:pt x="2550689" y="35819"/>
                </a:lnTo>
                <a:lnTo>
                  <a:pt x="2554764" y="38552"/>
                </a:lnTo>
                <a:lnTo>
                  <a:pt x="2558838" y="41377"/>
                </a:lnTo>
                <a:lnTo>
                  <a:pt x="2562913" y="44292"/>
                </a:lnTo>
                <a:lnTo>
                  <a:pt x="2566988" y="47297"/>
                </a:lnTo>
                <a:lnTo>
                  <a:pt x="2571062" y="50389"/>
                </a:lnTo>
                <a:lnTo>
                  <a:pt x="2575137" y="53568"/>
                </a:lnTo>
                <a:lnTo>
                  <a:pt x="2579211" y="56832"/>
                </a:lnTo>
                <a:lnTo>
                  <a:pt x="2583286" y="60180"/>
                </a:lnTo>
                <a:lnTo>
                  <a:pt x="2587360" y="63610"/>
                </a:lnTo>
                <a:lnTo>
                  <a:pt x="2591435" y="67121"/>
                </a:lnTo>
                <a:lnTo>
                  <a:pt x="2595510" y="70711"/>
                </a:lnTo>
                <a:lnTo>
                  <a:pt x="2599584" y="74378"/>
                </a:lnTo>
                <a:lnTo>
                  <a:pt x="2603659" y="78122"/>
                </a:lnTo>
                <a:lnTo>
                  <a:pt x="2607733" y="81940"/>
                </a:lnTo>
                <a:lnTo>
                  <a:pt x="2611808" y="85830"/>
                </a:lnTo>
                <a:lnTo>
                  <a:pt x="2615883" y="89792"/>
                </a:lnTo>
                <a:lnTo>
                  <a:pt x="2619957" y="93823"/>
                </a:lnTo>
                <a:lnTo>
                  <a:pt x="2624032" y="97921"/>
                </a:lnTo>
                <a:lnTo>
                  <a:pt x="2628106" y="102085"/>
                </a:lnTo>
                <a:lnTo>
                  <a:pt x="2632181" y="106313"/>
                </a:lnTo>
                <a:lnTo>
                  <a:pt x="2636255" y="110603"/>
                </a:lnTo>
                <a:lnTo>
                  <a:pt x="2640330" y="114952"/>
                </a:lnTo>
                <a:lnTo>
                  <a:pt x="2644405" y="119361"/>
                </a:lnTo>
                <a:lnTo>
                  <a:pt x="2648479" y="123825"/>
                </a:lnTo>
                <a:lnTo>
                  <a:pt x="2652554" y="128344"/>
                </a:lnTo>
                <a:lnTo>
                  <a:pt x="2656628" y="132915"/>
                </a:lnTo>
                <a:lnTo>
                  <a:pt x="2660703" y="137536"/>
                </a:lnTo>
                <a:lnTo>
                  <a:pt x="2664778" y="142206"/>
                </a:lnTo>
                <a:lnTo>
                  <a:pt x="2668852" y="146922"/>
                </a:lnTo>
                <a:lnTo>
                  <a:pt x="2672927" y="151682"/>
                </a:lnTo>
                <a:lnTo>
                  <a:pt x="2677001" y="156484"/>
                </a:lnTo>
                <a:lnTo>
                  <a:pt x="2681076" y="161326"/>
                </a:lnTo>
                <a:lnTo>
                  <a:pt x="2685150" y="166206"/>
                </a:lnTo>
                <a:lnTo>
                  <a:pt x="2689225" y="171122"/>
                </a:lnTo>
                <a:lnTo>
                  <a:pt x="2693300" y="176071"/>
                </a:lnTo>
                <a:lnTo>
                  <a:pt x="2697374" y="181052"/>
                </a:lnTo>
                <a:lnTo>
                  <a:pt x="2701449" y="186062"/>
                </a:lnTo>
                <a:lnTo>
                  <a:pt x="2705523" y="191099"/>
                </a:lnTo>
                <a:lnTo>
                  <a:pt x="2709598" y="196161"/>
                </a:lnTo>
                <a:lnTo>
                  <a:pt x="2713673" y="201245"/>
                </a:lnTo>
                <a:lnTo>
                  <a:pt x="2717747" y="206350"/>
                </a:lnTo>
                <a:lnTo>
                  <a:pt x="2721822" y="211473"/>
                </a:lnTo>
                <a:lnTo>
                  <a:pt x="2725896" y="216611"/>
                </a:lnTo>
                <a:lnTo>
                  <a:pt x="2729971" y="221764"/>
                </a:lnTo>
                <a:lnTo>
                  <a:pt x="2734045" y="226927"/>
                </a:lnTo>
                <a:lnTo>
                  <a:pt x="2738120" y="232100"/>
                </a:lnTo>
                <a:lnTo>
                  <a:pt x="2742195" y="237279"/>
                </a:lnTo>
                <a:lnTo>
                  <a:pt x="2746269" y="242464"/>
                </a:lnTo>
                <a:lnTo>
                  <a:pt x="2750344" y="247650"/>
                </a:lnTo>
                <a:lnTo>
                  <a:pt x="2754418" y="252836"/>
                </a:lnTo>
                <a:lnTo>
                  <a:pt x="2758493" y="258021"/>
                </a:lnTo>
                <a:lnTo>
                  <a:pt x="2762568" y="263200"/>
                </a:lnTo>
                <a:lnTo>
                  <a:pt x="2766642" y="268373"/>
                </a:lnTo>
                <a:lnTo>
                  <a:pt x="2770717" y="273536"/>
                </a:lnTo>
                <a:lnTo>
                  <a:pt x="2774791" y="278689"/>
                </a:lnTo>
                <a:lnTo>
                  <a:pt x="2778866" y="283827"/>
                </a:lnTo>
                <a:lnTo>
                  <a:pt x="2782940" y="288950"/>
                </a:lnTo>
                <a:lnTo>
                  <a:pt x="2787015" y="294055"/>
                </a:lnTo>
                <a:lnTo>
                  <a:pt x="2791090" y="299139"/>
                </a:lnTo>
                <a:lnTo>
                  <a:pt x="2795164" y="304201"/>
                </a:lnTo>
                <a:lnTo>
                  <a:pt x="2799239" y="309238"/>
                </a:lnTo>
                <a:lnTo>
                  <a:pt x="2803313" y="314248"/>
                </a:lnTo>
                <a:lnTo>
                  <a:pt x="2807388" y="319229"/>
                </a:lnTo>
                <a:lnTo>
                  <a:pt x="2811463" y="324178"/>
                </a:lnTo>
                <a:lnTo>
                  <a:pt x="2815537" y="329094"/>
                </a:lnTo>
                <a:lnTo>
                  <a:pt x="2819612" y="333974"/>
                </a:lnTo>
                <a:lnTo>
                  <a:pt x="2823686" y="338816"/>
                </a:lnTo>
                <a:lnTo>
                  <a:pt x="2827761" y="343618"/>
                </a:lnTo>
                <a:lnTo>
                  <a:pt x="2831835" y="348378"/>
                </a:lnTo>
                <a:lnTo>
                  <a:pt x="2835910" y="353094"/>
                </a:lnTo>
                <a:lnTo>
                  <a:pt x="2839985" y="357764"/>
                </a:lnTo>
                <a:lnTo>
                  <a:pt x="2844059" y="362385"/>
                </a:lnTo>
                <a:lnTo>
                  <a:pt x="2848134" y="366956"/>
                </a:lnTo>
                <a:lnTo>
                  <a:pt x="2852208" y="371475"/>
                </a:lnTo>
                <a:lnTo>
                  <a:pt x="2856283" y="375939"/>
                </a:lnTo>
                <a:lnTo>
                  <a:pt x="2860358" y="380348"/>
                </a:lnTo>
                <a:lnTo>
                  <a:pt x="2864432" y="384697"/>
                </a:lnTo>
                <a:lnTo>
                  <a:pt x="2868507" y="388987"/>
                </a:lnTo>
                <a:lnTo>
                  <a:pt x="2872581" y="393215"/>
                </a:lnTo>
                <a:lnTo>
                  <a:pt x="2876656" y="397379"/>
                </a:lnTo>
                <a:lnTo>
                  <a:pt x="2880730" y="401477"/>
                </a:lnTo>
                <a:lnTo>
                  <a:pt x="2884805" y="405508"/>
                </a:lnTo>
                <a:lnTo>
                  <a:pt x="2888880" y="409470"/>
                </a:lnTo>
                <a:lnTo>
                  <a:pt x="2892954" y="413360"/>
                </a:lnTo>
                <a:lnTo>
                  <a:pt x="2897029" y="417178"/>
                </a:lnTo>
                <a:lnTo>
                  <a:pt x="2901103" y="420922"/>
                </a:lnTo>
                <a:lnTo>
                  <a:pt x="2905178" y="424589"/>
                </a:lnTo>
                <a:lnTo>
                  <a:pt x="2909253" y="428179"/>
                </a:lnTo>
                <a:lnTo>
                  <a:pt x="2913327" y="431690"/>
                </a:lnTo>
                <a:lnTo>
                  <a:pt x="2917402" y="435120"/>
                </a:lnTo>
                <a:lnTo>
                  <a:pt x="2921476" y="438468"/>
                </a:lnTo>
                <a:lnTo>
                  <a:pt x="2925551" y="441732"/>
                </a:lnTo>
                <a:lnTo>
                  <a:pt x="2929625" y="444911"/>
                </a:lnTo>
                <a:lnTo>
                  <a:pt x="2933700" y="448003"/>
                </a:lnTo>
                <a:lnTo>
                  <a:pt x="2937775" y="451008"/>
                </a:lnTo>
                <a:lnTo>
                  <a:pt x="2941849" y="453923"/>
                </a:lnTo>
                <a:lnTo>
                  <a:pt x="2945924" y="456748"/>
                </a:lnTo>
                <a:lnTo>
                  <a:pt x="2949998" y="459481"/>
                </a:lnTo>
                <a:lnTo>
                  <a:pt x="2954073" y="462121"/>
                </a:lnTo>
                <a:lnTo>
                  <a:pt x="2958148" y="464667"/>
                </a:lnTo>
                <a:lnTo>
                  <a:pt x="2962222" y="467118"/>
                </a:lnTo>
                <a:lnTo>
                  <a:pt x="2966297" y="469473"/>
                </a:lnTo>
                <a:lnTo>
                  <a:pt x="2970371" y="471730"/>
                </a:lnTo>
                <a:lnTo>
                  <a:pt x="2974446" y="473890"/>
                </a:lnTo>
                <a:lnTo>
                  <a:pt x="2978520" y="475949"/>
                </a:lnTo>
                <a:lnTo>
                  <a:pt x="2982595" y="477909"/>
                </a:lnTo>
                <a:lnTo>
                  <a:pt x="2986670" y="479768"/>
                </a:lnTo>
                <a:lnTo>
                  <a:pt x="2990744" y="481525"/>
                </a:lnTo>
                <a:lnTo>
                  <a:pt x="2994819" y="483179"/>
                </a:lnTo>
                <a:lnTo>
                  <a:pt x="2998893" y="484730"/>
                </a:lnTo>
                <a:lnTo>
                  <a:pt x="3002968" y="486177"/>
                </a:lnTo>
                <a:lnTo>
                  <a:pt x="3007043" y="487520"/>
                </a:lnTo>
                <a:lnTo>
                  <a:pt x="3011117" y="488757"/>
                </a:lnTo>
                <a:lnTo>
                  <a:pt x="3015192" y="489888"/>
                </a:lnTo>
                <a:lnTo>
                  <a:pt x="3019266" y="490913"/>
                </a:lnTo>
                <a:lnTo>
                  <a:pt x="3023341" y="491832"/>
                </a:lnTo>
                <a:lnTo>
                  <a:pt x="3027415" y="492643"/>
                </a:lnTo>
                <a:lnTo>
                  <a:pt x="3031490" y="493347"/>
                </a:lnTo>
                <a:lnTo>
                  <a:pt x="3035565" y="493943"/>
                </a:lnTo>
                <a:lnTo>
                  <a:pt x="3039639" y="494431"/>
                </a:lnTo>
                <a:lnTo>
                  <a:pt x="3043714" y="494811"/>
                </a:lnTo>
                <a:lnTo>
                  <a:pt x="3047788" y="495083"/>
                </a:lnTo>
                <a:lnTo>
                  <a:pt x="3051863" y="495246"/>
                </a:lnTo>
                <a:lnTo>
                  <a:pt x="3055938" y="495300"/>
                </a:lnTo>
                <a:lnTo>
                  <a:pt x="3060012" y="495246"/>
                </a:lnTo>
                <a:lnTo>
                  <a:pt x="3064087" y="495083"/>
                </a:lnTo>
                <a:lnTo>
                  <a:pt x="3068161" y="494811"/>
                </a:lnTo>
                <a:lnTo>
                  <a:pt x="3072236" y="494431"/>
                </a:lnTo>
                <a:lnTo>
                  <a:pt x="3076310" y="493943"/>
                </a:lnTo>
                <a:lnTo>
                  <a:pt x="3080385" y="493347"/>
                </a:lnTo>
                <a:lnTo>
                  <a:pt x="3084460" y="492643"/>
                </a:lnTo>
                <a:lnTo>
                  <a:pt x="3088534" y="491832"/>
                </a:lnTo>
                <a:lnTo>
                  <a:pt x="3092609" y="490913"/>
                </a:lnTo>
                <a:lnTo>
                  <a:pt x="3096683" y="489888"/>
                </a:lnTo>
                <a:lnTo>
                  <a:pt x="3100758" y="488757"/>
                </a:lnTo>
                <a:lnTo>
                  <a:pt x="3104832" y="487520"/>
                </a:lnTo>
                <a:lnTo>
                  <a:pt x="3108907" y="486177"/>
                </a:lnTo>
                <a:lnTo>
                  <a:pt x="3112982" y="484730"/>
                </a:lnTo>
                <a:lnTo>
                  <a:pt x="3117056" y="483179"/>
                </a:lnTo>
                <a:lnTo>
                  <a:pt x="3121131" y="481525"/>
                </a:lnTo>
                <a:lnTo>
                  <a:pt x="3125205" y="479768"/>
                </a:lnTo>
                <a:lnTo>
                  <a:pt x="3129280" y="477909"/>
                </a:lnTo>
                <a:lnTo>
                  <a:pt x="3133355" y="475949"/>
                </a:lnTo>
                <a:lnTo>
                  <a:pt x="3137429" y="473890"/>
                </a:lnTo>
                <a:lnTo>
                  <a:pt x="3141504" y="471730"/>
                </a:lnTo>
                <a:lnTo>
                  <a:pt x="3145578" y="469473"/>
                </a:lnTo>
                <a:lnTo>
                  <a:pt x="3149653" y="467118"/>
                </a:lnTo>
                <a:lnTo>
                  <a:pt x="3153728" y="464667"/>
                </a:lnTo>
                <a:lnTo>
                  <a:pt x="3157802" y="462121"/>
                </a:lnTo>
                <a:lnTo>
                  <a:pt x="3161877" y="459481"/>
                </a:lnTo>
                <a:lnTo>
                  <a:pt x="3165951" y="456748"/>
                </a:lnTo>
                <a:lnTo>
                  <a:pt x="3170026" y="453923"/>
                </a:lnTo>
                <a:lnTo>
                  <a:pt x="3174100" y="451008"/>
                </a:lnTo>
                <a:lnTo>
                  <a:pt x="3178175" y="448003"/>
                </a:lnTo>
                <a:lnTo>
                  <a:pt x="3182250" y="444911"/>
                </a:lnTo>
                <a:lnTo>
                  <a:pt x="3186324" y="441732"/>
                </a:lnTo>
                <a:lnTo>
                  <a:pt x="3190399" y="438468"/>
                </a:lnTo>
                <a:lnTo>
                  <a:pt x="3194473" y="435120"/>
                </a:lnTo>
                <a:lnTo>
                  <a:pt x="3198548" y="431690"/>
                </a:lnTo>
                <a:lnTo>
                  <a:pt x="3202623" y="428179"/>
                </a:lnTo>
                <a:lnTo>
                  <a:pt x="3206697" y="424589"/>
                </a:lnTo>
                <a:lnTo>
                  <a:pt x="3210772" y="420922"/>
                </a:lnTo>
                <a:lnTo>
                  <a:pt x="3214846" y="417178"/>
                </a:lnTo>
                <a:lnTo>
                  <a:pt x="3218921" y="413360"/>
                </a:lnTo>
                <a:lnTo>
                  <a:pt x="3222995" y="409470"/>
                </a:lnTo>
                <a:lnTo>
                  <a:pt x="3227070" y="405508"/>
                </a:lnTo>
                <a:lnTo>
                  <a:pt x="3231145" y="401477"/>
                </a:lnTo>
                <a:lnTo>
                  <a:pt x="3235219" y="397379"/>
                </a:lnTo>
                <a:lnTo>
                  <a:pt x="3239294" y="393215"/>
                </a:lnTo>
                <a:lnTo>
                  <a:pt x="3243368" y="388987"/>
                </a:lnTo>
                <a:lnTo>
                  <a:pt x="3247443" y="384697"/>
                </a:lnTo>
                <a:lnTo>
                  <a:pt x="3251518" y="380348"/>
                </a:lnTo>
                <a:lnTo>
                  <a:pt x="3255592" y="375939"/>
                </a:lnTo>
                <a:lnTo>
                  <a:pt x="3259667" y="371475"/>
                </a:lnTo>
                <a:lnTo>
                  <a:pt x="3263741" y="366956"/>
                </a:lnTo>
                <a:lnTo>
                  <a:pt x="3267816" y="362385"/>
                </a:lnTo>
                <a:lnTo>
                  <a:pt x="3271890" y="357764"/>
                </a:lnTo>
                <a:lnTo>
                  <a:pt x="3275965" y="353094"/>
                </a:lnTo>
                <a:lnTo>
                  <a:pt x="3280040" y="348378"/>
                </a:lnTo>
                <a:lnTo>
                  <a:pt x="3284114" y="343618"/>
                </a:lnTo>
                <a:lnTo>
                  <a:pt x="3288189" y="338816"/>
                </a:lnTo>
                <a:lnTo>
                  <a:pt x="3292263" y="333974"/>
                </a:lnTo>
                <a:lnTo>
                  <a:pt x="3296338" y="329094"/>
                </a:lnTo>
                <a:lnTo>
                  <a:pt x="3300413" y="324178"/>
                </a:lnTo>
                <a:lnTo>
                  <a:pt x="3304487" y="319229"/>
                </a:lnTo>
                <a:lnTo>
                  <a:pt x="3308562" y="314248"/>
                </a:lnTo>
                <a:lnTo>
                  <a:pt x="3312636" y="309238"/>
                </a:lnTo>
                <a:lnTo>
                  <a:pt x="3316711" y="304201"/>
                </a:lnTo>
                <a:lnTo>
                  <a:pt x="3320785" y="299139"/>
                </a:lnTo>
                <a:lnTo>
                  <a:pt x="3324860" y="294055"/>
                </a:lnTo>
                <a:lnTo>
                  <a:pt x="3328935" y="288950"/>
                </a:lnTo>
                <a:lnTo>
                  <a:pt x="3333009" y="283827"/>
                </a:lnTo>
                <a:lnTo>
                  <a:pt x="3337084" y="278689"/>
                </a:lnTo>
                <a:lnTo>
                  <a:pt x="3341158" y="273536"/>
                </a:lnTo>
                <a:lnTo>
                  <a:pt x="3345233" y="268373"/>
                </a:lnTo>
                <a:lnTo>
                  <a:pt x="3349308" y="263200"/>
                </a:lnTo>
                <a:lnTo>
                  <a:pt x="3353382" y="258021"/>
                </a:lnTo>
                <a:lnTo>
                  <a:pt x="3357457" y="252836"/>
                </a:lnTo>
                <a:lnTo>
                  <a:pt x="3361531" y="247650"/>
                </a:lnTo>
                <a:lnTo>
                  <a:pt x="3365606" y="242464"/>
                </a:lnTo>
                <a:lnTo>
                  <a:pt x="3369680" y="237279"/>
                </a:lnTo>
                <a:lnTo>
                  <a:pt x="3373755" y="232100"/>
                </a:lnTo>
                <a:lnTo>
                  <a:pt x="3377830" y="226927"/>
                </a:lnTo>
                <a:lnTo>
                  <a:pt x="3381904" y="221764"/>
                </a:lnTo>
                <a:lnTo>
                  <a:pt x="3385979" y="216611"/>
                </a:lnTo>
                <a:lnTo>
                  <a:pt x="3390053" y="211473"/>
                </a:lnTo>
                <a:lnTo>
                  <a:pt x="3394128" y="206350"/>
                </a:lnTo>
                <a:lnTo>
                  <a:pt x="3398203" y="201245"/>
                </a:lnTo>
                <a:lnTo>
                  <a:pt x="3402277" y="196161"/>
                </a:lnTo>
                <a:lnTo>
                  <a:pt x="3406352" y="191099"/>
                </a:lnTo>
                <a:lnTo>
                  <a:pt x="3410426" y="186062"/>
                </a:lnTo>
                <a:lnTo>
                  <a:pt x="3414501" y="181052"/>
                </a:lnTo>
                <a:lnTo>
                  <a:pt x="3418575" y="176071"/>
                </a:lnTo>
                <a:lnTo>
                  <a:pt x="3422650" y="171122"/>
                </a:lnTo>
                <a:lnTo>
                  <a:pt x="3426725" y="166206"/>
                </a:lnTo>
                <a:lnTo>
                  <a:pt x="3430799" y="161326"/>
                </a:lnTo>
                <a:lnTo>
                  <a:pt x="3434874" y="156484"/>
                </a:lnTo>
                <a:lnTo>
                  <a:pt x="3438948" y="151682"/>
                </a:lnTo>
                <a:lnTo>
                  <a:pt x="3443023" y="146922"/>
                </a:lnTo>
                <a:lnTo>
                  <a:pt x="3447098" y="142206"/>
                </a:lnTo>
                <a:lnTo>
                  <a:pt x="3451172" y="137536"/>
                </a:lnTo>
                <a:lnTo>
                  <a:pt x="3455247" y="132915"/>
                </a:lnTo>
                <a:lnTo>
                  <a:pt x="3459321" y="128344"/>
                </a:lnTo>
                <a:lnTo>
                  <a:pt x="3463396" y="123825"/>
                </a:lnTo>
                <a:lnTo>
                  <a:pt x="3467470" y="119361"/>
                </a:lnTo>
                <a:lnTo>
                  <a:pt x="3471545" y="114952"/>
                </a:lnTo>
                <a:lnTo>
                  <a:pt x="3475620" y="110603"/>
                </a:lnTo>
                <a:lnTo>
                  <a:pt x="3479694" y="106313"/>
                </a:lnTo>
                <a:lnTo>
                  <a:pt x="3483769" y="102085"/>
                </a:lnTo>
                <a:lnTo>
                  <a:pt x="3487843" y="97921"/>
                </a:lnTo>
                <a:lnTo>
                  <a:pt x="3491918" y="93823"/>
                </a:lnTo>
                <a:lnTo>
                  <a:pt x="3495993" y="89792"/>
                </a:lnTo>
                <a:lnTo>
                  <a:pt x="3500067" y="85830"/>
                </a:lnTo>
                <a:lnTo>
                  <a:pt x="3504142" y="81940"/>
                </a:lnTo>
                <a:lnTo>
                  <a:pt x="3508216" y="78122"/>
                </a:lnTo>
                <a:lnTo>
                  <a:pt x="3512291" y="74378"/>
                </a:lnTo>
                <a:lnTo>
                  <a:pt x="3516365" y="70711"/>
                </a:lnTo>
                <a:lnTo>
                  <a:pt x="3520440" y="67121"/>
                </a:lnTo>
                <a:lnTo>
                  <a:pt x="3524515" y="63610"/>
                </a:lnTo>
                <a:lnTo>
                  <a:pt x="3528589" y="60180"/>
                </a:lnTo>
                <a:lnTo>
                  <a:pt x="3532664" y="56832"/>
                </a:lnTo>
                <a:lnTo>
                  <a:pt x="3536738" y="53568"/>
                </a:lnTo>
                <a:lnTo>
                  <a:pt x="3540813" y="50389"/>
                </a:lnTo>
                <a:lnTo>
                  <a:pt x="3544888" y="47297"/>
                </a:lnTo>
                <a:lnTo>
                  <a:pt x="3548962" y="44292"/>
                </a:lnTo>
                <a:lnTo>
                  <a:pt x="3553037" y="41377"/>
                </a:lnTo>
                <a:lnTo>
                  <a:pt x="3557111" y="38552"/>
                </a:lnTo>
                <a:lnTo>
                  <a:pt x="3561186" y="35819"/>
                </a:lnTo>
                <a:lnTo>
                  <a:pt x="3565260" y="33179"/>
                </a:lnTo>
                <a:lnTo>
                  <a:pt x="3569335" y="30633"/>
                </a:lnTo>
                <a:lnTo>
                  <a:pt x="3573410" y="28182"/>
                </a:lnTo>
                <a:lnTo>
                  <a:pt x="3577484" y="25827"/>
                </a:lnTo>
                <a:lnTo>
                  <a:pt x="3581559" y="23570"/>
                </a:lnTo>
                <a:lnTo>
                  <a:pt x="3585633" y="21410"/>
                </a:lnTo>
                <a:lnTo>
                  <a:pt x="3589708" y="19351"/>
                </a:lnTo>
                <a:lnTo>
                  <a:pt x="3593783" y="17391"/>
                </a:lnTo>
                <a:lnTo>
                  <a:pt x="3597857" y="15532"/>
                </a:lnTo>
                <a:lnTo>
                  <a:pt x="3601932" y="13775"/>
                </a:lnTo>
                <a:lnTo>
                  <a:pt x="3606006" y="12121"/>
                </a:lnTo>
                <a:lnTo>
                  <a:pt x="3610081" y="10570"/>
                </a:lnTo>
                <a:lnTo>
                  <a:pt x="3614155" y="9123"/>
                </a:lnTo>
                <a:lnTo>
                  <a:pt x="3618230" y="7780"/>
                </a:lnTo>
                <a:lnTo>
                  <a:pt x="3622305" y="6543"/>
                </a:lnTo>
                <a:lnTo>
                  <a:pt x="3626379" y="5412"/>
                </a:lnTo>
                <a:lnTo>
                  <a:pt x="3630454" y="4387"/>
                </a:lnTo>
                <a:lnTo>
                  <a:pt x="3634528" y="3468"/>
                </a:lnTo>
                <a:lnTo>
                  <a:pt x="3638603" y="2657"/>
                </a:lnTo>
                <a:lnTo>
                  <a:pt x="3642678" y="1953"/>
                </a:lnTo>
                <a:lnTo>
                  <a:pt x="3646752" y="1357"/>
                </a:lnTo>
                <a:lnTo>
                  <a:pt x="3650827" y="869"/>
                </a:lnTo>
                <a:lnTo>
                  <a:pt x="3654901" y="489"/>
                </a:lnTo>
                <a:lnTo>
                  <a:pt x="3658976" y="217"/>
                </a:lnTo>
                <a:lnTo>
                  <a:pt x="3663050" y="54"/>
                </a:lnTo>
                <a:lnTo>
                  <a:pt x="3667125" y="0"/>
                </a:lnTo>
              </a:path>
            </a:pathLst>
          </a:custGeom>
          <a:noFill xmlns:a="http://schemas.openxmlformats.org/drawingml/2006/main"/>
          <a:ln xmlns:a="http://schemas.openxmlformats.org/drawingml/2006/main" w="19050">
            <a:solidFill>
              <a:srgbClr val="202020"/>
            </a:solidFill>
          </a:ln>
        </p:spPr>
      </p:sp>
      <p:sp>
        <p:nvSpPr>
          <p:cNvPr id="37" name="derivative-input-y-1">
            <a:extLst xmlns:a="http://schemas.openxmlformats.org/drawingml/2006/main">
              <a:ext uri="{FF2B5EF4-FFF2-40B4-BE49-F238E27FC236}">
                <a16:creationId xmlns:a16="http://schemas.microsoft.com/office/drawing/2014/main" id="{E06CDCB6-D74A-4931-81DD-AA972F586C46}"/>
              </a:ext>
            </a:extLst>
          </p:cNvPr>
          <p:cNvSpPr>
            <a:spLocks xmlns:a="http://schemas.openxmlformats.org/drawingml/2006/main" noGrp="1"/>
          </p:cNvSpPr>
          <p:nvPr/>
        </p:nvSpPr>
        <p:spPr>
          <a:xfrm xmlns:a="http://schemas.openxmlformats.org/drawingml/2006/main">
            <a:off x="952500" y="3538538"/>
            <a:ext cx="95" cy="619125"/>
          </a:xfrm>
          <a:custGeom xmlns:a="http://schemas.openxmlformats.org/drawingml/2006/main">
            <a:pathLst>
              <a:path w="95" h="619125">
                <a:moveTo>
                  <a:pt x="0" y="0"/>
                </a:moveTo>
                <a:lnTo>
                  <a:pt x="0" y="619125"/>
                </a:lnTo>
              </a:path>
            </a:pathLst>
          </a:custGeom>
          <a:noFill xmlns:a="http://schemas.openxmlformats.org/drawingml/2006/main"/>
          <a:ln xmlns:a="http://schemas.openxmlformats.org/drawingml/2006/main" w="9525">
            <a:solidFill>
              <a:srgbClr val="777777"/>
            </a:solidFill>
          </a:ln>
        </p:spPr>
      </p:sp>
      <p:sp>
        <p:nvSpPr>
          <p:cNvPr id="38" name="derivative-input-y-1-tick-0">
            <a:extLst xmlns:a="http://schemas.openxmlformats.org/drawingml/2006/main">
              <a:ext uri="{FF2B5EF4-FFF2-40B4-BE49-F238E27FC236}">
                <a16:creationId xmlns:a16="http://schemas.microsoft.com/office/drawing/2014/main" id="{011830ED-35A7-4FC6-9B3B-ADC282CA2CC1}"/>
              </a:ext>
            </a:extLst>
          </p:cNvPr>
          <p:cNvSpPr>
            <a:spLocks xmlns:a="http://schemas.openxmlformats.org/drawingml/2006/main" noGrp="1"/>
          </p:cNvSpPr>
          <p:nvPr/>
        </p:nvSpPr>
        <p:spPr>
          <a:xfrm xmlns:a="http://schemas.openxmlformats.org/drawingml/2006/main">
            <a:off x="904875" y="409575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39" name="derivative-input-y-1-tick-1">
            <a:extLst xmlns:a="http://schemas.openxmlformats.org/drawingml/2006/main">
              <a:ext uri="{FF2B5EF4-FFF2-40B4-BE49-F238E27FC236}">
                <a16:creationId xmlns:a16="http://schemas.microsoft.com/office/drawing/2014/main" id="{8058C7FD-23A5-42A8-8F99-57BC7B4A6935}"/>
              </a:ext>
            </a:extLst>
          </p:cNvPr>
          <p:cNvSpPr>
            <a:spLocks xmlns:a="http://schemas.openxmlformats.org/drawingml/2006/main" noGrp="1"/>
          </p:cNvSpPr>
          <p:nvPr/>
        </p:nvSpPr>
        <p:spPr>
          <a:xfrm xmlns:a="http://schemas.openxmlformats.org/drawingml/2006/main">
            <a:off x="904875" y="38481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0" name="derivative-input-y-1-tick-2">
            <a:extLst xmlns:a="http://schemas.openxmlformats.org/drawingml/2006/main">
              <a:ext uri="{FF2B5EF4-FFF2-40B4-BE49-F238E27FC236}">
                <a16:creationId xmlns:a16="http://schemas.microsoft.com/office/drawing/2014/main" id="{29C9030A-1541-428C-A006-B7A1D82BA51F}"/>
              </a:ext>
            </a:extLst>
          </p:cNvPr>
          <p:cNvSpPr>
            <a:spLocks xmlns:a="http://schemas.openxmlformats.org/drawingml/2006/main" noGrp="1"/>
          </p:cNvSpPr>
          <p:nvPr/>
        </p:nvSpPr>
        <p:spPr>
          <a:xfrm xmlns:a="http://schemas.openxmlformats.org/drawingml/2006/main">
            <a:off x="904875" y="360045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1" name="derivative-frequency-1">
            <a:extLst xmlns:a="http://schemas.openxmlformats.org/drawingml/2006/main">
              <a:ext uri="{FF2B5EF4-FFF2-40B4-BE49-F238E27FC236}">
                <a16:creationId xmlns:a16="http://schemas.microsoft.com/office/drawing/2014/main" id="{8C5A0562-DC94-453A-959C-6AADCECA666F}"/>
              </a:ext>
            </a:extLst>
          </p:cNvPr>
          <p:cNvSpPr>
            <a:spLocks xmlns:a="http://schemas.openxmlformats.org/drawingml/2006/main" noGrp="1"/>
          </p:cNvSpPr>
          <p:nvPr/>
        </p:nvSpPr>
        <p:spPr>
          <a:xfrm xmlns:a="http://schemas.openxmlformats.org/drawingml/2006/main">
            <a:off x="3857625" y="3238500"/>
            <a:ext cx="904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i="0">
                <a:solidFill>
                  <a:srgbClr val="202020"/>
                </a:solidFill>
                <a:latin typeface="Times New Roman"/>
                <a:ea typeface="Times New Roman"/>
                <a:cs typeface="Times New Roman"/>
              </a:defRPr>
            </a:defPPr>
          </a:lstStyle>
          <a:p xmlns:a="http://schemas.openxmlformats.org/drawingml/2006/main">
            <a:pPr algn="l">
              <a:defRPr sz="1650" b="1" i="0">
                <a:solidFill>
                  <a:srgbClr val="202020"/>
                </a:solidFill>
                <a:latin typeface="Times New Roman"/>
                <a:ea typeface="Times New Roman"/>
                <a:cs typeface="Times New Roman"/>
              </a:defRPr>
            </a:pPr>
            <a:r>
              <a:rPr sz="1650" b="1" i="0">
                <a:solidFill>
                  <a:srgbClr val="202020"/>
                </a:solidFill>
                <a:latin typeface="Times New Roman"/>
                <a:ea typeface="Times New Roman"/>
                <a:cs typeface="Times New Roman"/>
              </a:rPr>
              <a:t>3 kHz</a:t>
            </a:r>
          </a:p>
        </p:txBody>
      </p:sp>
      <p:sp>
        <p:nvSpPr>
          <p:cNvPr id="42" name="d-op-1-label">
            <a:extLst xmlns:a="http://schemas.openxmlformats.org/drawingml/2006/main">
              <a:ext uri="{FF2B5EF4-FFF2-40B4-BE49-F238E27FC236}">
                <a16:creationId xmlns:a16="http://schemas.microsoft.com/office/drawing/2014/main" id="{22D3CC82-5A0F-4E85-969C-2309FF3C0D62}"/>
              </a:ext>
            </a:extLst>
          </p:cNvPr>
          <p:cNvSpPr>
            <a:spLocks xmlns:a="http://schemas.openxmlformats.org/drawingml/2006/main" noGrp="1"/>
          </p:cNvSpPr>
          <p:nvPr/>
        </p:nvSpPr>
        <p:spPr>
          <a:xfrm xmlns:a="http://schemas.openxmlformats.org/drawingml/2006/main">
            <a:off x="4953000" y="33909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Differentiate</a:t>
            </a:r>
          </a:p>
        </p:txBody>
      </p:sp>
      <p:sp>
        <p:nvSpPr>
          <p:cNvPr id="43" name="d-op-1-shaft">
            <a:extLst xmlns:a="http://schemas.openxmlformats.org/drawingml/2006/main">
              <a:ext uri="{FF2B5EF4-FFF2-40B4-BE49-F238E27FC236}">
                <a16:creationId xmlns:a16="http://schemas.microsoft.com/office/drawing/2014/main" id="{AE866DB1-9B06-4243-8A31-EE4F02251620}"/>
              </a:ext>
            </a:extLst>
          </p:cNvPr>
          <p:cNvSpPr>
            <a:spLocks xmlns:a="http://schemas.openxmlformats.org/drawingml/2006/main" noGrp="1"/>
          </p:cNvSpPr>
          <p:nvPr/>
        </p:nvSpPr>
        <p:spPr>
          <a:xfrm xmlns:a="http://schemas.openxmlformats.org/drawingml/2006/main">
            <a:off x="5143500" y="3848100"/>
            <a:ext cx="12477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4" name="d-op-1-head">
            <a:extLst xmlns:a="http://schemas.openxmlformats.org/drawingml/2006/main">
              <a:ext uri="{FF2B5EF4-FFF2-40B4-BE49-F238E27FC236}">
                <a16:creationId xmlns:a16="http://schemas.microsoft.com/office/drawing/2014/main" id="{EB7F7111-BBB5-4583-A3B0-04E61374176C}"/>
              </a:ext>
            </a:extLst>
          </p:cNvPr>
          <p:cNvSpPr>
            <a:spLocks xmlns:a="http://schemas.openxmlformats.org/drawingml/2006/main" noGrp="1"/>
          </p:cNvSpPr>
          <p:nvPr/>
        </p:nvSpPr>
        <p:spPr>
          <a:xfrm xmlns:a="http://schemas.openxmlformats.org/drawingml/2006/main" rot="5400000">
            <a:off x="6372225" y="380523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5" name="derivative-output-y-1">
            <a:extLst xmlns:a="http://schemas.openxmlformats.org/drawingml/2006/main">
              <a:ext uri="{FF2B5EF4-FFF2-40B4-BE49-F238E27FC236}">
                <a16:creationId xmlns:a16="http://schemas.microsoft.com/office/drawing/2014/main" id="{11D67DC2-EC71-41DC-BC85-7940B7947F5C}"/>
              </a:ext>
            </a:extLst>
          </p:cNvPr>
          <p:cNvSpPr>
            <a:spLocks xmlns:a="http://schemas.openxmlformats.org/drawingml/2006/main" noGrp="1"/>
          </p:cNvSpPr>
          <p:nvPr/>
        </p:nvSpPr>
        <p:spPr>
          <a:xfrm xmlns:a="http://schemas.openxmlformats.org/drawingml/2006/main">
            <a:off x="7524750" y="3482340"/>
            <a:ext cx="95" cy="731520"/>
          </a:xfrm>
          <a:custGeom xmlns:a="http://schemas.openxmlformats.org/drawingml/2006/main">
            <a:pathLst>
              <a:path w="95" h="731520">
                <a:moveTo>
                  <a:pt x="0" y="0"/>
                </a:moveTo>
                <a:lnTo>
                  <a:pt x="0" y="731520"/>
                </a:lnTo>
              </a:path>
            </a:pathLst>
          </a:custGeom>
          <a:noFill xmlns:a="http://schemas.openxmlformats.org/drawingml/2006/main"/>
          <a:ln xmlns:a="http://schemas.openxmlformats.org/drawingml/2006/main" w="9525">
            <a:solidFill>
              <a:srgbClr val="777777"/>
            </a:solidFill>
          </a:ln>
        </p:spPr>
      </p:sp>
      <p:sp>
        <p:nvSpPr>
          <p:cNvPr id="46" name="derivative-output-y-1-tick-0">
            <a:extLst xmlns:a="http://schemas.openxmlformats.org/drawingml/2006/main">
              <a:ext uri="{FF2B5EF4-FFF2-40B4-BE49-F238E27FC236}">
                <a16:creationId xmlns:a16="http://schemas.microsoft.com/office/drawing/2014/main" id="{1679E611-EFF2-4886-AFE9-DC250959AD90}"/>
              </a:ext>
            </a:extLst>
          </p:cNvPr>
          <p:cNvSpPr>
            <a:spLocks xmlns:a="http://schemas.openxmlformats.org/drawingml/2006/main" noGrp="1"/>
          </p:cNvSpPr>
          <p:nvPr/>
        </p:nvSpPr>
        <p:spPr>
          <a:xfrm xmlns:a="http://schemas.openxmlformats.org/drawingml/2006/main">
            <a:off x="7477125" y="41910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7" name="derivative-output-y-1-tick-1">
            <a:extLst xmlns:a="http://schemas.openxmlformats.org/drawingml/2006/main">
              <a:ext uri="{FF2B5EF4-FFF2-40B4-BE49-F238E27FC236}">
                <a16:creationId xmlns:a16="http://schemas.microsoft.com/office/drawing/2014/main" id="{2B8816BB-BB1C-4257-9B76-3D967DE2C1E6}"/>
              </a:ext>
            </a:extLst>
          </p:cNvPr>
          <p:cNvSpPr>
            <a:spLocks xmlns:a="http://schemas.openxmlformats.org/drawingml/2006/main" noGrp="1"/>
          </p:cNvSpPr>
          <p:nvPr/>
        </p:nvSpPr>
        <p:spPr>
          <a:xfrm xmlns:a="http://schemas.openxmlformats.org/drawingml/2006/main">
            <a:off x="7477125" y="38481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8" name="derivative-output-y-1-tick-2">
            <a:extLst xmlns:a="http://schemas.openxmlformats.org/drawingml/2006/main">
              <a:ext uri="{FF2B5EF4-FFF2-40B4-BE49-F238E27FC236}">
                <a16:creationId xmlns:a16="http://schemas.microsoft.com/office/drawing/2014/main" id="{20028B76-5838-4245-A04A-D0E6EF0A344E}"/>
              </a:ext>
            </a:extLst>
          </p:cNvPr>
          <p:cNvSpPr>
            <a:spLocks xmlns:a="http://schemas.openxmlformats.org/drawingml/2006/main" noGrp="1"/>
          </p:cNvSpPr>
          <p:nvPr/>
        </p:nvSpPr>
        <p:spPr>
          <a:xfrm xmlns:a="http://schemas.openxmlformats.org/drawingml/2006/main">
            <a:off x="7477125" y="3505200"/>
            <a:ext cx="47625" cy="952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49" name="d-output-1-axis-shaft">
            <a:extLst xmlns:a="http://schemas.openxmlformats.org/drawingml/2006/main">
              <a:ext uri="{FF2B5EF4-FFF2-40B4-BE49-F238E27FC236}">
                <a16:creationId xmlns:a16="http://schemas.microsoft.com/office/drawing/2014/main" id="{A95BACFF-FECB-4DF2-87F5-69BD9EB37A03}"/>
              </a:ext>
            </a:extLst>
          </p:cNvPr>
          <p:cNvSpPr>
            <a:spLocks xmlns:a="http://schemas.openxmlformats.org/drawingml/2006/main" noGrp="1"/>
          </p:cNvSpPr>
          <p:nvPr/>
        </p:nvSpPr>
        <p:spPr>
          <a:xfrm xmlns:a="http://schemas.openxmlformats.org/drawingml/2006/main">
            <a:off x="7524750" y="3848100"/>
            <a:ext cx="3438525"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0" name="d-output-1-axis-head">
            <a:extLst xmlns:a="http://schemas.openxmlformats.org/drawingml/2006/main">
              <a:ext uri="{FF2B5EF4-FFF2-40B4-BE49-F238E27FC236}">
                <a16:creationId xmlns:a16="http://schemas.microsoft.com/office/drawing/2014/main" id="{1707B02B-EF6B-4E7B-8F53-BD388BB15BB7}"/>
              </a:ext>
            </a:extLst>
          </p:cNvPr>
          <p:cNvSpPr>
            <a:spLocks xmlns:a="http://schemas.openxmlformats.org/drawingml/2006/main" noGrp="1"/>
          </p:cNvSpPr>
          <p:nvPr/>
        </p:nvSpPr>
        <p:spPr>
          <a:xfrm xmlns:a="http://schemas.openxmlformats.org/drawingml/2006/main" rot="5400000">
            <a:off x="10944225" y="3805238"/>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51" name="d-output-1-tick-0">
            <a:extLst xmlns:a="http://schemas.openxmlformats.org/drawingml/2006/main">
              <a:ext uri="{FF2B5EF4-FFF2-40B4-BE49-F238E27FC236}">
                <a16:creationId xmlns:a16="http://schemas.microsoft.com/office/drawing/2014/main" id="{07F55609-580D-46C5-AD92-28915A4E02A3}"/>
              </a:ext>
            </a:extLst>
          </p:cNvPr>
          <p:cNvSpPr>
            <a:spLocks xmlns:a="http://schemas.openxmlformats.org/drawingml/2006/main" noGrp="1"/>
          </p:cNvSpPr>
          <p:nvPr/>
        </p:nvSpPr>
        <p:spPr>
          <a:xfrm xmlns:a="http://schemas.openxmlformats.org/drawingml/2006/main">
            <a:off x="7524750" y="38481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2" name="d-output-1-tick-1">
            <a:extLst xmlns:a="http://schemas.openxmlformats.org/drawingml/2006/main">
              <a:ext uri="{FF2B5EF4-FFF2-40B4-BE49-F238E27FC236}">
                <a16:creationId xmlns:a16="http://schemas.microsoft.com/office/drawing/2014/main" id="{79706A0B-A5E6-411E-A000-C376A5A9839D}"/>
              </a:ext>
            </a:extLst>
          </p:cNvPr>
          <p:cNvSpPr>
            <a:spLocks xmlns:a="http://schemas.openxmlformats.org/drawingml/2006/main" noGrp="1"/>
          </p:cNvSpPr>
          <p:nvPr/>
        </p:nvSpPr>
        <p:spPr>
          <a:xfrm xmlns:a="http://schemas.openxmlformats.org/drawingml/2006/main">
            <a:off x="11049000" y="3848100"/>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53" name="d-output-1-wave">
            <a:extLst xmlns:a="http://schemas.openxmlformats.org/drawingml/2006/main">
              <a:ext uri="{FF2B5EF4-FFF2-40B4-BE49-F238E27FC236}">
                <a16:creationId xmlns:a16="http://schemas.microsoft.com/office/drawing/2014/main" id="{C3DC3368-A5CA-4F37-806D-52FDA47D7430}"/>
              </a:ext>
            </a:extLst>
          </p:cNvPr>
          <p:cNvSpPr>
            <a:spLocks xmlns:a="http://schemas.openxmlformats.org/drawingml/2006/main" noGrp="1"/>
          </p:cNvSpPr>
          <p:nvPr/>
        </p:nvSpPr>
        <p:spPr>
          <a:xfrm xmlns:a="http://schemas.openxmlformats.org/drawingml/2006/main">
            <a:off x="7524750" y="3505200"/>
            <a:ext cx="3524250" cy="685800"/>
          </a:xfrm>
          <a:custGeom xmlns:a="http://schemas.openxmlformats.org/drawingml/2006/main">
            <a:pathLst>
              <a:path w="3524250" h="685800">
                <a:moveTo>
                  <a:pt x="0" y="342900"/>
                </a:moveTo>
                <a:lnTo>
                  <a:pt x="3916" y="350081"/>
                </a:lnTo>
                <a:lnTo>
                  <a:pt x="7832" y="357259"/>
                </a:lnTo>
                <a:lnTo>
                  <a:pt x="11748" y="364431"/>
                </a:lnTo>
                <a:lnTo>
                  <a:pt x="15663" y="371593"/>
                </a:lnTo>
                <a:lnTo>
                  <a:pt x="19579" y="378743"/>
                </a:lnTo>
                <a:lnTo>
                  <a:pt x="23495" y="385877"/>
                </a:lnTo>
                <a:lnTo>
                  <a:pt x="27411" y="392992"/>
                </a:lnTo>
                <a:lnTo>
                  <a:pt x="31327" y="400085"/>
                </a:lnTo>
                <a:lnTo>
                  <a:pt x="35243" y="407153"/>
                </a:lnTo>
                <a:lnTo>
                  <a:pt x="39158" y="414193"/>
                </a:lnTo>
                <a:lnTo>
                  <a:pt x="43074" y="421202"/>
                </a:lnTo>
                <a:lnTo>
                  <a:pt x="46990" y="428176"/>
                </a:lnTo>
                <a:lnTo>
                  <a:pt x="50906" y="435113"/>
                </a:lnTo>
                <a:lnTo>
                  <a:pt x="54822" y="442009"/>
                </a:lnTo>
                <a:lnTo>
                  <a:pt x="58737" y="448862"/>
                </a:lnTo>
                <a:lnTo>
                  <a:pt x="62653" y="455668"/>
                </a:lnTo>
                <a:lnTo>
                  <a:pt x="66569" y="462425"/>
                </a:lnTo>
                <a:lnTo>
                  <a:pt x="70485" y="469130"/>
                </a:lnTo>
                <a:lnTo>
                  <a:pt x="74401" y="475779"/>
                </a:lnTo>
                <a:lnTo>
                  <a:pt x="78317" y="482370"/>
                </a:lnTo>
                <a:lnTo>
                  <a:pt x="82232" y="488900"/>
                </a:lnTo>
                <a:lnTo>
                  <a:pt x="86148" y="495365"/>
                </a:lnTo>
                <a:lnTo>
                  <a:pt x="90064" y="501764"/>
                </a:lnTo>
                <a:lnTo>
                  <a:pt x="93980" y="508093"/>
                </a:lnTo>
                <a:lnTo>
                  <a:pt x="97896" y="514350"/>
                </a:lnTo>
                <a:lnTo>
                  <a:pt x="101812" y="520531"/>
                </a:lnTo>
                <a:lnTo>
                  <a:pt x="105728" y="526635"/>
                </a:lnTo>
                <a:lnTo>
                  <a:pt x="109643" y="532658"/>
                </a:lnTo>
                <a:lnTo>
                  <a:pt x="113559" y="538598"/>
                </a:lnTo>
                <a:lnTo>
                  <a:pt x="117475" y="544452"/>
                </a:lnTo>
                <a:lnTo>
                  <a:pt x="121391" y="550217"/>
                </a:lnTo>
                <a:lnTo>
                  <a:pt x="125307" y="555892"/>
                </a:lnTo>
                <a:lnTo>
                  <a:pt x="129223" y="561473"/>
                </a:lnTo>
                <a:lnTo>
                  <a:pt x="133138" y="566958"/>
                </a:lnTo>
                <a:lnTo>
                  <a:pt x="137054" y="572345"/>
                </a:lnTo>
                <a:lnTo>
                  <a:pt x="140970" y="577631"/>
                </a:lnTo>
                <a:lnTo>
                  <a:pt x="144886" y="582815"/>
                </a:lnTo>
                <a:lnTo>
                  <a:pt x="148802" y="587893"/>
                </a:lnTo>
                <a:lnTo>
                  <a:pt x="152717" y="592863"/>
                </a:lnTo>
                <a:lnTo>
                  <a:pt x="156633" y="597724"/>
                </a:lnTo>
                <a:lnTo>
                  <a:pt x="160549" y="602474"/>
                </a:lnTo>
                <a:lnTo>
                  <a:pt x="164465" y="607109"/>
                </a:lnTo>
                <a:lnTo>
                  <a:pt x="168381" y="611628"/>
                </a:lnTo>
                <a:lnTo>
                  <a:pt x="172297" y="616030"/>
                </a:lnTo>
                <a:lnTo>
                  <a:pt x="176213" y="620312"/>
                </a:lnTo>
                <a:lnTo>
                  <a:pt x="180128" y="624472"/>
                </a:lnTo>
                <a:lnTo>
                  <a:pt x="184044" y="628509"/>
                </a:lnTo>
                <a:lnTo>
                  <a:pt x="187960" y="632420"/>
                </a:lnTo>
                <a:lnTo>
                  <a:pt x="191876" y="636204"/>
                </a:lnTo>
                <a:lnTo>
                  <a:pt x="195792" y="639860"/>
                </a:lnTo>
                <a:lnTo>
                  <a:pt x="199708" y="643386"/>
                </a:lnTo>
                <a:lnTo>
                  <a:pt x="203623" y="646779"/>
                </a:lnTo>
                <a:lnTo>
                  <a:pt x="207539" y="650040"/>
                </a:lnTo>
                <a:lnTo>
                  <a:pt x="211455" y="653165"/>
                </a:lnTo>
                <a:lnTo>
                  <a:pt x="215371" y="656155"/>
                </a:lnTo>
                <a:lnTo>
                  <a:pt x="219287" y="659007"/>
                </a:lnTo>
                <a:lnTo>
                  <a:pt x="223202" y="661720"/>
                </a:lnTo>
                <a:lnTo>
                  <a:pt x="227118" y="664294"/>
                </a:lnTo>
                <a:lnTo>
                  <a:pt x="231034" y="666727"/>
                </a:lnTo>
                <a:lnTo>
                  <a:pt x="234950" y="669017"/>
                </a:lnTo>
                <a:lnTo>
                  <a:pt x="238866" y="671165"/>
                </a:lnTo>
                <a:lnTo>
                  <a:pt x="242782" y="673168"/>
                </a:lnTo>
                <a:lnTo>
                  <a:pt x="246697" y="675027"/>
                </a:lnTo>
                <a:lnTo>
                  <a:pt x="250613" y="676740"/>
                </a:lnTo>
                <a:lnTo>
                  <a:pt x="254529" y="678307"/>
                </a:lnTo>
                <a:lnTo>
                  <a:pt x="258445" y="679726"/>
                </a:lnTo>
                <a:lnTo>
                  <a:pt x="262361" y="680998"/>
                </a:lnTo>
                <a:lnTo>
                  <a:pt x="266277" y="682121"/>
                </a:lnTo>
                <a:lnTo>
                  <a:pt x="270193" y="683096"/>
                </a:lnTo>
                <a:lnTo>
                  <a:pt x="274108" y="683922"/>
                </a:lnTo>
                <a:lnTo>
                  <a:pt x="278024" y="684597"/>
                </a:lnTo>
                <a:lnTo>
                  <a:pt x="281940" y="685123"/>
                </a:lnTo>
                <a:lnTo>
                  <a:pt x="285856" y="685499"/>
                </a:lnTo>
                <a:lnTo>
                  <a:pt x="289772" y="685725"/>
                </a:lnTo>
                <a:lnTo>
                  <a:pt x="293688" y="685800"/>
                </a:lnTo>
                <a:lnTo>
                  <a:pt x="297603" y="685725"/>
                </a:lnTo>
                <a:lnTo>
                  <a:pt x="301519" y="685499"/>
                </a:lnTo>
                <a:lnTo>
                  <a:pt x="305435" y="685123"/>
                </a:lnTo>
                <a:lnTo>
                  <a:pt x="309351" y="684597"/>
                </a:lnTo>
                <a:lnTo>
                  <a:pt x="313267" y="683922"/>
                </a:lnTo>
                <a:lnTo>
                  <a:pt x="317182" y="683096"/>
                </a:lnTo>
                <a:lnTo>
                  <a:pt x="321098" y="682121"/>
                </a:lnTo>
                <a:lnTo>
                  <a:pt x="325014" y="680998"/>
                </a:lnTo>
                <a:lnTo>
                  <a:pt x="328930" y="679726"/>
                </a:lnTo>
                <a:lnTo>
                  <a:pt x="332846" y="678307"/>
                </a:lnTo>
                <a:lnTo>
                  <a:pt x="336762" y="676740"/>
                </a:lnTo>
                <a:lnTo>
                  <a:pt x="340677" y="675027"/>
                </a:lnTo>
                <a:lnTo>
                  <a:pt x="344593" y="673168"/>
                </a:lnTo>
                <a:lnTo>
                  <a:pt x="348509" y="671165"/>
                </a:lnTo>
                <a:lnTo>
                  <a:pt x="352425" y="669017"/>
                </a:lnTo>
                <a:lnTo>
                  <a:pt x="356341" y="666727"/>
                </a:lnTo>
                <a:lnTo>
                  <a:pt x="360257" y="664294"/>
                </a:lnTo>
                <a:lnTo>
                  <a:pt x="364173" y="661720"/>
                </a:lnTo>
                <a:lnTo>
                  <a:pt x="368088" y="659007"/>
                </a:lnTo>
                <a:lnTo>
                  <a:pt x="372004" y="656155"/>
                </a:lnTo>
                <a:lnTo>
                  <a:pt x="375920" y="653165"/>
                </a:lnTo>
                <a:lnTo>
                  <a:pt x="379836" y="650040"/>
                </a:lnTo>
                <a:lnTo>
                  <a:pt x="383752" y="646779"/>
                </a:lnTo>
                <a:lnTo>
                  <a:pt x="387668" y="643386"/>
                </a:lnTo>
                <a:lnTo>
                  <a:pt x="391583" y="639860"/>
                </a:lnTo>
                <a:lnTo>
                  <a:pt x="395499" y="636204"/>
                </a:lnTo>
                <a:lnTo>
                  <a:pt x="399415" y="632420"/>
                </a:lnTo>
                <a:lnTo>
                  <a:pt x="403331" y="628509"/>
                </a:lnTo>
                <a:lnTo>
                  <a:pt x="407247" y="624472"/>
                </a:lnTo>
                <a:lnTo>
                  <a:pt x="411162" y="620312"/>
                </a:lnTo>
                <a:lnTo>
                  <a:pt x="415078" y="616030"/>
                </a:lnTo>
                <a:lnTo>
                  <a:pt x="418994" y="611628"/>
                </a:lnTo>
                <a:lnTo>
                  <a:pt x="422910" y="607109"/>
                </a:lnTo>
                <a:lnTo>
                  <a:pt x="426826" y="602474"/>
                </a:lnTo>
                <a:lnTo>
                  <a:pt x="430742" y="597724"/>
                </a:lnTo>
                <a:lnTo>
                  <a:pt x="434657" y="592863"/>
                </a:lnTo>
                <a:lnTo>
                  <a:pt x="438573" y="587893"/>
                </a:lnTo>
                <a:lnTo>
                  <a:pt x="442489" y="582815"/>
                </a:lnTo>
                <a:lnTo>
                  <a:pt x="446405" y="577631"/>
                </a:lnTo>
                <a:lnTo>
                  <a:pt x="450321" y="572345"/>
                </a:lnTo>
                <a:lnTo>
                  <a:pt x="454237" y="566958"/>
                </a:lnTo>
                <a:lnTo>
                  <a:pt x="458153" y="561473"/>
                </a:lnTo>
                <a:lnTo>
                  <a:pt x="462068" y="555892"/>
                </a:lnTo>
                <a:lnTo>
                  <a:pt x="465984" y="550217"/>
                </a:lnTo>
                <a:lnTo>
                  <a:pt x="469900" y="544452"/>
                </a:lnTo>
                <a:lnTo>
                  <a:pt x="473816" y="538598"/>
                </a:lnTo>
                <a:lnTo>
                  <a:pt x="477732" y="532658"/>
                </a:lnTo>
                <a:lnTo>
                  <a:pt x="481648" y="526635"/>
                </a:lnTo>
                <a:lnTo>
                  <a:pt x="485563" y="520531"/>
                </a:lnTo>
                <a:lnTo>
                  <a:pt x="489479" y="514350"/>
                </a:lnTo>
                <a:lnTo>
                  <a:pt x="493395" y="508093"/>
                </a:lnTo>
                <a:lnTo>
                  <a:pt x="497311" y="501764"/>
                </a:lnTo>
                <a:lnTo>
                  <a:pt x="501227" y="495365"/>
                </a:lnTo>
                <a:lnTo>
                  <a:pt x="505142" y="488900"/>
                </a:lnTo>
                <a:lnTo>
                  <a:pt x="509058" y="482370"/>
                </a:lnTo>
                <a:lnTo>
                  <a:pt x="512974" y="475779"/>
                </a:lnTo>
                <a:lnTo>
                  <a:pt x="516890" y="469130"/>
                </a:lnTo>
                <a:lnTo>
                  <a:pt x="520806" y="462425"/>
                </a:lnTo>
                <a:lnTo>
                  <a:pt x="524722" y="455668"/>
                </a:lnTo>
                <a:lnTo>
                  <a:pt x="528638" y="448862"/>
                </a:lnTo>
                <a:lnTo>
                  <a:pt x="532553" y="442009"/>
                </a:lnTo>
                <a:lnTo>
                  <a:pt x="536469" y="435113"/>
                </a:lnTo>
                <a:lnTo>
                  <a:pt x="540385" y="428176"/>
                </a:lnTo>
                <a:lnTo>
                  <a:pt x="544301" y="421202"/>
                </a:lnTo>
                <a:lnTo>
                  <a:pt x="548217" y="414193"/>
                </a:lnTo>
                <a:lnTo>
                  <a:pt x="552133" y="407153"/>
                </a:lnTo>
                <a:lnTo>
                  <a:pt x="556048" y="400085"/>
                </a:lnTo>
                <a:lnTo>
                  <a:pt x="559964" y="392992"/>
                </a:lnTo>
                <a:lnTo>
                  <a:pt x="563880" y="385877"/>
                </a:lnTo>
                <a:lnTo>
                  <a:pt x="567796" y="378743"/>
                </a:lnTo>
                <a:lnTo>
                  <a:pt x="571712" y="371593"/>
                </a:lnTo>
                <a:lnTo>
                  <a:pt x="575627" y="364431"/>
                </a:lnTo>
                <a:lnTo>
                  <a:pt x="579543" y="357259"/>
                </a:lnTo>
                <a:lnTo>
                  <a:pt x="583459" y="350081"/>
                </a:lnTo>
                <a:lnTo>
                  <a:pt x="587375" y="342900"/>
                </a:lnTo>
                <a:lnTo>
                  <a:pt x="591291" y="335719"/>
                </a:lnTo>
                <a:lnTo>
                  <a:pt x="595207" y="328541"/>
                </a:lnTo>
                <a:lnTo>
                  <a:pt x="599122" y="321369"/>
                </a:lnTo>
                <a:lnTo>
                  <a:pt x="603038" y="314207"/>
                </a:lnTo>
                <a:lnTo>
                  <a:pt x="606954" y="307057"/>
                </a:lnTo>
                <a:lnTo>
                  <a:pt x="610870" y="299923"/>
                </a:lnTo>
                <a:lnTo>
                  <a:pt x="614786" y="292808"/>
                </a:lnTo>
                <a:lnTo>
                  <a:pt x="618702" y="285715"/>
                </a:lnTo>
                <a:lnTo>
                  <a:pt x="622618" y="278647"/>
                </a:lnTo>
                <a:lnTo>
                  <a:pt x="626533" y="271607"/>
                </a:lnTo>
                <a:lnTo>
                  <a:pt x="630449" y="264598"/>
                </a:lnTo>
                <a:lnTo>
                  <a:pt x="634365" y="257624"/>
                </a:lnTo>
                <a:lnTo>
                  <a:pt x="638281" y="250687"/>
                </a:lnTo>
                <a:lnTo>
                  <a:pt x="642197" y="243791"/>
                </a:lnTo>
                <a:lnTo>
                  <a:pt x="646113" y="236938"/>
                </a:lnTo>
                <a:lnTo>
                  <a:pt x="650028" y="230132"/>
                </a:lnTo>
                <a:lnTo>
                  <a:pt x="653944" y="223375"/>
                </a:lnTo>
                <a:lnTo>
                  <a:pt x="657860" y="216670"/>
                </a:lnTo>
                <a:lnTo>
                  <a:pt x="661776" y="210021"/>
                </a:lnTo>
                <a:lnTo>
                  <a:pt x="665692" y="203430"/>
                </a:lnTo>
                <a:lnTo>
                  <a:pt x="669607" y="196900"/>
                </a:lnTo>
                <a:lnTo>
                  <a:pt x="673523" y="190435"/>
                </a:lnTo>
                <a:lnTo>
                  <a:pt x="677439" y="184036"/>
                </a:lnTo>
                <a:lnTo>
                  <a:pt x="681355" y="177707"/>
                </a:lnTo>
                <a:lnTo>
                  <a:pt x="685271" y="171450"/>
                </a:lnTo>
                <a:lnTo>
                  <a:pt x="689187" y="165269"/>
                </a:lnTo>
                <a:lnTo>
                  <a:pt x="693102" y="159165"/>
                </a:lnTo>
                <a:lnTo>
                  <a:pt x="697018" y="153142"/>
                </a:lnTo>
                <a:lnTo>
                  <a:pt x="700934" y="147202"/>
                </a:lnTo>
                <a:lnTo>
                  <a:pt x="704850" y="141348"/>
                </a:lnTo>
                <a:lnTo>
                  <a:pt x="708766" y="135583"/>
                </a:lnTo>
                <a:lnTo>
                  <a:pt x="712682" y="129908"/>
                </a:lnTo>
                <a:lnTo>
                  <a:pt x="716598" y="124327"/>
                </a:lnTo>
                <a:lnTo>
                  <a:pt x="720513" y="118842"/>
                </a:lnTo>
                <a:lnTo>
                  <a:pt x="724429" y="113455"/>
                </a:lnTo>
                <a:lnTo>
                  <a:pt x="728345" y="108169"/>
                </a:lnTo>
                <a:lnTo>
                  <a:pt x="732261" y="102985"/>
                </a:lnTo>
                <a:lnTo>
                  <a:pt x="736177" y="97907"/>
                </a:lnTo>
                <a:lnTo>
                  <a:pt x="740093" y="92937"/>
                </a:lnTo>
                <a:lnTo>
                  <a:pt x="744008" y="88076"/>
                </a:lnTo>
                <a:lnTo>
                  <a:pt x="747924" y="83326"/>
                </a:lnTo>
                <a:lnTo>
                  <a:pt x="751840" y="78691"/>
                </a:lnTo>
                <a:lnTo>
                  <a:pt x="755756" y="74172"/>
                </a:lnTo>
                <a:lnTo>
                  <a:pt x="759672" y="69770"/>
                </a:lnTo>
                <a:lnTo>
                  <a:pt x="763587" y="65488"/>
                </a:lnTo>
                <a:lnTo>
                  <a:pt x="767503" y="61328"/>
                </a:lnTo>
                <a:lnTo>
                  <a:pt x="771419" y="57291"/>
                </a:lnTo>
                <a:lnTo>
                  <a:pt x="775335" y="53380"/>
                </a:lnTo>
                <a:lnTo>
                  <a:pt x="779251" y="49596"/>
                </a:lnTo>
                <a:lnTo>
                  <a:pt x="783167" y="45940"/>
                </a:lnTo>
                <a:lnTo>
                  <a:pt x="787082" y="42414"/>
                </a:lnTo>
                <a:lnTo>
                  <a:pt x="790998" y="39021"/>
                </a:lnTo>
                <a:lnTo>
                  <a:pt x="794914" y="35760"/>
                </a:lnTo>
                <a:lnTo>
                  <a:pt x="798830" y="32635"/>
                </a:lnTo>
                <a:lnTo>
                  <a:pt x="802746" y="29645"/>
                </a:lnTo>
                <a:lnTo>
                  <a:pt x="806662" y="26793"/>
                </a:lnTo>
                <a:lnTo>
                  <a:pt x="810578" y="24080"/>
                </a:lnTo>
                <a:lnTo>
                  <a:pt x="814493" y="21506"/>
                </a:lnTo>
                <a:lnTo>
                  <a:pt x="818409" y="19073"/>
                </a:lnTo>
                <a:lnTo>
                  <a:pt x="822325" y="16783"/>
                </a:lnTo>
                <a:lnTo>
                  <a:pt x="826241" y="14635"/>
                </a:lnTo>
                <a:lnTo>
                  <a:pt x="830157" y="12632"/>
                </a:lnTo>
                <a:lnTo>
                  <a:pt x="834072" y="10773"/>
                </a:lnTo>
                <a:lnTo>
                  <a:pt x="837988" y="9060"/>
                </a:lnTo>
                <a:lnTo>
                  <a:pt x="841904" y="7493"/>
                </a:lnTo>
                <a:lnTo>
                  <a:pt x="845820" y="6074"/>
                </a:lnTo>
                <a:lnTo>
                  <a:pt x="849736" y="4802"/>
                </a:lnTo>
                <a:lnTo>
                  <a:pt x="853652" y="3679"/>
                </a:lnTo>
                <a:lnTo>
                  <a:pt x="857567" y="2704"/>
                </a:lnTo>
                <a:lnTo>
                  <a:pt x="861483" y="1878"/>
                </a:lnTo>
                <a:lnTo>
                  <a:pt x="865399" y="1203"/>
                </a:lnTo>
                <a:lnTo>
                  <a:pt x="869315" y="677"/>
                </a:lnTo>
                <a:lnTo>
                  <a:pt x="873231" y="301"/>
                </a:lnTo>
                <a:lnTo>
                  <a:pt x="877147" y="75"/>
                </a:lnTo>
                <a:lnTo>
                  <a:pt x="881063" y="0"/>
                </a:lnTo>
                <a:lnTo>
                  <a:pt x="884978" y="75"/>
                </a:lnTo>
                <a:lnTo>
                  <a:pt x="888894" y="301"/>
                </a:lnTo>
                <a:lnTo>
                  <a:pt x="892810" y="677"/>
                </a:lnTo>
                <a:lnTo>
                  <a:pt x="896726" y="1203"/>
                </a:lnTo>
                <a:lnTo>
                  <a:pt x="900642" y="1878"/>
                </a:lnTo>
                <a:lnTo>
                  <a:pt x="904558" y="2704"/>
                </a:lnTo>
                <a:lnTo>
                  <a:pt x="908473" y="3679"/>
                </a:lnTo>
                <a:lnTo>
                  <a:pt x="912389" y="4802"/>
                </a:lnTo>
                <a:lnTo>
                  <a:pt x="916305" y="6074"/>
                </a:lnTo>
                <a:lnTo>
                  <a:pt x="920221" y="7493"/>
                </a:lnTo>
                <a:lnTo>
                  <a:pt x="924137" y="9060"/>
                </a:lnTo>
                <a:lnTo>
                  <a:pt x="928053" y="10773"/>
                </a:lnTo>
                <a:lnTo>
                  <a:pt x="931968" y="12632"/>
                </a:lnTo>
                <a:lnTo>
                  <a:pt x="935884" y="14635"/>
                </a:lnTo>
                <a:lnTo>
                  <a:pt x="939800" y="16783"/>
                </a:lnTo>
                <a:lnTo>
                  <a:pt x="943716" y="19073"/>
                </a:lnTo>
                <a:lnTo>
                  <a:pt x="947632" y="21506"/>
                </a:lnTo>
                <a:lnTo>
                  <a:pt x="951547" y="24080"/>
                </a:lnTo>
                <a:lnTo>
                  <a:pt x="955463" y="26793"/>
                </a:lnTo>
                <a:lnTo>
                  <a:pt x="959379" y="29645"/>
                </a:lnTo>
                <a:lnTo>
                  <a:pt x="963295" y="32635"/>
                </a:lnTo>
                <a:lnTo>
                  <a:pt x="967211" y="35760"/>
                </a:lnTo>
                <a:lnTo>
                  <a:pt x="971127" y="39021"/>
                </a:lnTo>
                <a:lnTo>
                  <a:pt x="975043" y="42414"/>
                </a:lnTo>
                <a:lnTo>
                  <a:pt x="978958" y="45940"/>
                </a:lnTo>
                <a:lnTo>
                  <a:pt x="982874" y="49596"/>
                </a:lnTo>
                <a:lnTo>
                  <a:pt x="986790" y="53380"/>
                </a:lnTo>
                <a:lnTo>
                  <a:pt x="990706" y="57291"/>
                </a:lnTo>
                <a:lnTo>
                  <a:pt x="994622" y="61328"/>
                </a:lnTo>
                <a:lnTo>
                  <a:pt x="998538" y="65488"/>
                </a:lnTo>
                <a:lnTo>
                  <a:pt x="1002453" y="69770"/>
                </a:lnTo>
                <a:lnTo>
                  <a:pt x="1006369" y="74172"/>
                </a:lnTo>
                <a:lnTo>
                  <a:pt x="1010285" y="78691"/>
                </a:lnTo>
                <a:lnTo>
                  <a:pt x="1014201" y="83326"/>
                </a:lnTo>
                <a:lnTo>
                  <a:pt x="1018117" y="88076"/>
                </a:lnTo>
                <a:lnTo>
                  <a:pt x="1022032" y="92937"/>
                </a:lnTo>
                <a:lnTo>
                  <a:pt x="1025948" y="97907"/>
                </a:lnTo>
                <a:lnTo>
                  <a:pt x="1029864" y="102985"/>
                </a:lnTo>
                <a:lnTo>
                  <a:pt x="1033780" y="108169"/>
                </a:lnTo>
                <a:lnTo>
                  <a:pt x="1037696" y="113455"/>
                </a:lnTo>
                <a:lnTo>
                  <a:pt x="1041612" y="118842"/>
                </a:lnTo>
                <a:lnTo>
                  <a:pt x="1045527" y="124327"/>
                </a:lnTo>
                <a:lnTo>
                  <a:pt x="1049443" y="129908"/>
                </a:lnTo>
                <a:lnTo>
                  <a:pt x="1053359" y="135583"/>
                </a:lnTo>
                <a:lnTo>
                  <a:pt x="1057275" y="141348"/>
                </a:lnTo>
                <a:lnTo>
                  <a:pt x="1061191" y="147202"/>
                </a:lnTo>
                <a:lnTo>
                  <a:pt x="1065107" y="153142"/>
                </a:lnTo>
                <a:lnTo>
                  <a:pt x="1069023" y="159165"/>
                </a:lnTo>
                <a:lnTo>
                  <a:pt x="1072938" y="165269"/>
                </a:lnTo>
                <a:lnTo>
                  <a:pt x="1076854" y="171450"/>
                </a:lnTo>
                <a:lnTo>
                  <a:pt x="1080770" y="177707"/>
                </a:lnTo>
                <a:lnTo>
                  <a:pt x="1084686" y="184036"/>
                </a:lnTo>
                <a:lnTo>
                  <a:pt x="1088602" y="190435"/>
                </a:lnTo>
                <a:lnTo>
                  <a:pt x="1092518" y="196900"/>
                </a:lnTo>
                <a:lnTo>
                  <a:pt x="1096433" y="203430"/>
                </a:lnTo>
                <a:lnTo>
                  <a:pt x="1100349" y="210021"/>
                </a:lnTo>
                <a:lnTo>
                  <a:pt x="1104265" y="216670"/>
                </a:lnTo>
                <a:lnTo>
                  <a:pt x="1108181" y="223375"/>
                </a:lnTo>
                <a:lnTo>
                  <a:pt x="1112097" y="230132"/>
                </a:lnTo>
                <a:lnTo>
                  <a:pt x="1116012" y="236938"/>
                </a:lnTo>
                <a:lnTo>
                  <a:pt x="1119928" y="243791"/>
                </a:lnTo>
                <a:lnTo>
                  <a:pt x="1123844" y="250687"/>
                </a:lnTo>
                <a:lnTo>
                  <a:pt x="1127760" y="257624"/>
                </a:lnTo>
                <a:lnTo>
                  <a:pt x="1131676" y="264598"/>
                </a:lnTo>
                <a:lnTo>
                  <a:pt x="1135592" y="271607"/>
                </a:lnTo>
                <a:lnTo>
                  <a:pt x="1139508" y="278647"/>
                </a:lnTo>
                <a:lnTo>
                  <a:pt x="1143423" y="285715"/>
                </a:lnTo>
                <a:lnTo>
                  <a:pt x="1147339" y="292808"/>
                </a:lnTo>
                <a:lnTo>
                  <a:pt x="1151255" y="299923"/>
                </a:lnTo>
                <a:lnTo>
                  <a:pt x="1155171" y="307057"/>
                </a:lnTo>
                <a:lnTo>
                  <a:pt x="1159087" y="314207"/>
                </a:lnTo>
                <a:lnTo>
                  <a:pt x="1163003" y="321369"/>
                </a:lnTo>
                <a:lnTo>
                  <a:pt x="1166918" y="328541"/>
                </a:lnTo>
                <a:lnTo>
                  <a:pt x="1170834" y="335719"/>
                </a:lnTo>
                <a:lnTo>
                  <a:pt x="1174750" y="342900"/>
                </a:lnTo>
                <a:lnTo>
                  <a:pt x="1178666" y="350081"/>
                </a:lnTo>
                <a:lnTo>
                  <a:pt x="1182582" y="357259"/>
                </a:lnTo>
                <a:lnTo>
                  <a:pt x="1186497" y="364431"/>
                </a:lnTo>
                <a:lnTo>
                  <a:pt x="1190413" y="371593"/>
                </a:lnTo>
                <a:lnTo>
                  <a:pt x="1194329" y="378743"/>
                </a:lnTo>
                <a:lnTo>
                  <a:pt x="1198245" y="385877"/>
                </a:lnTo>
                <a:lnTo>
                  <a:pt x="1202161" y="392992"/>
                </a:lnTo>
                <a:lnTo>
                  <a:pt x="1206077" y="400085"/>
                </a:lnTo>
                <a:lnTo>
                  <a:pt x="1209992" y="407153"/>
                </a:lnTo>
                <a:lnTo>
                  <a:pt x="1213908" y="414193"/>
                </a:lnTo>
                <a:lnTo>
                  <a:pt x="1217824" y="421202"/>
                </a:lnTo>
                <a:lnTo>
                  <a:pt x="1221740" y="428176"/>
                </a:lnTo>
                <a:lnTo>
                  <a:pt x="1225656" y="435113"/>
                </a:lnTo>
                <a:lnTo>
                  <a:pt x="1229572" y="442009"/>
                </a:lnTo>
                <a:lnTo>
                  <a:pt x="1233488" y="448862"/>
                </a:lnTo>
                <a:lnTo>
                  <a:pt x="1237403" y="455668"/>
                </a:lnTo>
                <a:lnTo>
                  <a:pt x="1241319" y="462425"/>
                </a:lnTo>
                <a:lnTo>
                  <a:pt x="1245235" y="469130"/>
                </a:lnTo>
                <a:lnTo>
                  <a:pt x="1249151" y="475779"/>
                </a:lnTo>
                <a:lnTo>
                  <a:pt x="1253067" y="482370"/>
                </a:lnTo>
                <a:lnTo>
                  <a:pt x="1256983" y="488900"/>
                </a:lnTo>
                <a:lnTo>
                  <a:pt x="1260898" y="495365"/>
                </a:lnTo>
                <a:lnTo>
                  <a:pt x="1264814" y="501764"/>
                </a:lnTo>
                <a:lnTo>
                  <a:pt x="1268730" y="508093"/>
                </a:lnTo>
                <a:lnTo>
                  <a:pt x="1272646" y="514350"/>
                </a:lnTo>
                <a:lnTo>
                  <a:pt x="1276562" y="520531"/>
                </a:lnTo>
                <a:lnTo>
                  <a:pt x="1280478" y="526635"/>
                </a:lnTo>
                <a:lnTo>
                  <a:pt x="1284393" y="532658"/>
                </a:lnTo>
                <a:lnTo>
                  <a:pt x="1288309" y="538598"/>
                </a:lnTo>
                <a:lnTo>
                  <a:pt x="1292225" y="544452"/>
                </a:lnTo>
                <a:lnTo>
                  <a:pt x="1296141" y="550217"/>
                </a:lnTo>
                <a:lnTo>
                  <a:pt x="1300057" y="555892"/>
                </a:lnTo>
                <a:lnTo>
                  <a:pt x="1303972" y="561473"/>
                </a:lnTo>
                <a:lnTo>
                  <a:pt x="1307888" y="566958"/>
                </a:lnTo>
                <a:lnTo>
                  <a:pt x="1311804" y="572345"/>
                </a:lnTo>
                <a:lnTo>
                  <a:pt x="1315720" y="577631"/>
                </a:lnTo>
                <a:lnTo>
                  <a:pt x="1319636" y="582815"/>
                </a:lnTo>
                <a:lnTo>
                  <a:pt x="1323552" y="587893"/>
                </a:lnTo>
                <a:lnTo>
                  <a:pt x="1327468" y="592863"/>
                </a:lnTo>
                <a:lnTo>
                  <a:pt x="1331383" y="597724"/>
                </a:lnTo>
                <a:lnTo>
                  <a:pt x="1335299" y="602474"/>
                </a:lnTo>
                <a:lnTo>
                  <a:pt x="1339215" y="607109"/>
                </a:lnTo>
                <a:lnTo>
                  <a:pt x="1343131" y="611628"/>
                </a:lnTo>
                <a:lnTo>
                  <a:pt x="1347047" y="616030"/>
                </a:lnTo>
                <a:lnTo>
                  <a:pt x="1350963" y="620312"/>
                </a:lnTo>
                <a:lnTo>
                  <a:pt x="1354878" y="624472"/>
                </a:lnTo>
                <a:lnTo>
                  <a:pt x="1358794" y="628509"/>
                </a:lnTo>
                <a:lnTo>
                  <a:pt x="1362710" y="632420"/>
                </a:lnTo>
                <a:lnTo>
                  <a:pt x="1366626" y="636204"/>
                </a:lnTo>
                <a:lnTo>
                  <a:pt x="1370542" y="639860"/>
                </a:lnTo>
                <a:lnTo>
                  <a:pt x="1374457" y="643386"/>
                </a:lnTo>
                <a:lnTo>
                  <a:pt x="1378373" y="646779"/>
                </a:lnTo>
                <a:lnTo>
                  <a:pt x="1382289" y="650040"/>
                </a:lnTo>
                <a:lnTo>
                  <a:pt x="1386205" y="653165"/>
                </a:lnTo>
                <a:lnTo>
                  <a:pt x="1390121" y="656155"/>
                </a:lnTo>
                <a:lnTo>
                  <a:pt x="1394037" y="659007"/>
                </a:lnTo>
                <a:lnTo>
                  <a:pt x="1397952" y="661720"/>
                </a:lnTo>
                <a:lnTo>
                  <a:pt x="1401868" y="664294"/>
                </a:lnTo>
                <a:lnTo>
                  <a:pt x="1405784" y="666727"/>
                </a:lnTo>
                <a:lnTo>
                  <a:pt x="1409700" y="669017"/>
                </a:lnTo>
                <a:lnTo>
                  <a:pt x="1413616" y="671165"/>
                </a:lnTo>
                <a:lnTo>
                  <a:pt x="1417532" y="673168"/>
                </a:lnTo>
                <a:lnTo>
                  <a:pt x="1421448" y="675027"/>
                </a:lnTo>
                <a:lnTo>
                  <a:pt x="1425363" y="676740"/>
                </a:lnTo>
                <a:lnTo>
                  <a:pt x="1429279" y="678307"/>
                </a:lnTo>
                <a:lnTo>
                  <a:pt x="1433195" y="679726"/>
                </a:lnTo>
                <a:lnTo>
                  <a:pt x="1437111" y="680998"/>
                </a:lnTo>
                <a:lnTo>
                  <a:pt x="1441027" y="682121"/>
                </a:lnTo>
                <a:lnTo>
                  <a:pt x="1444943" y="683096"/>
                </a:lnTo>
                <a:lnTo>
                  <a:pt x="1448858" y="683922"/>
                </a:lnTo>
                <a:lnTo>
                  <a:pt x="1452774" y="684597"/>
                </a:lnTo>
                <a:lnTo>
                  <a:pt x="1456690" y="685123"/>
                </a:lnTo>
                <a:lnTo>
                  <a:pt x="1460606" y="685499"/>
                </a:lnTo>
                <a:lnTo>
                  <a:pt x="1464522" y="685725"/>
                </a:lnTo>
                <a:lnTo>
                  <a:pt x="1468437" y="685800"/>
                </a:lnTo>
                <a:lnTo>
                  <a:pt x="1472353" y="685725"/>
                </a:lnTo>
                <a:lnTo>
                  <a:pt x="1476269" y="685499"/>
                </a:lnTo>
                <a:lnTo>
                  <a:pt x="1480185" y="685123"/>
                </a:lnTo>
                <a:lnTo>
                  <a:pt x="1484101" y="684597"/>
                </a:lnTo>
                <a:lnTo>
                  <a:pt x="1488017" y="683922"/>
                </a:lnTo>
                <a:lnTo>
                  <a:pt x="1491933" y="683096"/>
                </a:lnTo>
                <a:lnTo>
                  <a:pt x="1495848" y="682121"/>
                </a:lnTo>
                <a:lnTo>
                  <a:pt x="1499764" y="680998"/>
                </a:lnTo>
                <a:lnTo>
                  <a:pt x="1503680" y="679726"/>
                </a:lnTo>
                <a:lnTo>
                  <a:pt x="1507596" y="678307"/>
                </a:lnTo>
                <a:lnTo>
                  <a:pt x="1511512" y="676740"/>
                </a:lnTo>
                <a:lnTo>
                  <a:pt x="1515428" y="675027"/>
                </a:lnTo>
                <a:lnTo>
                  <a:pt x="1519343" y="673168"/>
                </a:lnTo>
                <a:lnTo>
                  <a:pt x="1523259" y="671165"/>
                </a:lnTo>
                <a:lnTo>
                  <a:pt x="1527175" y="669017"/>
                </a:lnTo>
                <a:lnTo>
                  <a:pt x="1531091" y="666727"/>
                </a:lnTo>
                <a:lnTo>
                  <a:pt x="1535007" y="664294"/>
                </a:lnTo>
                <a:lnTo>
                  <a:pt x="1538922" y="661720"/>
                </a:lnTo>
                <a:lnTo>
                  <a:pt x="1542838" y="659007"/>
                </a:lnTo>
                <a:lnTo>
                  <a:pt x="1546754" y="656155"/>
                </a:lnTo>
                <a:lnTo>
                  <a:pt x="1550670" y="653165"/>
                </a:lnTo>
                <a:lnTo>
                  <a:pt x="1554586" y="650040"/>
                </a:lnTo>
                <a:lnTo>
                  <a:pt x="1558502" y="646779"/>
                </a:lnTo>
                <a:lnTo>
                  <a:pt x="1562417" y="643386"/>
                </a:lnTo>
                <a:lnTo>
                  <a:pt x="1566333" y="639860"/>
                </a:lnTo>
                <a:lnTo>
                  <a:pt x="1570249" y="636204"/>
                </a:lnTo>
                <a:lnTo>
                  <a:pt x="1574165" y="632420"/>
                </a:lnTo>
                <a:lnTo>
                  <a:pt x="1578081" y="628509"/>
                </a:lnTo>
                <a:lnTo>
                  <a:pt x="1581997" y="624472"/>
                </a:lnTo>
                <a:lnTo>
                  <a:pt x="1585913" y="620312"/>
                </a:lnTo>
                <a:lnTo>
                  <a:pt x="1589828" y="616030"/>
                </a:lnTo>
                <a:lnTo>
                  <a:pt x="1593744" y="611628"/>
                </a:lnTo>
                <a:lnTo>
                  <a:pt x="1597660" y="607109"/>
                </a:lnTo>
                <a:lnTo>
                  <a:pt x="1601576" y="602474"/>
                </a:lnTo>
                <a:lnTo>
                  <a:pt x="1605492" y="597724"/>
                </a:lnTo>
                <a:lnTo>
                  <a:pt x="1609408" y="592863"/>
                </a:lnTo>
                <a:lnTo>
                  <a:pt x="1613323" y="587893"/>
                </a:lnTo>
                <a:lnTo>
                  <a:pt x="1617239" y="582815"/>
                </a:lnTo>
                <a:lnTo>
                  <a:pt x="1621155" y="577631"/>
                </a:lnTo>
                <a:lnTo>
                  <a:pt x="1625071" y="572345"/>
                </a:lnTo>
                <a:lnTo>
                  <a:pt x="1628987" y="566958"/>
                </a:lnTo>
                <a:lnTo>
                  <a:pt x="1632903" y="561473"/>
                </a:lnTo>
                <a:lnTo>
                  <a:pt x="1636818" y="555892"/>
                </a:lnTo>
                <a:lnTo>
                  <a:pt x="1640734" y="550217"/>
                </a:lnTo>
                <a:lnTo>
                  <a:pt x="1644650" y="544452"/>
                </a:lnTo>
                <a:lnTo>
                  <a:pt x="1648566" y="538598"/>
                </a:lnTo>
                <a:lnTo>
                  <a:pt x="1652482" y="532658"/>
                </a:lnTo>
                <a:lnTo>
                  <a:pt x="1656397" y="526635"/>
                </a:lnTo>
                <a:lnTo>
                  <a:pt x="1660313" y="520531"/>
                </a:lnTo>
                <a:lnTo>
                  <a:pt x="1664229" y="514350"/>
                </a:lnTo>
                <a:lnTo>
                  <a:pt x="1668145" y="508093"/>
                </a:lnTo>
                <a:lnTo>
                  <a:pt x="1672061" y="501764"/>
                </a:lnTo>
                <a:lnTo>
                  <a:pt x="1675977" y="495365"/>
                </a:lnTo>
                <a:lnTo>
                  <a:pt x="1679893" y="488900"/>
                </a:lnTo>
                <a:lnTo>
                  <a:pt x="1683808" y="482370"/>
                </a:lnTo>
                <a:lnTo>
                  <a:pt x="1687724" y="475779"/>
                </a:lnTo>
                <a:lnTo>
                  <a:pt x="1691640" y="469130"/>
                </a:lnTo>
                <a:lnTo>
                  <a:pt x="1695556" y="462425"/>
                </a:lnTo>
                <a:lnTo>
                  <a:pt x="1699472" y="455668"/>
                </a:lnTo>
                <a:lnTo>
                  <a:pt x="1703388" y="448862"/>
                </a:lnTo>
                <a:lnTo>
                  <a:pt x="1707303" y="442009"/>
                </a:lnTo>
                <a:lnTo>
                  <a:pt x="1711219" y="435113"/>
                </a:lnTo>
                <a:lnTo>
                  <a:pt x="1715135" y="428176"/>
                </a:lnTo>
                <a:lnTo>
                  <a:pt x="1719051" y="421202"/>
                </a:lnTo>
                <a:lnTo>
                  <a:pt x="1722967" y="414193"/>
                </a:lnTo>
                <a:lnTo>
                  <a:pt x="1726882" y="407153"/>
                </a:lnTo>
                <a:lnTo>
                  <a:pt x="1730798" y="400085"/>
                </a:lnTo>
                <a:lnTo>
                  <a:pt x="1734714" y="392992"/>
                </a:lnTo>
                <a:lnTo>
                  <a:pt x="1738630" y="385877"/>
                </a:lnTo>
                <a:lnTo>
                  <a:pt x="1742546" y="378743"/>
                </a:lnTo>
                <a:lnTo>
                  <a:pt x="1746462" y="371593"/>
                </a:lnTo>
                <a:lnTo>
                  <a:pt x="1750377" y="364431"/>
                </a:lnTo>
                <a:lnTo>
                  <a:pt x="1754293" y="357259"/>
                </a:lnTo>
                <a:lnTo>
                  <a:pt x="1758209" y="350081"/>
                </a:lnTo>
                <a:lnTo>
                  <a:pt x="1762125" y="342900"/>
                </a:lnTo>
                <a:lnTo>
                  <a:pt x="1766041" y="335719"/>
                </a:lnTo>
                <a:lnTo>
                  <a:pt x="1769957" y="328541"/>
                </a:lnTo>
                <a:lnTo>
                  <a:pt x="1773873" y="321369"/>
                </a:lnTo>
                <a:lnTo>
                  <a:pt x="1777788" y="314207"/>
                </a:lnTo>
                <a:lnTo>
                  <a:pt x="1781704" y="307057"/>
                </a:lnTo>
                <a:lnTo>
                  <a:pt x="1785620" y="299923"/>
                </a:lnTo>
                <a:lnTo>
                  <a:pt x="1789536" y="292808"/>
                </a:lnTo>
                <a:lnTo>
                  <a:pt x="1793452" y="285715"/>
                </a:lnTo>
                <a:lnTo>
                  <a:pt x="1797368" y="278647"/>
                </a:lnTo>
                <a:lnTo>
                  <a:pt x="1801283" y="271607"/>
                </a:lnTo>
                <a:lnTo>
                  <a:pt x="1805199" y="264598"/>
                </a:lnTo>
                <a:lnTo>
                  <a:pt x="1809115" y="257624"/>
                </a:lnTo>
                <a:lnTo>
                  <a:pt x="1813031" y="250687"/>
                </a:lnTo>
                <a:lnTo>
                  <a:pt x="1816947" y="243791"/>
                </a:lnTo>
                <a:lnTo>
                  <a:pt x="1820862" y="236938"/>
                </a:lnTo>
                <a:lnTo>
                  <a:pt x="1824778" y="230132"/>
                </a:lnTo>
                <a:lnTo>
                  <a:pt x="1828694" y="223375"/>
                </a:lnTo>
                <a:lnTo>
                  <a:pt x="1832610" y="216670"/>
                </a:lnTo>
                <a:lnTo>
                  <a:pt x="1836526" y="210021"/>
                </a:lnTo>
                <a:lnTo>
                  <a:pt x="1840442" y="203430"/>
                </a:lnTo>
                <a:lnTo>
                  <a:pt x="1844358" y="196900"/>
                </a:lnTo>
                <a:lnTo>
                  <a:pt x="1848273" y="190435"/>
                </a:lnTo>
                <a:lnTo>
                  <a:pt x="1852189" y="184036"/>
                </a:lnTo>
                <a:lnTo>
                  <a:pt x="1856105" y="177707"/>
                </a:lnTo>
                <a:lnTo>
                  <a:pt x="1860021" y="171450"/>
                </a:lnTo>
                <a:lnTo>
                  <a:pt x="1863937" y="165269"/>
                </a:lnTo>
                <a:lnTo>
                  <a:pt x="1867853" y="159165"/>
                </a:lnTo>
                <a:lnTo>
                  <a:pt x="1871768" y="153142"/>
                </a:lnTo>
                <a:lnTo>
                  <a:pt x="1875684" y="147202"/>
                </a:lnTo>
                <a:lnTo>
                  <a:pt x="1879600" y="141348"/>
                </a:lnTo>
                <a:lnTo>
                  <a:pt x="1883516" y="135583"/>
                </a:lnTo>
                <a:lnTo>
                  <a:pt x="1887432" y="129908"/>
                </a:lnTo>
                <a:lnTo>
                  <a:pt x="1891347" y="124327"/>
                </a:lnTo>
                <a:lnTo>
                  <a:pt x="1895263" y="118842"/>
                </a:lnTo>
                <a:lnTo>
                  <a:pt x="1899179" y="113455"/>
                </a:lnTo>
                <a:lnTo>
                  <a:pt x="1903095" y="108169"/>
                </a:lnTo>
                <a:lnTo>
                  <a:pt x="1907011" y="102985"/>
                </a:lnTo>
                <a:lnTo>
                  <a:pt x="1910927" y="97907"/>
                </a:lnTo>
                <a:lnTo>
                  <a:pt x="1914842" y="92937"/>
                </a:lnTo>
                <a:lnTo>
                  <a:pt x="1918758" y="88076"/>
                </a:lnTo>
                <a:lnTo>
                  <a:pt x="1922674" y="83326"/>
                </a:lnTo>
                <a:lnTo>
                  <a:pt x="1926590" y="78691"/>
                </a:lnTo>
                <a:lnTo>
                  <a:pt x="1930506" y="74172"/>
                </a:lnTo>
                <a:lnTo>
                  <a:pt x="1934422" y="69770"/>
                </a:lnTo>
                <a:lnTo>
                  <a:pt x="1938338" y="65488"/>
                </a:lnTo>
                <a:lnTo>
                  <a:pt x="1942253" y="61328"/>
                </a:lnTo>
                <a:lnTo>
                  <a:pt x="1946169" y="57291"/>
                </a:lnTo>
                <a:lnTo>
                  <a:pt x="1950085" y="53380"/>
                </a:lnTo>
                <a:lnTo>
                  <a:pt x="1954001" y="49596"/>
                </a:lnTo>
                <a:lnTo>
                  <a:pt x="1957917" y="45940"/>
                </a:lnTo>
                <a:lnTo>
                  <a:pt x="1961833" y="42414"/>
                </a:lnTo>
                <a:lnTo>
                  <a:pt x="1965748" y="39021"/>
                </a:lnTo>
                <a:lnTo>
                  <a:pt x="1969664" y="35760"/>
                </a:lnTo>
                <a:lnTo>
                  <a:pt x="1973580" y="32635"/>
                </a:lnTo>
                <a:lnTo>
                  <a:pt x="1977496" y="29645"/>
                </a:lnTo>
                <a:lnTo>
                  <a:pt x="1981412" y="26793"/>
                </a:lnTo>
                <a:lnTo>
                  <a:pt x="1985328" y="24080"/>
                </a:lnTo>
                <a:lnTo>
                  <a:pt x="1989243" y="21506"/>
                </a:lnTo>
                <a:lnTo>
                  <a:pt x="1993159" y="19073"/>
                </a:lnTo>
                <a:lnTo>
                  <a:pt x="1997075" y="16783"/>
                </a:lnTo>
                <a:lnTo>
                  <a:pt x="2000991" y="14635"/>
                </a:lnTo>
                <a:lnTo>
                  <a:pt x="2004907" y="12632"/>
                </a:lnTo>
                <a:lnTo>
                  <a:pt x="2008822" y="10773"/>
                </a:lnTo>
                <a:lnTo>
                  <a:pt x="2012738" y="9060"/>
                </a:lnTo>
                <a:lnTo>
                  <a:pt x="2016654" y="7493"/>
                </a:lnTo>
                <a:lnTo>
                  <a:pt x="2020570" y="6074"/>
                </a:lnTo>
                <a:lnTo>
                  <a:pt x="2024486" y="4802"/>
                </a:lnTo>
                <a:lnTo>
                  <a:pt x="2028402" y="3679"/>
                </a:lnTo>
                <a:lnTo>
                  <a:pt x="2032318" y="2704"/>
                </a:lnTo>
                <a:lnTo>
                  <a:pt x="2036233" y="1878"/>
                </a:lnTo>
                <a:lnTo>
                  <a:pt x="2040149" y="1203"/>
                </a:lnTo>
                <a:lnTo>
                  <a:pt x="2044065" y="677"/>
                </a:lnTo>
                <a:lnTo>
                  <a:pt x="2047981" y="301"/>
                </a:lnTo>
                <a:lnTo>
                  <a:pt x="2051897" y="75"/>
                </a:lnTo>
                <a:lnTo>
                  <a:pt x="2055813" y="0"/>
                </a:lnTo>
                <a:lnTo>
                  <a:pt x="2059728" y="75"/>
                </a:lnTo>
                <a:lnTo>
                  <a:pt x="2063644" y="301"/>
                </a:lnTo>
                <a:lnTo>
                  <a:pt x="2067560" y="677"/>
                </a:lnTo>
                <a:lnTo>
                  <a:pt x="2071476" y="1203"/>
                </a:lnTo>
                <a:lnTo>
                  <a:pt x="2075392" y="1878"/>
                </a:lnTo>
                <a:lnTo>
                  <a:pt x="2079307" y="2704"/>
                </a:lnTo>
                <a:lnTo>
                  <a:pt x="2083223" y="3679"/>
                </a:lnTo>
                <a:lnTo>
                  <a:pt x="2087139" y="4802"/>
                </a:lnTo>
                <a:lnTo>
                  <a:pt x="2091055" y="6074"/>
                </a:lnTo>
                <a:lnTo>
                  <a:pt x="2094971" y="7493"/>
                </a:lnTo>
                <a:lnTo>
                  <a:pt x="2098887" y="9060"/>
                </a:lnTo>
                <a:lnTo>
                  <a:pt x="2102803" y="10773"/>
                </a:lnTo>
                <a:lnTo>
                  <a:pt x="2106718" y="12632"/>
                </a:lnTo>
                <a:lnTo>
                  <a:pt x="2110634" y="14635"/>
                </a:lnTo>
                <a:lnTo>
                  <a:pt x="2114550" y="16783"/>
                </a:lnTo>
                <a:lnTo>
                  <a:pt x="2118466" y="19073"/>
                </a:lnTo>
                <a:lnTo>
                  <a:pt x="2122382" y="21506"/>
                </a:lnTo>
                <a:lnTo>
                  <a:pt x="2126298" y="24080"/>
                </a:lnTo>
                <a:lnTo>
                  <a:pt x="2130213" y="26793"/>
                </a:lnTo>
                <a:lnTo>
                  <a:pt x="2134129" y="29645"/>
                </a:lnTo>
                <a:lnTo>
                  <a:pt x="2138045" y="32635"/>
                </a:lnTo>
                <a:lnTo>
                  <a:pt x="2141961" y="35760"/>
                </a:lnTo>
                <a:lnTo>
                  <a:pt x="2145877" y="39021"/>
                </a:lnTo>
                <a:lnTo>
                  <a:pt x="2149793" y="42414"/>
                </a:lnTo>
                <a:lnTo>
                  <a:pt x="2153708" y="45940"/>
                </a:lnTo>
                <a:lnTo>
                  <a:pt x="2157624" y="49596"/>
                </a:lnTo>
                <a:lnTo>
                  <a:pt x="2161540" y="53380"/>
                </a:lnTo>
                <a:lnTo>
                  <a:pt x="2165456" y="57291"/>
                </a:lnTo>
                <a:lnTo>
                  <a:pt x="2169372" y="61328"/>
                </a:lnTo>
                <a:lnTo>
                  <a:pt x="2173287" y="65488"/>
                </a:lnTo>
                <a:lnTo>
                  <a:pt x="2177203" y="69770"/>
                </a:lnTo>
                <a:lnTo>
                  <a:pt x="2181119" y="74172"/>
                </a:lnTo>
                <a:lnTo>
                  <a:pt x="2185035" y="78691"/>
                </a:lnTo>
                <a:lnTo>
                  <a:pt x="2188951" y="83326"/>
                </a:lnTo>
                <a:lnTo>
                  <a:pt x="2192867" y="88076"/>
                </a:lnTo>
                <a:lnTo>
                  <a:pt x="2196783" y="92937"/>
                </a:lnTo>
                <a:lnTo>
                  <a:pt x="2200698" y="97907"/>
                </a:lnTo>
                <a:lnTo>
                  <a:pt x="2204614" y="102985"/>
                </a:lnTo>
                <a:lnTo>
                  <a:pt x="2208530" y="108169"/>
                </a:lnTo>
                <a:lnTo>
                  <a:pt x="2212446" y="113455"/>
                </a:lnTo>
                <a:lnTo>
                  <a:pt x="2216362" y="118842"/>
                </a:lnTo>
                <a:lnTo>
                  <a:pt x="2220278" y="124327"/>
                </a:lnTo>
                <a:lnTo>
                  <a:pt x="2224193" y="129908"/>
                </a:lnTo>
                <a:lnTo>
                  <a:pt x="2228109" y="135583"/>
                </a:lnTo>
                <a:lnTo>
                  <a:pt x="2232025" y="141348"/>
                </a:lnTo>
                <a:lnTo>
                  <a:pt x="2235941" y="147202"/>
                </a:lnTo>
                <a:lnTo>
                  <a:pt x="2239857" y="153142"/>
                </a:lnTo>
                <a:lnTo>
                  <a:pt x="2243772" y="159165"/>
                </a:lnTo>
                <a:lnTo>
                  <a:pt x="2247688" y="165269"/>
                </a:lnTo>
                <a:lnTo>
                  <a:pt x="2251604" y="171450"/>
                </a:lnTo>
                <a:lnTo>
                  <a:pt x="2255520" y="177707"/>
                </a:lnTo>
                <a:lnTo>
                  <a:pt x="2259436" y="184036"/>
                </a:lnTo>
                <a:lnTo>
                  <a:pt x="2263352" y="190435"/>
                </a:lnTo>
                <a:lnTo>
                  <a:pt x="2267267" y="196900"/>
                </a:lnTo>
                <a:lnTo>
                  <a:pt x="2271183" y="203430"/>
                </a:lnTo>
                <a:lnTo>
                  <a:pt x="2275099" y="210021"/>
                </a:lnTo>
                <a:lnTo>
                  <a:pt x="2279015" y="216670"/>
                </a:lnTo>
                <a:lnTo>
                  <a:pt x="2282931" y="223375"/>
                </a:lnTo>
                <a:lnTo>
                  <a:pt x="2286847" y="230132"/>
                </a:lnTo>
                <a:lnTo>
                  <a:pt x="2290763" y="236938"/>
                </a:lnTo>
                <a:lnTo>
                  <a:pt x="2294678" y="243791"/>
                </a:lnTo>
                <a:lnTo>
                  <a:pt x="2298594" y="250687"/>
                </a:lnTo>
                <a:lnTo>
                  <a:pt x="2302510" y="257624"/>
                </a:lnTo>
                <a:lnTo>
                  <a:pt x="2306426" y="264598"/>
                </a:lnTo>
                <a:lnTo>
                  <a:pt x="2310342" y="271607"/>
                </a:lnTo>
                <a:lnTo>
                  <a:pt x="2314258" y="278647"/>
                </a:lnTo>
                <a:lnTo>
                  <a:pt x="2318173" y="285715"/>
                </a:lnTo>
                <a:lnTo>
                  <a:pt x="2322089" y="292808"/>
                </a:lnTo>
                <a:lnTo>
                  <a:pt x="2326005" y="299923"/>
                </a:lnTo>
                <a:lnTo>
                  <a:pt x="2329921" y="307057"/>
                </a:lnTo>
                <a:lnTo>
                  <a:pt x="2333837" y="314207"/>
                </a:lnTo>
                <a:lnTo>
                  <a:pt x="2337753" y="321369"/>
                </a:lnTo>
                <a:lnTo>
                  <a:pt x="2341668" y="328541"/>
                </a:lnTo>
                <a:lnTo>
                  <a:pt x="2345584" y="335719"/>
                </a:lnTo>
                <a:lnTo>
                  <a:pt x="2349500" y="342900"/>
                </a:lnTo>
                <a:lnTo>
                  <a:pt x="2353416" y="350081"/>
                </a:lnTo>
                <a:lnTo>
                  <a:pt x="2357332" y="357259"/>
                </a:lnTo>
                <a:lnTo>
                  <a:pt x="2361248" y="364431"/>
                </a:lnTo>
                <a:lnTo>
                  <a:pt x="2365163" y="371593"/>
                </a:lnTo>
                <a:lnTo>
                  <a:pt x="2369079" y="378743"/>
                </a:lnTo>
                <a:lnTo>
                  <a:pt x="2372995" y="385877"/>
                </a:lnTo>
                <a:lnTo>
                  <a:pt x="2376911" y="392992"/>
                </a:lnTo>
                <a:lnTo>
                  <a:pt x="2380827" y="400085"/>
                </a:lnTo>
                <a:lnTo>
                  <a:pt x="2384743" y="407153"/>
                </a:lnTo>
                <a:lnTo>
                  <a:pt x="2388658" y="414193"/>
                </a:lnTo>
                <a:lnTo>
                  <a:pt x="2392574" y="421202"/>
                </a:lnTo>
                <a:lnTo>
                  <a:pt x="2396490" y="428176"/>
                </a:lnTo>
                <a:lnTo>
                  <a:pt x="2400406" y="435113"/>
                </a:lnTo>
                <a:lnTo>
                  <a:pt x="2404322" y="442009"/>
                </a:lnTo>
                <a:lnTo>
                  <a:pt x="2408237" y="448862"/>
                </a:lnTo>
                <a:lnTo>
                  <a:pt x="2412153" y="455668"/>
                </a:lnTo>
                <a:lnTo>
                  <a:pt x="2416069" y="462425"/>
                </a:lnTo>
                <a:lnTo>
                  <a:pt x="2419985" y="469130"/>
                </a:lnTo>
                <a:lnTo>
                  <a:pt x="2423901" y="475779"/>
                </a:lnTo>
                <a:lnTo>
                  <a:pt x="2427817" y="482370"/>
                </a:lnTo>
                <a:lnTo>
                  <a:pt x="2431732" y="488900"/>
                </a:lnTo>
                <a:lnTo>
                  <a:pt x="2435648" y="495365"/>
                </a:lnTo>
                <a:lnTo>
                  <a:pt x="2439564" y="501764"/>
                </a:lnTo>
                <a:lnTo>
                  <a:pt x="2443480" y="508093"/>
                </a:lnTo>
                <a:lnTo>
                  <a:pt x="2447396" y="514350"/>
                </a:lnTo>
                <a:lnTo>
                  <a:pt x="2451312" y="520531"/>
                </a:lnTo>
                <a:lnTo>
                  <a:pt x="2455228" y="526635"/>
                </a:lnTo>
                <a:lnTo>
                  <a:pt x="2459143" y="532658"/>
                </a:lnTo>
                <a:lnTo>
                  <a:pt x="2463059" y="538598"/>
                </a:lnTo>
                <a:lnTo>
                  <a:pt x="2466975" y="544452"/>
                </a:lnTo>
                <a:lnTo>
                  <a:pt x="2470891" y="550217"/>
                </a:lnTo>
                <a:lnTo>
                  <a:pt x="2474807" y="555892"/>
                </a:lnTo>
                <a:lnTo>
                  <a:pt x="2478723" y="561473"/>
                </a:lnTo>
                <a:lnTo>
                  <a:pt x="2482638" y="566958"/>
                </a:lnTo>
                <a:lnTo>
                  <a:pt x="2486554" y="572345"/>
                </a:lnTo>
                <a:lnTo>
                  <a:pt x="2490470" y="577631"/>
                </a:lnTo>
                <a:lnTo>
                  <a:pt x="2494386" y="582815"/>
                </a:lnTo>
                <a:lnTo>
                  <a:pt x="2498302" y="587893"/>
                </a:lnTo>
                <a:lnTo>
                  <a:pt x="2502218" y="592863"/>
                </a:lnTo>
                <a:lnTo>
                  <a:pt x="2506133" y="597724"/>
                </a:lnTo>
                <a:lnTo>
                  <a:pt x="2510049" y="602474"/>
                </a:lnTo>
                <a:lnTo>
                  <a:pt x="2513965" y="607109"/>
                </a:lnTo>
                <a:lnTo>
                  <a:pt x="2517881" y="611628"/>
                </a:lnTo>
                <a:lnTo>
                  <a:pt x="2521797" y="616030"/>
                </a:lnTo>
                <a:lnTo>
                  <a:pt x="2525713" y="620312"/>
                </a:lnTo>
                <a:lnTo>
                  <a:pt x="2529628" y="624472"/>
                </a:lnTo>
                <a:lnTo>
                  <a:pt x="2533544" y="628509"/>
                </a:lnTo>
                <a:lnTo>
                  <a:pt x="2537460" y="632420"/>
                </a:lnTo>
                <a:lnTo>
                  <a:pt x="2541376" y="636204"/>
                </a:lnTo>
                <a:lnTo>
                  <a:pt x="2545292" y="639860"/>
                </a:lnTo>
                <a:lnTo>
                  <a:pt x="2549207" y="643386"/>
                </a:lnTo>
                <a:lnTo>
                  <a:pt x="2553123" y="646779"/>
                </a:lnTo>
                <a:lnTo>
                  <a:pt x="2557039" y="650040"/>
                </a:lnTo>
                <a:lnTo>
                  <a:pt x="2560955" y="653165"/>
                </a:lnTo>
                <a:lnTo>
                  <a:pt x="2564871" y="656155"/>
                </a:lnTo>
                <a:lnTo>
                  <a:pt x="2568787" y="659007"/>
                </a:lnTo>
                <a:lnTo>
                  <a:pt x="2572702" y="661720"/>
                </a:lnTo>
                <a:lnTo>
                  <a:pt x="2576618" y="664294"/>
                </a:lnTo>
                <a:lnTo>
                  <a:pt x="2580534" y="666727"/>
                </a:lnTo>
                <a:lnTo>
                  <a:pt x="2584450" y="669017"/>
                </a:lnTo>
                <a:lnTo>
                  <a:pt x="2588366" y="671165"/>
                </a:lnTo>
                <a:lnTo>
                  <a:pt x="2592282" y="673168"/>
                </a:lnTo>
                <a:lnTo>
                  <a:pt x="2596197" y="675027"/>
                </a:lnTo>
                <a:lnTo>
                  <a:pt x="2600113" y="676740"/>
                </a:lnTo>
                <a:lnTo>
                  <a:pt x="2604029" y="678307"/>
                </a:lnTo>
                <a:lnTo>
                  <a:pt x="2607945" y="679726"/>
                </a:lnTo>
                <a:lnTo>
                  <a:pt x="2611861" y="680998"/>
                </a:lnTo>
                <a:lnTo>
                  <a:pt x="2615777" y="682121"/>
                </a:lnTo>
                <a:lnTo>
                  <a:pt x="2619692" y="683096"/>
                </a:lnTo>
                <a:lnTo>
                  <a:pt x="2623608" y="683922"/>
                </a:lnTo>
                <a:lnTo>
                  <a:pt x="2627524" y="684597"/>
                </a:lnTo>
                <a:lnTo>
                  <a:pt x="2631440" y="685123"/>
                </a:lnTo>
                <a:lnTo>
                  <a:pt x="2635356" y="685499"/>
                </a:lnTo>
                <a:lnTo>
                  <a:pt x="2639272" y="685725"/>
                </a:lnTo>
                <a:lnTo>
                  <a:pt x="2643188" y="685800"/>
                </a:lnTo>
                <a:lnTo>
                  <a:pt x="2647103" y="685725"/>
                </a:lnTo>
                <a:lnTo>
                  <a:pt x="2651019" y="685499"/>
                </a:lnTo>
                <a:lnTo>
                  <a:pt x="2654935" y="685123"/>
                </a:lnTo>
                <a:lnTo>
                  <a:pt x="2658851" y="684597"/>
                </a:lnTo>
                <a:lnTo>
                  <a:pt x="2662767" y="683922"/>
                </a:lnTo>
                <a:lnTo>
                  <a:pt x="2666683" y="683096"/>
                </a:lnTo>
                <a:lnTo>
                  <a:pt x="2670598" y="682121"/>
                </a:lnTo>
                <a:lnTo>
                  <a:pt x="2674514" y="680998"/>
                </a:lnTo>
                <a:lnTo>
                  <a:pt x="2678430" y="679726"/>
                </a:lnTo>
                <a:lnTo>
                  <a:pt x="2682346" y="678307"/>
                </a:lnTo>
                <a:lnTo>
                  <a:pt x="2686262" y="676740"/>
                </a:lnTo>
                <a:lnTo>
                  <a:pt x="2690178" y="675027"/>
                </a:lnTo>
                <a:lnTo>
                  <a:pt x="2694093" y="673168"/>
                </a:lnTo>
                <a:lnTo>
                  <a:pt x="2698009" y="671165"/>
                </a:lnTo>
                <a:lnTo>
                  <a:pt x="2701925" y="669017"/>
                </a:lnTo>
                <a:lnTo>
                  <a:pt x="2705841" y="666727"/>
                </a:lnTo>
                <a:lnTo>
                  <a:pt x="2709757" y="664294"/>
                </a:lnTo>
                <a:lnTo>
                  <a:pt x="2713673" y="661720"/>
                </a:lnTo>
                <a:lnTo>
                  <a:pt x="2717588" y="659007"/>
                </a:lnTo>
                <a:lnTo>
                  <a:pt x="2721504" y="656155"/>
                </a:lnTo>
                <a:lnTo>
                  <a:pt x="2725420" y="653165"/>
                </a:lnTo>
                <a:lnTo>
                  <a:pt x="2729336" y="650040"/>
                </a:lnTo>
                <a:lnTo>
                  <a:pt x="2733252" y="646779"/>
                </a:lnTo>
                <a:lnTo>
                  <a:pt x="2737168" y="643386"/>
                </a:lnTo>
                <a:lnTo>
                  <a:pt x="2741083" y="639860"/>
                </a:lnTo>
                <a:lnTo>
                  <a:pt x="2744999" y="636204"/>
                </a:lnTo>
                <a:lnTo>
                  <a:pt x="2748915" y="632420"/>
                </a:lnTo>
                <a:lnTo>
                  <a:pt x="2752831" y="628509"/>
                </a:lnTo>
                <a:lnTo>
                  <a:pt x="2756747" y="624472"/>
                </a:lnTo>
                <a:lnTo>
                  <a:pt x="2760662" y="620312"/>
                </a:lnTo>
                <a:lnTo>
                  <a:pt x="2764578" y="616030"/>
                </a:lnTo>
                <a:lnTo>
                  <a:pt x="2768494" y="611628"/>
                </a:lnTo>
                <a:lnTo>
                  <a:pt x="2772410" y="607109"/>
                </a:lnTo>
                <a:lnTo>
                  <a:pt x="2776326" y="602474"/>
                </a:lnTo>
                <a:lnTo>
                  <a:pt x="2780242" y="597724"/>
                </a:lnTo>
                <a:lnTo>
                  <a:pt x="2784157" y="592863"/>
                </a:lnTo>
                <a:lnTo>
                  <a:pt x="2788073" y="587893"/>
                </a:lnTo>
                <a:lnTo>
                  <a:pt x="2791989" y="582815"/>
                </a:lnTo>
                <a:lnTo>
                  <a:pt x="2795905" y="577631"/>
                </a:lnTo>
                <a:lnTo>
                  <a:pt x="2799821" y="572345"/>
                </a:lnTo>
                <a:lnTo>
                  <a:pt x="2803737" y="566958"/>
                </a:lnTo>
                <a:lnTo>
                  <a:pt x="2807653" y="561473"/>
                </a:lnTo>
                <a:lnTo>
                  <a:pt x="2811568" y="555892"/>
                </a:lnTo>
                <a:lnTo>
                  <a:pt x="2815484" y="550217"/>
                </a:lnTo>
                <a:lnTo>
                  <a:pt x="2819400" y="544452"/>
                </a:lnTo>
                <a:lnTo>
                  <a:pt x="2823316" y="538598"/>
                </a:lnTo>
                <a:lnTo>
                  <a:pt x="2827232" y="532658"/>
                </a:lnTo>
                <a:lnTo>
                  <a:pt x="2831148" y="526635"/>
                </a:lnTo>
                <a:lnTo>
                  <a:pt x="2835063" y="520531"/>
                </a:lnTo>
                <a:lnTo>
                  <a:pt x="2838979" y="514350"/>
                </a:lnTo>
                <a:lnTo>
                  <a:pt x="2842895" y="508093"/>
                </a:lnTo>
                <a:lnTo>
                  <a:pt x="2846811" y="501764"/>
                </a:lnTo>
                <a:lnTo>
                  <a:pt x="2850727" y="495365"/>
                </a:lnTo>
                <a:lnTo>
                  <a:pt x="2854643" y="488900"/>
                </a:lnTo>
                <a:lnTo>
                  <a:pt x="2858558" y="482370"/>
                </a:lnTo>
                <a:lnTo>
                  <a:pt x="2862474" y="475779"/>
                </a:lnTo>
                <a:lnTo>
                  <a:pt x="2866390" y="469130"/>
                </a:lnTo>
                <a:lnTo>
                  <a:pt x="2870306" y="462425"/>
                </a:lnTo>
                <a:lnTo>
                  <a:pt x="2874222" y="455668"/>
                </a:lnTo>
                <a:lnTo>
                  <a:pt x="2878138" y="448862"/>
                </a:lnTo>
                <a:lnTo>
                  <a:pt x="2882053" y="442009"/>
                </a:lnTo>
                <a:lnTo>
                  <a:pt x="2885969" y="435113"/>
                </a:lnTo>
                <a:lnTo>
                  <a:pt x="2889885" y="428176"/>
                </a:lnTo>
                <a:lnTo>
                  <a:pt x="2893801" y="421202"/>
                </a:lnTo>
                <a:lnTo>
                  <a:pt x="2897717" y="414193"/>
                </a:lnTo>
                <a:lnTo>
                  <a:pt x="2901632" y="407153"/>
                </a:lnTo>
                <a:lnTo>
                  <a:pt x="2905548" y="400085"/>
                </a:lnTo>
                <a:lnTo>
                  <a:pt x="2909464" y="392992"/>
                </a:lnTo>
                <a:lnTo>
                  <a:pt x="2913380" y="385877"/>
                </a:lnTo>
                <a:lnTo>
                  <a:pt x="2917296" y="378743"/>
                </a:lnTo>
                <a:lnTo>
                  <a:pt x="2921212" y="371593"/>
                </a:lnTo>
                <a:lnTo>
                  <a:pt x="2925127" y="364431"/>
                </a:lnTo>
                <a:lnTo>
                  <a:pt x="2929043" y="357259"/>
                </a:lnTo>
                <a:lnTo>
                  <a:pt x="2932959" y="350081"/>
                </a:lnTo>
                <a:lnTo>
                  <a:pt x="2936875" y="342900"/>
                </a:lnTo>
                <a:lnTo>
                  <a:pt x="2940791" y="335719"/>
                </a:lnTo>
                <a:lnTo>
                  <a:pt x="2944707" y="328541"/>
                </a:lnTo>
                <a:lnTo>
                  <a:pt x="2948622" y="321369"/>
                </a:lnTo>
                <a:lnTo>
                  <a:pt x="2952538" y="314207"/>
                </a:lnTo>
                <a:lnTo>
                  <a:pt x="2956454" y="307057"/>
                </a:lnTo>
                <a:lnTo>
                  <a:pt x="2960370" y="299923"/>
                </a:lnTo>
                <a:lnTo>
                  <a:pt x="2964286" y="292808"/>
                </a:lnTo>
                <a:lnTo>
                  <a:pt x="2968202" y="285715"/>
                </a:lnTo>
                <a:lnTo>
                  <a:pt x="2972117" y="278647"/>
                </a:lnTo>
                <a:lnTo>
                  <a:pt x="2976033" y="271607"/>
                </a:lnTo>
                <a:lnTo>
                  <a:pt x="2979949" y="264598"/>
                </a:lnTo>
                <a:lnTo>
                  <a:pt x="2983865" y="257624"/>
                </a:lnTo>
                <a:lnTo>
                  <a:pt x="2987781" y="250687"/>
                </a:lnTo>
                <a:lnTo>
                  <a:pt x="2991697" y="243791"/>
                </a:lnTo>
                <a:lnTo>
                  <a:pt x="2995613" y="236938"/>
                </a:lnTo>
                <a:lnTo>
                  <a:pt x="2999528" y="230132"/>
                </a:lnTo>
                <a:lnTo>
                  <a:pt x="3003444" y="223375"/>
                </a:lnTo>
                <a:lnTo>
                  <a:pt x="3007360" y="216670"/>
                </a:lnTo>
                <a:lnTo>
                  <a:pt x="3011276" y="210021"/>
                </a:lnTo>
                <a:lnTo>
                  <a:pt x="3015192" y="203430"/>
                </a:lnTo>
                <a:lnTo>
                  <a:pt x="3019108" y="196900"/>
                </a:lnTo>
                <a:lnTo>
                  <a:pt x="3023023" y="190435"/>
                </a:lnTo>
                <a:lnTo>
                  <a:pt x="3026939" y="184036"/>
                </a:lnTo>
                <a:lnTo>
                  <a:pt x="3030855" y="177707"/>
                </a:lnTo>
                <a:lnTo>
                  <a:pt x="3034771" y="171450"/>
                </a:lnTo>
                <a:lnTo>
                  <a:pt x="3038687" y="165269"/>
                </a:lnTo>
                <a:lnTo>
                  <a:pt x="3042603" y="159165"/>
                </a:lnTo>
                <a:lnTo>
                  <a:pt x="3046518" y="153142"/>
                </a:lnTo>
                <a:lnTo>
                  <a:pt x="3050434" y="147202"/>
                </a:lnTo>
                <a:lnTo>
                  <a:pt x="3054350" y="141348"/>
                </a:lnTo>
                <a:lnTo>
                  <a:pt x="3058266" y="135583"/>
                </a:lnTo>
                <a:lnTo>
                  <a:pt x="3062182" y="129908"/>
                </a:lnTo>
                <a:lnTo>
                  <a:pt x="3066098" y="124327"/>
                </a:lnTo>
                <a:lnTo>
                  <a:pt x="3070013" y="118842"/>
                </a:lnTo>
                <a:lnTo>
                  <a:pt x="3073929" y="113455"/>
                </a:lnTo>
                <a:lnTo>
                  <a:pt x="3077845" y="108169"/>
                </a:lnTo>
                <a:lnTo>
                  <a:pt x="3081761" y="102985"/>
                </a:lnTo>
                <a:lnTo>
                  <a:pt x="3085677" y="97907"/>
                </a:lnTo>
                <a:lnTo>
                  <a:pt x="3089593" y="92937"/>
                </a:lnTo>
                <a:lnTo>
                  <a:pt x="3093508" y="88076"/>
                </a:lnTo>
                <a:lnTo>
                  <a:pt x="3097424" y="83326"/>
                </a:lnTo>
                <a:lnTo>
                  <a:pt x="3101340" y="78691"/>
                </a:lnTo>
                <a:lnTo>
                  <a:pt x="3105256" y="74172"/>
                </a:lnTo>
                <a:lnTo>
                  <a:pt x="3109172" y="69770"/>
                </a:lnTo>
                <a:lnTo>
                  <a:pt x="3113087" y="65488"/>
                </a:lnTo>
                <a:lnTo>
                  <a:pt x="3117003" y="61328"/>
                </a:lnTo>
                <a:lnTo>
                  <a:pt x="3120919" y="57291"/>
                </a:lnTo>
                <a:lnTo>
                  <a:pt x="3124835" y="53380"/>
                </a:lnTo>
                <a:lnTo>
                  <a:pt x="3128751" y="49596"/>
                </a:lnTo>
                <a:lnTo>
                  <a:pt x="3132667" y="45940"/>
                </a:lnTo>
                <a:lnTo>
                  <a:pt x="3136582" y="42414"/>
                </a:lnTo>
                <a:lnTo>
                  <a:pt x="3140498" y="39021"/>
                </a:lnTo>
                <a:lnTo>
                  <a:pt x="3144414" y="35760"/>
                </a:lnTo>
                <a:lnTo>
                  <a:pt x="3148330" y="32635"/>
                </a:lnTo>
                <a:lnTo>
                  <a:pt x="3152246" y="29645"/>
                </a:lnTo>
                <a:lnTo>
                  <a:pt x="3156162" y="26793"/>
                </a:lnTo>
                <a:lnTo>
                  <a:pt x="3160078" y="24080"/>
                </a:lnTo>
                <a:lnTo>
                  <a:pt x="3163993" y="21506"/>
                </a:lnTo>
                <a:lnTo>
                  <a:pt x="3167909" y="19073"/>
                </a:lnTo>
                <a:lnTo>
                  <a:pt x="3171825" y="16783"/>
                </a:lnTo>
                <a:lnTo>
                  <a:pt x="3175741" y="14635"/>
                </a:lnTo>
                <a:lnTo>
                  <a:pt x="3179657" y="12632"/>
                </a:lnTo>
                <a:lnTo>
                  <a:pt x="3183573" y="10773"/>
                </a:lnTo>
                <a:lnTo>
                  <a:pt x="3187488" y="9060"/>
                </a:lnTo>
                <a:lnTo>
                  <a:pt x="3191404" y="7493"/>
                </a:lnTo>
                <a:lnTo>
                  <a:pt x="3195320" y="6074"/>
                </a:lnTo>
                <a:lnTo>
                  <a:pt x="3199236" y="4802"/>
                </a:lnTo>
                <a:lnTo>
                  <a:pt x="3203152" y="3679"/>
                </a:lnTo>
                <a:lnTo>
                  <a:pt x="3207068" y="2704"/>
                </a:lnTo>
                <a:lnTo>
                  <a:pt x="3210983" y="1878"/>
                </a:lnTo>
                <a:lnTo>
                  <a:pt x="3214899" y="1203"/>
                </a:lnTo>
                <a:lnTo>
                  <a:pt x="3218815" y="677"/>
                </a:lnTo>
                <a:lnTo>
                  <a:pt x="3222731" y="301"/>
                </a:lnTo>
                <a:lnTo>
                  <a:pt x="3226647" y="75"/>
                </a:lnTo>
                <a:lnTo>
                  <a:pt x="3230563" y="0"/>
                </a:lnTo>
                <a:lnTo>
                  <a:pt x="3234478" y="75"/>
                </a:lnTo>
                <a:lnTo>
                  <a:pt x="3238394" y="301"/>
                </a:lnTo>
                <a:lnTo>
                  <a:pt x="3242310" y="677"/>
                </a:lnTo>
                <a:lnTo>
                  <a:pt x="3246226" y="1203"/>
                </a:lnTo>
                <a:lnTo>
                  <a:pt x="3250142" y="1878"/>
                </a:lnTo>
                <a:lnTo>
                  <a:pt x="3254057" y="2704"/>
                </a:lnTo>
                <a:lnTo>
                  <a:pt x="3257973" y="3679"/>
                </a:lnTo>
                <a:lnTo>
                  <a:pt x="3261889" y="4802"/>
                </a:lnTo>
                <a:lnTo>
                  <a:pt x="3265805" y="6074"/>
                </a:lnTo>
                <a:lnTo>
                  <a:pt x="3269721" y="7493"/>
                </a:lnTo>
                <a:lnTo>
                  <a:pt x="3273637" y="9060"/>
                </a:lnTo>
                <a:lnTo>
                  <a:pt x="3277552" y="10773"/>
                </a:lnTo>
                <a:lnTo>
                  <a:pt x="3281468" y="12632"/>
                </a:lnTo>
                <a:lnTo>
                  <a:pt x="3285384" y="14635"/>
                </a:lnTo>
                <a:lnTo>
                  <a:pt x="3289300" y="16783"/>
                </a:lnTo>
                <a:lnTo>
                  <a:pt x="3293216" y="19073"/>
                </a:lnTo>
                <a:lnTo>
                  <a:pt x="3297132" y="21506"/>
                </a:lnTo>
                <a:lnTo>
                  <a:pt x="3301047" y="24080"/>
                </a:lnTo>
                <a:lnTo>
                  <a:pt x="3304963" y="26793"/>
                </a:lnTo>
                <a:lnTo>
                  <a:pt x="3308879" y="29645"/>
                </a:lnTo>
                <a:lnTo>
                  <a:pt x="3312795" y="32635"/>
                </a:lnTo>
                <a:lnTo>
                  <a:pt x="3316711" y="35760"/>
                </a:lnTo>
                <a:lnTo>
                  <a:pt x="3320627" y="39021"/>
                </a:lnTo>
                <a:lnTo>
                  <a:pt x="3324542" y="42414"/>
                </a:lnTo>
                <a:lnTo>
                  <a:pt x="3328458" y="45940"/>
                </a:lnTo>
                <a:lnTo>
                  <a:pt x="3332374" y="49596"/>
                </a:lnTo>
                <a:lnTo>
                  <a:pt x="3336290" y="53380"/>
                </a:lnTo>
                <a:lnTo>
                  <a:pt x="3340206" y="57291"/>
                </a:lnTo>
                <a:lnTo>
                  <a:pt x="3344122" y="61328"/>
                </a:lnTo>
                <a:lnTo>
                  <a:pt x="3348038" y="65488"/>
                </a:lnTo>
                <a:lnTo>
                  <a:pt x="3351953" y="69770"/>
                </a:lnTo>
                <a:lnTo>
                  <a:pt x="3355869" y="74172"/>
                </a:lnTo>
                <a:lnTo>
                  <a:pt x="3359785" y="78691"/>
                </a:lnTo>
                <a:lnTo>
                  <a:pt x="3363701" y="83326"/>
                </a:lnTo>
                <a:lnTo>
                  <a:pt x="3367617" y="88076"/>
                </a:lnTo>
                <a:lnTo>
                  <a:pt x="3371533" y="92937"/>
                </a:lnTo>
                <a:lnTo>
                  <a:pt x="3375448" y="97907"/>
                </a:lnTo>
                <a:lnTo>
                  <a:pt x="3379364" y="102985"/>
                </a:lnTo>
                <a:lnTo>
                  <a:pt x="3383280" y="108169"/>
                </a:lnTo>
                <a:lnTo>
                  <a:pt x="3387196" y="113455"/>
                </a:lnTo>
                <a:lnTo>
                  <a:pt x="3391112" y="118842"/>
                </a:lnTo>
                <a:lnTo>
                  <a:pt x="3395028" y="124327"/>
                </a:lnTo>
                <a:lnTo>
                  <a:pt x="3398943" y="129908"/>
                </a:lnTo>
                <a:lnTo>
                  <a:pt x="3402859" y="135583"/>
                </a:lnTo>
                <a:lnTo>
                  <a:pt x="3406775" y="141348"/>
                </a:lnTo>
                <a:lnTo>
                  <a:pt x="3410691" y="147202"/>
                </a:lnTo>
                <a:lnTo>
                  <a:pt x="3414607" y="153142"/>
                </a:lnTo>
                <a:lnTo>
                  <a:pt x="3418523" y="159165"/>
                </a:lnTo>
                <a:lnTo>
                  <a:pt x="3422438" y="165269"/>
                </a:lnTo>
                <a:lnTo>
                  <a:pt x="3426354" y="171450"/>
                </a:lnTo>
                <a:lnTo>
                  <a:pt x="3430270" y="177707"/>
                </a:lnTo>
                <a:lnTo>
                  <a:pt x="3434186" y="184036"/>
                </a:lnTo>
                <a:lnTo>
                  <a:pt x="3438102" y="190435"/>
                </a:lnTo>
                <a:lnTo>
                  <a:pt x="3442018" y="196900"/>
                </a:lnTo>
                <a:lnTo>
                  <a:pt x="3445933" y="203430"/>
                </a:lnTo>
                <a:lnTo>
                  <a:pt x="3449849" y="210021"/>
                </a:lnTo>
                <a:lnTo>
                  <a:pt x="3453765" y="216670"/>
                </a:lnTo>
                <a:lnTo>
                  <a:pt x="3457681" y="223375"/>
                </a:lnTo>
                <a:lnTo>
                  <a:pt x="3461597" y="230132"/>
                </a:lnTo>
                <a:lnTo>
                  <a:pt x="3465512" y="236938"/>
                </a:lnTo>
                <a:lnTo>
                  <a:pt x="3469428" y="243791"/>
                </a:lnTo>
                <a:lnTo>
                  <a:pt x="3473344" y="250687"/>
                </a:lnTo>
                <a:lnTo>
                  <a:pt x="3477260" y="257624"/>
                </a:lnTo>
                <a:lnTo>
                  <a:pt x="3481176" y="264598"/>
                </a:lnTo>
                <a:lnTo>
                  <a:pt x="3485092" y="271607"/>
                </a:lnTo>
                <a:lnTo>
                  <a:pt x="3489007" y="278647"/>
                </a:lnTo>
                <a:lnTo>
                  <a:pt x="3492923" y="285715"/>
                </a:lnTo>
                <a:lnTo>
                  <a:pt x="3496839" y="292808"/>
                </a:lnTo>
                <a:lnTo>
                  <a:pt x="3500755" y="299923"/>
                </a:lnTo>
                <a:lnTo>
                  <a:pt x="3504671" y="307057"/>
                </a:lnTo>
                <a:lnTo>
                  <a:pt x="3508587" y="314207"/>
                </a:lnTo>
                <a:lnTo>
                  <a:pt x="3512503" y="321369"/>
                </a:lnTo>
                <a:lnTo>
                  <a:pt x="3516418" y="328541"/>
                </a:lnTo>
                <a:lnTo>
                  <a:pt x="3520334" y="335719"/>
                </a:lnTo>
                <a:lnTo>
                  <a:pt x="3524250" y="342900"/>
                </a:lnTo>
              </a:path>
            </a:pathLst>
          </a:custGeom>
          <a:noFill xmlns:a="http://schemas.openxmlformats.org/drawingml/2006/main"/>
          <a:ln xmlns:a="http://schemas.openxmlformats.org/drawingml/2006/main" w="19050">
            <a:solidFill>
              <a:srgbClr val="202020"/>
            </a:solidFill>
          </a:ln>
        </p:spPr>
      </p:sp>
      <p:pic>
        <p:nvPicPr>
          <p:cNvPr id="54"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6C000EE0-EC3D-4E51-8B65-C6861C13A925}"/>
              </a:ext>
            </a:extLst>
          </p:cNvPr>
          <p:cNvPicPr>
            <a:picLocks xmlns:a="http://schemas.openxmlformats.org/drawingml/2006/main" noChangeAspect="1"/>
          </p:cNvPicPr>
          <p:nvPr/>
        </p:nvPicPr>
        <p:blipFill>
          <a:blip xmlns:r="http://schemas.openxmlformats.org/officeDocument/2006/relationships" xmlns:a="http://schemas.openxmlformats.org/drawingml/2006/main" r:embed="Rca5ca12c5d95422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55"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A0D66D4-CE28-4320-B531-DFCC1CB1CA26}"/>
              </a:ext>
            </a:extLst>
          </p:cNvPr>
          <p:cNvPicPr>
            <a:picLocks xmlns:a="http://schemas.openxmlformats.org/drawingml/2006/main" noChangeAspect="1"/>
          </p:cNvPicPr>
          <p:nvPr/>
        </p:nvPicPr>
        <p:blipFill>
          <a:blip xmlns:r="http://schemas.openxmlformats.org/officeDocument/2006/relationships" xmlns:a="http://schemas.openxmlformats.org/drawingml/2006/main" r:embed="R95744c2b9ed5459b">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56"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708A673C-22E6-4870-B60C-958C1E934607}"/>
              </a:ext>
            </a:extLst>
          </p:cNvPr>
          <p:cNvPicPr>
            <a:picLocks xmlns:a="http://schemas.openxmlformats.org/drawingml/2006/main" noChangeAspect="1"/>
          </p:cNvPicPr>
          <p:nvPr/>
        </p:nvPicPr>
        <p:blipFill>
          <a:blip xmlns:r="http://schemas.openxmlformats.org/officeDocument/2006/relationships" xmlns:a="http://schemas.openxmlformats.org/drawingml/2006/main" r:embed="R8cc771bfa1554a7f">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57" name="derivative-input" descr="\cos(2\pi ft)">
            <a:extLst xmlns:a="http://schemas.openxmlformats.org/drawingml/2006/main">
              <a:ext uri="{FF2B5EF4-FFF2-40B4-BE49-F238E27FC236}">
                <a16:creationId xmlns:a16="http://schemas.microsoft.com/office/drawing/2014/main" id="{F26F1E6F-09F3-4450-9739-87250858E208}"/>
              </a:ext>
            </a:extLst>
          </p:cNvPr>
          <p:cNvPicPr>
            <a:picLocks xmlns:a="http://schemas.openxmlformats.org/drawingml/2006/main" noChangeAspect="1"/>
          </p:cNvPicPr>
          <p:nvPr/>
        </p:nvPicPr>
        <p:blipFill>
          <a:blip xmlns:r="http://schemas.openxmlformats.org/officeDocument/2006/relationships" xmlns:a="http://schemas.openxmlformats.org/drawingml/2006/main" r:embed="R46376c039c6845aa">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762000" y="2423339"/>
            <a:ext cx="1114425" cy="249198"/>
          </a:xfrm>
          <a:prstGeom xmlns:a="http://schemas.openxmlformats.org/drawingml/2006/main" prst="rect">
            <a:avLst/>
          </a:prstGeom>
        </p:spPr>
      </p:pic>
      <p:pic>
        <p:nvPicPr>
          <p:cNvPr id="58" name="derivative-output" descr="\text{Derivative}/(2\pi\cdot1\ \mathrm{kHz})">
            <a:extLst xmlns:a="http://schemas.openxmlformats.org/drawingml/2006/main">
              <a:ext uri="{FF2B5EF4-FFF2-40B4-BE49-F238E27FC236}">
                <a16:creationId xmlns:a16="http://schemas.microsoft.com/office/drawing/2014/main" id="{56DEED02-AC59-48EF-B71F-7E1CD69C832A}"/>
              </a:ext>
            </a:extLst>
          </p:cNvPr>
          <p:cNvPicPr>
            <a:picLocks xmlns:a="http://schemas.openxmlformats.org/drawingml/2006/main" noChangeAspect="1"/>
          </p:cNvPicPr>
          <p:nvPr/>
        </p:nvPicPr>
        <p:blipFill>
          <a:blip xmlns:r="http://schemas.openxmlformats.org/officeDocument/2006/relationships" xmlns:a="http://schemas.openxmlformats.org/drawingml/2006/main" r:embed="Rf03e1c17b99d4a2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7334250" y="2429619"/>
            <a:ext cx="2762250" cy="236637"/>
          </a:xfrm>
          <a:prstGeom xmlns:a="http://schemas.openxmlformats.org/drawingml/2006/main" prst="rect">
            <a:avLst/>
          </a:prstGeom>
        </p:spPr>
      </p:pic>
      <p:pic>
        <p:nvPicPr>
          <p:cNvPr id="59" name="d-input-0-ticklabel-0" descr="0">
            <a:extLst xmlns:a="http://schemas.openxmlformats.org/drawingml/2006/main">
              <a:ext uri="{FF2B5EF4-FFF2-40B4-BE49-F238E27FC236}">
                <a16:creationId xmlns:a16="http://schemas.microsoft.com/office/drawing/2014/main" id="{50467E31-7FFB-4BB3-BDB8-5F50315C4785}"/>
              </a:ext>
            </a:extLst>
          </p:cNvPr>
          <p:cNvPicPr>
            <a:picLocks xmlns:a="http://schemas.openxmlformats.org/drawingml/2006/main" noChangeAspect="1"/>
          </p:cNvPicPr>
          <p:nvPr/>
        </p:nvPicPr>
        <p:blipFill>
          <a:blip xmlns:r="http://schemas.openxmlformats.org/officeDocument/2006/relationships" xmlns:a="http://schemas.openxmlformats.org/drawingml/2006/main" r:embed="R868a1e23a29f4d2c">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895350" y="3174563"/>
            <a:ext cx="114300" cy="127873"/>
          </a:xfrm>
          <a:prstGeom xmlns:a="http://schemas.openxmlformats.org/drawingml/2006/main" prst="rect">
            <a:avLst/>
          </a:prstGeom>
        </p:spPr>
      </p:pic>
      <p:pic>
        <p:nvPicPr>
          <p:cNvPr id="60" name="d-input-0-ticklabel-1" descr="1">
            <a:extLst xmlns:a="http://schemas.openxmlformats.org/drawingml/2006/main">
              <a:ext uri="{FF2B5EF4-FFF2-40B4-BE49-F238E27FC236}">
                <a16:creationId xmlns:a16="http://schemas.microsoft.com/office/drawing/2014/main" id="{D55BA9E3-93BB-4F77-9434-F41BF98E4FE9}"/>
              </a:ext>
            </a:extLst>
          </p:cNvPr>
          <p:cNvPicPr>
            <a:picLocks xmlns:a="http://schemas.openxmlformats.org/drawingml/2006/main" noChangeAspect="1"/>
          </p:cNvPicPr>
          <p:nvPr/>
        </p:nvPicPr>
        <p:blipFill>
          <a:blip xmlns:r="http://schemas.openxmlformats.org/officeDocument/2006/relationships" xmlns:a="http://schemas.openxmlformats.org/drawingml/2006/main" r:embed="R258b70677a934622">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4562475" y="3174563"/>
            <a:ext cx="114300" cy="127873"/>
          </a:xfrm>
          <a:prstGeom xmlns:a="http://schemas.openxmlformats.org/drawingml/2006/main" prst="rect">
            <a:avLst/>
          </a:prstGeom>
        </p:spPr>
      </p:pic>
      <p:pic>
        <p:nvPicPr>
          <p:cNvPr id="61" name="derivative-input-y-0-value-0" descr="-1">
            <a:extLst xmlns:a="http://schemas.openxmlformats.org/drawingml/2006/main">
              <a:ext uri="{FF2B5EF4-FFF2-40B4-BE49-F238E27FC236}">
                <a16:creationId xmlns:a16="http://schemas.microsoft.com/office/drawing/2014/main" id="{CCBA4B9A-170E-491D-A7C0-775A70CF3664}"/>
              </a:ext>
            </a:extLst>
          </p:cNvPr>
          <p:cNvPicPr>
            <a:picLocks xmlns:a="http://schemas.openxmlformats.org/drawingml/2006/main" noChangeAspect="1"/>
          </p:cNvPicPr>
          <p:nvPr/>
        </p:nvPicPr>
        <p:blipFill>
          <a:blip xmlns:r="http://schemas.openxmlformats.org/officeDocument/2006/relationships" xmlns:a="http://schemas.openxmlformats.org/drawingml/2006/main" r:embed="Rc71fc150d6aa468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447675" y="3172123"/>
            <a:ext cx="285750" cy="151805"/>
          </a:xfrm>
          <a:prstGeom xmlns:a="http://schemas.openxmlformats.org/drawingml/2006/main" prst="rect">
            <a:avLst/>
          </a:prstGeom>
        </p:spPr>
      </p:pic>
      <p:pic>
        <p:nvPicPr>
          <p:cNvPr id="62" name="derivative-input-y-0-value-1" descr="0">
            <a:extLst xmlns:a="http://schemas.openxmlformats.org/drawingml/2006/main">
              <a:ext uri="{FF2B5EF4-FFF2-40B4-BE49-F238E27FC236}">
                <a16:creationId xmlns:a16="http://schemas.microsoft.com/office/drawing/2014/main" id="{328F8869-450B-48FC-8669-B40D54150969}"/>
              </a:ext>
            </a:extLst>
          </p:cNvPr>
          <p:cNvPicPr>
            <a:picLocks xmlns:a="http://schemas.openxmlformats.org/drawingml/2006/main" noChangeAspect="1"/>
          </p:cNvPicPr>
          <p:nvPr/>
        </p:nvPicPr>
        <p:blipFill>
          <a:blip xmlns:r="http://schemas.openxmlformats.org/officeDocument/2006/relationships" xmlns:a="http://schemas.openxmlformats.org/drawingml/2006/main" r:embed="R738140e832ce46ca">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19125" y="2936438"/>
            <a:ext cx="114300" cy="127873"/>
          </a:xfrm>
          <a:prstGeom xmlns:a="http://schemas.openxmlformats.org/drawingml/2006/main" prst="rect">
            <a:avLst/>
          </a:prstGeom>
        </p:spPr>
      </p:pic>
      <p:pic>
        <p:nvPicPr>
          <p:cNvPr id="63" name="derivative-input-y-0-value-2" descr="1">
            <a:extLst xmlns:a="http://schemas.openxmlformats.org/drawingml/2006/main">
              <a:ext uri="{FF2B5EF4-FFF2-40B4-BE49-F238E27FC236}">
                <a16:creationId xmlns:a16="http://schemas.microsoft.com/office/drawing/2014/main" id="{4A2A5A0A-982E-479C-8B17-08098491D35A}"/>
              </a:ext>
            </a:extLst>
          </p:cNvPr>
          <p:cNvPicPr>
            <a:picLocks xmlns:a="http://schemas.openxmlformats.org/drawingml/2006/main" noChangeAspect="1"/>
          </p:cNvPicPr>
          <p:nvPr/>
        </p:nvPicPr>
        <p:blipFill>
          <a:blip xmlns:r="http://schemas.openxmlformats.org/officeDocument/2006/relationships" xmlns:a="http://schemas.openxmlformats.org/drawingml/2006/main" r:embed="R8f74718f97524237">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19125" y="2688788"/>
            <a:ext cx="114300" cy="127873"/>
          </a:xfrm>
          <a:prstGeom xmlns:a="http://schemas.openxmlformats.org/drawingml/2006/main" prst="rect">
            <a:avLst/>
          </a:prstGeom>
        </p:spPr>
      </p:pic>
      <p:pic>
        <p:nvPicPr>
          <p:cNvPr id="64" name="derivative-output-y-0-value-0" descr="-3">
            <a:extLst xmlns:a="http://schemas.openxmlformats.org/drawingml/2006/main">
              <a:ext uri="{FF2B5EF4-FFF2-40B4-BE49-F238E27FC236}">
                <a16:creationId xmlns:a16="http://schemas.microsoft.com/office/drawing/2014/main" id="{4575E843-FC0A-400F-9651-525CAC372AB2}"/>
              </a:ext>
            </a:extLst>
          </p:cNvPr>
          <p:cNvPicPr>
            <a:picLocks xmlns:a="http://schemas.openxmlformats.org/drawingml/2006/main" noChangeAspect="1"/>
          </p:cNvPicPr>
          <p:nvPr/>
        </p:nvPicPr>
        <p:blipFill>
          <a:blip xmlns:r="http://schemas.openxmlformats.org/officeDocument/2006/relationships" xmlns:a="http://schemas.openxmlformats.org/drawingml/2006/main" r:embed="R4434435138634709">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7019925" y="3267373"/>
            <a:ext cx="285750" cy="151805"/>
          </a:xfrm>
          <a:prstGeom xmlns:a="http://schemas.openxmlformats.org/drawingml/2006/main" prst="rect">
            <a:avLst/>
          </a:prstGeom>
        </p:spPr>
      </p:pic>
      <p:pic>
        <p:nvPicPr>
          <p:cNvPr id="65" name="derivative-output-y-0-value-1" descr="0">
            <a:extLst xmlns:a="http://schemas.openxmlformats.org/drawingml/2006/main">
              <a:ext uri="{FF2B5EF4-FFF2-40B4-BE49-F238E27FC236}">
                <a16:creationId xmlns:a16="http://schemas.microsoft.com/office/drawing/2014/main" id="{335D77C3-ED25-412A-A871-DF273EF8F4CC}"/>
              </a:ext>
            </a:extLst>
          </p:cNvPr>
          <p:cNvPicPr>
            <a:picLocks xmlns:a="http://schemas.openxmlformats.org/drawingml/2006/main" noChangeAspect="1"/>
          </p:cNvPicPr>
          <p:nvPr/>
        </p:nvPicPr>
        <p:blipFill>
          <a:blip xmlns:r="http://schemas.openxmlformats.org/officeDocument/2006/relationships" xmlns:a="http://schemas.openxmlformats.org/drawingml/2006/main" r:embed="Rc8f34ddc9bf241c3">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7191375" y="2936438"/>
            <a:ext cx="114300" cy="127873"/>
          </a:xfrm>
          <a:prstGeom xmlns:a="http://schemas.openxmlformats.org/drawingml/2006/main" prst="rect">
            <a:avLst/>
          </a:prstGeom>
        </p:spPr>
      </p:pic>
      <p:pic>
        <p:nvPicPr>
          <p:cNvPr id="66" name="derivative-output-y-0-value-2" descr="3">
            <a:extLst xmlns:a="http://schemas.openxmlformats.org/drawingml/2006/main">
              <a:ext uri="{FF2B5EF4-FFF2-40B4-BE49-F238E27FC236}">
                <a16:creationId xmlns:a16="http://schemas.microsoft.com/office/drawing/2014/main" id="{170A2896-2679-4190-9890-406AA75129C4}"/>
              </a:ext>
            </a:extLst>
          </p:cNvPr>
          <p:cNvPicPr>
            <a:picLocks xmlns:a="http://schemas.openxmlformats.org/drawingml/2006/main" noChangeAspect="1"/>
          </p:cNvPicPr>
          <p:nvPr/>
        </p:nvPicPr>
        <p:blipFill>
          <a:blip xmlns:r="http://schemas.openxmlformats.org/officeDocument/2006/relationships" xmlns:a="http://schemas.openxmlformats.org/drawingml/2006/main" r:embed="Rbe14bacd631444b4">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7191375" y="2593538"/>
            <a:ext cx="114300" cy="127873"/>
          </a:xfrm>
          <a:prstGeom xmlns:a="http://schemas.openxmlformats.org/drawingml/2006/main" prst="rect">
            <a:avLst/>
          </a:prstGeom>
        </p:spPr>
      </p:pic>
      <p:pic>
        <p:nvPicPr>
          <p:cNvPr id="67" name="d-output-0-ticklabel-0" descr="0">
            <a:extLst xmlns:a="http://schemas.openxmlformats.org/drawingml/2006/main">
              <a:ext uri="{FF2B5EF4-FFF2-40B4-BE49-F238E27FC236}">
                <a16:creationId xmlns:a16="http://schemas.microsoft.com/office/drawing/2014/main" id="{538A06F3-90D6-4BD1-A777-4BDD512C26DC}"/>
              </a:ext>
            </a:extLst>
          </p:cNvPr>
          <p:cNvPicPr>
            <a:picLocks xmlns:a="http://schemas.openxmlformats.org/drawingml/2006/main" noChangeAspect="1"/>
          </p:cNvPicPr>
          <p:nvPr/>
        </p:nvPicPr>
        <p:blipFill>
          <a:blip xmlns:r="http://schemas.openxmlformats.org/officeDocument/2006/relationships" xmlns:a="http://schemas.openxmlformats.org/drawingml/2006/main" r:embed="Rb9488f9cfd5a438f">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7467600" y="3174563"/>
            <a:ext cx="114300" cy="127873"/>
          </a:xfrm>
          <a:prstGeom xmlns:a="http://schemas.openxmlformats.org/drawingml/2006/main" prst="rect">
            <a:avLst/>
          </a:prstGeom>
        </p:spPr>
      </p:pic>
      <p:pic>
        <p:nvPicPr>
          <p:cNvPr id="68" name="d-output-0-ticklabel-1" descr="1">
            <a:extLst xmlns:a="http://schemas.openxmlformats.org/drawingml/2006/main">
              <a:ext uri="{FF2B5EF4-FFF2-40B4-BE49-F238E27FC236}">
                <a16:creationId xmlns:a16="http://schemas.microsoft.com/office/drawing/2014/main" id="{7C1CD2DE-9A77-41D2-BECC-7614E53BEAA2}"/>
              </a:ext>
            </a:extLst>
          </p:cNvPr>
          <p:cNvPicPr>
            <a:picLocks xmlns:a="http://schemas.openxmlformats.org/drawingml/2006/main" noChangeAspect="1"/>
          </p:cNvPicPr>
          <p:nvPr/>
        </p:nvPicPr>
        <p:blipFill>
          <a:blip xmlns:r="http://schemas.openxmlformats.org/officeDocument/2006/relationships" xmlns:a="http://schemas.openxmlformats.org/drawingml/2006/main" r:embed="Rc8c6c3a71aee495f">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10991850" y="3174563"/>
            <a:ext cx="114300" cy="127873"/>
          </a:xfrm>
          <a:prstGeom xmlns:a="http://schemas.openxmlformats.org/drawingml/2006/main" prst="rect">
            <a:avLst/>
          </a:prstGeom>
        </p:spPr>
      </p:pic>
      <p:pic>
        <p:nvPicPr>
          <p:cNvPr id="69" name="d-input-1-domain" descr="t\ (\mathrm{ms})">
            <a:extLst xmlns:a="http://schemas.openxmlformats.org/drawingml/2006/main">
              <a:ext uri="{FF2B5EF4-FFF2-40B4-BE49-F238E27FC236}">
                <a16:creationId xmlns:a16="http://schemas.microsoft.com/office/drawing/2014/main" id="{F279E5CB-9F87-4E96-AA3A-CD8FF31B82CA}"/>
              </a:ext>
            </a:extLst>
          </p:cNvPr>
          <p:cNvPicPr>
            <a:picLocks xmlns:a="http://schemas.openxmlformats.org/drawingml/2006/main" noChangeAspect="1"/>
          </p:cNvPicPr>
          <p:nvPr/>
        </p:nvPicPr>
        <p:blipFill>
          <a:blip xmlns:r="http://schemas.openxmlformats.org/officeDocument/2006/relationships" xmlns:a="http://schemas.openxmlformats.org/drawingml/2006/main" r:embed="Rb6e90924aa454657">
            <a:extLst>
              <a:ext uri="{96DAC541-7B7A-43D3-8B79-37D633B846F1}">
                <ns15:svgBlip xmlns:ns15="http://schemas.microsoft.com/office/drawing/2016/SVG/main" r:embed="rIdMathSvg15"/>
              </a:ext>
            </a:extLst>
          </a:blip>
          <a:stretch xmlns:a="http://schemas.openxmlformats.org/drawingml/2006/main"/>
        </p:blipFill>
        <p:spPr>
          <a:xfrm xmlns:a="http://schemas.openxmlformats.org/drawingml/2006/main">
            <a:off x="4088130" y="4315897"/>
            <a:ext cx="531495" cy="169307"/>
          </a:xfrm>
          <a:prstGeom xmlns:a="http://schemas.openxmlformats.org/drawingml/2006/main" prst="rect">
            <a:avLst/>
          </a:prstGeom>
        </p:spPr>
      </p:pic>
      <p:pic>
        <p:nvPicPr>
          <p:cNvPr id="70" name="d-input-1-ticklabel-0" descr="0">
            <a:extLst xmlns:a="http://schemas.openxmlformats.org/drawingml/2006/main">
              <a:ext uri="{FF2B5EF4-FFF2-40B4-BE49-F238E27FC236}">
                <a16:creationId xmlns:a16="http://schemas.microsoft.com/office/drawing/2014/main" id="{6BD97059-7C5C-4C90-A851-B8704FF3EBA7}"/>
              </a:ext>
            </a:extLst>
          </p:cNvPr>
          <p:cNvPicPr>
            <a:picLocks xmlns:a="http://schemas.openxmlformats.org/drawingml/2006/main" noChangeAspect="1"/>
          </p:cNvPicPr>
          <p:nvPr/>
        </p:nvPicPr>
        <p:blipFill>
          <a:blip xmlns:r="http://schemas.openxmlformats.org/officeDocument/2006/relationships" xmlns:a="http://schemas.openxmlformats.org/drawingml/2006/main" r:embed="Rdfa4cd01af344103">
            <a:extLst>
              <a:ext uri="{96DAC541-7B7A-43D3-8B79-37D633B846F1}">
                <ns16:svgBlip xmlns:ns16="http://schemas.microsoft.com/office/drawing/2016/SVG/main" r:embed="rIdMathSvg16"/>
              </a:ext>
            </a:extLst>
          </a:blip>
          <a:stretch xmlns:a="http://schemas.openxmlformats.org/drawingml/2006/main"/>
        </p:blipFill>
        <p:spPr>
          <a:xfrm xmlns:a="http://schemas.openxmlformats.org/drawingml/2006/main">
            <a:off x="895350" y="4022288"/>
            <a:ext cx="114300" cy="127873"/>
          </a:xfrm>
          <a:prstGeom xmlns:a="http://schemas.openxmlformats.org/drawingml/2006/main" prst="rect">
            <a:avLst/>
          </a:prstGeom>
        </p:spPr>
      </p:pic>
      <p:pic>
        <p:nvPicPr>
          <p:cNvPr id="71" name="d-input-1-ticklabel-1" descr="1">
            <a:extLst xmlns:a="http://schemas.openxmlformats.org/drawingml/2006/main">
              <a:ext uri="{FF2B5EF4-FFF2-40B4-BE49-F238E27FC236}">
                <a16:creationId xmlns:a16="http://schemas.microsoft.com/office/drawing/2014/main" id="{2AF57FBD-5EA4-4802-AC98-C1418062D681}"/>
              </a:ext>
            </a:extLst>
          </p:cNvPr>
          <p:cNvPicPr>
            <a:picLocks xmlns:a="http://schemas.openxmlformats.org/drawingml/2006/main" noChangeAspect="1"/>
          </p:cNvPicPr>
          <p:nvPr/>
        </p:nvPicPr>
        <p:blipFill>
          <a:blip xmlns:r="http://schemas.openxmlformats.org/officeDocument/2006/relationships" xmlns:a="http://schemas.openxmlformats.org/drawingml/2006/main" r:embed="R69c4841cf2b94bfd">
            <a:extLst>
              <a:ext uri="{96DAC541-7B7A-43D3-8B79-37D633B846F1}">
                <ns17:svgBlip xmlns:ns17="http://schemas.microsoft.com/office/drawing/2016/SVG/main" r:embed="rIdMathSvg17"/>
              </a:ext>
            </a:extLst>
          </a:blip>
          <a:stretch xmlns:a="http://schemas.openxmlformats.org/drawingml/2006/main"/>
        </p:blipFill>
        <p:spPr>
          <a:xfrm xmlns:a="http://schemas.openxmlformats.org/drawingml/2006/main">
            <a:off x="4562475" y="4022288"/>
            <a:ext cx="114300" cy="127873"/>
          </a:xfrm>
          <a:prstGeom xmlns:a="http://schemas.openxmlformats.org/drawingml/2006/main" prst="rect">
            <a:avLst/>
          </a:prstGeom>
        </p:spPr>
      </p:pic>
      <p:pic>
        <p:nvPicPr>
          <p:cNvPr id="72" name="derivative-input-y-1-value-0" descr="-1">
            <a:extLst xmlns:a="http://schemas.openxmlformats.org/drawingml/2006/main">
              <a:ext uri="{FF2B5EF4-FFF2-40B4-BE49-F238E27FC236}">
                <a16:creationId xmlns:a16="http://schemas.microsoft.com/office/drawing/2014/main" id="{4C5FB82C-9EE6-466C-B627-55FF130D7A99}"/>
              </a:ext>
            </a:extLst>
          </p:cNvPr>
          <p:cNvPicPr>
            <a:picLocks xmlns:a="http://schemas.openxmlformats.org/drawingml/2006/main" noChangeAspect="1"/>
          </p:cNvPicPr>
          <p:nvPr/>
        </p:nvPicPr>
        <p:blipFill>
          <a:blip xmlns:r="http://schemas.openxmlformats.org/officeDocument/2006/relationships" xmlns:a="http://schemas.openxmlformats.org/drawingml/2006/main" r:embed="Rd3479a7a46824175">
            <a:extLst>
              <a:ext uri="{96DAC541-7B7A-43D3-8B79-37D633B846F1}">
                <ns18:svgBlip xmlns:ns18="http://schemas.microsoft.com/office/drawing/2016/SVG/main" r:embed="rIdMathSvg18"/>
              </a:ext>
            </a:extLst>
          </a:blip>
          <a:stretch xmlns:a="http://schemas.openxmlformats.org/drawingml/2006/main"/>
        </p:blipFill>
        <p:spPr>
          <a:xfrm xmlns:a="http://schemas.openxmlformats.org/drawingml/2006/main">
            <a:off x="447675" y="4019848"/>
            <a:ext cx="285750" cy="151805"/>
          </a:xfrm>
          <a:prstGeom xmlns:a="http://schemas.openxmlformats.org/drawingml/2006/main" prst="rect">
            <a:avLst/>
          </a:prstGeom>
        </p:spPr>
      </p:pic>
      <p:pic>
        <p:nvPicPr>
          <p:cNvPr id="73" name="derivative-input-y-1-value-1" descr="0">
            <a:extLst xmlns:a="http://schemas.openxmlformats.org/drawingml/2006/main">
              <a:ext uri="{FF2B5EF4-FFF2-40B4-BE49-F238E27FC236}">
                <a16:creationId xmlns:a16="http://schemas.microsoft.com/office/drawing/2014/main" id="{833B1392-604E-4808-A06C-CA9295BB4794}"/>
              </a:ext>
            </a:extLst>
          </p:cNvPr>
          <p:cNvPicPr>
            <a:picLocks xmlns:a="http://schemas.openxmlformats.org/drawingml/2006/main" noChangeAspect="1"/>
          </p:cNvPicPr>
          <p:nvPr/>
        </p:nvPicPr>
        <p:blipFill>
          <a:blip xmlns:r="http://schemas.openxmlformats.org/officeDocument/2006/relationships" xmlns:a="http://schemas.openxmlformats.org/drawingml/2006/main" r:embed="Ra17510dcd9054208">
            <a:extLst>
              <a:ext uri="{96DAC541-7B7A-43D3-8B79-37D633B846F1}">
                <ns19:svgBlip xmlns:ns19="http://schemas.microsoft.com/office/drawing/2016/SVG/main" r:embed="rIdMathSvg19"/>
              </a:ext>
            </a:extLst>
          </a:blip>
          <a:stretch xmlns:a="http://schemas.openxmlformats.org/drawingml/2006/main"/>
        </p:blipFill>
        <p:spPr>
          <a:xfrm xmlns:a="http://schemas.openxmlformats.org/drawingml/2006/main">
            <a:off x="619125" y="3784163"/>
            <a:ext cx="114300" cy="127873"/>
          </a:xfrm>
          <a:prstGeom xmlns:a="http://schemas.openxmlformats.org/drawingml/2006/main" prst="rect">
            <a:avLst/>
          </a:prstGeom>
        </p:spPr>
      </p:pic>
      <p:pic>
        <p:nvPicPr>
          <p:cNvPr id="74" name="derivative-input-y-1-value-2" descr="1">
            <a:extLst xmlns:a="http://schemas.openxmlformats.org/drawingml/2006/main">
              <a:ext uri="{FF2B5EF4-FFF2-40B4-BE49-F238E27FC236}">
                <a16:creationId xmlns:a16="http://schemas.microsoft.com/office/drawing/2014/main" id="{63082345-891F-47C4-834B-6C9B06454398}"/>
              </a:ext>
            </a:extLst>
          </p:cNvPr>
          <p:cNvPicPr>
            <a:picLocks xmlns:a="http://schemas.openxmlformats.org/drawingml/2006/main" noChangeAspect="1"/>
          </p:cNvPicPr>
          <p:nvPr/>
        </p:nvPicPr>
        <p:blipFill>
          <a:blip xmlns:r="http://schemas.openxmlformats.org/officeDocument/2006/relationships" xmlns:a="http://schemas.openxmlformats.org/drawingml/2006/main" r:embed="Rfc263e7e4c8d437a">
            <a:extLst>
              <a:ext uri="{96DAC541-7B7A-43D3-8B79-37D633B846F1}">
                <ns20:svgBlip xmlns:ns20="http://schemas.microsoft.com/office/drawing/2016/SVG/main" r:embed="rIdMathSvg20"/>
              </a:ext>
            </a:extLst>
          </a:blip>
          <a:stretch xmlns:a="http://schemas.openxmlformats.org/drawingml/2006/main"/>
        </p:blipFill>
        <p:spPr>
          <a:xfrm xmlns:a="http://schemas.openxmlformats.org/drawingml/2006/main">
            <a:off x="619125" y="3536513"/>
            <a:ext cx="114300" cy="127873"/>
          </a:xfrm>
          <a:prstGeom xmlns:a="http://schemas.openxmlformats.org/drawingml/2006/main" prst="rect">
            <a:avLst/>
          </a:prstGeom>
        </p:spPr>
      </p:pic>
      <p:pic>
        <p:nvPicPr>
          <p:cNvPr id="75" name="derivative-output-y-1-value-0" descr="-3">
            <a:extLst xmlns:a="http://schemas.openxmlformats.org/drawingml/2006/main">
              <a:ext uri="{FF2B5EF4-FFF2-40B4-BE49-F238E27FC236}">
                <a16:creationId xmlns:a16="http://schemas.microsoft.com/office/drawing/2014/main" id="{E08C0A72-273A-4AD9-9C60-AC7700F04C1C}"/>
              </a:ext>
            </a:extLst>
          </p:cNvPr>
          <p:cNvPicPr>
            <a:picLocks xmlns:a="http://schemas.openxmlformats.org/drawingml/2006/main" noChangeAspect="1"/>
          </p:cNvPicPr>
          <p:nvPr/>
        </p:nvPicPr>
        <p:blipFill>
          <a:blip xmlns:r="http://schemas.openxmlformats.org/officeDocument/2006/relationships" xmlns:a="http://schemas.openxmlformats.org/drawingml/2006/main" r:embed="R9579e1a8e40b4646">
            <a:extLst>
              <a:ext uri="{96DAC541-7B7A-43D3-8B79-37D633B846F1}">
                <ns21:svgBlip xmlns:ns21="http://schemas.microsoft.com/office/drawing/2016/SVG/main" r:embed="rIdMathSvg21"/>
              </a:ext>
            </a:extLst>
          </a:blip>
          <a:stretch xmlns:a="http://schemas.openxmlformats.org/drawingml/2006/main"/>
        </p:blipFill>
        <p:spPr>
          <a:xfrm xmlns:a="http://schemas.openxmlformats.org/drawingml/2006/main">
            <a:off x="7019925" y="4115098"/>
            <a:ext cx="285750" cy="151805"/>
          </a:xfrm>
          <a:prstGeom xmlns:a="http://schemas.openxmlformats.org/drawingml/2006/main" prst="rect">
            <a:avLst/>
          </a:prstGeom>
        </p:spPr>
      </p:pic>
      <p:pic>
        <p:nvPicPr>
          <p:cNvPr id="76" name="derivative-output-y-1-value-1" descr="0">
            <a:extLst xmlns:a="http://schemas.openxmlformats.org/drawingml/2006/main">
              <a:ext uri="{FF2B5EF4-FFF2-40B4-BE49-F238E27FC236}">
                <a16:creationId xmlns:a16="http://schemas.microsoft.com/office/drawing/2014/main" id="{F5BBB2F5-45D1-4A74-B0A4-98036D4A6BB1}"/>
              </a:ext>
            </a:extLst>
          </p:cNvPr>
          <p:cNvPicPr>
            <a:picLocks xmlns:a="http://schemas.openxmlformats.org/drawingml/2006/main" noChangeAspect="1"/>
          </p:cNvPicPr>
          <p:nvPr/>
        </p:nvPicPr>
        <p:blipFill>
          <a:blip xmlns:r="http://schemas.openxmlformats.org/officeDocument/2006/relationships" xmlns:a="http://schemas.openxmlformats.org/drawingml/2006/main" r:embed="Rd08a984b7db5405b">
            <a:extLst>
              <a:ext uri="{96DAC541-7B7A-43D3-8B79-37D633B846F1}">
                <ns22:svgBlip xmlns:ns22="http://schemas.microsoft.com/office/drawing/2016/SVG/main" r:embed="rIdMathSvg22"/>
              </a:ext>
            </a:extLst>
          </a:blip>
          <a:stretch xmlns:a="http://schemas.openxmlformats.org/drawingml/2006/main"/>
        </p:blipFill>
        <p:spPr>
          <a:xfrm xmlns:a="http://schemas.openxmlformats.org/drawingml/2006/main">
            <a:off x="7191375" y="3784163"/>
            <a:ext cx="114300" cy="127873"/>
          </a:xfrm>
          <a:prstGeom xmlns:a="http://schemas.openxmlformats.org/drawingml/2006/main" prst="rect">
            <a:avLst/>
          </a:prstGeom>
        </p:spPr>
      </p:pic>
      <p:pic>
        <p:nvPicPr>
          <p:cNvPr id="77" name="derivative-output-y-1-value-2" descr="3">
            <a:extLst xmlns:a="http://schemas.openxmlformats.org/drawingml/2006/main">
              <a:ext uri="{FF2B5EF4-FFF2-40B4-BE49-F238E27FC236}">
                <a16:creationId xmlns:a16="http://schemas.microsoft.com/office/drawing/2014/main" id="{226836FB-3840-4ADA-A226-9AB73423BE86}"/>
              </a:ext>
            </a:extLst>
          </p:cNvPr>
          <p:cNvPicPr>
            <a:picLocks xmlns:a="http://schemas.openxmlformats.org/drawingml/2006/main" noChangeAspect="1"/>
          </p:cNvPicPr>
          <p:nvPr/>
        </p:nvPicPr>
        <p:blipFill>
          <a:blip xmlns:r="http://schemas.openxmlformats.org/officeDocument/2006/relationships" xmlns:a="http://schemas.openxmlformats.org/drawingml/2006/main" r:embed="Rd219ea720f6c4f1b">
            <a:extLst>
              <a:ext uri="{96DAC541-7B7A-43D3-8B79-37D633B846F1}">
                <ns23:svgBlip xmlns:ns23="http://schemas.microsoft.com/office/drawing/2016/SVG/main" r:embed="rIdMathSvg23"/>
              </a:ext>
            </a:extLst>
          </a:blip>
          <a:stretch xmlns:a="http://schemas.openxmlformats.org/drawingml/2006/main"/>
        </p:blipFill>
        <p:spPr>
          <a:xfrm xmlns:a="http://schemas.openxmlformats.org/drawingml/2006/main">
            <a:off x="7191375" y="3441263"/>
            <a:ext cx="114300" cy="127873"/>
          </a:xfrm>
          <a:prstGeom xmlns:a="http://schemas.openxmlformats.org/drawingml/2006/main" prst="rect">
            <a:avLst/>
          </a:prstGeom>
        </p:spPr>
      </p:pic>
      <p:pic>
        <p:nvPicPr>
          <p:cNvPr id="78" name="d-output-1-domain" descr="t\ (\mathrm{ms})">
            <a:extLst xmlns:a="http://schemas.openxmlformats.org/drawingml/2006/main">
              <a:ext uri="{FF2B5EF4-FFF2-40B4-BE49-F238E27FC236}">
                <a16:creationId xmlns:a16="http://schemas.microsoft.com/office/drawing/2014/main" id="{46FC31B0-0A8F-41D2-B19C-B0647644397B}"/>
              </a:ext>
            </a:extLst>
          </p:cNvPr>
          <p:cNvPicPr>
            <a:picLocks xmlns:a="http://schemas.openxmlformats.org/drawingml/2006/main" noChangeAspect="1"/>
          </p:cNvPicPr>
          <p:nvPr/>
        </p:nvPicPr>
        <p:blipFill>
          <a:blip xmlns:r="http://schemas.openxmlformats.org/officeDocument/2006/relationships" xmlns:a="http://schemas.openxmlformats.org/drawingml/2006/main" r:embed="Rb4452b40ef8849f5">
            <a:extLst>
              <a:ext uri="{96DAC541-7B7A-43D3-8B79-37D633B846F1}">
                <ns24:svgBlip xmlns:ns24="http://schemas.microsoft.com/office/drawing/2016/SVG/main" r:embed="rIdMathSvg24"/>
              </a:ext>
            </a:extLst>
          </a:blip>
          <a:stretch xmlns:a="http://schemas.openxmlformats.org/drawingml/2006/main"/>
        </p:blipFill>
        <p:spPr>
          <a:xfrm xmlns:a="http://schemas.openxmlformats.org/drawingml/2006/main">
            <a:off x="10517505" y="4344472"/>
            <a:ext cx="531495" cy="169307"/>
          </a:xfrm>
          <a:prstGeom xmlns:a="http://schemas.openxmlformats.org/drawingml/2006/main" prst="rect">
            <a:avLst/>
          </a:prstGeom>
        </p:spPr>
      </p:pic>
      <p:pic>
        <p:nvPicPr>
          <p:cNvPr id="79" name="d-output-1-ticklabel-0" descr="0">
            <a:extLst xmlns:a="http://schemas.openxmlformats.org/drawingml/2006/main">
              <a:ext uri="{FF2B5EF4-FFF2-40B4-BE49-F238E27FC236}">
                <a16:creationId xmlns:a16="http://schemas.microsoft.com/office/drawing/2014/main" id="{ACA8FA50-547C-49D0-8293-F6C58AD14C1D}"/>
              </a:ext>
            </a:extLst>
          </p:cNvPr>
          <p:cNvPicPr>
            <a:picLocks xmlns:a="http://schemas.openxmlformats.org/drawingml/2006/main" noChangeAspect="1"/>
          </p:cNvPicPr>
          <p:nvPr/>
        </p:nvPicPr>
        <p:blipFill>
          <a:blip xmlns:r="http://schemas.openxmlformats.org/officeDocument/2006/relationships" xmlns:a="http://schemas.openxmlformats.org/drawingml/2006/main" r:embed="R2bcc002991a1459b">
            <a:extLst>
              <a:ext uri="{96DAC541-7B7A-43D3-8B79-37D633B846F1}">
                <ns25:svgBlip xmlns:ns25="http://schemas.microsoft.com/office/drawing/2016/SVG/main" r:embed="rIdMathSvg25"/>
              </a:ext>
            </a:extLst>
          </a:blip>
          <a:stretch xmlns:a="http://schemas.openxmlformats.org/drawingml/2006/main"/>
        </p:blipFill>
        <p:spPr>
          <a:xfrm xmlns:a="http://schemas.openxmlformats.org/drawingml/2006/main">
            <a:off x="7467600" y="4022288"/>
            <a:ext cx="114300" cy="127873"/>
          </a:xfrm>
          <a:prstGeom xmlns:a="http://schemas.openxmlformats.org/drawingml/2006/main" prst="rect">
            <a:avLst/>
          </a:prstGeom>
        </p:spPr>
      </p:pic>
      <p:pic>
        <p:nvPicPr>
          <p:cNvPr id="80" name="d-output-1-ticklabel-1" descr="1">
            <a:extLst xmlns:a="http://schemas.openxmlformats.org/drawingml/2006/main">
              <a:ext uri="{FF2B5EF4-FFF2-40B4-BE49-F238E27FC236}">
                <a16:creationId xmlns:a16="http://schemas.microsoft.com/office/drawing/2014/main" id="{A2F666AB-5593-4A02-8AC5-81758FF0A4BF}"/>
              </a:ext>
            </a:extLst>
          </p:cNvPr>
          <p:cNvPicPr>
            <a:picLocks xmlns:a="http://schemas.openxmlformats.org/drawingml/2006/main" noChangeAspect="1"/>
          </p:cNvPicPr>
          <p:nvPr/>
        </p:nvPicPr>
        <p:blipFill>
          <a:blip xmlns:r="http://schemas.openxmlformats.org/officeDocument/2006/relationships" xmlns:a="http://schemas.openxmlformats.org/drawingml/2006/main" r:embed="Ra4f38716844f4429">
            <a:extLst>
              <a:ext uri="{96DAC541-7B7A-43D3-8B79-37D633B846F1}">
                <ns26:svgBlip xmlns:ns26="http://schemas.microsoft.com/office/drawing/2016/SVG/main" r:embed="rIdMathSvg26"/>
              </a:ext>
            </a:extLst>
          </a:blip>
          <a:stretch xmlns:a="http://schemas.openxmlformats.org/drawingml/2006/main"/>
        </p:blipFill>
        <p:spPr>
          <a:xfrm xmlns:a="http://schemas.openxmlformats.org/drawingml/2006/main">
            <a:off x="10991850" y="4022288"/>
            <a:ext cx="114300" cy="127873"/>
          </a:xfrm>
          <a:prstGeom xmlns:a="http://schemas.openxmlformats.org/drawingml/2006/main" prst="rect">
            <a:avLst/>
          </a:prstGeom>
        </p:spPr>
      </p:pic>
      <p:pic>
        <p:nvPicPr>
          <p:cNvPr id="81" name="signal-main" descr="s(t)=A_c\cos\theta_i(t)">
            <a:extLst xmlns:a="http://schemas.openxmlformats.org/drawingml/2006/main">
              <a:ext uri="{FF2B5EF4-FFF2-40B4-BE49-F238E27FC236}">
                <a16:creationId xmlns:a16="http://schemas.microsoft.com/office/drawing/2014/main" id="{E18F6B37-10BA-4A16-8338-9C0F7B4B95F3}"/>
              </a:ext>
            </a:extLst>
          </p:cNvPr>
          <p:cNvPicPr>
            <a:picLocks xmlns:a="http://schemas.openxmlformats.org/drawingml/2006/main" noChangeAspect="1"/>
          </p:cNvPicPr>
          <p:nvPr/>
        </p:nvPicPr>
        <p:blipFill>
          <a:blip xmlns:r="http://schemas.openxmlformats.org/officeDocument/2006/relationships" xmlns:a="http://schemas.openxmlformats.org/drawingml/2006/main" r:embed="Rfd7ca93080744a37">
            <a:extLst>
              <a:ext uri="{96DAC541-7B7A-43D3-8B79-37D633B846F1}">
                <ns27:svgBlip xmlns:ns27="http://schemas.microsoft.com/office/drawing/2016/SVG/main" r:embed="rIdMathSvg27"/>
              </a:ext>
            </a:extLst>
          </a:blip>
          <a:stretch xmlns:a="http://schemas.openxmlformats.org/drawingml/2006/main"/>
        </p:blipFill>
        <p:spPr>
          <a:xfrm xmlns:a="http://schemas.openxmlformats.org/drawingml/2006/main">
            <a:off x="609600" y="5015716"/>
            <a:ext cx="2263140" cy="255568"/>
          </a:xfrm>
          <a:prstGeom xmlns:a="http://schemas.openxmlformats.org/drawingml/2006/main" prst="rect">
            <a:avLst/>
          </a:prstGeom>
        </p:spPr>
      </p:pic>
      <p:pic>
        <p:nvPicPr>
          <p:cNvPr id="82" name="derivative-chain-rule" descr="\frac{d}{dt}\cos(2\pi ft)=-\sin(2\pi ft)\cdot2\pi f">
            <a:extLst xmlns:a="http://schemas.openxmlformats.org/drawingml/2006/main">
              <a:ext uri="{FF2B5EF4-FFF2-40B4-BE49-F238E27FC236}">
                <a16:creationId xmlns:a16="http://schemas.microsoft.com/office/drawing/2014/main" id="{C14DA438-C216-4E94-8CDE-D5A3B82E8192}"/>
              </a:ext>
            </a:extLst>
          </p:cNvPr>
          <p:cNvPicPr>
            <a:picLocks xmlns:a="http://schemas.openxmlformats.org/drawingml/2006/main" noChangeAspect="1"/>
          </p:cNvPicPr>
          <p:nvPr/>
        </p:nvPicPr>
        <p:blipFill>
          <a:blip xmlns:r="http://schemas.openxmlformats.org/officeDocument/2006/relationships" xmlns:a="http://schemas.openxmlformats.org/drawingml/2006/main" r:embed="R6462630fbd004393">
            <a:extLst>
              <a:ext uri="{96DAC541-7B7A-43D3-8B79-37D633B846F1}">
                <ns28:svgBlip xmlns:ns28="http://schemas.microsoft.com/office/drawing/2016/SVG/main" r:embed="rIdMathSvg28"/>
              </a:ext>
            </a:extLst>
          </a:blip>
          <a:stretch xmlns:a="http://schemas.openxmlformats.org/drawingml/2006/main"/>
        </p:blipFill>
        <p:spPr>
          <a:xfrm xmlns:a="http://schemas.openxmlformats.org/drawingml/2006/main">
            <a:off x="1181100" y="5499199"/>
            <a:ext cx="3739515" cy="317302"/>
          </a:xfrm>
          <a:prstGeom xmlns:a="http://schemas.openxmlformats.org/drawingml/2006/main" prst="rect">
            <a:avLst/>
          </a:prstGeom>
        </p:spPr>
      </p:pic>
      <p:pic>
        <p:nvPicPr>
          <p:cNvPr id="83" name="derivative-amplitude-gain" descr="\text{Amplitude gain}=|-2\pi f|=2\pi|f|">
            <a:extLst xmlns:a="http://schemas.openxmlformats.org/drawingml/2006/main">
              <a:ext uri="{FF2B5EF4-FFF2-40B4-BE49-F238E27FC236}">
                <a16:creationId xmlns:a16="http://schemas.microsoft.com/office/drawing/2014/main" id="{4379C784-162E-4C58-95D1-EBDC7044A223}"/>
              </a:ext>
            </a:extLst>
          </p:cNvPr>
          <p:cNvPicPr>
            <a:picLocks xmlns:a="http://schemas.openxmlformats.org/drawingml/2006/main" noChangeAspect="1"/>
          </p:cNvPicPr>
          <p:nvPr/>
        </p:nvPicPr>
        <p:blipFill>
          <a:blip xmlns:r="http://schemas.openxmlformats.org/officeDocument/2006/relationships" xmlns:a="http://schemas.openxmlformats.org/drawingml/2006/main" r:embed="Re6ad7e176b734cd4">
            <a:extLst>
              <a:ext uri="{96DAC541-7B7A-43D3-8B79-37D633B846F1}">
                <ns29:svgBlip xmlns:ns29="http://schemas.microsoft.com/office/drawing/2016/SVG/main" r:embed="rIdMathSvg29"/>
              </a:ext>
            </a:extLst>
          </a:blip>
          <a:stretch xmlns:a="http://schemas.openxmlformats.org/drawingml/2006/main"/>
        </p:blipFill>
        <p:spPr>
          <a:xfrm xmlns:a="http://schemas.openxmlformats.org/drawingml/2006/main">
            <a:off x="1181100" y="6039624"/>
            <a:ext cx="4185285" cy="246102"/>
          </a:xfrm>
          <a:prstGeom xmlns:a="http://schemas.openxmlformats.org/drawingml/2006/main" prst="rect">
            <a:avLst/>
          </a:prstGeom>
        </p:spPr>
      </p:pic>
      <p:pic>
        <p:nvPicPr>
          <p:cNvPr id="84" name="derivative-numbers" descr="\text{Normalized amplitude:}\quad\frac{1\ \mathrm{kHz}}{1\ \mathrm{kHz}}=1,\qquad\frac{3\ \mathrm{kHz}}{1\ \mathrm{kHz}}=3">
            <a:extLst xmlns:a="http://schemas.openxmlformats.org/drawingml/2006/main">
              <a:ext uri="{FF2B5EF4-FFF2-40B4-BE49-F238E27FC236}">
                <a16:creationId xmlns:a16="http://schemas.microsoft.com/office/drawing/2014/main" id="{4B73F2CA-F133-4338-8E01-219923724708}"/>
              </a:ext>
            </a:extLst>
          </p:cNvPr>
          <p:cNvPicPr>
            <a:picLocks xmlns:a="http://schemas.openxmlformats.org/drawingml/2006/main" noChangeAspect="1"/>
          </p:cNvPicPr>
          <p:nvPr/>
        </p:nvPicPr>
        <p:blipFill>
          <a:blip xmlns:r="http://schemas.openxmlformats.org/officeDocument/2006/relationships" xmlns:a="http://schemas.openxmlformats.org/drawingml/2006/main" r:embed="Rd35cc577077a441a">
            <a:extLst>
              <a:ext uri="{96DAC541-7B7A-43D3-8B79-37D633B846F1}">
                <ns30:svgBlip xmlns:ns30="http://schemas.microsoft.com/office/drawing/2016/SVG/main" r:embed="rIdMathSvg30"/>
              </a:ext>
            </a:extLst>
          </a:blip>
          <a:stretch xmlns:a="http://schemas.openxmlformats.org/drawingml/2006/main"/>
        </p:blipFill>
        <p:spPr>
          <a:xfrm xmlns:a="http://schemas.openxmlformats.org/drawingml/2006/main">
            <a:off x="666750" y="4514701"/>
            <a:ext cx="5929313" cy="305098"/>
          </a:xfrm>
          <a:prstGeom xmlns:a="http://schemas.openxmlformats.org/drawingml/2006/main" prst="rect">
            <a:avLst/>
          </a:prstGeom>
        </p:spPr>
      </p:pic>
    </p:spTree>
    <p:extLst>
      <p:ext uri="{BB962C8B-B14F-4D97-AF65-F5344CB8AC3E}">
        <p14:creationId xmlns:p14="http://schemas.microsoft.com/office/powerpoint/2010/main" val="11110158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4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fade">
                                      <p:cBhvr>
                                        <p:cTn id="12" dur="4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4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4"/>
                                        </p:tgtEl>
                                        <p:attrNameLst>
                                          <p:attrName>style.visibility</p:attrName>
                                        </p:attrNameLst>
                                      </p:cBhvr>
                                      <p:to>
                                        <p:strVal val="visible"/>
                                      </p:to>
                                    </p:set>
                                    <p:animEffect transition="in" filter="fade">
                                      <p:cBhvr>
                                        <p:cTn id="27"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a:t>
            </a:r>
          </a:p>
        </p:txBody>
      </p:sp>
      <p:sp>
        <p:nvSpPr>
          <p:cNvPr id="3" name="route-arrow-0-shaft">
            <a:extLst xmlns:a="http://schemas.openxmlformats.org/drawingml/2006/main">
              <a:ext uri="{FF2B5EF4-FFF2-40B4-BE49-F238E27FC236}">
                <a16:creationId xmlns:a16="http://schemas.microsoft.com/office/drawing/2014/main" id="{A6C414B1-AF6C-4F4E-9EC9-772502FF585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62406EB2-8E2C-43E3-82BE-9A8216577565}"/>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C5F89E8-2300-4052-83C1-7E8D63768FA1}"/>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63D5120-26B7-42E1-ADDD-9FF3A6ABC04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76F79CA8-4B20-44DC-8531-CC6AC352172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D4DFDE50-3EB2-4306-ADF0-881D7182F940}"/>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36BBB980-75B7-4879-9C57-2C054293A4B9}"/>
              </a:ext>
            </a:extLst>
          </p:cNvPr>
          <p:cNvSpPr>
            <a:spLocks xmlns:a="http://schemas.openxmlformats.org/drawingml/2006/main" noGrp="1"/>
          </p:cNvSpPr>
          <p:nvPr/>
        </p:nvSpPr>
        <p:spPr>
          <a:xfrm xmlns:a="http://schemas.openxmlformats.org/drawingml/2006/main">
            <a:off x="609600" y="19907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PLL: adjust a local cosine to follow s(t)</a:t>
            </a:r>
          </a:p>
        </p:txBody>
      </p:sp>
      <p:sp>
        <p:nvSpPr>
          <p:cNvPr id="10" name="pll-compare-axis-axis-shaft">
            <a:extLst xmlns:a="http://schemas.openxmlformats.org/drawingml/2006/main">
              <a:ext uri="{FF2B5EF4-FFF2-40B4-BE49-F238E27FC236}">
                <a16:creationId xmlns:a16="http://schemas.microsoft.com/office/drawing/2014/main" id="{142DB48D-C4C8-4ABD-8E29-FBCBC54DB866}"/>
              </a:ext>
            </a:extLst>
          </p:cNvPr>
          <p:cNvSpPr>
            <a:spLocks xmlns:a="http://schemas.openxmlformats.org/drawingml/2006/main" noGrp="1"/>
          </p:cNvSpPr>
          <p:nvPr/>
        </p:nvSpPr>
        <p:spPr>
          <a:xfrm xmlns:a="http://schemas.openxmlformats.org/drawingml/2006/main">
            <a:off x="1171575" y="4676775"/>
            <a:ext cx="4724400" cy="16193"/>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pll-compare-axis-axis-head">
            <a:extLst xmlns:a="http://schemas.openxmlformats.org/drawingml/2006/main">
              <a:ext uri="{FF2B5EF4-FFF2-40B4-BE49-F238E27FC236}">
                <a16:creationId xmlns:a16="http://schemas.microsoft.com/office/drawing/2014/main" id="{9D9E41CA-DE1E-4E29-ABCA-9DBDD9AF0398}"/>
              </a:ext>
            </a:extLst>
          </p:cNvPr>
          <p:cNvSpPr>
            <a:spLocks xmlns:a="http://schemas.openxmlformats.org/drawingml/2006/main" noGrp="1"/>
          </p:cNvSpPr>
          <p:nvPr/>
        </p:nvSpPr>
        <p:spPr>
          <a:xfrm xmlns:a="http://schemas.openxmlformats.org/drawingml/2006/main" rot="5400000">
            <a:off x="5876925" y="4633913"/>
            <a:ext cx="104775" cy="104775"/>
          </a:xfrm>
          <a:prstGeom xmlns:a="http://schemas.openxmlformats.org/drawingml/2006/main" prst="triangle">
            <a:avLst/>
          </a:prstGeom>
          <a:solidFill xmlns:a="http://schemas.openxmlformats.org/drawingml/2006/main">
            <a:srgbClr val="777777"/>
          </a:solidFill>
          <a:ln xmlns:a="http://schemas.openxmlformats.org/drawingml/2006/main" w="0">
            <a:noFill/>
          </a:ln>
        </p:spPr>
      </p:sp>
      <p:sp>
        <p:nvSpPr>
          <p:cNvPr id="12" name="pll-compare-axis-tick-0">
            <a:extLst xmlns:a="http://schemas.openxmlformats.org/drawingml/2006/main">
              <a:ext uri="{FF2B5EF4-FFF2-40B4-BE49-F238E27FC236}">
                <a16:creationId xmlns:a16="http://schemas.microsoft.com/office/drawing/2014/main" id="{467F4920-5B38-4DE4-A094-DB9C7A740A21}"/>
              </a:ext>
            </a:extLst>
          </p:cNvPr>
          <p:cNvSpPr>
            <a:spLocks xmlns:a="http://schemas.openxmlformats.org/drawingml/2006/main" noGrp="1"/>
          </p:cNvSpPr>
          <p:nvPr/>
        </p:nvSpPr>
        <p:spPr>
          <a:xfrm xmlns:a="http://schemas.openxmlformats.org/drawingml/2006/main">
            <a:off x="1171575" y="46767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pll-compare-axis-tick-1">
            <a:extLst xmlns:a="http://schemas.openxmlformats.org/drawingml/2006/main">
              <a:ext uri="{FF2B5EF4-FFF2-40B4-BE49-F238E27FC236}">
                <a16:creationId xmlns:a16="http://schemas.microsoft.com/office/drawing/2014/main" id="{8D5A9380-24CA-4340-9FAE-FE712AD95E72}"/>
              </a:ext>
            </a:extLst>
          </p:cNvPr>
          <p:cNvSpPr>
            <a:spLocks xmlns:a="http://schemas.openxmlformats.org/drawingml/2006/main" noGrp="1"/>
          </p:cNvSpPr>
          <p:nvPr/>
        </p:nvSpPr>
        <p:spPr>
          <a:xfrm xmlns:a="http://schemas.openxmlformats.org/drawingml/2006/main">
            <a:off x="5981700" y="4676775"/>
            <a:ext cx="9525" cy="5715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pll-input-label">
            <a:extLst xmlns:a="http://schemas.openxmlformats.org/drawingml/2006/main">
              <a:ext uri="{FF2B5EF4-FFF2-40B4-BE49-F238E27FC236}">
                <a16:creationId xmlns:a16="http://schemas.microsoft.com/office/drawing/2014/main" id="{AE6C9241-C827-4801-BC09-B89E346F81D4}"/>
              </a:ext>
            </a:extLst>
          </p:cNvPr>
          <p:cNvSpPr>
            <a:spLocks xmlns:a="http://schemas.openxmlformats.org/drawingml/2006/main" noGrp="1"/>
          </p:cNvSpPr>
          <p:nvPr/>
        </p:nvSpPr>
        <p:spPr>
          <a:xfrm xmlns:a="http://schemas.openxmlformats.org/drawingml/2006/main">
            <a:off x="1200150" y="362902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777777"/>
                </a:solidFill>
                <a:latin typeface="Times New Roman"/>
                <a:ea typeface="Times New Roman"/>
                <a:cs typeface="Times New Roman"/>
              </a:defRPr>
            </a:defPPr>
          </a:lstStyle>
          <a:p xmlns:a="http://schemas.openxmlformats.org/drawingml/2006/main">
            <a:pPr algn="l">
              <a:defRPr sz="2175" b="1" i="0">
                <a:solidFill>
                  <a:srgbClr val="777777"/>
                </a:solidFill>
                <a:latin typeface="Times New Roman"/>
                <a:ea typeface="Times New Roman"/>
                <a:cs typeface="Times New Roman"/>
              </a:defRPr>
            </a:pPr>
            <a:r>
              <a:rPr sz="2175" b="1" i="0">
                <a:solidFill>
                  <a:srgbClr val="777777"/>
                </a:solidFill>
                <a:latin typeface="Times New Roman"/>
                <a:ea typeface="Times New Roman"/>
                <a:cs typeface="Times New Roman"/>
              </a:rPr>
              <a:t>Input s(t)</a:t>
            </a:r>
          </a:p>
        </p:txBody>
      </p:sp>
      <p:sp>
        <p:nvSpPr>
          <p:cNvPr id="15" name="pll-input-trace">
            <a:extLst xmlns:a="http://schemas.openxmlformats.org/drawingml/2006/main">
              <a:ext uri="{FF2B5EF4-FFF2-40B4-BE49-F238E27FC236}">
                <a16:creationId xmlns:a16="http://schemas.microsoft.com/office/drawing/2014/main" id="{273FC7E7-D539-4414-9051-6756E5411A45}"/>
              </a:ext>
            </a:extLst>
          </p:cNvPr>
          <p:cNvSpPr>
            <a:spLocks xmlns:a="http://schemas.openxmlformats.org/drawingml/2006/main" noGrp="1"/>
          </p:cNvSpPr>
          <p:nvPr/>
        </p:nvSpPr>
        <p:spPr>
          <a:xfrm xmlns:a="http://schemas.openxmlformats.org/drawingml/2006/main">
            <a:off x="1171575" y="4181475"/>
            <a:ext cx="4810125" cy="990597"/>
          </a:xfrm>
          <a:custGeom xmlns:a="http://schemas.openxmlformats.org/drawingml/2006/main">
            <a:pathLst>
              <a:path w="4810125" h="990597">
                <a:moveTo>
                  <a:pt x="0" y="0"/>
                </a:moveTo>
                <a:lnTo>
                  <a:pt x="9620" y="116"/>
                </a:lnTo>
                <a:lnTo>
                  <a:pt x="19240" y="465"/>
                </a:lnTo>
                <a:lnTo>
                  <a:pt x="28861" y="1047"/>
                </a:lnTo>
                <a:lnTo>
                  <a:pt x="38481" y="1861"/>
                </a:lnTo>
                <a:lnTo>
                  <a:pt x="48101" y="2906"/>
                </a:lnTo>
                <a:lnTo>
                  <a:pt x="57722" y="4183"/>
                </a:lnTo>
                <a:lnTo>
                  <a:pt x="67342" y="5691"/>
                </a:lnTo>
                <a:lnTo>
                  <a:pt x="76962" y="7429"/>
                </a:lnTo>
                <a:lnTo>
                  <a:pt x="86582" y="9396"/>
                </a:lnTo>
                <a:lnTo>
                  <a:pt x="96202" y="11591"/>
                </a:lnTo>
                <a:lnTo>
                  <a:pt x="105823" y="14014"/>
                </a:lnTo>
                <a:lnTo>
                  <a:pt x="115443" y="16662"/>
                </a:lnTo>
                <a:lnTo>
                  <a:pt x="125063" y="19536"/>
                </a:lnTo>
                <a:lnTo>
                  <a:pt x="134683" y="22633"/>
                </a:lnTo>
                <a:lnTo>
                  <a:pt x="144304" y="25952"/>
                </a:lnTo>
                <a:lnTo>
                  <a:pt x="153924" y="29492"/>
                </a:lnTo>
                <a:lnTo>
                  <a:pt x="163544" y="33250"/>
                </a:lnTo>
                <a:lnTo>
                  <a:pt x="173165" y="37226"/>
                </a:lnTo>
                <a:lnTo>
                  <a:pt x="182785" y="41416"/>
                </a:lnTo>
                <a:lnTo>
                  <a:pt x="192405" y="45820"/>
                </a:lnTo>
                <a:lnTo>
                  <a:pt x="202025" y="50435"/>
                </a:lnTo>
                <a:lnTo>
                  <a:pt x="211646" y="55259"/>
                </a:lnTo>
                <a:lnTo>
                  <a:pt x="221266" y="60290"/>
                </a:lnTo>
                <a:lnTo>
                  <a:pt x="230886" y="65525"/>
                </a:lnTo>
                <a:lnTo>
                  <a:pt x="240506" y="70961"/>
                </a:lnTo>
                <a:lnTo>
                  <a:pt x="250126" y="76597"/>
                </a:lnTo>
                <a:lnTo>
                  <a:pt x="259747" y="82430"/>
                </a:lnTo>
                <a:lnTo>
                  <a:pt x="269367" y="88456"/>
                </a:lnTo>
                <a:lnTo>
                  <a:pt x="278987" y="94674"/>
                </a:lnTo>
                <a:lnTo>
                  <a:pt x="288608" y="101079"/>
                </a:lnTo>
                <a:lnTo>
                  <a:pt x="298228" y="107670"/>
                </a:lnTo>
                <a:lnTo>
                  <a:pt x="307848" y="114442"/>
                </a:lnTo>
                <a:lnTo>
                  <a:pt x="317468" y="121394"/>
                </a:lnTo>
                <a:lnTo>
                  <a:pt x="327089" y="128520"/>
                </a:lnTo>
                <a:lnTo>
                  <a:pt x="336709" y="135819"/>
                </a:lnTo>
                <a:lnTo>
                  <a:pt x="346329" y="143287"/>
                </a:lnTo>
                <a:lnTo>
                  <a:pt x="355949" y="150920"/>
                </a:lnTo>
                <a:lnTo>
                  <a:pt x="365569" y="158714"/>
                </a:lnTo>
                <a:lnTo>
                  <a:pt x="375190" y="166667"/>
                </a:lnTo>
                <a:lnTo>
                  <a:pt x="384810" y="174773"/>
                </a:lnTo>
                <a:lnTo>
                  <a:pt x="394430" y="183030"/>
                </a:lnTo>
                <a:lnTo>
                  <a:pt x="404051" y="191433"/>
                </a:lnTo>
                <a:lnTo>
                  <a:pt x="413671" y="199979"/>
                </a:lnTo>
                <a:lnTo>
                  <a:pt x="423291" y="208663"/>
                </a:lnTo>
                <a:lnTo>
                  <a:pt x="432911" y="217482"/>
                </a:lnTo>
                <a:lnTo>
                  <a:pt x="442532" y="226431"/>
                </a:lnTo>
                <a:lnTo>
                  <a:pt x="452152" y="235506"/>
                </a:lnTo>
                <a:lnTo>
                  <a:pt x="461772" y="244703"/>
                </a:lnTo>
                <a:lnTo>
                  <a:pt x="471392" y="254017"/>
                </a:lnTo>
                <a:lnTo>
                  <a:pt x="481013" y="263444"/>
                </a:lnTo>
                <a:lnTo>
                  <a:pt x="490633" y="272980"/>
                </a:lnTo>
                <a:lnTo>
                  <a:pt x="500253" y="282620"/>
                </a:lnTo>
                <a:lnTo>
                  <a:pt x="509873" y="292359"/>
                </a:lnTo>
                <a:lnTo>
                  <a:pt x="519493" y="302193"/>
                </a:lnTo>
                <a:lnTo>
                  <a:pt x="529114" y="312118"/>
                </a:lnTo>
                <a:lnTo>
                  <a:pt x="538734" y="322129"/>
                </a:lnTo>
                <a:lnTo>
                  <a:pt x="548354" y="332220"/>
                </a:lnTo>
                <a:lnTo>
                  <a:pt x="557974" y="342388"/>
                </a:lnTo>
                <a:lnTo>
                  <a:pt x="567595" y="352627"/>
                </a:lnTo>
                <a:lnTo>
                  <a:pt x="577215" y="362933"/>
                </a:lnTo>
                <a:lnTo>
                  <a:pt x="586835" y="373301"/>
                </a:lnTo>
                <a:lnTo>
                  <a:pt x="596456" y="383725"/>
                </a:lnTo>
                <a:lnTo>
                  <a:pt x="606076" y="394202"/>
                </a:lnTo>
                <a:lnTo>
                  <a:pt x="615696" y="404726"/>
                </a:lnTo>
                <a:lnTo>
                  <a:pt x="625316" y="415292"/>
                </a:lnTo>
                <a:lnTo>
                  <a:pt x="634937" y="425895"/>
                </a:lnTo>
                <a:lnTo>
                  <a:pt x="644557" y="436530"/>
                </a:lnTo>
                <a:lnTo>
                  <a:pt x="654177" y="447193"/>
                </a:lnTo>
                <a:lnTo>
                  <a:pt x="663797" y="457878"/>
                </a:lnTo>
                <a:lnTo>
                  <a:pt x="673417" y="468580"/>
                </a:lnTo>
                <a:lnTo>
                  <a:pt x="683038" y="479294"/>
                </a:lnTo>
                <a:lnTo>
                  <a:pt x="692658" y="490015"/>
                </a:lnTo>
                <a:lnTo>
                  <a:pt x="702278" y="500739"/>
                </a:lnTo>
                <a:lnTo>
                  <a:pt x="711899" y="511459"/>
                </a:lnTo>
                <a:lnTo>
                  <a:pt x="721519" y="522172"/>
                </a:lnTo>
                <a:lnTo>
                  <a:pt x="731139" y="532872"/>
                </a:lnTo>
                <a:lnTo>
                  <a:pt x="740759" y="543553"/>
                </a:lnTo>
                <a:lnTo>
                  <a:pt x="750380" y="554212"/>
                </a:lnTo>
                <a:lnTo>
                  <a:pt x="760000" y="564843"/>
                </a:lnTo>
                <a:lnTo>
                  <a:pt x="769620" y="575441"/>
                </a:lnTo>
                <a:lnTo>
                  <a:pt x="779240" y="586000"/>
                </a:lnTo>
                <a:lnTo>
                  <a:pt x="788860" y="596517"/>
                </a:lnTo>
                <a:lnTo>
                  <a:pt x="798481" y="606987"/>
                </a:lnTo>
                <a:lnTo>
                  <a:pt x="808101" y="617403"/>
                </a:lnTo>
                <a:lnTo>
                  <a:pt x="817721" y="627762"/>
                </a:lnTo>
                <a:lnTo>
                  <a:pt x="827342" y="638058"/>
                </a:lnTo>
                <a:lnTo>
                  <a:pt x="836962" y="648287"/>
                </a:lnTo>
                <a:lnTo>
                  <a:pt x="846582" y="658445"/>
                </a:lnTo>
                <a:lnTo>
                  <a:pt x="856202" y="668525"/>
                </a:lnTo>
                <a:lnTo>
                  <a:pt x="865823" y="678524"/>
                </a:lnTo>
                <a:lnTo>
                  <a:pt x="875443" y="688436"/>
                </a:lnTo>
                <a:lnTo>
                  <a:pt x="885063" y="698258"/>
                </a:lnTo>
                <a:lnTo>
                  <a:pt x="894683" y="707985"/>
                </a:lnTo>
                <a:lnTo>
                  <a:pt x="904304" y="717611"/>
                </a:lnTo>
                <a:lnTo>
                  <a:pt x="913924" y="727133"/>
                </a:lnTo>
                <a:lnTo>
                  <a:pt x="923544" y="736546"/>
                </a:lnTo>
                <a:lnTo>
                  <a:pt x="933164" y="745846"/>
                </a:lnTo>
                <a:lnTo>
                  <a:pt x="942785" y="755028"/>
                </a:lnTo>
                <a:lnTo>
                  <a:pt x="952405" y="764088"/>
                </a:lnTo>
                <a:lnTo>
                  <a:pt x="962025" y="773023"/>
                </a:lnTo>
                <a:lnTo>
                  <a:pt x="971645" y="781826"/>
                </a:lnTo>
                <a:lnTo>
                  <a:pt x="981265" y="790496"/>
                </a:lnTo>
                <a:lnTo>
                  <a:pt x="990886" y="799027"/>
                </a:lnTo>
                <a:lnTo>
                  <a:pt x="1000506" y="807415"/>
                </a:lnTo>
                <a:lnTo>
                  <a:pt x="1010126" y="815658"/>
                </a:lnTo>
                <a:lnTo>
                  <a:pt x="1019747" y="823750"/>
                </a:lnTo>
                <a:lnTo>
                  <a:pt x="1029367" y="831688"/>
                </a:lnTo>
                <a:lnTo>
                  <a:pt x="1038987" y="839468"/>
                </a:lnTo>
                <a:lnTo>
                  <a:pt x="1048607" y="847088"/>
                </a:lnTo>
                <a:lnTo>
                  <a:pt x="1058228" y="854542"/>
                </a:lnTo>
                <a:lnTo>
                  <a:pt x="1067848" y="861829"/>
                </a:lnTo>
                <a:lnTo>
                  <a:pt x="1077468" y="868943"/>
                </a:lnTo>
                <a:lnTo>
                  <a:pt x="1087088" y="875883"/>
                </a:lnTo>
                <a:lnTo>
                  <a:pt x="1096708" y="882645"/>
                </a:lnTo>
                <a:lnTo>
                  <a:pt x="1106329" y="889225"/>
                </a:lnTo>
                <a:lnTo>
                  <a:pt x="1115949" y="895621"/>
                </a:lnTo>
                <a:lnTo>
                  <a:pt x="1125569" y="901830"/>
                </a:lnTo>
                <a:lnTo>
                  <a:pt x="1135190" y="907848"/>
                </a:lnTo>
                <a:lnTo>
                  <a:pt x="1144810" y="913674"/>
                </a:lnTo>
                <a:lnTo>
                  <a:pt x="1154430" y="919304"/>
                </a:lnTo>
                <a:lnTo>
                  <a:pt x="1164050" y="924736"/>
                </a:lnTo>
                <a:lnTo>
                  <a:pt x="1173671" y="929967"/>
                </a:lnTo>
                <a:lnTo>
                  <a:pt x="1183291" y="934995"/>
                </a:lnTo>
                <a:lnTo>
                  <a:pt x="1192911" y="939817"/>
                </a:lnTo>
                <a:lnTo>
                  <a:pt x="1202531" y="944432"/>
                </a:lnTo>
                <a:lnTo>
                  <a:pt x="1212152" y="948837"/>
                </a:lnTo>
                <a:lnTo>
                  <a:pt x="1221772" y="953030"/>
                </a:lnTo>
                <a:lnTo>
                  <a:pt x="1231392" y="957010"/>
                </a:lnTo>
                <a:lnTo>
                  <a:pt x="1241012" y="960774"/>
                </a:lnTo>
                <a:lnTo>
                  <a:pt x="1250633" y="964320"/>
                </a:lnTo>
                <a:lnTo>
                  <a:pt x="1260253" y="967648"/>
                </a:lnTo>
                <a:lnTo>
                  <a:pt x="1269873" y="970756"/>
                </a:lnTo>
                <a:lnTo>
                  <a:pt x="1279493" y="973641"/>
                </a:lnTo>
                <a:lnTo>
                  <a:pt x="1289114" y="976304"/>
                </a:lnTo>
                <a:lnTo>
                  <a:pt x="1298734" y="978742"/>
                </a:lnTo>
                <a:lnTo>
                  <a:pt x="1308354" y="980954"/>
                </a:lnTo>
                <a:lnTo>
                  <a:pt x="1317974" y="982941"/>
                </a:lnTo>
                <a:lnTo>
                  <a:pt x="1327595" y="984700"/>
                </a:lnTo>
                <a:lnTo>
                  <a:pt x="1337215" y="986231"/>
                </a:lnTo>
                <a:lnTo>
                  <a:pt x="1346835" y="987533"/>
                </a:lnTo>
                <a:lnTo>
                  <a:pt x="1356455" y="988606"/>
                </a:lnTo>
                <a:lnTo>
                  <a:pt x="1366075" y="989449"/>
                </a:lnTo>
                <a:lnTo>
                  <a:pt x="1375696" y="990062"/>
                </a:lnTo>
                <a:lnTo>
                  <a:pt x="1385316" y="990445"/>
                </a:lnTo>
                <a:lnTo>
                  <a:pt x="1394936" y="990597"/>
                </a:lnTo>
                <a:lnTo>
                  <a:pt x="1404557" y="990519"/>
                </a:lnTo>
                <a:lnTo>
                  <a:pt x="1414177" y="990210"/>
                </a:lnTo>
                <a:lnTo>
                  <a:pt x="1423797" y="989671"/>
                </a:lnTo>
                <a:lnTo>
                  <a:pt x="1433417" y="988902"/>
                </a:lnTo>
                <a:lnTo>
                  <a:pt x="1443038" y="987904"/>
                </a:lnTo>
                <a:lnTo>
                  <a:pt x="1452658" y="986677"/>
                </a:lnTo>
                <a:lnTo>
                  <a:pt x="1462278" y="985221"/>
                </a:lnTo>
                <a:lnTo>
                  <a:pt x="1471898" y="983537"/>
                </a:lnTo>
                <a:lnTo>
                  <a:pt x="1481518" y="981627"/>
                </a:lnTo>
                <a:lnTo>
                  <a:pt x="1491139" y="979491"/>
                </a:lnTo>
                <a:lnTo>
                  <a:pt x="1500759" y="977130"/>
                </a:lnTo>
                <a:lnTo>
                  <a:pt x="1510379" y="974545"/>
                </a:lnTo>
                <a:lnTo>
                  <a:pt x="1520000" y="971738"/>
                </a:lnTo>
                <a:lnTo>
                  <a:pt x="1529620" y="968710"/>
                </a:lnTo>
                <a:lnTo>
                  <a:pt x="1539240" y="965462"/>
                </a:lnTo>
                <a:lnTo>
                  <a:pt x="1548860" y="961996"/>
                </a:lnTo>
                <a:lnTo>
                  <a:pt x="1558481" y="958313"/>
                </a:lnTo>
                <a:lnTo>
                  <a:pt x="1568101" y="954416"/>
                </a:lnTo>
                <a:lnTo>
                  <a:pt x="1577721" y="950306"/>
                </a:lnTo>
                <a:lnTo>
                  <a:pt x="1587341" y="945985"/>
                </a:lnTo>
                <a:lnTo>
                  <a:pt x="1596961" y="941455"/>
                </a:lnTo>
                <a:lnTo>
                  <a:pt x="1606582" y="936719"/>
                </a:lnTo>
                <a:lnTo>
                  <a:pt x="1616202" y="931778"/>
                </a:lnTo>
                <a:lnTo>
                  <a:pt x="1625822" y="926635"/>
                </a:lnTo>
                <a:lnTo>
                  <a:pt x="1635443" y="921293"/>
                </a:lnTo>
                <a:lnTo>
                  <a:pt x="1645063" y="915753"/>
                </a:lnTo>
                <a:lnTo>
                  <a:pt x="1654683" y="910019"/>
                </a:lnTo>
                <a:lnTo>
                  <a:pt x="1664303" y="904093"/>
                </a:lnTo>
                <a:lnTo>
                  <a:pt x="1673924" y="897978"/>
                </a:lnTo>
                <a:lnTo>
                  <a:pt x="1683544" y="891677"/>
                </a:lnTo>
                <a:lnTo>
                  <a:pt x="1693164" y="885193"/>
                </a:lnTo>
                <a:lnTo>
                  <a:pt x="1702784" y="878529"/>
                </a:lnTo>
                <a:lnTo>
                  <a:pt x="1712404" y="871688"/>
                </a:lnTo>
                <a:lnTo>
                  <a:pt x="1722025" y="864673"/>
                </a:lnTo>
                <a:lnTo>
                  <a:pt x="1731645" y="857487"/>
                </a:lnTo>
                <a:lnTo>
                  <a:pt x="1741265" y="850135"/>
                </a:lnTo>
                <a:lnTo>
                  <a:pt x="1750886" y="842619"/>
                </a:lnTo>
                <a:lnTo>
                  <a:pt x="1760506" y="834943"/>
                </a:lnTo>
                <a:lnTo>
                  <a:pt x="1770126" y="827110"/>
                </a:lnTo>
                <a:lnTo>
                  <a:pt x="1779746" y="819124"/>
                </a:lnTo>
                <a:lnTo>
                  <a:pt x="1789367" y="810990"/>
                </a:lnTo>
                <a:lnTo>
                  <a:pt x="1798987" y="802710"/>
                </a:lnTo>
                <a:lnTo>
                  <a:pt x="1808607" y="794288"/>
                </a:lnTo>
                <a:lnTo>
                  <a:pt x="1818227" y="785729"/>
                </a:lnTo>
                <a:lnTo>
                  <a:pt x="1827847" y="777037"/>
                </a:lnTo>
                <a:lnTo>
                  <a:pt x="1837468" y="768215"/>
                </a:lnTo>
                <a:lnTo>
                  <a:pt x="1847088" y="759268"/>
                </a:lnTo>
                <a:lnTo>
                  <a:pt x="1856708" y="750199"/>
                </a:lnTo>
                <a:lnTo>
                  <a:pt x="1866329" y="741014"/>
                </a:lnTo>
                <a:lnTo>
                  <a:pt x="1875949" y="731716"/>
                </a:lnTo>
                <a:lnTo>
                  <a:pt x="1885569" y="722310"/>
                </a:lnTo>
                <a:lnTo>
                  <a:pt x="1895189" y="712799"/>
                </a:lnTo>
                <a:lnTo>
                  <a:pt x="1904810" y="703190"/>
                </a:lnTo>
                <a:lnTo>
                  <a:pt x="1914430" y="693485"/>
                </a:lnTo>
                <a:lnTo>
                  <a:pt x="1924050" y="683689"/>
                </a:lnTo>
                <a:lnTo>
                  <a:pt x="1933670" y="673808"/>
                </a:lnTo>
                <a:lnTo>
                  <a:pt x="1943290" y="663845"/>
                </a:lnTo>
                <a:lnTo>
                  <a:pt x="1952911" y="653805"/>
                </a:lnTo>
                <a:lnTo>
                  <a:pt x="1962531" y="643693"/>
                </a:lnTo>
                <a:lnTo>
                  <a:pt x="1972151" y="633514"/>
                </a:lnTo>
                <a:lnTo>
                  <a:pt x="1981772" y="623272"/>
                </a:lnTo>
                <a:lnTo>
                  <a:pt x="1991392" y="612972"/>
                </a:lnTo>
                <a:lnTo>
                  <a:pt x="2001012" y="602618"/>
                </a:lnTo>
                <a:lnTo>
                  <a:pt x="2010632" y="592217"/>
                </a:lnTo>
                <a:lnTo>
                  <a:pt x="2020253" y="581771"/>
                </a:lnTo>
                <a:lnTo>
                  <a:pt x="2029873" y="571287"/>
                </a:lnTo>
                <a:lnTo>
                  <a:pt x="2039493" y="560769"/>
                </a:lnTo>
                <a:lnTo>
                  <a:pt x="2049113" y="550221"/>
                </a:lnTo>
                <a:lnTo>
                  <a:pt x="2058733" y="539650"/>
                </a:lnTo>
                <a:lnTo>
                  <a:pt x="2068354" y="529059"/>
                </a:lnTo>
                <a:lnTo>
                  <a:pt x="2077974" y="518453"/>
                </a:lnTo>
                <a:lnTo>
                  <a:pt x="2087594" y="507838"/>
                </a:lnTo>
                <a:lnTo>
                  <a:pt x="2097215" y="497219"/>
                </a:lnTo>
                <a:lnTo>
                  <a:pt x="2106835" y="486599"/>
                </a:lnTo>
                <a:lnTo>
                  <a:pt x="2116455" y="475984"/>
                </a:lnTo>
                <a:lnTo>
                  <a:pt x="2126075" y="465380"/>
                </a:lnTo>
                <a:lnTo>
                  <a:pt x="2135696" y="454790"/>
                </a:lnTo>
                <a:lnTo>
                  <a:pt x="2145316" y="444220"/>
                </a:lnTo>
                <a:lnTo>
                  <a:pt x="2154936" y="433674"/>
                </a:lnTo>
                <a:lnTo>
                  <a:pt x="2164556" y="423158"/>
                </a:lnTo>
                <a:lnTo>
                  <a:pt x="2174177" y="412676"/>
                </a:lnTo>
                <a:lnTo>
                  <a:pt x="2183797" y="402233"/>
                </a:lnTo>
                <a:lnTo>
                  <a:pt x="2193417" y="391834"/>
                </a:lnTo>
                <a:lnTo>
                  <a:pt x="2203037" y="381484"/>
                </a:lnTo>
                <a:lnTo>
                  <a:pt x="2212658" y="371186"/>
                </a:lnTo>
                <a:lnTo>
                  <a:pt x="2222278" y="360947"/>
                </a:lnTo>
                <a:lnTo>
                  <a:pt x="2231898" y="350770"/>
                </a:lnTo>
                <a:lnTo>
                  <a:pt x="2241518" y="340661"/>
                </a:lnTo>
                <a:lnTo>
                  <a:pt x="2251139" y="330624"/>
                </a:lnTo>
                <a:lnTo>
                  <a:pt x="2260759" y="320663"/>
                </a:lnTo>
                <a:lnTo>
                  <a:pt x="2270379" y="310783"/>
                </a:lnTo>
                <a:lnTo>
                  <a:pt x="2279999" y="300989"/>
                </a:lnTo>
                <a:lnTo>
                  <a:pt x="2289620" y="291285"/>
                </a:lnTo>
                <a:lnTo>
                  <a:pt x="2299240" y="281675"/>
                </a:lnTo>
                <a:lnTo>
                  <a:pt x="2308860" y="272164"/>
                </a:lnTo>
                <a:lnTo>
                  <a:pt x="2318480" y="262757"/>
                </a:lnTo>
                <a:lnTo>
                  <a:pt x="2328100" y="253457"/>
                </a:lnTo>
                <a:lnTo>
                  <a:pt x="2337721" y="244268"/>
                </a:lnTo>
                <a:lnTo>
                  <a:pt x="2347341" y="235195"/>
                </a:lnTo>
                <a:lnTo>
                  <a:pt x="2356961" y="226242"/>
                </a:lnTo>
                <a:lnTo>
                  <a:pt x="2366582" y="217414"/>
                </a:lnTo>
                <a:lnTo>
                  <a:pt x="2376202" y="208713"/>
                </a:lnTo>
                <a:lnTo>
                  <a:pt x="2385822" y="200144"/>
                </a:lnTo>
                <a:lnTo>
                  <a:pt x="2395442" y="191711"/>
                </a:lnTo>
                <a:lnTo>
                  <a:pt x="2405063" y="183417"/>
                </a:lnTo>
                <a:lnTo>
                  <a:pt x="2414683" y="175267"/>
                </a:lnTo>
                <a:lnTo>
                  <a:pt x="2424303" y="167264"/>
                </a:lnTo>
                <a:lnTo>
                  <a:pt x="2433923" y="159412"/>
                </a:lnTo>
                <a:lnTo>
                  <a:pt x="2443544" y="151713"/>
                </a:lnTo>
                <a:lnTo>
                  <a:pt x="2453164" y="144173"/>
                </a:lnTo>
                <a:lnTo>
                  <a:pt x="2462784" y="136793"/>
                </a:lnTo>
                <a:lnTo>
                  <a:pt x="2472404" y="129578"/>
                </a:lnTo>
                <a:lnTo>
                  <a:pt x="2482025" y="122530"/>
                </a:lnTo>
                <a:lnTo>
                  <a:pt x="2491645" y="115653"/>
                </a:lnTo>
                <a:lnTo>
                  <a:pt x="2501265" y="108950"/>
                </a:lnTo>
                <a:lnTo>
                  <a:pt x="2510885" y="102423"/>
                </a:lnTo>
                <a:lnTo>
                  <a:pt x="2520506" y="96077"/>
                </a:lnTo>
                <a:lnTo>
                  <a:pt x="2530126" y="89913"/>
                </a:lnTo>
                <a:lnTo>
                  <a:pt x="2539746" y="83934"/>
                </a:lnTo>
                <a:lnTo>
                  <a:pt x="2549366" y="78143"/>
                </a:lnTo>
                <a:lnTo>
                  <a:pt x="2558987" y="72542"/>
                </a:lnTo>
                <a:lnTo>
                  <a:pt x="2568607" y="67135"/>
                </a:lnTo>
                <a:lnTo>
                  <a:pt x="2578227" y="61923"/>
                </a:lnTo>
                <a:lnTo>
                  <a:pt x="2587847" y="56908"/>
                </a:lnTo>
                <a:lnTo>
                  <a:pt x="2597468" y="52094"/>
                </a:lnTo>
                <a:lnTo>
                  <a:pt x="2607088" y="47481"/>
                </a:lnTo>
                <a:lnTo>
                  <a:pt x="2616708" y="43073"/>
                </a:lnTo>
                <a:lnTo>
                  <a:pt x="2626328" y="38870"/>
                </a:lnTo>
                <a:lnTo>
                  <a:pt x="2635949" y="34876"/>
                </a:lnTo>
                <a:lnTo>
                  <a:pt x="2645569" y="31091"/>
                </a:lnTo>
                <a:lnTo>
                  <a:pt x="2655189" y="27517"/>
                </a:lnTo>
                <a:lnTo>
                  <a:pt x="2664809" y="24155"/>
                </a:lnTo>
                <a:lnTo>
                  <a:pt x="2674429" y="21008"/>
                </a:lnTo>
                <a:lnTo>
                  <a:pt x="2684050" y="18076"/>
                </a:lnTo>
                <a:lnTo>
                  <a:pt x="2693670" y="15362"/>
                </a:lnTo>
                <a:lnTo>
                  <a:pt x="2703290" y="12865"/>
                </a:lnTo>
                <a:lnTo>
                  <a:pt x="2712911" y="10587"/>
                </a:lnTo>
                <a:lnTo>
                  <a:pt x="2722531" y="8529"/>
                </a:lnTo>
                <a:lnTo>
                  <a:pt x="2732151" y="6691"/>
                </a:lnTo>
                <a:lnTo>
                  <a:pt x="2741771" y="5075"/>
                </a:lnTo>
                <a:lnTo>
                  <a:pt x="2751392" y="3682"/>
                </a:lnTo>
                <a:lnTo>
                  <a:pt x="2761012" y="2511"/>
                </a:lnTo>
                <a:lnTo>
                  <a:pt x="2770632" y="1563"/>
                </a:lnTo>
                <a:lnTo>
                  <a:pt x="2780252" y="838"/>
                </a:lnTo>
                <a:lnTo>
                  <a:pt x="2789873" y="338"/>
                </a:lnTo>
                <a:lnTo>
                  <a:pt x="2799493" y="61"/>
                </a:lnTo>
                <a:lnTo>
                  <a:pt x="2809113" y="8"/>
                </a:lnTo>
                <a:lnTo>
                  <a:pt x="2818733" y="179"/>
                </a:lnTo>
                <a:lnTo>
                  <a:pt x="2828354" y="573"/>
                </a:lnTo>
                <a:lnTo>
                  <a:pt x="2837974" y="1191"/>
                </a:lnTo>
                <a:lnTo>
                  <a:pt x="2847594" y="2032"/>
                </a:lnTo>
                <a:lnTo>
                  <a:pt x="2857214" y="3095"/>
                </a:lnTo>
                <a:lnTo>
                  <a:pt x="2866835" y="4381"/>
                </a:lnTo>
                <a:lnTo>
                  <a:pt x="2876455" y="5888"/>
                </a:lnTo>
                <a:lnTo>
                  <a:pt x="2886075" y="7615"/>
                </a:lnTo>
                <a:lnTo>
                  <a:pt x="2895695" y="9562"/>
                </a:lnTo>
                <a:lnTo>
                  <a:pt x="2905316" y="11728"/>
                </a:lnTo>
                <a:lnTo>
                  <a:pt x="2914936" y="14111"/>
                </a:lnTo>
                <a:lnTo>
                  <a:pt x="2924556" y="16711"/>
                </a:lnTo>
                <a:lnTo>
                  <a:pt x="2934176" y="19526"/>
                </a:lnTo>
                <a:lnTo>
                  <a:pt x="2943797" y="22554"/>
                </a:lnTo>
                <a:lnTo>
                  <a:pt x="2953417" y="25795"/>
                </a:lnTo>
                <a:lnTo>
                  <a:pt x="2963037" y="29247"/>
                </a:lnTo>
                <a:lnTo>
                  <a:pt x="2972657" y="32909"/>
                </a:lnTo>
                <a:lnTo>
                  <a:pt x="2982278" y="36777"/>
                </a:lnTo>
                <a:lnTo>
                  <a:pt x="2991898" y="40852"/>
                </a:lnTo>
                <a:lnTo>
                  <a:pt x="3001518" y="45130"/>
                </a:lnTo>
                <a:lnTo>
                  <a:pt x="3011138" y="49609"/>
                </a:lnTo>
                <a:lnTo>
                  <a:pt x="3020759" y="54289"/>
                </a:lnTo>
                <a:lnTo>
                  <a:pt x="3030379" y="59165"/>
                </a:lnTo>
                <a:lnTo>
                  <a:pt x="3039999" y="64237"/>
                </a:lnTo>
                <a:lnTo>
                  <a:pt x="3049619" y="69502"/>
                </a:lnTo>
                <a:lnTo>
                  <a:pt x="3059240" y="74957"/>
                </a:lnTo>
                <a:lnTo>
                  <a:pt x="3068860" y="80600"/>
                </a:lnTo>
                <a:lnTo>
                  <a:pt x="3078480" y="86427"/>
                </a:lnTo>
                <a:lnTo>
                  <a:pt x="3088100" y="92438"/>
                </a:lnTo>
                <a:lnTo>
                  <a:pt x="3097721" y="98628"/>
                </a:lnTo>
                <a:lnTo>
                  <a:pt x="3107341" y="104995"/>
                </a:lnTo>
                <a:lnTo>
                  <a:pt x="3116961" y="111536"/>
                </a:lnTo>
                <a:lnTo>
                  <a:pt x="3126581" y="118247"/>
                </a:lnTo>
                <a:lnTo>
                  <a:pt x="3136202" y="125127"/>
                </a:lnTo>
                <a:lnTo>
                  <a:pt x="3145822" y="132171"/>
                </a:lnTo>
                <a:lnTo>
                  <a:pt x="3155442" y="139377"/>
                </a:lnTo>
                <a:lnTo>
                  <a:pt x="3165062" y="146740"/>
                </a:lnTo>
                <a:lnTo>
                  <a:pt x="3174683" y="154259"/>
                </a:lnTo>
                <a:lnTo>
                  <a:pt x="3184303" y="161929"/>
                </a:lnTo>
                <a:lnTo>
                  <a:pt x="3193923" y="169746"/>
                </a:lnTo>
                <a:lnTo>
                  <a:pt x="3203543" y="177708"/>
                </a:lnTo>
                <a:lnTo>
                  <a:pt x="3213163" y="185811"/>
                </a:lnTo>
                <a:lnTo>
                  <a:pt x="3222784" y="194050"/>
                </a:lnTo>
                <a:lnTo>
                  <a:pt x="3232404" y="202423"/>
                </a:lnTo>
                <a:lnTo>
                  <a:pt x="3242024" y="210925"/>
                </a:lnTo>
                <a:lnTo>
                  <a:pt x="3251645" y="219553"/>
                </a:lnTo>
                <a:lnTo>
                  <a:pt x="3261265" y="228302"/>
                </a:lnTo>
                <a:lnTo>
                  <a:pt x="3270885" y="237169"/>
                </a:lnTo>
                <a:lnTo>
                  <a:pt x="3280505" y="246150"/>
                </a:lnTo>
                <a:lnTo>
                  <a:pt x="3290126" y="255240"/>
                </a:lnTo>
                <a:lnTo>
                  <a:pt x="3299746" y="264436"/>
                </a:lnTo>
                <a:lnTo>
                  <a:pt x="3309366" y="273733"/>
                </a:lnTo>
                <a:lnTo>
                  <a:pt x="3318986" y="283127"/>
                </a:lnTo>
                <a:lnTo>
                  <a:pt x="3328607" y="292614"/>
                </a:lnTo>
                <a:lnTo>
                  <a:pt x="3338227" y="302190"/>
                </a:lnTo>
                <a:lnTo>
                  <a:pt x="3347847" y="311851"/>
                </a:lnTo>
                <a:lnTo>
                  <a:pt x="3357467" y="321591"/>
                </a:lnTo>
                <a:lnTo>
                  <a:pt x="3367088" y="331407"/>
                </a:lnTo>
                <a:lnTo>
                  <a:pt x="3376708" y="341294"/>
                </a:lnTo>
                <a:lnTo>
                  <a:pt x="3386328" y="351248"/>
                </a:lnTo>
                <a:lnTo>
                  <a:pt x="3395948" y="361264"/>
                </a:lnTo>
                <a:lnTo>
                  <a:pt x="3405569" y="371339"/>
                </a:lnTo>
                <a:lnTo>
                  <a:pt x="3415189" y="381466"/>
                </a:lnTo>
                <a:lnTo>
                  <a:pt x="3424809" y="391643"/>
                </a:lnTo>
                <a:lnTo>
                  <a:pt x="3434429" y="401863"/>
                </a:lnTo>
                <a:lnTo>
                  <a:pt x="3444050" y="412124"/>
                </a:lnTo>
                <a:lnTo>
                  <a:pt x="3453670" y="422420"/>
                </a:lnTo>
                <a:lnTo>
                  <a:pt x="3463290" y="432746"/>
                </a:lnTo>
                <a:lnTo>
                  <a:pt x="3472910" y="443098"/>
                </a:lnTo>
                <a:lnTo>
                  <a:pt x="3482531" y="453472"/>
                </a:lnTo>
                <a:lnTo>
                  <a:pt x="3492151" y="463863"/>
                </a:lnTo>
                <a:lnTo>
                  <a:pt x="3501771" y="474265"/>
                </a:lnTo>
                <a:lnTo>
                  <a:pt x="3511391" y="484676"/>
                </a:lnTo>
                <a:lnTo>
                  <a:pt x="3521012" y="495089"/>
                </a:lnTo>
                <a:lnTo>
                  <a:pt x="3530632" y="505501"/>
                </a:lnTo>
                <a:lnTo>
                  <a:pt x="3540252" y="515906"/>
                </a:lnTo>
                <a:lnTo>
                  <a:pt x="3549872" y="526300"/>
                </a:lnTo>
                <a:lnTo>
                  <a:pt x="3559493" y="536680"/>
                </a:lnTo>
                <a:lnTo>
                  <a:pt x="3569113" y="547039"/>
                </a:lnTo>
                <a:lnTo>
                  <a:pt x="3578733" y="557373"/>
                </a:lnTo>
                <a:lnTo>
                  <a:pt x="3588353" y="567679"/>
                </a:lnTo>
                <a:lnTo>
                  <a:pt x="3597974" y="577950"/>
                </a:lnTo>
                <a:lnTo>
                  <a:pt x="3607594" y="588184"/>
                </a:lnTo>
                <a:lnTo>
                  <a:pt x="3617214" y="598375"/>
                </a:lnTo>
                <a:lnTo>
                  <a:pt x="3626834" y="608518"/>
                </a:lnTo>
                <a:lnTo>
                  <a:pt x="3636454" y="618611"/>
                </a:lnTo>
                <a:lnTo>
                  <a:pt x="3646075" y="628647"/>
                </a:lnTo>
                <a:lnTo>
                  <a:pt x="3655695" y="638622"/>
                </a:lnTo>
                <a:lnTo>
                  <a:pt x="3665315" y="648533"/>
                </a:lnTo>
                <a:lnTo>
                  <a:pt x="3674936" y="658375"/>
                </a:lnTo>
                <a:lnTo>
                  <a:pt x="3684556" y="668144"/>
                </a:lnTo>
                <a:lnTo>
                  <a:pt x="3694176" y="677834"/>
                </a:lnTo>
                <a:lnTo>
                  <a:pt x="3703796" y="687443"/>
                </a:lnTo>
                <a:lnTo>
                  <a:pt x="3713417" y="696966"/>
                </a:lnTo>
                <a:lnTo>
                  <a:pt x="3723037" y="706399"/>
                </a:lnTo>
                <a:lnTo>
                  <a:pt x="3732657" y="715737"/>
                </a:lnTo>
                <a:lnTo>
                  <a:pt x="3742277" y="724977"/>
                </a:lnTo>
                <a:lnTo>
                  <a:pt x="3751898" y="734115"/>
                </a:lnTo>
                <a:lnTo>
                  <a:pt x="3761518" y="743147"/>
                </a:lnTo>
                <a:lnTo>
                  <a:pt x="3771138" y="752068"/>
                </a:lnTo>
                <a:lnTo>
                  <a:pt x="3780758" y="760875"/>
                </a:lnTo>
                <a:lnTo>
                  <a:pt x="3790379" y="769564"/>
                </a:lnTo>
                <a:lnTo>
                  <a:pt x="3799999" y="778132"/>
                </a:lnTo>
                <a:lnTo>
                  <a:pt x="3809619" y="786574"/>
                </a:lnTo>
                <a:lnTo>
                  <a:pt x="3819239" y="794888"/>
                </a:lnTo>
                <a:lnTo>
                  <a:pt x="3828860" y="803069"/>
                </a:lnTo>
                <a:lnTo>
                  <a:pt x="3838480" y="811114"/>
                </a:lnTo>
                <a:lnTo>
                  <a:pt x="3848100" y="819019"/>
                </a:lnTo>
                <a:lnTo>
                  <a:pt x="3857720" y="826782"/>
                </a:lnTo>
                <a:lnTo>
                  <a:pt x="3867341" y="834399"/>
                </a:lnTo>
                <a:lnTo>
                  <a:pt x="3876961" y="841866"/>
                </a:lnTo>
                <a:lnTo>
                  <a:pt x="3886581" y="849181"/>
                </a:lnTo>
                <a:lnTo>
                  <a:pt x="3896201" y="856340"/>
                </a:lnTo>
                <a:lnTo>
                  <a:pt x="3905821" y="863340"/>
                </a:lnTo>
                <a:lnTo>
                  <a:pt x="3915442" y="870179"/>
                </a:lnTo>
                <a:lnTo>
                  <a:pt x="3925062" y="876853"/>
                </a:lnTo>
                <a:lnTo>
                  <a:pt x="3934682" y="883359"/>
                </a:lnTo>
                <a:lnTo>
                  <a:pt x="3944303" y="889696"/>
                </a:lnTo>
                <a:lnTo>
                  <a:pt x="3953923" y="895859"/>
                </a:lnTo>
                <a:lnTo>
                  <a:pt x="3963543" y="901848"/>
                </a:lnTo>
                <a:lnTo>
                  <a:pt x="3973163" y="907658"/>
                </a:lnTo>
                <a:lnTo>
                  <a:pt x="3982784" y="913288"/>
                </a:lnTo>
                <a:lnTo>
                  <a:pt x="3992404" y="918736"/>
                </a:lnTo>
                <a:lnTo>
                  <a:pt x="4002024" y="923998"/>
                </a:lnTo>
                <a:lnTo>
                  <a:pt x="4011644" y="929074"/>
                </a:lnTo>
                <a:lnTo>
                  <a:pt x="4021265" y="933960"/>
                </a:lnTo>
                <a:lnTo>
                  <a:pt x="4030885" y="938655"/>
                </a:lnTo>
                <a:lnTo>
                  <a:pt x="4040505" y="943156"/>
                </a:lnTo>
                <a:lnTo>
                  <a:pt x="4050125" y="947463"/>
                </a:lnTo>
                <a:lnTo>
                  <a:pt x="4059746" y="951573"/>
                </a:lnTo>
                <a:lnTo>
                  <a:pt x="4069366" y="955485"/>
                </a:lnTo>
                <a:lnTo>
                  <a:pt x="4078986" y="959196"/>
                </a:lnTo>
                <a:lnTo>
                  <a:pt x="4088606" y="962706"/>
                </a:lnTo>
                <a:lnTo>
                  <a:pt x="4098227" y="966014"/>
                </a:lnTo>
                <a:lnTo>
                  <a:pt x="4107847" y="969116"/>
                </a:lnTo>
                <a:lnTo>
                  <a:pt x="4117467" y="972014"/>
                </a:lnTo>
                <a:lnTo>
                  <a:pt x="4127087" y="974705"/>
                </a:lnTo>
                <a:lnTo>
                  <a:pt x="4136707" y="977188"/>
                </a:lnTo>
                <a:lnTo>
                  <a:pt x="4146328" y="979463"/>
                </a:lnTo>
                <a:lnTo>
                  <a:pt x="4155948" y="981528"/>
                </a:lnTo>
                <a:lnTo>
                  <a:pt x="4165568" y="983383"/>
                </a:lnTo>
                <a:lnTo>
                  <a:pt x="4175188" y="985027"/>
                </a:lnTo>
                <a:lnTo>
                  <a:pt x="4184809" y="986460"/>
                </a:lnTo>
                <a:lnTo>
                  <a:pt x="4194429" y="987681"/>
                </a:lnTo>
                <a:lnTo>
                  <a:pt x="4204049" y="988689"/>
                </a:lnTo>
                <a:lnTo>
                  <a:pt x="4213670" y="989485"/>
                </a:lnTo>
                <a:lnTo>
                  <a:pt x="4223290" y="990068"/>
                </a:lnTo>
                <a:lnTo>
                  <a:pt x="4232910" y="990437"/>
                </a:lnTo>
                <a:lnTo>
                  <a:pt x="4242530" y="990594"/>
                </a:lnTo>
                <a:lnTo>
                  <a:pt x="4252151" y="990538"/>
                </a:lnTo>
                <a:lnTo>
                  <a:pt x="4261771" y="990269"/>
                </a:lnTo>
                <a:lnTo>
                  <a:pt x="4271391" y="989787"/>
                </a:lnTo>
                <a:lnTo>
                  <a:pt x="4281011" y="989093"/>
                </a:lnTo>
                <a:lnTo>
                  <a:pt x="4290632" y="988188"/>
                </a:lnTo>
                <a:lnTo>
                  <a:pt x="4300252" y="987071"/>
                </a:lnTo>
                <a:lnTo>
                  <a:pt x="4309872" y="985743"/>
                </a:lnTo>
                <a:lnTo>
                  <a:pt x="4319492" y="984205"/>
                </a:lnTo>
                <a:lnTo>
                  <a:pt x="4329113" y="982458"/>
                </a:lnTo>
                <a:lnTo>
                  <a:pt x="4338733" y="980503"/>
                </a:lnTo>
                <a:lnTo>
                  <a:pt x="4348353" y="978340"/>
                </a:lnTo>
                <a:lnTo>
                  <a:pt x="4357973" y="975971"/>
                </a:lnTo>
                <a:lnTo>
                  <a:pt x="4367594" y="973397"/>
                </a:lnTo>
                <a:lnTo>
                  <a:pt x="4377214" y="970619"/>
                </a:lnTo>
                <a:lnTo>
                  <a:pt x="4386834" y="967638"/>
                </a:lnTo>
                <a:lnTo>
                  <a:pt x="4396454" y="964457"/>
                </a:lnTo>
                <a:lnTo>
                  <a:pt x="4406074" y="961075"/>
                </a:lnTo>
                <a:lnTo>
                  <a:pt x="4415695" y="957495"/>
                </a:lnTo>
                <a:lnTo>
                  <a:pt x="4425315" y="953719"/>
                </a:lnTo>
                <a:lnTo>
                  <a:pt x="4434935" y="949748"/>
                </a:lnTo>
                <a:lnTo>
                  <a:pt x="4444556" y="945584"/>
                </a:lnTo>
                <a:lnTo>
                  <a:pt x="4454176" y="941228"/>
                </a:lnTo>
                <a:lnTo>
                  <a:pt x="4463796" y="936684"/>
                </a:lnTo>
                <a:lnTo>
                  <a:pt x="4473416" y="931953"/>
                </a:lnTo>
                <a:lnTo>
                  <a:pt x="4483037" y="927037"/>
                </a:lnTo>
                <a:lnTo>
                  <a:pt x="4492657" y="921938"/>
                </a:lnTo>
                <a:lnTo>
                  <a:pt x="4502277" y="916659"/>
                </a:lnTo>
                <a:lnTo>
                  <a:pt x="4511897" y="911201"/>
                </a:lnTo>
                <a:lnTo>
                  <a:pt x="4521518" y="905569"/>
                </a:lnTo>
                <a:lnTo>
                  <a:pt x="4531138" y="899763"/>
                </a:lnTo>
                <a:lnTo>
                  <a:pt x="4540758" y="893786"/>
                </a:lnTo>
                <a:lnTo>
                  <a:pt x="4550378" y="887642"/>
                </a:lnTo>
                <a:lnTo>
                  <a:pt x="4559999" y="881332"/>
                </a:lnTo>
                <a:lnTo>
                  <a:pt x="4569619" y="874861"/>
                </a:lnTo>
                <a:lnTo>
                  <a:pt x="4579239" y="868229"/>
                </a:lnTo>
                <a:lnTo>
                  <a:pt x="4588859" y="861441"/>
                </a:lnTo>
                <a:lnTo>
                  <a:pt x="4598480" y="854500"/>
                </a:lnTo>
                <a:lnTo>
                  <a:pt x="4608100" y="847408"/>
                </a:lnTo>
                <a:lnTo>
                  <a:pt x="4617720" y="840168"/>
                </a:lnTo>
                <a:lnTo>
                  <a:pt x="4627340" y="832784"/>
                </a:lnTo>
                <a:lnTo>
                  <a:pt x="4636960" y="825259"/>
                </a:lnTo>
                <a:lnTo>
                  <a:pt x="4646581" y="817597"/>
                </a:lnTo>
                <a:lnTo>
                  <a:pt x="4656201" y="809799"/>
                </a:lnTo>
                <a:lnTo>
                  <a:pt x="4665821" y="801871"/>
                </a:lnTo>
                <a:lnTo>
                  <a:pt x="4675442" y="793815"/>
                </a:lnTo>
                <a:lnTo>
                  <a:pt x="4685062" y="785635"/>
                </a:lnTo>
                <a:lnTo>
                  <a:pt x="4694682" y="777334"/>
                </a:lnTo>
                <a:lnTo>
                  <a:pt x="4704302" y="768917"/>
                </a:lnTo>
                <a:lnTo>
                  <a:pt x="4713923" y="760386"/>
                </a:lnTo>
                <a:lnTo>
                  <a:pt x="4723543" y="751745"/>
                </a:lnTo>
                <a:lnTo>
                  <a:pt x="4733163" y="742998"/>
                </a:lnTo>
                <a:lnTo>
                  <a:pt x="4742783" y="734148"/>
                </a:lnTo>
                <a:lnTo>
                  <a:pt x="4752404" y="725201"/>
                </a:lnTo>
                <a:lnTo>
                  <a:pt x="4762024" y="716158"/>
                </a:lnTo>
                <a:lnTo>
                  <a:pt x="4771644" y="707025"/>
                </a:lnTo>
                <a:lnTo>
                  <a:pt x="4781264" y="697805"/>
                </a:lnTo>
                <a:lnTo>
                  <a:pt x="4790885" y="688502"/>
                </a:lnTo>
                <a:lnTo>
                  <a:pt x="4800505" y="679121"/>
                </a:lnTo>
                <a:lnTo>
                  <a:pt x="4810125" y="669664"/>
                </a:lnTo>
              </a:path>
            </a:pathLst>
          </a:custGeom>
          <a:noFill xmlns:a="http://schemas.openxmlformats.org/drawingml/2006/main"/>
          <a:ln xmlns:a="http://schemas.openxmlformats.org/drawingml/2006/main" w="23813">
            <a:solidFill>
              <a:srgbClr val="AAAAAA"/>
            </a:solidFill>
          </a:ln>
        </p:spPr>
      </p:sp>
      <p:sp>
        <p:nvSpPr>
          <p:cNvPr id="16" name="pll-local-label">
            <a:extLst xmlns:a="http://schemas.openxmlformats.org/drawingml/2006/main">
              <a:ext uri="{FF2B5EF4-FFF2-40B4-BE49-F238E27FC236}">
                <a16:creationId xmlns:a16="http://schemas.microsoft.com/office/drawing/2014/main" id="{E90C2141-0E5A-4CB8-9C9C-3887424F6002}"/>
              </a:ext>
            </a:extLst>
          </p:cNvPr>
          <p:cNvSpPr>
            <a:spLocks xmlns:a="http://schemas.openxmlformats.org/drawingml/2006/main" noGrp="1"/>
          </p:cNvSpPr>
          <p:nvPr/>
        </p:nvSpPr>
        <p:spPr>
          <a:xfrm xmlns:a="http://schemas.openxmlformats.org/drawingml/2006/main">
            <a:off x="3667125" y="3629025"/>
            <a:ext cx="2505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Local cosine</a:t>
            </a:r>
          </a:p>
        </p:txBody>
      </p:sp>
      <p:sp>
        <p:nvSpPr>
          <p:cNvPr id="17" name="pll-local-trace">
            <a:extLst xmlns:a="http://schemas.openxmlformats.org/drawingml/2006/main">
              <a:ext uri="{FF2B5EF4-FFF2-40B4-BE49-F238E27FC236}">
                <a16:creationId xmlns:a16="http://schemas.microsoft.com/office/drawing/2014/main" id="{085633AE-59D7-4BCA-9A19-C8BEDB877141}"/>
              </a:ext>
            </a:extLst>
          </p:cNvPr>
          <p:cNvSpPr>
            <a:spLocks xmlns:a="http://schemas.openxmlformats.org/drawingml/2006/main" noGrp="1"/>
          </p:cNvSpPr>
          <p:nvPr/>
        </p:nvSpPr>
        <p:spPr>
          <a:xfrm xmlns:a="http://schemas.openxmlformats.org/drawingml/2006/main">
            <a:off x="1171575" y="4181481"/>
            <a:ext cx="4810125" cy="990585"/>
          </a:xfrm>
          <a:custGeom xmlns:a="http://schemas.openxmlformats.org/drawingml/2006/main">
            <a:pathLst>
              <a:path w="4810125" h="990585">
                <a:moveTo>
                  <a:pt x="0" y="116468"/>
                </a:moveTo>
                <a:lnTo>
                  <a:pt x="9620" y="121425"/>
                </a:lnTo>
                <a:lnTo>
                  <a:pt x="19240" y="126470"/>
                </a:lnTo>
                <a:lnTo>
                  <a:pt x="28861" y="131602"/>
                </a:lnTo>
                <a:lnTo>
                  <a:pt x="38481" y="136821"/>
                </a:lnTo>
                <a:lnTo>
                  <a:pt x="48101" y="142125"/>
                </a:lnTo>
                <a:lnTo>
                  <a:pt x="57722" y="147512"/>
                </a:lnTo>
                <a:lnTo>
                  <a:pt x="67342" y="152982"/>
                </a:lnTo>
                <a:lnTo>
                  <a:pt x="76962" y="158533"/>
                </a:lnTo>
                <a:lnTo>
                  <a:pt x="86582" y="164163"/>
                </a:lnTo>
                <a:lnTo>
                  <a:pt x="96202" y="169873"/>
                </a:lnTo>
                <a:lnTo>
                  <a:pt x="105823" y="175659"/>
                </a:lnTo>
                <a:lnTo>
                  <a:pt x="115443" y="181521"/>
                </a:lnTo>
                <a:lnTo>
                  <a:pt x="125063" y="187457"/>
                </a:lnTo>
                <a:lnTo>
                  <a:pt x="134683" y="193467"/>
                </a:lnTo>
                <a:lnTo>
                  <a:pt x="144304" y="199547"/>
                </a:lnTo>
                <a:lnTo>
                  <a:pt x="153924" y="205698"/>
                </a:lnTo>
                <a:lnTo>
                  <a:pt x="163544" y="211918"/>
                </a:lnTo>
                <a:lnTo>
                  <a:pt x="173165" y="218205"/>
                </a:lnTo>
                <a:lnTo>
                  <a:pt x="182785" y="224557"/>
                </a:lnTo>
                <a:lnTo>
                  <a:pt x="192405" y="230974"/>
                </a:lnTo>
                <a:lnTo>
                  <a:pt x="202025" y="237453"/>
                </a:lnTo>
                <a:lnTo>
                  <a:pt x="211646" y="243993"/>
                </a:lnTo>
                <a:lnTo>
                  <a:pt x="221266" y="250593"/>
                </a:lnTo>
                <a:lnTo>
                  <a:pt x="230886" y="257250"/>
                </a:lnTo>
                <a:lnTo>
                  <a:pt x="240506" y="263965"/>
                </a:lnTo>
                <a:lnTo>
                  <a:pt x="250126" y="270734"/>
                </a:lnTo>
                <a:lnTo>
                  <a:pt x="259747" y="277556"/>
                </a:lnTo>
                <a:lnTo>
                  <a:pt x="269367" y="284430"/>
                </a:lnTo>
                <a:lnTo>
                  <a:pt x="278987" y="291353"/>
                </a:lnTo>
                <a:lnTo>
                  <a:pt x="288608" y="298326"/>
                </a:lnTo>
                <a:lnTo>
                  <a:pt x="298228" y="305344"/>
                </a:lnTo>
                <a:lnTo>
                  <a:pt x="307848" y="312408"/>
                </a:lnTo>
                <a:lnTo>
                  <a:pt x="317468" y="319515"/>
                </a:lnTo>
                <a:lnTo>
                  <a:pt x="327089" y="326664"/>
                </a:lnTo>
                <a:lnTo>
                  <a:pt x="336709" y="333853"/>
                </a:lnTo>
                <a:lnTo>
                  <a:pt x="346329" y="341080"/>
                </a:lnTo>
                <a:lnTo>
                  <a:pt x="355949" y="348343"/>
                </a:lnTo>
                <a:lnTo>
                  <a:pt x="365569" y="355642"/>
                </a:lnTo>
                <a:lnTo>
                  <a:pt x="375190" y="362973"/>
                </a:lnTo>
                <a:lnTo>
                  <a:pt x="384810" y="370336"/>
                </a:lnTo>
                <a:lnTo>
                  <a:pt x="394430" y="377728"/>
                </a:lnTo>
                <a:lnTo>
                  <a:pt x="404051" y="385149"/>
                </a:lnTo>
                <a:lnTo>
                  <a:pt x="413671" y="392595"/>
                </a:lnTo>
                <a:lnTo>
                  <a:pt x="423291" y="400066"/>
                </a:lnTo>
                <a:lnTo>
                  <a:pt x="432911" y="407559"/>
                </a:lnTo>
                <a:lnTo>
                  <a:pt x="442532" y="415073"/>
                </a:lnTo>
                <a:lnTo>
                  <a:pt x="452152" y="422606"/>
                </a:lnTo>
                <a:lnTo>
                  <a:pt x="461772" y="430157"/>
                </a:lnTo>
                <a:lnTo>
                  <a:pt x="471392" y="437722"/>
                </a:lnTo>
                <a:lnTo>
                  <a:pt x="481013" y="445302"/>
                </a:lnTo>
                <a:lnTo>
                  <a:pt x="490633" y="452893"/>
                </a:lnTo>
                <a:lnTo>
                  <a:pt x="500253" y="460494"/>
                </a:lnTo>
                <a:lnTo>
                  <a:pt x="509873" y="468104"/>
                </a:lnTo>
                <a:lnTo>
                  <a:pt x="519493" y="475720"/>
                </a:lnTo>
                <a:lnTo>
                  <a:pt x="529114" y="483340"/>
                </a:lnTo>
                <a:lnTo>
                  <a:pt x="538734" y="490964"/>
                </a:lnTo>
                <a:lnTo>
                  <a:pt x="548354" y="498588"/>
                </a:lnTo>
                <a:lnTo>
                  <a:pt x="557974" y="506212"/>
                </a:lnTo>
                <a:lnTo>
                  <a:pt x="567595" y="513833"/>
                </a:lnTo>
                <a:lnTo>
                  <a:pt x="577215" y="521450"/>
                </a:lnTo>
                <a:lnTo>
                  <a:pt x="586835" y="529060"/>
                </a:lnTo>
                <a:lnTo>
                  <a:pt x="596456" y="536663"/>
                </a:lnTo>
                <a:lnTo>
                  <a:pt x="606076" y="544256"/>
                </a:lnTo>
                <a:lnTo>
                  <a:pt x="615696" y="551837"/>
                </a:lnTo>
                <a:lnTo>
                  <a:pt x="625316" y="559404"/>
                </a:lnTo>
                <a:lnTo>
                  <a:pt x="634937" y="566957"/>
                </a:lnTo>
                <a:lnTo>
                  <a:pt x="644557" y="574492"/>
                </a:lnTo>
                <a:lnTo>
                  <a:pt x="654177" y="582009"/>
                </a:lnTo>
                <a:lnTo>
                  <a:pt x="663797" y="589505"/>
                </a:lnTo>
                <a:lnTo>
                  <a:pt x="673417" y="596979"/>
                </a:lnTo>
                <a:lnTo>
                  <a:pt x="683038" y="604429"/>
                </a:lnTo>
                <a:lnTo>
                  <a:pt x="692658" y="611853"/>
                </a:lnTo>
                <a:lnTo>
                  <a:pt x="702278" y="619249"/>
                </a:lnTo>
                <a:lnTo>
                  <a:pt x="711899" y="626616"/>
                </a:lnTo>
                <a:lnTo>
                  <a:pt x="721519" y="633952"/>
                </a:lnTo>
                <a:lnTo>
                  <a:pt x="731139" y="641255"/>
                </a:lnTo>
                <a:lnTo>
                  <a:pt x="740759" y="648524"/>
                </a:lnTo>
                <a:lnTo>
                  <a:pt x="750380" y="655756"/>
                </a:lnTo>
                <a:lnTo>
                  <a:pt x="760000" y="662950"/>
                </a:lnTo>
                <a:lnTo>
                  <a:pt x="769620" y="670104"/>
                </a:lnTo>
                <a:lnTo>
                  <a:pt x="779240" y="677217"/>
                </a:lnTo>
                <a:lnTo>
                  <a:pt x="788860" y="684287"/>
                </a:lnTo>
                <a:lnTo>
                  <a:pt x="798481" y="691312"/>
                </a:lnTo>
                <a:lnTo>
                  <a:pt x="808101" y="698290"/>
                </a:lnTo>
                <a:lnTo>
                  <a:pt x="817721" y="705221"/>
                </a:lnTo>
                <a:lnTo>
                  <a:pt x="827342" y="712101"/>
                </a:lnTo>
                <a:lnTo>
                  <a:pt x="836962" y="718931"/>
                </a:lnTo>
                <a:lnTo>
                  <a:pt x="846582" y="725707"/>
                </a:lnTo>
                <a:lnTo>
                  <a:pt x="856202" y="732429"/>
                </a:lnTo>
                <a:lnTo>
                  <a:pt x="865823" y="739094"/>
                </a:lnTo>
                <a:lnTo>
                  <a:pt x="875443" y="745702"/>
                </a:lnTo>
                <a:lnTo>
                  <a:pt x="885063" y="752250"/>
                </a:lnTo>
                <a:lnTo>
                  <a:pt x="894683" y="758738"/>
                </a:lnTo>
                <a:lnTo>
                  <a:pt x="904304" y="765163"/>
                </a:lnTo>
                <a:lnTo>
                  <a:pt x="913924" y="771524"/>
                </a:lnTo>
                <a:lnTo>
                  <a:pt x="923544" y="777820"/>
                </a:lnTo>
                <a:lnTo>
                  <a:pt x="933164" y="784049"/>
                </a:lnTo>
                <a:lnTo>
                  <a:pt x="942785" y="790209"/>
                </a:lnTo>
                <a:lnTo>
                  <a:pt x="952405" y="796300"/>
                </a:lnTo>
                <a:lnTo>
                  <a:pt x="962025" y="802319"/>
                </a:lnTo>
                <a:lnTo>
                  <a:pt x="971645" y="808265"/>
                </a:lnTo>
                <a:lnTo>
                  <a:pt x="981265" y="814137"/>
                </a:lnTo>
                <a:lnTo>
                  <a:pt x="990886" y="819934"/>
                </a:lnTo>
                <a:lnTo>
                  <a:pt x="1000506" y="825654"/>
                </a:lnTo>
                <a:lnTo>
                  <a:pt x="1010126" y="831295"/>
                </a:lnTo>
                <a:lnTo>
                  <a:pt x="1019747" y="836857"/>
                </a:lnTo>
                <a:lnTo>
                  <a:pt x="1029367" y="842338"/>
                </a:lnTo>
                <a:lnTo>
                  <a:pt x="1038987" y="847736"/>
                </a:lnTo>
                <a:lnTo>
                  <a:pt x="1048607" y="853052"/>
                </a:lnTo>
                <a:lnTo>
                  <a:pt x="1058228" y="858282"/>
                </a:lnTo>
                <a:lnTo>
                  <a:pt x="1067848" y="863426"/>
                </a:lnTo>
                <a:lnTo>
                  <a:pt x="1077468" y="868483"/>
                </a:lnTo>
                <a:lnTo>
                  <a:pt x="1087088" y="873452"/>
                </a:lnTo>
                <a:lnTo>
                  <a:pt x="1096708" y="878331"/>
                </a:lnTo>
                <a:lnTo>
                  <a:pt x="1106329" y="883119"/>
                </a:lnTo>
                <a:lnTo>
                  <a:pt x="1115949" y="887816"/>
                </a:lnTo>
                <a:lnTo>
                  <a:pt x="1125569" y="892419"/>
                </a:lnTo>
                <a:lnTo>
                  <a:pt x="1135190" y="896929"/>
                </a:lnTo>
                <a:lnTo>
                  <a:pt x="1144810" y="901343"/>
                </a:lnTo>
                <a:lnTo>
                  <a:pt x="1154430" y="905661"/>
                </a:lnTo>
                <a:lnTo>
                  <a:pt x="1164050" y="909881"/>
                </a:lnTo>
                <a:lnTo>
                  <a:pt x="1173671" y="914004"/>
                </a:lnTo>
                <a:lnTo>
                  <a:pt x="1183291" y="918027"/>
                </a:lnTo>
                <a:lnTo>
                  <a:pt x="1192911" y="921950"/>
                </a:lnTo>
                <a:lnTo>
                  <a:pt x="1202531" y="925772"/>
                </a:lnTo>
                <a:lnTo>
                  <a:pt x="1212152" y="929492"/>
                </a:lnTo>
                <a:lnTo>
                  <a:pt x="1221772" y="933109"/>
                </a:lnTo>
                <a:lnTo>
                  <a:pt x="1231392" y="936622"/>
                </a:lnTo>
                <a:lnTo>
                  <a:pt x="1241012" y="940031"/>
                </a:lnTo>
                <a:lnTo>
                  <a:pt x="1250633" y="943334"/>
                </a:lnTo>
                <a:lnTo>
                  <a:pt x="1260253" y="946531"/>
                </a:lnTo>
                <a:lnTo>
                  <a:pt x="1269873" y="949621"/>
                </a:lnTo>
                <a:lnTo>
                  <a:pt x="1279493" y="952604"/>
                </a:lnTo>
                <a:lnTo>
                  <a:pt x="1289114" y="955478"/>
                </a:lnTo>
                <a:lnTo>
                  <a:pt x="1298734" y="958243"/>
                </a:lnTo>
                <a:lnTo>
                  <a:pt x="1308354" y="960898"/>
                </a:lnTo>
                <a:lnTo>
                  <a:pt x="1317974" y="963444"/>
                </a:lnTo>
                <a:lnTo>
                  <a:pt x="1327595" y="965878"/>
                </a:lnTo>
                <a:lnTo>
                  <a:pt x="1337215" y="968200"/>
                </a:lnTo>
                <a:lnTo>
                  <a:pt x="1346835" y="970411"/>
                </a:lnTo>
                <a:lnTo>
                  <a:pt x="1356455" y="972509"/>
                </a:lnTo>
                <a:lnTo>
                  <a:pt x="1366075" y="974494"/>
                </a:lnTo>
                <a:lnTo>
                  <a:pt x="1375696" y="976365"/>
                </a:lnTo>
                <a:lnTo>
                  <a:pt x="1385316" y="978123"/>
                </a:lnTo>
                <a:lnTo>
                  <a:pt x="1394936" y="979766"/>
                </a:lnTo>
                <a:lnTo>
                  <a:pt x="1404557" y="981294"/>
                </a:lnTo>
                <a:lnTo>
                  <a:pt x="1414177" y="982707"/>
                </a:lnTo>
                <a:lnTo>
                  <a:pt x="1423797" y="984004"/>
                </a:lnTo>
                <a:lnTo>
                  <a:pt x="1433417" y="985186"/>
                </a:lnTo>
                <a:lnTo>
                  <a:pt x="1443038" y="986251"/>
                </a:lnTo>
                <a:lnTo>
                  <a:pt x="1452658" y="987201"/>
                </a:lnTo>
                <a:lnTo>
                  <a:pt x="1462278" y="988033"/>
                </a:lnTo>
                <a:lnTo>
                  <a:pt x="1471898" y="988749"/>
                </a:lnTo>
                <a:lnTo>
                  <a:pt x="1481518" y="989348"/>
                </a:lnTo>
                <a:lnTo>
                  <a:pt x="1491139" y="989830"/>
                </a:lnTo>
                <a:lnTo>
                  <a:pt x="1500759" y="990195"/>
                </a:lnTo>
                <a:lnTo>
                  <a:pt x="1510379" y="990442"/>
                </a:lnTo>
                <a:lnTo>
                  <a:pt x="1520000" y="990573"/>
                </a:lnTo>
                <a:lnTo>
                  <a:pt x="1529620" y="990585"/>
                </a:lnTo>
                <a:lnTo>
                  <a:pt x="1539240" y="990481"/>
                </a:lnTo>
                <a:lnTo>
                  <a:pt x="1548860" y="990259"/>
                </a:lnTo>
                <a:lnTo>
                  <a:pt x="1558481" y="989920"/>
                </a:lnTo>
                <a:lnTo>
                  <a:pt x="1568101" y="989463"/>
                </a:lnTo>
                <a:lnTo>
                  <a:pt x="1577721" y="988890"/>
                </a:lnTo>
                <a:lnTo>
                  <a:pt x="1587341" y="988199"/>
                </a:lnTo>
                <a:lnTo>
                  <a:pt x="1596961" y="987392"/>
                </a:lnTo>
                <a:lnTo>
                  <a:pt x="1606582" y="986468"/>
                </a:lnTo>
                <a:lnTo>
                  <a:pt x="1616202" y="985428"/>
                </a:lnTo>
                <a:lnTo>
                  <a:pt x="1625822" y="984271"/>
                </a:lnTo>
                <a:lnTo>
                  <a:pt x="1635443" y="982999"/>
                </a:lnTo>
                <a:lnTo>
                  <a:pt x="1645063" y="981611"/>
                </a:lnTo>
                <a:lnTo>
                  <a:pt x="1654683" y="980108"/>
                </a:lnTo>
                <a:lnTo>
                  <a:pt x="1664303" y="978490"/>
                </a:lnTo>
                <a:lnTo>
                  <a:pt x="1673924" y="976757"/>
                </a:lnTo>
                <a:lnTo>
                  <a:pt x="1683544" y="974911"/>
                </a:lnTo>
                <a:lnTo>
                  <a:pt x="1693164" y="972950"/>
                </a:lnTo>
                <a:lnTo>
                  <a:pt x="1702784" y="970877"/>
                </a:lnTo>
                <a:lnTo>
                  <a:pt x="1712404" y="968691"/>
                </a:lnTo>
                <a:lnTo>
                  <a:pt x="1722025" y="966393"/>
                </a:lnTo>
                <a:lnTo>
                  <a:pt x="1731645" y="963983"/>
                </a:lnTo>
                <a:lnTo>
                  <a:pt x="1741265" y="961462"/>
                </a:lnTo>
                <a:lnTo>
                  <a:pt x="1750886" y="958830"/>
                </a:lnTo>
                <a:lnTo>
                  <a:pt x="1760506" y="956089"/>
                </a:lnTo>
                <a:lnTo>
                  <a:pt x="1770126" y="953238"/>
                </a:lnTo>
                <a:lnTo>
                  <a:pt x="1779746" y="950279"/>
                </a:lnTo>
                <a:lnTo>
                  <a:pt x="1789367" y="947212"/>
                </a:lnTo>
                <a:lnTo>
                  <a:pt x="1798987" y="944039"/>
                </a:lnTo>
                <a:lnTo>
                  <a:pt x="1808607" y="940758"/>
                </a:lnTo>
                <a:lnTo>
                  <a:pt x="1818227" y="937372"/>
                </a:lnTo>
                <a:lnTo>
                  <a:pt x="1827847" y="933882"/>
                </a:lnTo>
                <a:lnTo>
                  <a:pt x="1837468" y="930287"/>
                </a:lnTo>
                <a:lnTo>
                  <a:pt x="1847088" y="926590"/>
                </a:lnTo>
                <a:lnTo>
                  <a:pt x="1856708" y="922790"/>
                </a:lnTo>
                <a:lnTo>
                  <a:pt x="1866329" y="918889"/>
                </a:lnTo>
                <a:lnTo>
                  <a:pt x="1875949" y="914887"/>
                </a:lnTo>
                <a:lnTo>
                  <a:pt x="1885569" y="910787"/>
                </a:lnTo>
                <a:lnTo>
                  <a:pt x="1895189" y="906587"/>
                </a:lnTo>
                <a:lnTo>
                  <a:pt x="1904810" y="902290"/>
                </a:lnTo>
                <a:lnTo>
                  <a:pt x="1914430" y="897897"/>
                </a:lnTo>
                <a:lnTo>
                  <a:pt x="1924050" y="893408"/>
                </a:lnTo>
                <a:lnTo>
                  <a:pt x="1933670" y="888825"/>
                </a:lnTo>
                <a:lnTo>
                  <a:pt x="1943290" y="884149"/>
                </a:lnTo>
                <a:lnTo>
                  <a:pt x="1952911" y="879381"/>
                </a:lnTo>
                <a:lnTo>
                  <a:pt x="1962531" y="874521"/>
                </a:lnTo>
                <a:lnTo>
                  <a:pt x="1972151" y="869572"/>
                </a:lnTo>
                <a:lnTo>
                  <a:pt x="1981772" y="864534"/>
                </a:lnTo>
                <a:lnTo>
                  <a:pt x="1991392" y="859409"/>
                </a:lnTo>
                <a:lnTo>
                  <a:pt x="2001012" y="854197"/>
                </a:lnTo>
                <a:lnTo>
                  <a:pt x="2010632" y="848900"/>
                </a:lnTo>
                <a:lnTo>
                  <a:pt x="2020253" y="843520"/>
                </a:lnTo>
                <a:lnTo>
                  <a:pt x="2029873" y="838056"/>
                </a:lnTo>
                <a:lnTo>
                  <a:pt x="2039493" y="832512"/>
                </a:lnTo>
                <a:lnTo>
                  <a:pt x="2049113" y="826888"/>
                </a:lnTo>
                <a:lnTo>
                  <a:pt x="2058733" y="821185"/>
                </a:lnTo>
                <a:lnTo>
                  <a:pt x="2068354" y="815405"/>
                </a:lnTo>
                <a:lnTo>
                  <a:pt x="2077974" y="809549"/>
                </a:lnTo>
                <a:lnTo>
                  <a:pt x="2087594" y="803619"/>
                </a:lnTo>
                <a:lnTo>
                  <a:pt x="2097215" y="797615"/>
                </a:lnTo>
                <a:lnTo>
                  <a:pt x="2106835" y="791540"/>
                </a:lnTo>
                <a:lnTo>
                  <a:pt x="2116455" y="785395"/>
                </a:lnTo>
                <a:lnTo>
                  <a:pt x="2126075" y="779181"/>
                </a:lnTo>
                <a:lnTo>
                  <a:pt x="2135696" y="772900"/>
                </a:lnTo>
                <a:lnTo>
                  <a:pt x="2145316" y="766553"/>
                </a:lnTo>
                <a:lnTo>
                  <a:pt x="2154936" y="760141"/>
                </a:lnTo>
                <a:lnTo>
                  <a:pt x="2164556" y="753667"/>
                </a:lnTo>
                <a:lnTo>
                  <a:pt x="2174177" y="747132"/>
                </a:lnTo>
                <a:lnTo>
                  <a:pt x="2183797" y="740537"/>
                </a:lnTo>
                <a:lnTo>
                  <a:pt x="2193417" y="733884"/>
                </a:lnTo>
                <a:lnTo>
                  <a:pt x="2203037" y="727174"/>
                </a:lnTo>
                <a:lnTo>
                  <a:pt x="2212658" y="720410"/>
                </a:lnTo>
                <a:lnTo>
                  <a:pt x="2222278" y="713592"/>
                </a:lnTo>
                <a:lnTo>
                  <a:pt x="2231898" y="706722"/>
                </a:lnTo>
                <a:lnTo>
                  <a:pt x="2241518" y="699802"/>
                </a:lnTo>
                <a:lnTo>
                  <a:pt x="2251139" y="692834"/>
                </a:lnTo>
                <a:lnTo>
                  <a:pt x="2260759" y="685819"/>
                </a:lnTo>
                <a:lnTo>
                  <a:pt x="2270379" y="678759"/>
                </a:lnTo>
                <a:lnTo>
                  <a:pt x="2279999" y="671655"/>
                </a:lnTo>
                <a:lnTo>
                  <a:pt x="2289620" y="664510"/>
                </a:lnTo>
                <a:lnTo>
                  <a:pt x="2299240" y="657324"/>
                </a:lnTo>
                <a:lnTo>
                  <a:pt x="2308860" y="650100"/>
                </a:lnTo>
                <a:lnTo>
                  <a:pt x="2318480" y="642840"/>
                </a:lnTo>
                <a:lnTo>
                  <a:pt x="2328100" y="635544"/>
                </a:lnTo>
                <a:lnTo>
                  <a:pt x="2337721" y="628215"/>
                </a:lnTo>
                <a:lnTo>
                  <a:pt x="2347341" y="620855"/>
                </a:lnTo>
                <a:lnTo>
                  <a:pt x="2356961" y="613465"/>
                </a:lnTo>
                <a:lnTo>
                  <a:pt x="2366582" y="606047"/>
                </a:lnTo>
                <a:lnTo>
                  <a:pt x="2376202" y="598602"/>
                </a:lnTo>
                <a:lnTo>
                  <a:pt x="2385822" y="591134"/>
                </a:lnTo>
                <a:lnTo>
                  <a:pt x="2395442" y="583642"/>
                </a:lnTo>
                <a:lnTo>
                  <a:pt x="2405063" y="576130"/>
                </a:lnTo>
                <a:lnTo>
                  <a:pt x="2414683" y="568598"/>
                </a:lnTo>
                <a:lnTo>
                  <a:pt x="2424303" y="561049"/>
                </a:lnTo>
                <a:lnTo>
                  <a:pt x="2433923" y="553485"/>
                </a:lnTo>
                <a:lnTo>
                  <a:pt x="2443544" y="545906"/>
                </a:lnTo>
                <a:lnTo>
                  <a:pt x="2453164" y="538316"/>
                </a:lnTo>
                <a:lnTo>
                  <a:pt x="2462784" y="530715"/>
                </a:lnTo>
                <a:lnTo>
                  <a:pt x="2472404" y="523106"/>
                </a:lnTo>
                <a:lnTo>
                  <a:pt x="2482025" y="515491"/>
                </a:lnTo>
                <a:lnTo>
                  <a:pt x="2491645" y="507871"/>
                </a:lnTo>
                <a:lnTo>
                  <a:pt x="2501265" y="500247"/>
                </a:lnTo>
                <a:lnTo>
                  <a:pt x="2510885" y="492623"/>
                </a:lnTo>
                <a:lnTo>
                  <a:pt x="2520506" y="484999"/>
                </a:lnTo>
                <a:lnTo>
                  <a:pt x="2530126" y="477378"/>
                </a:lnTo>
                <a:lnTo>
                  <a:pt x="2539746" y="469760"/>
                </a:lnTo>
                <a:lnTo>
                  <a:pt x="2549366" y="462149"/>
                </a:lnTo>
                <a:lnTo>
                  <a:pt x="2558987" y="454546"/>
                </a:lnTo>
                <a:lnTo>
                  <a:pt x="2568607" y="446953"/>
                </a:lnTo>
                <a:lnTo>
                  <a:pt x="2578227" y="439370"/>
                </a:lnTo>
                <a:lnTo>
                  <a:pt x="2587847" y="431802"/>
                </a:lnTo>
                <a:lnTo>
                  <a:pt x="2597468" y="424248"/>
                </a:lnTo>
                <a:lnTo>
                  <a:pt x="2607088" y="416711"/>
                </a:lnTo>
                <a:lnTo>
                  <a:pt x="2616708" y="409192"/>
                </a:lnTo>
                <a:lnTo>
                  <a:pt x="2626328" y="401694"/>
                </a:lnTo>
                <a:lnTo>
                  <a:pt x="2635949" y="394219"/>
                </a:lnTo>
                <a:lnTo>
                  <a:pt x="2645569" y="386767"/>
                </a:lnTo>
                <a:lnTo>
                  <a:pt x="2655189" y="379341"/>
                </a:lnTo>
                <a:lnTo>
                  <a:pt x="2664809" y="371942"/>
                </a:lnTo>
                <a:lnTo>
                  <a:pt x="2674429" y="364573"/>
                </a:lnTo>
                <a:lnTo>
                  <a:pt x="2684050" y="357234"/>
                </a:lnTo>
                <a:lnTo>
                  <a:pt x="2693670" y="349929"/>
                </a:lnTo>
                <a:lnTo>
                  <a:pt x="2703290" y="342657"/>
                </a:lnTo>
                <a:lnTo>
                  <a:pt x="2712911" y="335422"/>
                </a:lnTo>
                <a:lnTo>
                  <a:pt x="2722531" y="328225"/>
                </a:lnTo>
                <a:lnTo>
                  <a:pt x="2732151" y="321067"/>
                </a:lnTo>
                <a:lnTo>
                  <a:pt x="2741771" y="313951"/>
                </a:lnTo>
                <a:lnTo>
                  <a:pt x="2751392" y="306878"/>
                </a:lnTo>
                <a:lnTo>
                  <a:pt x="2761012" y="299849"/>
                </a:lnTo>
                <a:lnTo>
                  <a:pt x="2770632" y="292866"/>
                </a:lnTo>
                <a:lnTo>
                  <a:pt x="2780252" y="285932"/>
                </a:lnTo>
                <a:lnTo>
                  <a:pt x="2789873" y="279047"/>
                </a:lnTo>
                <a:lnTo>
                  <a:pt x="2799493" y="272214"/>
                </a:lnTo>
                <a:lnTo>
                  <a:pt x="2809113" y="265433"/>
                </a:lnTo>
                <a:lnTo>
                  <a:pt x="2818733" y="258707"/>
                </a:lnTo>
                <a:lnTo>
                  <a:pt x="2828354" y="252036"/>
                </a:lnTo>
                <a:lnTo>
                  <a:pt x="2837974" y="245424"/>
                </a:lnTo>
                <a:lnTo>
                  <a:pt x="2847594" y="238871"/>
                </a:lnTo>
                <a:lnTo>
                  <a:pt x="2857214" y="232378"/>
                </a:lnTo>
                <a:lnTo>
                  <a:pt x="2866835" y="225948"/>
                </a:lnTo>
                <a:lnTo>
                  <a:pt x="2876455" y="219581"/>
                </a:lnTo>
                <a:lnTo>
                  <a:pt x="2886075" y="213280"/>
                </a:lnTo>
                <a:lnTo>
                  <a:pt x="2895695" y="207046"/>
                </a:lnTo>
                <a:lnTo>
                  <a:pt x="2905316" y="200880"/>
                </a:lnTo>
                <a:lnTo>
                  <a:pt x="2914936" y="194784"/>
                </a:lnTo>
                <a:lnTo>
                  <a:pt x="2924556" y="188759"/>
                </a:lnTo>
                <a:lnTo>
                  <a:pt x="2934176" y="182806"/>
                </a:lnTo>
                <a:lnTo>
                  <a:pt x="2943797" y="176928"/>
                </a:lnTo>
                <a:lnTo>
                  <a:pt x="2953417" y="171125"/>
                </a:lnTo>
                <a:lnTo>
                  <a:pt x="2963037" y="165399"/>
                </a:lnTo>
                <a:lnTo>
                  <a:pt x="2972657" y="159751"/>
                </a:lnTo>
                <a:lnTo>
                  <a:pt x="2982278" y="154183"/>
                </a:lnTo>
                <a:lnTo>
                  <a:pt x="2991898" y="148695"/>
                </a:lnTo>
                <a:lnTo>
                  <a:pt x="3001518" y="143290"/>
                </a:lnTo>
                <a:lnTo>
                  <a:pt x="3011138" y="137968"/>
                </a:lnTo>
                <a:lnTo>
                  <a:pt x="3020759" y="132731"/>
                </a:lnTo>
                <a:lnTo>
                  <a:pt x="3030379" y="127579"/>
                </a:lnTo>
                <a:lnTo>
                  <a:pt x="3039999" y="122515"/>
                </a:lnTo>
                <a:lnTo>
                  <a:pt x="3049619" y="117539"/>
                </a:lnTo>
                <a:lnTo>
                  <a:pt x="3059240" y="112652"/>
                </a:lnTo>
                <a:lnTo>
                  <a:pt x="3068860" y="107857"/>
                </a:lnTo>
                <a:lnTo>
                  <a:pt x="3078480" y="103153"/>
                </a:lnTo>
                <a:lnTo>
                  <a:pt x="3088100" y="98542"/>
                </a:lnTo>
                <a:lnTo>
                  <a:pt x="3097721" y="94025"/>
                </a:lnTo>
                <a:lnTo>
                  <a:pt x="3107341" y="89603"/>
                </a:lnTo>
                <a:lnTo>
                  <a:pt x="3116961" y="85277"/>
                </a:lnTo>
                <a:lnTo>
                  <a:pt x="3126581" y="81048"/>
                </a:lnTo>
                <a:lnTo>
                  <a:pt x="3136202" y="76918"/>
                </a:lnTo>
                <a:lnTo>
                  <a:pt x="3145822" y="72887"/>
                </a:lnTo>
                <a:lnTo>
                  <a:pt x="3155442" y="68955"/>
                </a:lnTo>
                <a:lnTo>
                  <a:pt x="3165062" y="65125"/>
                </a:lnTo>
                <a:lnTo>
                  <a:pt x="3174683" y="61397"/>
                </a:lnTo>
                <a:lnTo>
                  <a:pt x="3184303" y="57772"/>
                </a:lnTo>
                <a:lnTo>
                  <a:pt x="3193923" y="54250"/>
                </a:lnTo>
                <a:lnTo>
                  <a:pt x="3203543" y="50833"/>
                </a:lnTo>
                <a:lnTo>
                  <a:pt x="3213163" y="47521"/>
                </a:lnTo>
                <a:lnTo>
                  <a:pt x="3222784" y="44315"/>
                </a:lnTo>
                <a:lnTo>
                  <a:pt x="3232404" y="41216"/>
                </a:lnTo>
                <a:lnTo>
                  <a:pt x="3242024" y="38224"/>
                </a:lnTo>
                <a:lnTo>
                  <a:pt x="3251645" y="35341"/>
                </a:lnTo>
                <a:lnTo>
                  <a:pt x="3261265" y="32567"/>
                </a:lnTo>
                <a:lnTo>
                  <a:pt x="3270885" y="29903"/>
                </a:lnTo>
                <a:lnTo>
                  <a:pt x="3280505" y="27349"/>
                </a:lnTo>
                <a:lnTo>
                  <a:pt x="3290126" y="24906"/>
                </a:lnTo>
                <a:lnTo>
                  <a:pt x="3299746" y="22574"/>
                </a:lnTo>
                <a:lnTo>
                  <a:pt x="3309366" y="20354"/>
                </a:lnTo>
                <a:lnTo>
                  <a:pt x="3318986" y="18247"/>
                </a:lnTo>
                <a:lnTo>
                  <a:pt x="3328607" y="16253"/>
                </a:lnTo>
                <a:lnTo>
                  <a:pt x="3338227" y="14372"/>
                </a:lnTo>
                <a:lnTo>
                  <a:pt x="3347847" y="12605"/>
                </a:lnTo>
                <a:lnTo>
                  <a:pt x="3357467" y="10953"/>
                </a:lnTo>
                <a:lnTo>
                  <a:pt x="3367088" y="9415"/>
                </a:lnTo>
                <a:lnTo>
                  <a:pt x="3376708" y="7993"/>
                </a:lnTo>
                <a:lnTo>
                  <a:pt x="3386328" y="6686"/>
                </a:lnTo>
                <a:lnTo>
                  <a:pt x="3395948" y="5495"/>
                </a:lnTo>
                <a:lnTo>
                  <a:pt x="3405569" y="4420"/>
                </a:lnTo>
                <a:lnTo>
                  <a:pt x="3415189" y="3461"/>
                </a:lnTo>
                <a:lnTo>
                  <a:pt x="3424809" y="2619"/>
                </a:lnTo>
                <a:lnTo>
                  <a:pt x="3434429" y="1893"/>
                </a:lnTo>
                <a:lnTo>
                  <a:pt x="3444050" y="1285"/>
                </a:lnTo>
                <a:lnTo>
                  <a:pt x="3453670" y="793"/>
                </a:lnTo>
                <a:lnTo>
                  <a:pt x="3463290" y="419"/>
                </a:lnTo>
                <a:lnTo>
                  <a:pt x="3472910" y="162"/>
                </a:lnTo>
                <a:lnTo>
                  <a:pt x="3482531" y="22"/>
                </a:lnTo>
                <a:lnTo>
                  <a:pt x="3492151" y="0"/>
                </a:lnTo>
                <a:lnTo>
                  <a:pt x="3501771" y="95"/>
                </a:lnTo>
                <a:lnTo>
                  <a:pt x="3511391" y="307"/>
                </a:lnTo>
                <a:lnTo>
                  <a:pt x="3521012" y="637"/>
                </a:lnTo>
                <a:lnTo>
                  <a:pt x="3530632" y="1084"/>
                </a:lnTo>
                <a:lnTo>
                  <a:pt x="3540252" y="1648"/>
                </a:lnTo>
                <a:lnTo>
                  <a:pt x="3549872" y="2329"/>
                </a:lnTo>
                <a:lnTo>
                  <a:pt x="3559493" y="3127"/>
                </a:lnTo>
                <a:lnTo>
                  <a:pt x="3569113" y="4041"/>
                </a:lnTo>
                <a:lnTo>
                  <a:pt x="3578733" y="5072"/>
                </a:lnTo>
                <a:lnTo>
                  <a:pt x="3588353" y="6219"/>
                </a:lnTo>
                <a:lnTo>
                  <a:pt x="3597974" y="7482"/>
                </a:lnTo>
                <a:lnTo>
                  <a:pt x="3607594" y="8860"/>
                </a:lnTo>
                <a:lnTo>
                  <a:pt x="3617214" y="10354"/>
                </a:lnTo>
                <a:lnTo>
                  <a:pt x="3626834" y="11963"/>
                </a:lnTo>
                <a:lnTo>
                  <a:pt x="3636454" y="13686"/>
                </a:lnTo>
                <a:lnTo>
                  <a:pt x="3646075" y="15523"/>
                </a:lnTo>
                <a:lnTo>
                  <a:pt x="3655695" y="17474"/>
                </a:lnTo>
                <a:lnTo>
                  <a:pt x="3665315" y="19538"/>
                </a:lnTo>
                <a:lnTo>
                  <a:pt x="3674936" y="21715"/>
                </a:lnTo>
                <a:lnTo>
                  <a:pt x="3684556" y="24004"/>
                </a:lnTo>
                <a:lnTo>
                  <a:pt x="3694176" y="26405"/>
                </a:lnTo>
                <a:lnTo>
                  <a:pt x="3703796" y="28917"/>
                </a:lnTo>
                <a:lnTo>
                  <a:pt x="3713417" y="31540"/>
                </a:lnTo>
                <a:lnTo>
                  <a:pt x="3723037" y="34272"/>
                </a:lnTo>
                <a:lnTo>
                  <a:pt x="3732657" y="37114"/>
                </a:lnTo>
                <a:lnTo>
                  <a:pt x="3742277" y="40064"/>
                </a:lnTo>
                <a:lnTo>
                  <a:pt x="3751898" y="43122"/>
                </a:lnTo>
                <a:lnTo>
                  <a:pt x="3761518" y="46287"/>
                </a:lnTo>
                <a:lnTo>
                  <a:pt x="3771138" y="49559"/>
                </a:lnTo>
                <a:lnTo>
                  <a:pt x="3780758" y="52936"/>
                </a:lnTo>
                <a:lnTo>
                  <a:pt x="3790379" y="56418"/>
                </a:lnTo>
                <a:lnTo>
                  <a:pt x="3799999" y="60004"/>
                </a:lnTo>
                <a:lnTo>
                  <a:pt x="3809619" y="63693"/>
                </a:lnTo>
                <a:lnTo>
                  <a:pt x="3819239" y="67485"/>
                </a:lnTo>
                <a:lnTo>
                  <a:pt x="3828860" y="71378"/>
                </a:lnTo>
                <a:lnTo>
                  <a:pt x="3838480" y="75371"/>
                </a:lnTo>
                <a:lnTo>
                  <a:pt x="3848100" y="79464"/>
                </a:lnTo>
                <a:lnTo>
                  <a:pt x="3857720" y="83655"/>
                </a:lnTo>
                <a:lnTo>
                  <a:pt x="3867341" y="87944"/>
                </a:lnTo>
                <a:lnTo>
                  <a:pt x="3876961" y="92329"/>
                </a:lnTo>
                <a:lnTo>
                  <a:pt x="3886581" y="96810"/>
                </a:lnTo>
                <a:lnTo>
                  <a:pt x="3896201" y="101386"/>
                </a:lnTo>
                <a:lnTo>
                  <a:pt x="3905821" y="106054"/>
                </a:lnTo>
                <a:lnTo>
                  <a:pt x="3915442" y="110815"/>
                </a:lnTo>
                <a:lnTo>
                  <a:pt x="3925062" y="115667"/>
                </a:lnTo>
                <a:lnTo>
                  <a:pt x="3934682" y="120609"/>
                </a:lnTo>
                <a:lnTo>
                  <a:pt x="3944303" y="125640"/>
                </a:lnTo>
                <a:lnTo>
                  <a:pt x="3953923" y="130758"/>
                </a:lnTo>
                <a:lnTo>
                  <a:pt x="3963543" y="135963"/>
                </a:lnTo>
                <a:lnTo>
                  <a:pt x="3973163" y="141253"/>
                </a:lnTo>
                <a:lnTo>
                  <a:pt x="3982784" y="146627"/>
                </a:lnTo>
                <a:lnTo>
                  <a:pt x="3992404" y="152083"/>
                </a:lnTo>
                <a:lnTo>
                  <a:pt x="4002024" y="157621"/>
                </a:lnTo>
                <a:lnTo>
                  <a:pt x="4011644" y="163239"/>
                </a:lnTo>
                <a:lnTo>
                  <a:pt x="4021265" y="168935"/>
                </a:lnTo>
                <a:lnTo>
                  <a:pt x="4030885" y="174709"/>
                </a:lnTo>
                <a:lnTo>
                  <a:pt x="4040505" y="180559"/>
                </a:lnTo>
                <a:lnTo>
                  <a:pt x="4050125" y="186483"/>
                </a:lnTo>
                <a:lnTo>
                  <a:pt x="4059746" y="192481"/>
                </a:lnTo>
                <a:lnTo>
                  <a:pt x="4069366" y="198550"/>
                </a:lnTo>
                <a:lnTo>
                  <a:pt x="4078986" y="204689"/>
                </a:lnTo>
                <a:lnTo>
                  <a:pt x="4088606" y="210898"/>
                </a:lnTo>
                <a:lnTo>
                  <a:pt x="4098227" y="217174"/>
                </a:lnTo>
                <a:lnTo>
                  <a:pt x="4107847" y="223515"/>
                </a:lnTo>
                <a:lnTo>
                  <a:pt x="4117467" y="229922"/>
                </a:lnTo>
                <a:lnTo>
                  <a:pt x="4127087" y="236391"/>
                </a:lnTo>
                <a:lnTo>
                  <a:pt x="4136707" y="242921"/>
                </a:lnTo>
                <a:lnTo>
                  <a:pt x="4146328" y="249511"/>
                </a:lnTo>
                <a:lnTo>
                  <a:pt x="4155948" y="256160"/>
                </a:lnTo>
                <a:lnTo>
                  <a:pt x="4165568" y="262865"/>
                </a:lnTo>
                <a:lnTo>
                  <a:pt x="4175188" y="269625"/>
                </a:lnTo>
                <a:lnTo>
                  <a:pt x="4184809" y="276439"/>
                </a:lnTo>
                <a:lnTo>
                  <a:pt x="4194429" y="283304"/>
                </a:lnTo>
                <a:lnTo>
                  <a:pt x="4204049" y="290220"/>
                </a:lnTo>
                <a:lnTo>
                  <a:pt x="4213670" y="297184"/>
                </a:lnTo>
                <a:lnTo>
                  <a:pt x="4223290" y="304195"/>
                </a:lnTo>
                <a:lnTo>
                  <a:pt x="4232910" y="311252"/>
                </a:lnTo>
                <a:lnTo>
                  <a:pt x="4242530" y="318352"/>
                </a:lnTo>
                <a:lnTo>
                  <a:pt x="4252151" y="325494"/>
                </a:lnTo>
                <a:lnTo>
                  <a:pt x="4261771" y="332677"/>
                </a:lnTo>
                <a:lnTo>
                  <a:pt x="4271391" y="339897"/>
                </a:lnTo>
                <a:lnTo>
                  <a:pt x="4281011" y="347155"/>
                </a:lnTo>
                <a:lnTo>
                  <a:pt x="4290632" y="354448"/>
                </a:lnTo>
                <a:lnTo>
                  <a:pt x="4300252" y="361774"/>
                </a:lnTo>
                <a:lnTo>
                  <a:pt x="4309872" y="369132"/>
                </a:lnTo>
                <a:lnTo>
                  <a:pt x="4319492" y="376520"/>
                </a:lnTo>
                <a:lnTo>
                  <a:pt x="4329113" y="383935"/>
                </a:lnTo>
                <a:lnTo>
                  <a:pt x="4338733" y="391378"/>
                </a:lnTo>
                <a:lnTo>
                  <a:pt x="4348353" y="398845"/>
                </a:lnTo>
                <a:lnTo>
                  <a:pt x="4357973" y="406334"/>
                </a:lnTo>
                <a:lnTo>
                  <a:pt x="4367594" y="413845"/>
                </a:lnTo>
                <a:lnTo>
                  <a:pt x="4377214" y="421375"/>
                </a:lnTo>
                <a:lnTo>
                  <a:pt x="4386834" y="428923"/>
                </a:lnTo>
                <a:lnTo>
                  <a:pt x="4396454" y="436486"/>
                </a:lnTo>
                <a:lnTo>
                  <a:pt x="4406074" y="444063"/>
                </a:lnTo>
                <a:lnTo>
                  <a:pt x="4415695" y="451653"/>
                </a:lnTo>
                <a:lnTo>
                  <a:pt x="4425315" y="459253"/>
                </a:lnTo>
                <a:lnTo>
                  <a:pt x="4434935" y="466861"/>
                </a:lnTo>
                <a:lnTo>
                  <a:pt x="4444556" y="474476"/>
                </a:lnTo>
                <a:lnTo>
                  <a:pt x="4454176" y="482096"/>
                </a:lnTo>
                <a:lnTo>
                  <a:pt x="4463796" y="489719"/>
                </a:lnTo>
                <a:lnTo>
                  <a:pt x="4473416" y="497344"/>
                </a:lnTo>
                <a:lnTo>
                  <a:pt x="4483037" y="504967"/>
                </a:lnTo>
                <a:lnTo>
                  <a:pt x="4492657" y="512589"/>
                </a:lnTo>
                <a:lnTo>
                  <a:pt x="4502277" y="520207"/>
                </a:lnTo>
                <a:lnTo>
                  <a:pt x="4511897" y="527818"/>
                </a:lnTo>
                <a:lnTo>
                  <a:pt x="4521518" y="535422"/>
                </a:lnTo>
                <a:lnTo>
                  <a:pt x="4531138" y="543017"/>
                </a:lnTo>
                <a:lnTo>
                  <a:pt x="4540758" y="550600"/>
                </a:lnTo>
                <a:lnTo>
                  <a:pt x="4550378" y="558170"/>
                </a:lnTo>
                <a:lnTo>
                  <a:pt x="4559999" y="565725"/>
                </a:lnTo>
                <a:lnTo>
                  <a:pt x="4569619" y="573263"/>
                </a:lnTo>
                <a:lnTo>
                  <a:pt x="4579239" y="580783"/>
                </a:lnTo>
                <a:lnTo>
                  <a:pt x="4588859" y="588283"/>
                </a:lnTo>
                <a:lnTo>
                  <a:pt x="4598480" y="595761"/>
                </a:lnTo>
                <a:lnTo>
                  <a:pt x="4608100" y="603215"/>
                </a:lnTo>
                <a:lnTo>
                  <a:pt x="4617720" y="610643"/>
                </a:lnTo>
                <a:lnTo>
                  <a:pt x="4627340" y="618044"/>
                </a:lnTo>
                <a:lnTo>
                  <a:pt x="4636960" y="625416"/>
                </a:lnTo>
                <a:lnTo>
                  <a:pt x="4646581" y="632757"/>
                </a:lnTo>
                <a:lnTo>
                  <a:pt x="4656201" y="640065"/>
                </a:lnTo>
                <a:lnTo>
                  <a:pt x="4665821" y="647339"/>
                </a:lnTo>
                <a:lnTo>
                  <a:pt x="4675442" y="654577"/>
                </a:lnTo>
                <a:lnTo>
                  <a:pt x="4685062" y="661778"/>
                </a:lnTo>
                <a:lnTo>
                  <a:pt x="4694682" y="668939"/>
                </a:lnTo>
                <a:lnTo>
                  <a:pt x="4704302" y="676058"/>
                </a:lnTo>
                <a:lnTo>
                  <a:pt x="4713923" y="683135"/>
                </a:lnTo>
                <a:lnTo>
                  <a:pt x="4723543" y="690168"/>
                </a:lnTo>
                <a:lnTo>
                  <a:pt x="4733163" y="697154"/>
                </a:lnTo>
                <a:lnTo>
                  <a:pt x="4742783" y="704092"/>
                </a:lnTo>
                <a:lnTo>
                  <a:pt x="4752404" y="710981"/>
                </a:lnTo>
                <a:lnTo>
                  <a:pt x="4762024" y="717819"/>
                </a:lnTo>
                <a:lnTo>
                  <a:pt x="4771644" y="724604"/>
                </a:lnTo>
                <a:lnTo>
                  <a:pt x="4781264" y="731335"/>
                </a:lnTo>
                <a:lnTo>
                  <a:pt x="4790885" y="738010"/>
                </a:lnTo>
                <a:lnTo>
                  <a:pt x="4800505" y="744627"/>
                </a:lnTo>
                <a:lnTo>
                  <a:pt x="4810125" y="751185"/>
                </a:lnTo>
              </a:path>
            </a:pathLst>
          </a:custGeom>
          <a:noFill xmlns:a="http://schemas.openxmlformats.org/drawingml/2006/main"/>
          <a:ln xmlns:a="http://schemas.openxmlformats.org/drawingml/2006/main" w="20955">
            <a:solidFill>
              <a:srgbClr val="202020"/>
            </a:solidFill>
          </a:ln>
        </p:spPr>
      </p:sp>
      <p:sp>
        <p:nvSpPr>
          <p:cNvPr id="18" name="pll-ahead">
            <a:extLst xmlns:a="http://schemas.openxmlformats.org/drawingml/2006/main">
              <a:ext uri="{FF2B5EF4-FFF2-40B4-BE49-F238E27FC236}">
                <a16:creationId xmlns:a16="http://schemas.microsoft.com/office/drawing/2014/main" id="{80798F8A-18F1-4A9D-8FB7-C14F6433123B}"/>
              </a:ext>
            </a:extLst>
          </p:cNvPr>
          <p:cNvSpPr>
            <a:spLocks xmlns:a="http://schemas.openxmlformats.org/drawingml/2006/main" noGrp="1"/>
          </p:cNvSpPr>
          <p:nvPr/>
        </p:nvSpPr>
        <p:spPr>
          <a:xfrm xmlns:a="http://schemas.openxmlformats.org/drawingml/2006/main">
            <a:off x="7105650" y="394335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Local ahead</a:t>
            </a:r>
          </a:p>
        </p:txBody>
      </p:sp>
      <p:sp>
        <p:nvSpPr>
          <p:cNvPr id="19" name="pll-ahead-action-shaft">
            <a:extLst xmlns:a="http://schemas.openxmlformats.org/drawingml/2006/main">
              <a:ext uri="{FF2B5EF4-FFF2-40B4-BE49-F238E27FC236}">
                <a16:creationId xmlns:a16="http://schemas.microsoft.com/office/drawing/2014/main" id="{E5B4519E-8322-47C1-A056-5BBD5910CB77}"/>
              </a:ext>
            </a:extLst>
          </p:cNvPr>
          <p:cNvSpPr>
            <a:spLocks xmlns:a="http://schemas.openxmlformats.org/drawingml/2006/main" noGrp="1"/>
          </p:cNvSpPr>
          <p:nvPr/>
        </p:nvSpPr>
        <p:spPr>
          <a:xfrm xmlns:a="http://schemas.openxmlformats.org/drawingml/2006/main">
            <a:off x="9401175" y="4143375"/>
            <a:ext cx="3810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0" name="pll-ahead-action-head">
            <a:extLst xmlns:a="http://schemas.openxmlformats.org/drawingml/2006/main">
              <a:ext uri="{FF2B5EF4-FFF2-40B4-BE49-F238E27FC236}">
                <a16:creationId xmlns:a16="http://schemas.microsoft.com/office/drawing/2014/main" id="{3FD54EB6-E0D2-46C9-9332-DDFAB66FB890}"/>
              </a:ext>
            </a:extLst>
          </p:cNvPr>
          <p:cNvSpPr>
            <a:spLocks xmlns:a="http://schemas.openxmlformats.org/drawingml/2006/main" noGrp="1"/>
          </p:cNvSpPr>
          <p:nvPr/>
        </p:nvSpPr>
        <p:spPr>
          <a:xfrm xmlns:a="http://schemas.openxmlformats.org/drawingml/2006/main" rot="5400000">
            <a:off x="9763125" y="41005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1" name="pll-slow">
            <a:extLst xmlns:a="http://schemas.openxmlformats.org/drawingml/2006/main">
              <a:ext uri="{FF2B5EF4-FFF2-40B4-BE49-F238E27FC236}">
                <a16:creationId xmlns:a16="http://schemas.microsoft.com/office/drawing/2014/main" id="{93E90B4C-A6FD-4A13-9FF4-5B8948E87B83}"/>
              </a:ext>
            </a:extLst>
          </p:cNvPr>
          <p:cNvSpPr>
            <a:spLocks xmlns:a="http://schemas.openxmlformats.org/drawingml/2006/main" noGrp="1"/>
          </p:cNvSpPr>
          <p:nvPr/>
        </p:nvSpPr>
        <p:spPr>
          <a:xfrm xmlns:a="http://schemas.openxmlformats.org/drawingml/2006/main">
            <a:off x="10048875" y="3943350"/>
            <a:ext cx="1533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Slow down</a:t>
            </a:r>
          </a:p>
        </p:txBody>
      </p:sp>
      <p:sp>
        <p:nvSpPr>
          <p:cNvPr id="22" name="pll-behind">
            <a:extLst xmlns:a="http://schemas.openxmlformats.org/drawingml/2006/main">
              <a:ext uri="{FF2B5EF4-FFF2-40B4-BE49-F238E27FC236}">
                <a16:creationId xmlns:a16="http://schemas.microsoft.com/office/drawing/2014/main" id="{D8A0C59B-0AC2-47DF-8047-7A3337629B33}"/>
              </a:ext>
            </a:extLst>
          </p:cNvPr>
          <p:cNvSpPr>
            <a:spLocks xmlns:a="http://schemas.openxmlformats.org/drawingml/2006/main" noGrp="1"/>
          </p:cNvSpPr>
          <p:nvPr/>
        </p:nvSpPr>
        <p:spPr>
          <a:xfrm xmlns:a="http://schemas.openxmlformats.org/drawingml/2006/main">
            <a:off x="7105650" y="46196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Local behind</a:t>
            </a:r>
          </a:p>
        </p:txBody>
      </p:sp>
      <p:sp>
        <p:nvSpPr>
          <p:cNvPr id="23" name="pll-behind-action-shaft">
            <a:extLst xmlns:a="http://schemas.openxmlformats.org/drawingml/2006/main">
              <a:ext uri="{FF2B5EF4-FFF2-40B4-BE49-F238E27FC236}">
                <a16:creationId xmlns:a16="http://schemas.microsoft.com/office/drawing/2014/main" id="{B813395D-FC4E-4D41-A5AD-610E935F2479}"/>
              </a:ext>
            </a:extLst>
          </p:cNvPr>
          <p:cNvSpPr>
            <a:spLocks xmlns:a="http://schemas.openxmlformats.org/drawingml/2006/main" noGrp="1"/>
          </p:cNvSpPr>
          <p:nvPr/>
        </p:nvSpPr>
        <p:spPr>
          <a:xfrm xmlns:a="http://schemas.openxmlformats.org/drawingml/2006/main">
            <a:off x="9401175" y="4819650"/>
            <a:ext cx="3810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4" name="pll-behind-action-head">
            <a:extLst xmlns:a="http://schemas.openxmlformats.org/drawingml/2006/main">
              <a:ext uri="{FF2B5EF4-FFF2-40B4-BE49-F238E27FC236}">
                <a16:creationId xmlns:a16="http://schemas.microsoft.com/office/drawing/2014/main" id="{582A7917-5CB2-4F78-A884-F3A88347D80D}"/>
              </a:ext>
            </a:extLst>
          </p:cNvPr>
          <p:cNvSpPr>
            <a:spLocks xmlns:a="http://schemas.openxmlformats.org/drawingml/2006/main" noGrp="1"/>
          </p:cNvSpPr>
          <p:nvPr/>
        </p:nvSpPr>
        <p:spPr>
          <a:xfrm xmlns:a="http://schemas.openxmlformats.org/drawingml/2006/main" rot="5400000">
            <a:off x="9763125" y="47767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5" name="pll-fast">
            <a:extLst xmlns:a="http://schemas.openxmlformats.org/drawingml/2006/main">
              <a:ext uri="{FF2B5EF4-FFF2-40B4-BE49-F238E27FC236}">
                <a16:creationId xmlns:a16="http://schemas.microsoft.com/office/drawing/2014/main" id="{7E5B7E3E-48CC-448E-8137-A3C5B610CBE0}"/>
              </a:ext>
            </a:extLst>
          </p:cNvPr>
          <p:cNvSpPr>
            <a:spLocks xmlns:a="http://schemas.openxmlformats.org/drawingml/2006/main" noGrp="1"/>
          </p:cNvSpPr>
          <p:nvPr/>
        </p:nvSpPr>
        <p:spPr>
          <a:xfrm xmlns:a="http://schemas.openxmlformats.org/drawingml/2006/main">
            <a:off x="10048875" y="4619625"/>
            <a:ext cx="1533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Speed up</a:t>
            </a:r>
          </a:p>
        </p:txBody>
      </p:sp>
      <p:sp>
        <p:nvSpPr>
          <p:cNvPr id="26" name="pll-input-arrow-shaft">
            <a:extLst xmlns:a="http://schemas.openxmlformats.org/drawingml/2006/main">
              <a:ext uri="{FF2B5EF4-FFF2-40B4-BE49-F238E27FC236}">
                <a16:creationId xmlns:a16="http://schemas.microsoft.com/office/drawing/2014/main" id="{52DB32A9-73A9-48E3-8918-45344490A225}"/>
              </a:ext>
            </a:extLst>
          </p:cNvPr>
          <p:cNvSpPr>
            <a:spLocks xmlns:a="http://schemas.openxmlformats.org/drawingml/2006/main" noGrp="1"/>
          </p:cNvSpPr>
          <p:nvPr/>
        </p:nvSpPr>
        <p:spPr>
          <a:xfrm xmlns:a="http://schemas.openxmlformats.org/drawingml/2006/main">
            <a:off x="1657350" y="3286125"/>
            <a:ext cx="4286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27" name="pll-input-arrow-head">
            <a:extLst xmlns:a="http://schemas.openxmlformats.org/drawingml/2006/main">
              <a:ext uri="{FF2B5EF4-FFF2-40B4-BE49-F238E27FC236}">
                <a16:creationId xmlns:a16="http://schemas.microsoft.com/office/drawing/2014/main" id="{1E9A195A-D27A-4817-8CA5-845724E0F3FE}"/>
              </a:ext>
            </a:extLst>
          </p:cNvPr>
          <p:cNvSpPr>
            <a:spLocks xmlns:a="http://schemas.openxmlformats.org/drawingml/2006/main" noGrp="1"/>
          </p:cNvSpPr>
          <p:nvPr/>
        </p:nvSpPr>
        <p:spPr>
          <a:xfrm xmlns:a="http://schemas.openxmlformats.org/drawingml/2006/main" rot="5400000">
            <a:off x="2066925" y="3243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28" name="pll-compare-box">
            <a:extLst xmlns:a="http://schemas.openxmlformats.org/drawingml/2006/main">
              <a:ext uri="{FF2B5EF4-FFF2-40B4-BE49-F238E27FC236}">
                <a16:creationId xmlns:a16="http://schemas.microsoft.com/office/drawing/2014/main" id="{B6AF2569-43B3-4B24-938F-E41B8BFC1A8A}"/>
              </a:ext>
            </a:extLst>
          </p:cNvPr>
          <p:cNvSpPr>
            <a:spLocks xmlns:a="http://schemas.openxmlformats.org/drawingml/2006/main" noGrp="1"/>
          </p:cNvSpPr>
          <p:nvPr/>
        </p:nvSpPr>
        <p:spPr>
          <a:xfrm xmlns:a="http://schemas.openxmlformats.org/drawingml/2006/main">
            <a:off x="2286000" y="3028950"/>
            <a:ext cx="2057400" cy="5238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29" name="pll-compare-name">
            <a:extLst xmlns:a="http://schemas.openxmlformats.org/drawingml/2006/main">
              <a:ext uri="{FF2B5EF4-FFF2-40B4-BE49-F238E27FC236}">
                <a16:creationId xmlns:a16="http://schemas.microsoft.com/office/drawing/2014/main" id="{D23B8272-C041-4215-B147-EB6FC57830E1}"/>
              </a:ext>
            </a:extLst>
          </p:cNvPr>
          <p:cNvSpPr>
            <a:spLocks xmlns:a="http://schemas.openxmlformats.org/drawingml/2006/main" noGrp="1"/>
          </p:cNvSpPr>
          <p:nvPr/>
        </p:nvSpPr>
        <p:spPr>
          <a:xfrm xmlns:a="http://schemas.openxmlformats.org/drawingml/2006/main">
            <a:off x="2381250" y="3105150"/>
            <a:ext cx="1866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Compare phase</a:t>
            </a:r>
          </a:p>
        </p:txBody>
      </p:sp>
      <p:sp>
        <p:nvSpPr>
          <p:cNvPr id="30" name="pll-filter-arrow-shaft">
            <a:extLst xmlns:a="http://schemas.openxmlformats.org/drawingml/2006/main">
              <a:ext uri="{FF2B5EF4-FFF2-40B4-BE49-F238E27FC236}">
                <a16:creationId xmlns:a16="http://schemas.microsoft.com/office/drawing/2014/main" id="{8B610E21-D67D-4C01-A979-7168F34CCCC2}"/>
              </a:ext>
            </a:extLst>
          </p:cNvPr>
          <p:cNvSpPr>
            <a:spLocks xmlns:a="http://schemas.openxmlformats.org/drawingml/2006/main" noGrp="1"/>
          </p:cNvSpPr>
          <p:nvPr/>
        </p:nvSpPr>
        <p:spPr>
          <a:xfrm xmlns:a="http://schemas.openxmlformats.org/drawingml/2006/main">
            <a:off x="4457700" y="3286125"/>
            <a:ext cx="29527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1" name="pll-filter-arrow-head">
            <a:extLst xmlns:a="http://schemas.openxmlformats.org/drawingml/2006/main">
              <a:ext uri="{FF2B5EF4-FFF2-40B4-BE49-F238E27FC236}">
                <a16:creationId xmlns:a16="http://schemas.microsoft.com/office/drawing/2014/main" id="{80E256F4-FED2-4A97-BE79-F639254A2047}"/>
              </a:ext>
            </a:extLst>
          </p:cNvPr>
          <p:cNvSpPr>
            <a:spLocks xmlns:a="http://schemas.openxmlformats.org/drawingml/2006/main" noGrp="1"/>
          </p:cNvSpPr>
          <p:nvPr/>
        </p:nvSpPr>
        <p:spPr>
          <a:xfrm xmlns:a="http://schemas.openxmlformats.org/drawingml/2006/main" rot="5400000">
            <a:off x="4733925" y="3243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2" name="pll-filter-box">
            <a:extLst xmlns:a="http://schemas.openxmlformats.org/drawingml/2006/main">
              <a:ext uri="{FF2B5EF4-FFF2-40B4-BE49-F238E27FC236}">
                <a16:creationId xmlns:a16="http://schemas.microsoft.com/office/drawing/2014/main" id="{B2F3B5FA-ABCE-4F8F-9C07-7DD01CE5C8CA}"/>
              </a:ext>
            </a:extLst>
          </p:cNvPr>
          <p:cNvSpPr>
            <a:spLocks xmlns:a="http://schemas.openxmlformats.org/drawingml/2006/main" noGrp="1"/>
          </p:cNvSpPr>
          <p:nvPr/>
        </p:nvSpPr>
        <p:spPr>
          <a:xfrm xmlns:a="http://schemas.openxmlformats.org/drawingml/2006/main">
            <a:off x="4953000" y="3028950"/>
            <a:ext cx="1952625" cy="52387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3" name="pll-filter-name">
            <a:extLst xmlns:a="http://schemas.openxmlformats.org/drawingml/2006/main">
              <a:ext uri="{FF2B5EF4-FFF2-40B4-BE49-F238E27FC236}">
                <a16:creationId xmlns:a16="http://schemas.microsoft.com/office/drawing/2014/main" id="{B2238901-1456-4C89-83EA-83342F96C303}"/>
              </a:ext>
            </a:extLst>
          </p:cNvPr>
          <p:cNvSpPr>
            <a:spLocks xmlns:a="http://schemas.openxmlformats.org/drawingml/2006/main" noGrp="1"/>
          </p:cNvSpPr>
          <p:nvPr/>
        </p:nvSpPr>
        <p:spPr>
          <a:xfrm xmlns:a="http://schemas.openxmlformats.org/drawingml/2006/main">
            <a:off x="5048250" y="3105150"/>
            <a:ext cx="1762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i="0">
                <a:solidFill>
                  <a:srgbClr val="202020"/>
                </a:solidFill>
                <a:latin typeface="Times New Roman"/>
                <a:ea typeface="Times New Roman"/>
                <a:cs typeface="Times New Roman"/>
              </a:defRPr>
            </a:defPPr>
          </a:lstStyle>
          <a:p xmlns:a="http://schemas.openxmlformats.org/drawingml/2006/main">
            <a:pPr algn="ctr">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Smooth error</a:t>
            </a:r>
          </a:p>
        </p:txBody>
      </p:sp>
      <p:sp>
        <p:nvSpPr>
          <p:cNvPr id="34" name="pll-control-arrow-shaft">
            <a:extLst xmlns:a="http://schemas.openxmlformats.org/drawingml/2006/main">
              <a:ext uri="{FF2B5EF4-FFF2-40B4-BE49-F238E27FC236}">
                <a16:creationId xmlns:a16="http://schemas.microsoft.com/office/drawing/2014/main" id="{C6ED1730-EE48-4CE5-93C7-ED9D1C1C8D20}"/>
              </a:ext>
            </a:extLst>
          </p:cNvPr>
          <p:cNvSpPr>
            <a:spLocks xmlns:a="http://schemas.openxmlformats.org/drawingml/2006/main" noGrp="1"/>
          </p:cNvSpPr>
          <p:nvPr/>
        </p:nvSpPr>
        <p:spPr>
          <a:xfrm xmlns:a="http://schemas.openxmlformats.org/drawingml/2006/main">
            <a:off x="7029450" y="3286125"/>
            <a:ext cx="15430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5" name="pll-control-arrow-head">
            <a:extLst xmlns:a="http://schemas.openxmlformats.org/drawingml/2006/main">
              <a:ext uri="{FF2B5EF4-FFF2-40B4-BE49-F238E27FC236}">
                <a16:creationId xmlns:a16="http://schemas.microsoft.com/office/drawing/2014/main" id="{DFCA955D-2956-4BBA-A48B-897D4C1EA830}"/>
              </a:ext>
            </a:extLst>
          </p:cNvPr>
          <p:cNvSpPr>
            <a:spLocks xmlns:a="http://schemas.openxmlformats.org/drawingml/2006/main" noGrp="1"/>
          </p:cNvSpPr>
          <p:nvPr/>
        </p:nvSpPr>
        <p:spPr>
          <a:xfrm xmlns:a="http://schemas.openxmlformats.org/drawingml/2006/main" rot="5400000">
            <a:off x="8553450" y="3243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36" name="pll-vco-box">
            <a:extLst xmlns:a="http://schemas.openxmlformats.org/drawingml/2006/main">
              <a:ext uri="{FF2B5EF4-FFF2-40B4-BE49-F238E27FC236}">
                <a16:creationId xmlns:a16="http://schemas.microsoft.com/office/drawing/2014/main" id="{EAE4CC25-3EBE-47C6-B283-8F94184102A8}"/>
              </a:ext>
            </a:extLst>
          </p:cNvPr>
          <p:cNvSpPr>
            <a:spLocks xmlns:a="http://schemas.openxmlformats.org/drawingml/2006/main" noGrp="1"/>
          </p:cNvSpPr>
          <p:nvPr/>
        </p:nvSpPr>
        <p:spPr>
          <a:xfrm xmlns:a="http://schemas.openxmlformats.org/drawingml/2006/main">
            <a:off x="8772525" y="2971800"/>
            <a:ext cx="2733675" cy="6572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37" name="pll-vco-name">
            <a:extLst xmlns:a="http://schemas.openxmlformats.org/drawingml/2006/main">
              <a:ext uri="{FF2B5EF4-FFF2-40B4-BE49-F238E27FC236}">
                <a16:creationId xmlns:a16="http://schemas.microsoft.com/office/drawing/2014/main" id="{1801A394-D079-4A6C-BA5C-72969451BA89}"/>
              </a:ext>
            </a:extLst>
          </p:cNvPr>
          <p:cNvSpPr>
            <a:spLocks xmlns:a="http://schemas.openxmlformats.org/drawingml/2006/main" noGrp="1"/>
          </p:cNvSpPr>
          <p:nvPr/>
        </p:nvSpPr>
        <p:spPr>
          <a:xfrm xmlns:a="http://schemas.openxmlformats.org/drawingml/2006/main">
            <a:off x="8867775" y="3000375"/>
            <a:ext cx="2543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Adjust local frequency</a:t>
            </a:r>
          </a:p>
        </p:txBody>
      </p:sp>
      <p:sp>
        <p:nvSpPr>
          <p:cNvPr id="38" name="pll-vco-abbreviation">
            <a:extLst xmlns:a="http://schemas.openxmlformats.org/drawingml/2006/main">
              <a:ext uri="{FF2B5EF4-FFF2-40B4-BE49-F238E27FC236}">
                <a16:creationId xmlns:a16="http://schemas.microsoft.com/office/drawing/2014/main" id="{80107B30-0717-4F5E-A8A5-01A60C8E7611}"/>
              </a:ext>
            </a:extLst>
          </p:cNvPr>
          <p:cNvSpPr>
            <a:spLocks xmlns:a="http://schemas.openxmlformats.org/drawingml/2006/main" noGrp="1"/>
          </p:cNvSpPr>
          <p:nvPr/>
        </p:nvSpPr>
        <p:spPr>
          <a:xfrm xmlns:a="http://schemas.openxmlformats.org/drawingml/2006/main">
            <a:off x="8867775" y="3324225"/>
            <a:ext cx="2543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i="0">
                <a:solidFill>
                  <a:srgbClr val="202020"/>
                </a:solidFill>
                <a:latin typeface="Times New Roman"/>
                <a:ea typeface="Times New Roman"/>
                <a:cs typeface="Times New Roman"/>
              </a:defRPr>
            </a:defPPr>
          </a:lstStyle>
          <a:p xmlns:a="http://schemas.openxmlformats.org/drawingml/2006/main">
            <a:pPr algn="ctr">
              <a:defRPr sz="1725" b="0" i="0">
                <a:solidFill>
                  <a:srgbClr val="202020"/>
                </a:solidFill>
                <a:latin typeface="Times New Roman"/>
                <a:ea typeface="Times New Roman"/>
                <a:cs typeface="Times New Roman"/>
              </a:defRPr>
            </a:pPr>
            <a:r>
              <a:rPr sz="1725" b="0" i="0">
                <a:solidFill>
                  <a:srgbClr val="202020"/>
                </a:solidFill>
                <a:latin typeface="Times New Roman"/>
                <a:ea typeface="Times New Roman"/>
                <a:cs typeface="Times New Roman"/>
              </a:rPr>
              <a:t>(VCO)</a:t>
            </a:r>
          </a:p>
        </p:txBody>
      </p:sp>
      <p:sp>
        <p:nvSpPr>
          <p:cNvPr id="39" name="pll-feedback">
            <a:extLst xmlns:a="http://schemas.openxmlformats.org/drawingml/2006/main">
              <a:ext uri="{FF2B5EF4-FFF2-40B4-BE49-F238E27FC236}">
                <a16:creationId xmlns:a16="http://schemas.microsoft.com/office/drawing/2014/main" id="{523C6C77-08EA-4B39-8A3B-6CE084228E21}"/>
              </a:ext>
            </a:extLst>
          </p:cNvPr>
          <p:cNvSpPr>
            <a:spLocks xmlns:a="http://schemas.openxmlformats.org/drawingml/2006/main" noGrp="1"/>
          </p:cNvSpPr>
          <p:nvPr/>
        </p:nvSpPr>
        <p:spPr>
          <a:xfrm xmlns:a="http://schemas.openxmlformats.org/drawingml/2006/main">
            <a:off x="3305175" y="3562350"/>
            <a:ext cx="6829425" cy="238125"/>
          </a:xfrm>
          <a:custGeom xmlns:a="http://schemas.openxmlformats.org/drawingml/2006/main">
            <a:pathLst>
              <a:path w="6829425" h="238125">
                <a:moveTo>
                  <a:pt x="6829425" y="76200"/>
                </a:moveTo>
                <a:lnTo>
                  <a:pt x="6829425" y="238125"/>
                </a:lnTo>
                <a:lnTo>
                  <a:pt x="0" y="238125"/>
                </a:lnTo>
                <a:lnTo>
                  <a:pt x="0" y="0"/>
                </a:lnTo>
              </a:path>
            </a:pathLst>
          </a:custGeom>
          <a:noFill xmlns:a="http://schemas.openxmlformats.org/drawingml/2006/main"/>
          <a:ln xmlns:a="http://schemas.openxmlformats.org/drawingml/2006/main" w="15240">
            <a:solidFill>
              <a:srgbClr val="202020"/>
            </a:solidFill>
          </a:ln>
        </p:spPr>
      </p:sp>
      <p:sp>
        <p:nvSpPr>
          <p:cNvPr id="40" name="pll-feedback-head">
            <a:extLst xmlns:a="http://schemas.openxmlformats.org/drawingml/2006/main">
              <a:ext uri="{FF2B5EF4-FFF2-40B4-BE49-F238E27FC236}">
                <a16:creationId xmlns:a16="http://schemas.microsoft.com/office/drawing/2014/main" id="{A6558DD5-5A7F-4B2A-98FB-B1D5189A7D1D}"/>
              </a:ext>
            </a:extLst>
          </p:cNvPr>
          <p:cNvSpPr>
            <a:spLocks xmlns:a="http://schemas.openxmlformats.org/drawingml/2006/main" noGrp="1"/>
          </p:cNvSpPr>
          <p:nvPr/>
        </p:nvSpPr>
        <p:spPr>
          <a:xfrm xmlns:a="http://schemas.openxmlformats.org/drawingml/2006/main">
            <a:off x="3267075" y="3562350"/>
            <a:ext cx="76200" cy="85725"/>
          </a:xfrm>
          <a:custGeom xmlns:a="http://schemas.openxmlformats.org/drawingml/2006/main">
            <a:pathLst>
              <a:path w="76200" h="85725">
                <a:moveTo>
                  <a:pt x="0" y="85725"/>
                </a:moveTo>
                <a:lnTo>
                  <a:pt x="38100" y="0"/>
                </a:lnTo>
                <a:lnTo>
                  <a:pt x="76200" y="85725"/>
                </a:lnTo>
              </a:path>
            </a:pathLst>
          </a:custGeom>
          <a:noFill xmlns:a="http://schemas.openxmlformats.org/drawingml/2006/main"/>
          <a:ln xmlns:a="http://schemas.openxmlformats.org/drawingml/2006/main" w="13335">
            <a:solidFill>
              <a:srgbClr val="202020"/>
            </a:solidFill>
          </a:ln>
        </p:spPr>
      </p:sp>
      <p:sp>
        <p:nvSpPr>
          <p:cNvPr id="41" name="pll-feedback-quantity">
            <a:extLst xmlns:a="http://schemas.openxmlformats.org/drawingml/2006/main">
              <a:ext uri="{FF2B5EF4-FFF2-40B4-BE49-F238E27FC236}">
                <a16:creationId xmlns:a16="http://schemas.microsoft.com/office/drawing/2014/main" id="{8211E335-0DB7-4D5A-B012-89D8DFFC7C67}"/>
              </a:ext>
            </a:extLst>
          </p:cNvPr>
          <p:cNvSpPr>
            <a:spLocks xmlns:a="http://schemas.openxmlformats.org/drawingml/2006/main" noGrp="1"/>
          </p:cNvSpPr>
          <p:nvPr/>
        </p:nvSpPr>
        <p:spPr>
          <a:xfrm xmlns:a="http://schemas.openxmlformats.org/drawingml/2006/main">
            <a:off x="9001125" y="3848100"/>
            <a:ext cx="2505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i="0">
                <a:solidFill>
                  <a:srgbClr val="202020"/>
                </a:solidFill>
                <a:latin typeface="Times New Roman"/>
                <a:ea typeface="Times New Roman"/>
                <a:cs typeface="Times New Roman"/>
              </a:defRPr>
            </a:defPPr>
          </a:lstStyle>
          <a:p xmlns:a="http://schemas.openxmlformats.org/drawingml/2006/main">
            <a:pPr algn="ctr">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Local cosine</a:t>
            </a:r>
          </a:p>
        </p:txBody>
      </p:sp>
      <p:sp>
        <p:nvSpPr>
          <p:cNvPr id="42" name="pll-output-tap">
            <a:extLst xmlns:a="http://schemas.openxmlformats.org/drawingml/2006/main">
              <a:ext uri="{FF2B5EF4-FFF2-40B4-BE49-F238E27FC236}">
                <a16:creationId xmlns:a16="http://schemas.microsoft.com/office/drawing/2014/main" id="{709DE241-B301-48D3-BD96-FDBFC22D33C9}"/>
              </a:ext>
            </a:extLst>
          </p:cNvPr>
          <p:cNvSpPr>
            <a:spLocks xmlns:a="http://schemas.openxmlformats.org/drawingml/2006/main" noGrp="1"/>
          </p:cNvSpPr>
          <p:nvPr/>
        </p:nvSpPr>
        <p:spPr>
          <a:xfrm xmlns:a="http://schemas.openxmlformats.org/drawingml/2006/main">
            <a:off x="7820025" y="2990850"/>
            <a:ext cx="95" cy="295275"/>
          </a:xfrm>
          <a:custGeom xmlns:a="http://schemas.openxmlformats.org/drawingml/2006/main">
            <a:pathLst>
              <a:path w="95" h="295275">
                <a:moveTo>
                  <a:pt x="0" y="295275"/>
                </a:moveTo>
                <a:lnTo>
                  <a:pt x="0" y="0"/>
                </a:lnTo>
              </a:path>
            </a:pathLst>
          </a:custGeom>
          <a:noFill xmlns:a="http://schemas.openxmlformats.org/drawingml/2006/main"/>
          <a:ln xmlns:a="http://schemas.openxmlformats.org/drawingml/2006/main" w="16193">
            <a:solidFill>
              <a:srgbClr val="202020"/>
            </a:solidFill>
          </a:ln>
        </p:spPr>
      </p:sp>
      <p:sp>
        <p:nvSpPr>
          <p:cNvPr id="43" name="pll-output-tap-head">
            <a:extLst xmlns:a="http://schemas.openxmlformats.org/drawingml/2006/main">
              <a:ext uri="{FF2B5EF4-FFF2-40B4-BE49-F238E27FC236}">
                <a16:creationId xmlns:a16="http://schemas.microsoft.com/office/drawing/2014/main" id="{5A94A74B-08AF-497F-9921-AE60C69A7B37}"/>
              </a:ext>
            </a:extLst>
          </p:cNvPr>
          <p:cNvSpPr>
            <a:spLocks xmlns:a="http://schemas.openxmlformats.org/drawingml/2006/main" noGrp="1"/>
          </p:cNvSpPr>
          <p:nvPr/>
        </p:nvSpPr>
        <p:spPr>
          <a:xfrm xmlns:a="http://schemas.openxmlformats.org/drawingml/2006/main">
            <a:off x="7781925" y="2990850"/>
            <a:ext cx="76200" cy="85725"/>
          </a:xfrm>
          <a:custGeom xmlns:a="http://schemas.openxmlformats.org/drawingml/2006/main">
            <a:pathLst>
              <a:path w="76200" h="85725">
                <a:moveTo>
                  <a:pt x="0" y="85725"/>
                </a:moveTo>
                <a:lnTo>
                  <a:pt x="38100" y="0"/>
                </a:lnTo>
                <a:lnTo>
                  <a:pt x="76200" y="85725"/>
                </a:lnTo>
              </a:path>
            </a:pathLst>
          </a:custGeom>
          <a:noFill xmlns:a="http://schemas.openxmlformats.org/drawingml/2006/main"/>
          <a:ln xmlns:a="http://schemas.openxmlformats.org/drawingml/2006/main" w="13335">
            <a:solidFill>
              <a:srgbClr val="202020"/>
            </a:solidFill>
          </a:ln>
        </p:spPr>
      </p:sp>
      <p:pic>
        <p:nvPicPr>
          <p:cNvPr id="44" name="pll" descr="A numerical PLL starts with a phase error and zero control. Its local oscillator converges toward the input FM and the scaled control follows the message. Early acquisition is shown, not discarded. Residual tracking error is retained.">
            <a:extLst xmlns:a="http://schemas.openxmlformats.org/drawingml/2006/main">
              <a:ext uri="{FF2B5EF4-FFF2-40B4-BE49-F238E27FC236}">
                <a16:creationId xmlns:a16="http://schemas.microsoft.com/office/drawing/2014/main" id="{3A498C55-4126-4C0C-B026-E4C1CCEB74B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1" name="pll--t4-click-frame-001"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2" name="pll--t4-click-frame-002"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3" name="pll--t4-click-frame-003"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4" name="pll--t4-click-frame-004"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5" name="pll--t4-click-frame-005"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6" name="pll--t4-click-frame-006"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7" name="pll--t4-click-frame-007"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8" name="pll--t4-click-frame-008"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69" name="pll--t4-click-frame-009"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0" name="pll--t4-click-frame-010"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1" name="pll--t4-click-frame-011"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2" name="pll--t4-click-frame-012"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3" name="pll--t4-click-frame-013"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4" name="pll--t4-click-frame-014"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5" name="pll--t4-click-frame-015"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6" name="pll--t4-click-frame-016"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7" name="pll--t4-click-frame-017"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8" name="pll--t4-click-frame-018"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79" name="pll--t4-click-frame-019"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0" name="pll--t4-click-frame-020"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1" name="pll--t4-click-frame-021"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2" name="pll--t4-click-frame-022"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3" name="pll--t4-click-frame-023"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4" name="pll--t4-click-frame-024"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5" name="pll--t4-click-frame-025"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6" name="pll--t4-click-frame-026"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7" name="pll--t4-click-frame-027"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8" name="pll--t4-click-frame-028"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89" name="pll--t4-click-frame-029"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0" name="pll--t4-click-frame-030"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1" name="pll--t4-click-frame-031"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2" name="pll--t4-click-frame-032"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3" name="pll--t4-click-frame-033"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4" name="pll--t4-click-frame-034"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5" name="pll--t4-click-frame-035"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6" name="pll--t4-click-frame-036"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7" name="pll--t4-click-frame-037"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8" name="pll--t4-click-frame-038"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99" name="pll--t4-click-frame-039"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0" name="pll--t4-click-frame-040"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1" name="pll--t4-click-frame-041"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2" name="pll--t4-click-frame-042"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3" name="pll--t4-click-frame-043"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4" name="pll--t4-click-frame-044"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5" name="pll--t4-click-frame-045"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6" name="pll--t4-click-frame-046"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7" name="pll--t4-click-frame-047"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8" name="pll--t4-click-frame-048"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109" name="pll--t4-click-frame-049" descr="A numerical PLL starts with a phase error and zero control. Its local oscillator converges toward the input FM and the scaled control follows the message. Early acquisition is shown, not discarded. Residual tracking error is retained."/>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2458974" y="4162425"/>
            <a:ext cx="7083552" cy="1581150"/>
          </a:xfrm>
          <a:prstGeom xmlns:a="http://schemas.openxmlformats.org/drawingml/2006/main" prst="rect">
            <a:avLst/>
          </a:prstGeom>
        </p:spPr>
      </p:pic>
      <p:pic>
        <p:nvPicPr>
          <p:cNvPr id="45"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5297696-B883-4E44-9B73-C244D85652B6}"/>
              </a:ext>
            </a:extLst>
          </p:cNvPr>
          <p:cNvPicPr>
            <a:picLocks xmlns:a="http://schemas.openxmlformats.org/drawingml/2006/main" noChangeAspect="1"/>
          </p:cNvPicPr>
          <p:nvPr/>
        </p:nvPicPr>
        <p:blipFill>
          <a:blip xmlns:r="http://schemas.openxmlformats.org/officeDocument/2006/relationships" xmlns:a="http://schemas.openxmlformats.org/drawingml/2006/main" r:embed="R25ff33c45bde4908">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46"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AE3C779-B17D-4EF1-B76B-E745F9A4FFD4}"/>
              </a:ext>
            </a:extLst>
          </p:cNvPr>
          <p:cNvPicPr>
            <a:picLocks xmlns:a="http://schemas.openxmlformats.org/drawingml/2006/main" noChangeAspect="1"/>
          </p:cNvPicPr>
          <p:nvPr/>
        </p:nvPicPr>
        <p:blipFill>
          <a:blip xmlns:r="http://schemas.openxmlformats.org/officeDocument/2006/relationships" xmlns:a="http://schemas.openxmlformats.org/drawingml/2006/main" r:embed="R5bf765d4c66d478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47"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2E2677B-DCDF-4B0E-A671-79B9B23CF4A2}"/>
              </a:ext>
            </a:extLst>
          </p:cNvPr>
          <p:cNvPicPr>
            <a:picLocks xmlns:a="http://schemas.openxmlformats.org/drawingml/2006/main" noChangeAspect="1"/>
          </p:cNvPicPr>
          <p:nvPr/>
        </p:nvPicPr>
        <p:blipFill>
          <a:blip xmlns:r="http://schemas.openxmlformats.org/officeDocument/2006/relationships" xmlns:a="http://schemas.openxmlformats.org/drawingml/2006/main" r:embed="R6ca519844c094ef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48" name="signal-main" descr="s(t)=A_c\cos\theta_i(t)">
            <a:extLst xmlns:a="http://schemas.openxmlformats.org/drawingml/2006/main">
              <a:ext uri="{FF2B5EF4-FFF2-40B4-BE49-F238E27FC236}">
                <a16:creationId xmlns:a16="http://schemas.microsoft.com/office/drawing/2014/main" id="{7DA3BACE-3F58-4C30-BFBE-2FC9ECE7D095}"/>
              </a:ext>
            </a:extLst>
          </p:cNvPr>
          <p:cNvPicPr>
            <a:picLocks xmlns:a="http://schemas.openxmlformats.org/drawingml/2006/main" noChangeAspect="1"/>
          </p:cNvPicPr>
          <p:nvPr/>
        </p:nvPicPr>
        <p:blipFill>
          <a:blip xmlns:r="http://schemas.openxmlformats.org/officeDocument/2006/relationships" xmlns:a="http://schemas.openxmlformats.org/drawingml/2006/main" r:embed="R1152d3008a5c418c">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66750" y="2558296"/>
            <a:ext cx="2346960" cy="265033"/>
          </a:xfrm>
          <a:prstGeom xmlns:a="http://schemas.openxmlformats.org/drawingml/2006/main" prst="rect">
            <a:avLst/>
          </a:prstGeom>
        </p:spPr>
      </p:pic>
      <p:pic>
        <p:nvPicPr>
          <p:cNvPr id="49" name="pll-known-input-frequency" descr="f_i(t)=f_c+k_fm(t)">
            <a:extLst xmlns:a="http://schemas.openxmlformats.org/drawingml/2006/main">
              <a:ext uri="{FF2B5EF4-FFF2-40B4-BE49-F238E27FC236}">
                <a16:creationId xmlns:a16="http://schemas.microsoft.com/office/drawing/2014/main" id="{46643A87-9586-4128-A733-F688CEB17064}"/>
              </a:ext>
            </a:extLst>
          </p:cNvPr>
          <p:cNvPicPr>
            <a:picLocks xmlns:a="http://schemas.openxmlformats.org/drawingml/2006/main" noChangeAspect="1"/>
          </p:cNvPicPr>
          <p:nvPr/>
        </p:nvPicPr>
        <p:blipFill>
          <a:blip xmlns:r="http://schemas.openxmlformats.org/officeDocument/2006/relationships" xmlns:a="http://schemas.openxmlformats.org/drawingml/2006/main" r:embed="Rb8362ba9f51c4df9">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66750" y="6353979"/>
            <a:ext cx="2314575" cy="255568"/>
          </a:xfrm>
          <a:prstGeom xmlns:a="http://schemas.openxmlformats.org/drawingml/2006/main" prst="rect">
            <a:avLst/>
          </a:prstGeom>
        </p:spPr>
      </p:pic>
      <p:pic>
        <p:nvPicPr>
          <p:cNvPr id="50" name="pll-compare-axis-domain" descr="t\ (\mathrm{ms})">
            <a:extLst xmlns:a="http://schemas.openxmlformats.org/drawingml/2006/main">
              <a:ext uri="{FF2B5EF4-FFF2-40B4-BE49-F238E27FC236}">
                <a16:creationId xmlns:a16="http://schemas.microsoft.com/office/drawing/2014/main" id="{14448A38-B862-4848-86D4-7521BC148F96}"/>
              </a:ext>
            </a:extLst>
          </p:cNvPr>
          <p:cNvPicPr>
            <a:picLocks xmlns:a="http://schemas.openxmlformats.org/drawingml/2006/main" noChangeAspect="1"/>
          </p:cNvPicPr>
          <p:nvPr/>
        </p:nvPicPr>
        <p:blipFill>
          <a:blip xmlns:r="http://schemas.openxmlformats.org/officeDocument/2006/relationships" xmlns:a="http://schemas.openxmlformats.org/drawingml/2006/main" r:embed="Refeebc40682a434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5450205" y="5316022"/>
            <a:ext cx="531495" cy="169307"/>
          </a:xfrm>
          <a:prstGeom xmlns:a="http://schemas.openxmlformats.org/drawingml/2006/main" prst="rect">
            <a:avLst/>
          </a:prstGeom>
        </p:spPr>
      </p:pic>
      <p:pic>
        <p:nvPicPr>
          <p:cNvPr id="51" name="pll-compare-axis-ticklabel-0" descr="0">
            <a:extLst xmlns:a="http://schemas.openxmlformats.org/drawingml/2006/main">
              <a:ext uri="{FF2B5EF4-FFF2-40B4-BE49-F238E27FC236}">
                <a16:creationId xmlns:a16="http://schemas.microsoft.com/office/drawing/2014/main" id="{419037E6-0078-4C16-8E98-685303ED9F8B}"/>
              </a:ext>
            </a:extLst>
          </p:cNvPr>
          <p:cNvPicPr>
            <a:picLocks xmlns:a="http://schemas.openxmlformats.org/drawingml/2006/main" noChangeAspect="1"/>
          </p:cNvPicPr>
          <p:nvPr/>
        </p:nvPicPr>
        <p:blipFill>
          <a:blip xmlns:r="http://schemas.openxmlformats.org/officeDocument/2006/relationships" xmlns:a="http://schemas.openxmlformats.org/drawingml/2006/main" r:embed="Rab7a03df1e284766">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14425" y="4850963"/>
            <a:ext cx="114300" cy="127873"/>
          </a:xfrm>
          <a:prstGeom xmlns:a="http://schemas.openxmlformats.org/drawingml/2006/main" prst="rect">
            <a:avLst/>
          </a:prstGeom>
        </p:spPr>
      </p:pic>
      <p:pic>
        <p:nvPicPr>
          <p:cNvPr id="52" name="pll-compare-axis-ticklabel-1" descr="0.1">
            <a:extLst xmlns:a="http://schemas.openxmlformats.org/drawingml/2006/main">
              <a:ext uri="{FF2B5EF4-FFF2-40B4-BE49-F238E27FC236}">
                <a16:creationId xmlns:a16="http://schemas.microsoft.com/office/drawing/2014/main" id="{D8B225C5-4B32-4745-B19E-C1C5D2D0425E}"/>
              </a:ext>
            </a:extLst>
          </p:cNvPr>
          <p:cNvPicPr>
            <a:picLocks xmlns:a="http://schemas.openxmlformats.org/drawingml/2006/main" noChangeAspect="1"/>
          </p:cNvPicPr>
          <p:nvPr/>
        </p:nvPicPr>
        <p:blipFill>
          <a:blip xmlns:r="http://schemas.openxmlformats.org/officeDocument/2006/relationships" xmlns:a="http://schemas.openxmlformats.org/drawingml/2006/main" r:embed="Rc900d5a8b32b4572">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5838825" y="4852392"/>
            <a:ext cx="285750" cy="125016"/>
          </a:xfrm>
          <a:prstGeom xmlns:a="http://schemas.openxmlformats.org/drawingml/2006/main" prst="rect">
            <a:avLst/>
          </a:prstGeom>
        </p:spPr>
      </p:pic>
      <p:pic>
        <p:nvPicPr>
          <p:cNvPr id="53" name="pll-input" descr="s(t)">
            <a:extLst xmlns:a="http://schemas.openxmlformats.org/drawingml/2006/main">
              <a:ext uri="{FF2B5EF4-FFF2-40B4-BE49-F238E27FC236}">
                <a16:creationId xmlns:a16="http://schemas.microsoft.com/office/drawing/2014/main" id="{0B6FEFEF-8943-41E2-B739-C83912577C1C}"/>
              </a:ext>
            </a:extLst>
          </p:cNvPr>
          <p:cNvPicPr>
            <a:picLocks xmlns:a="http://schemas.openxmlformats.org/drawingml/2006/main" noChangeAspect="1"/>
          </p:cNvPicPr>
          <p:nvPr/>
        </p:nvPicPr>
        <p:blipFill>
          <a:blip xmlns:r="http://schemas.openxmlformats.org/officeDocument/2006/relationships" xmlns:a="http://schemas.openxmlformats.org/drawingml/2006/main" r:embed="R97ff781a65af43a6">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865823" y="3138315"/>
            <a:ext cx="497205" cy="276570"/>
          </a:xfrm>
          <a:prstGeom xmlns:a="http://schemas.openxmlformats.org/drawingml/2006/main" prst="rect">
            <a:avLst/>
          </a:prstGeom>
        </p:spPr>
      </p:pic>
      <p:pic>
        <p:nvPicPr>
          <p:cNvPr id="54" name="pll-control-label" descr="u(t)">
            <a:extLst xmlns:a="http://schemas.openxmlformats.org/drawingml/2006/main">
              <a:ext uri="{FF2B5EF4-FFF2-40B4-BE49-F238E27FC236}">
                <a16:creationId xmlns:a16="http://schemas.microsoft.com/office/drawing/2014/main" id="{D655E9CA-AD78-4E52-99D1-F96A12CF0D3F}"/>
              </a:ext>
            </a:extLst>
          </p:cNvPr>
          <p:cNvPicPr>
            <a:picLocks xmlns:a="http://schemas.openxmlformats.org/drawingml/2006/main" noChangeAspect="1"/>
          </p:cNvPicPr>
          <p:nvPr/>
        </p:nvPicPr>
        <p:blipFill>
          <a:blip xmlns:r="http://schemas.openxmlformats.org/officeDocument/2006/relationships" xmlns:a="http://schemas.openxmlformats.org/drawingml/2006/main" r:embed="R7e8d24d7922b450c">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7229475" y="3380542"/>
            <a:ext cx="533400" cy="268367"/>
          </a:xfrm>
          <a:prstGeom xmlns:a="http://schemas.openxmlformats.org/drawingml/2006/main" prst="rect">
            <a:avLst/>
          </a:prstGeom>
        </p:spPr>
      </p:pic>
      <p:pic>
        <p:nvPicPr>
          <p:cNvPr id="55" name="vco-frequency" descr="f_{\mathrm{VCO}}(t)=f_c+k_vu(t)">
            <a:extLst xmlns:a="http://schemas.openxmlformats.org/drawingml/2006/main">
              <a:ext uri="{FF2B5EF4-FFF2-40B4-BE49-F238E27FC236}">
                <a16:creationId xmlns:a16="http://schemas.microsoft.com/office/drawing/2014/main" id="{E19A6761-D1FA-4677-A2E0-59D1B43E2554}"/>
              </a:ext>
            </a:extLst>
          </p:cNvPr>
          <p:cNvPicPr>
            <a:picLocks xmlns:a="http://schemas.openxmlformats.org/drawingml/2006/main" noChangeAspect="1"/>
          </p:cNvPicPr>
          <p:nvPr/>
        </p:nvPicPr>
        <p:blipFill>
          <a:blip xmlns:r="http://schemas.openxmlformats.org/officeDocument/2006/relationships" xmlns:a="http://schemas.openxmlformats.org/drawingml/2006/main" r:embed="R862819dd107a406c">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666750" y="5857875"/>
            <a:ext cx="2726055" cy="257175"/>
          </a:xfrm>
          <a:prstGeom xmlns:a="http://schemas.openxmlformats.org/drawingml/2006/main" prst="rect">
            <a:avLst/>
          </a:prstGeom>
        </p:spPr>
      </p:pic>
      <p:pic>
        <p:nvPicPr>
          <p:cNvPr id="56" name="pll-lock-match" descr="\text{Tracking:}\quad f_{\mathrm{VCO}}(t)\approx f_i(t)">
            <a:extLst xmlns:a="http://schemas.openxmlformats.org/drawingml/2006/main">
              <a:ext uri="{FF2B5EF4-FFF2-40B4-BE49-F238E27FC236}">
                <a16:creationId xmlns:a16="http://schemas.microsoft.com/office/drawing/2014/main" id="{DB5D82F4-FBA0-4203-9928-22FCB3E558EB}"/>
              </a:ext>
            </a:extLst>
          </p:cNvPr>
          <p:cNvPicPr>
            <a:picLocks xmlns:a="http://schemas.openxmlformats.org/drawingml/2006/main" noChangeAspect="1"/>
          </p:cNvPicPr>
          <p:nvPr/>
        </p:nvPicPr>
        <p:blipFill>
          <a:blip xmlns:r="http://schemas.openxmlformats.org/officeDocument/2006/relationships" xmlns:a="http://schemas.openxmlformats.org/drawingml/2006/main" r:embed="R1ae761eedce54985">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5867400" y="5858679"/>
            <a:ext cx="3343275" cy="255568"/>
          </a:xfrm>
          <a:prstGeom xmlns:a="http://schemas.openxmlformats.org/drawingml/2006/main" prst="rect">
            <a:avLst/>
          </a:prstGeom>
        </p:spPr>
      </p:pic>
      <p:pic>
        <p:nvPicPr>
          <p:cNvPr id="57" name="pll-recovered" descr="\widehat m(t)=\frac{k_v}{k_f}u(t)\approx m(t)">
            <a:extLst xmlns:a="http://schemas.openxmlformats.org/drawingml/2006/main">
              <a:ext uri="{FF2B5EF4-FFF2-40B4-BE49-F238E27FC236}">
                <a16:creationId xmlns:a16="http://schemas.microsoft.com/office/drawing/2014/main" id="{59AD1817-0091-429C-AF4B-ED3C10B70628}"/>
              </a:ext>
            </a:extLst>
          </p:cNvPr>
          <p:cNvPicPr>
            <a:picLocks xmlns:a="http://schemas.openxmlformats.org/drawingml/2006/main" noChangeAspect="1"/>
          </p:cNvPicPr>
          <p:nvPr/>
        </p:nvPicPr>
        <p:blipFill>
          <a:blip xmlns:r="http://schemas.openxmlformats.org/officeDocument/2006/relationships" xmlns:a="http://schemas.openxmlformats.org/drawingml/2006/main" r:embed="R55c43ddb13154508">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6181725" y="6276023"/>
            <a:ext cx="3291840" cy="421005"/>
          </a:xfrm>
          <a:prstGeom xmlns:a="http://schemas.openxmlformats.org/drawingml/2006/main" prst="rect">
            <a:avLst/>
          </a:prstGeom>
        </p:spPr>
      </p:pic>
      <p:pic>
        <p:nvPicPr>
          <p:cNvPr id="58" name="pll-message-tap" descr="\widehat m(t)=\frac{k_v}{k_f}u(t)">
            <a:extLst xmlns:a="http://schemas.openxmlformats.org/drawingml/2006/main">
              <a:ext uri="{FF2B5EF4-FFF2-40B4-BE49-F238E27FC236}">
                <a16:creationId xmlns:a16="http://schemas.microsoft.com/office/drawing/2014/main" id="{E9713253-FA9D-4F01-AED0-F6DFB9CBF4C8}"/>
              </a:ext>
            </a:extLst>
          </p:cNvPr>
          <p:cNvPicPr>
            <a:picLocks xmlns:a="http://schemas.openxmlformats.org/drawingml/2006/main" noChangeAspect="1"/>
          </p:cNvPicPr>
          <p:nvPr/>
        </p:nvPicPr>
        <p:blipFill>
          <a:blip xmlns:r="http://schemas.openxmlformats.org/officeDocument/2006/relationships" xmlns:a="http://schemas.openxmlformats.org/drawingml/2006/main" r:embed="R073e8845b3d44117">
            <a:extLst>
              <a:ext uri="{96DAC541-7B7A-43D3-8B79-37D633B846F1}">
                <ns13:svgBlip xmlns:ns13="http://schemas.microsoft.com/office/drawing/2016/SVG/main" r:embed="rIdMathSvg13"/>
              </a:ext>
            </a:extLst>
          </a:blip>
          <a:stretch xmlns:a="http://schemas.openxmlformats.org/drawingml/2006/main"/>
        </p:blipFill>
        <p:spPr>
          <a:xfrm xmlns:a="http://schemas.openxmlformats.org/drawingml/2006/main">
            <a:off x="7977188" y="2551569"/>
            <a:ext cx="1933575" cy="383262"/>
          </a:xfrm>
          <a:prstGeom xmlns:a="http://schemas.openxmlformats.org/drawingml/2006/main" prst="rect">
            <a:avLst/>
          </a:prstGeom>
        </p:spPr>
      </p:pic>
      <p:pic>
        <p:nvPicPr>
          <p:cNvPr id="59" name="pll-demo-gain" descr="k_v/k_f=4">
            <a:extLst xmlns:a="http://schemas.openxmlformats.org/drawingml/2006/main">
              <a:ext uri="{FF2B5EF4-FFF2-40B4-BE49-F238E27FC236}">
                <a16:creationId xmlns:a16="http://schemas.microsoft.com/office/drawing/2014/main" id="{93A40A5D-ED60-4C20-A28E-22CF475C31C5}"/>
              </a:ext>
            </a:extLst>
          </p:cNvPr>
          <p:cNvPicPr>
            <a:picLocks xmlns:a="http://schemas.openxmlformats.org/drawingml/2006/main" noChangeAspect="1"/>
          </p:cNvPicPr>
          <p:nvPr/>
        </p:nvPicPr>
        <p:blipFill>
          <a:blip xmlns:r="http://schemas.openxmlformats.org/officeDocument/2006/relationships" xmlns:a="http://schemas.openxmlformats.org/drawingml/2006/main" r:embed="R73d682ea8f7745ff">
            <a:extLst>
              <a:ext uri="{96DAC541-7B7A-43D3-8B79-37D633B846F1}">
                <ns14:svgBlip xmlns:ns14="http://schemas.microsoft.com/office/drawing/2016/SVG/main" r:embed="rIdMathSvg14"/>
              </a:ext>
            </a:extLst>
          </a:blip>
          <a:stretch xmlns:a="http://schemas.openxmlformats.org/drawingml/2006/main"/>
        </p:blipFill>
        <p:spPr>
          <a:xfrm xmlns:a="http://schemas.openxmlformats.org/drawingml/2006/main">
            <a:off x="695325" y="4020919"/>
            <a:ext cx="1051560" cy="216337"/>
          </a:xfrm>
          <a:prstGeom xmlns:a="http://schemas.openxmlformats.org/drawingml/2006/main" prst="rect">
            <a:avLst/>
          </a:prstGeom>
        </p:spPr>
      </p:pic>
    </p:spTree>
    <p:extLst>
      <p:ext uri="{BB962C8B-B14F-4D97-AF65-F5344CB8AC3E}">
        <p14:creationId xmlns:p14="http://schemas.microsoft.com/office/powerpoint/2010/main" val="114368985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400"/>
                                        <p:tgtEl>
                                          <p:spTgt spid="20"/>
                                        </p:tgtEl>
                                      </p:cBhvr>
                                    </p:animEffect>
                                  </p:childTnLst>
                                </p:cTn>
                              </p:par>
                              <p:par>
                                <p:cTn id="22" presetID="10" presetClass="entr" presetSubtype="0"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00"/>
                                        <p:tgtEl>
                                          <p:spTgt spid="21"/>
                                        </p:tgtEl>
                                      </p:cBhvr>
                                    </p:animEffect>
                                  </p:childTnLst>
                                </p:cTn>
                              </p:par>
                              <p:par>
                                <p:cTn id="25" presetID="10"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400"/>
                                        <p:tgtEl>
                                          <p:spTgt spid="23"/>
                                        </p:tgtEl>
                                      </p:cBhvr>
                                    </p:animEffect>
                                  </p:childTnLst>
                                </p:cTn>
                              </p:par>
                              <p:par>
                                <p:cTn id="31" presetID="10"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400"/>
                                        <p:tgtEl>
                                          <p:spTgt spid="24"/>
                                        </p:tgtEl>
                                      </p:cBhvr>
                                    </p:animEffect>
                                  </p:childTnLst>
                                </p:cTn>
                              </p:par>
                              <p:par>
                                <p:cTn id="34" presetID="10"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4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142" dur="200" fill="hold">
                                          <p:stCondLst>
                                            <p:cond delay="0"/>
                                          </p:stCondLst>
                                        </p:cTn>
                                        <p:tgtEl>
                                          <p:spTgt spid="10"/>
                                        </p:tgtEl>
                                      </p:cBhvr>
                                    </p:animEffect>
                                    <p:set>
                                      <p:cBhvr>
                                        <p:cTn id="143" dur="1" fill="hold">
                                          <p:stCondLst>
                                            <p:cond delay="200"/>
                                          </p:stCondLst>
                                        </p:cTn>
                                        <p:tgtEl>
                                          <p:spTgt spid="10"/>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144" dur="200" fill="hold">
                                          <p:stCondLst>
                                            <p:cond delay="0"/>
                                          </p:stCondLst>
                                        </p:cTn>
                                        <p:tgtEl>
                                          <p:spTgt spid="11"/>
                                        </p:tgtEl>
                                      </p:cBhvr>
                                    </p:animEffect>
                                    <p:set>
                                      <p:cBhvr>
                                        <p:cTn id="145" dur="1" fill="hold">
                                          <p:stCondLst>
                                            <p:cond delay="200"/>
                                          </p:stCondLst>
                                        </p:cTn>
                                        <p:tgtEl>
                                          <p:spTgt spid="11"/>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146" dur="200" fill="hold">
                                          <p:stCondLst>
                                            <p:cond delay="0"/>
                                          </p:stCondLst>
                                        </p:cTn>
                                        <p:tgtEl>
                                          <p:spTgt spid="12"/>
                                        </p:tgtEl>
                                      </p:cBhvr>
                                    </p:animEffect>
                                    <p:set>
                                      <p:cBhvr>
                                        <p:cTn id="147" dur="1" fill="hold">
                                          <p:stCondLst>
                                            <p:cond delay="200"/>
                                          </p:stCondLst>
                                        </p:cTn>
                                        <p:tgtEl>
                                          <p:spTgt spid="12"/>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148" dur="200" fill="hold">
                                          <p:stCondLst>
                                            <p:cond delay="0"/>
                                          </p:stCondLst>
                                        </p:cTn>
                                        <p:tgtEl>
                                          <p:spTgt spid="51"/>
                                        </p:tgtEl>
                                      </p:cBhvr>
                                    </p:animEffect>
                                    <p:set>
                                      <p:cBhvr>
                                        <p:cTn id="149" dur="1" fill="hold">
                                          <p:stCondLst>
                                            <p:cond delay="200"/>
                                          </p:stCondLst>
                                        </p:cTn>
                                        <p:tgtEl>
                                          <p:spTgt spid="51"/>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150" dur="200" fill="hold">
                                          <p:stCondLst>
                                            <p:cond delay="0"/>
                                          </p:stCondLst>
                                        </p:cTn>
                                        <p:tgtEl>
                                          <p:spTgt spid="13"/>
                                        </p:tgtEl>
                                      </p:cBhvr>
                                    </p:animEffect>
                                    <p:set>
                                      <p:cBhvr>
                                        <p:cTn id="151" dur="1" fill="hold">
                                          <p:stCondLst>
                                            <p:cond delay="200"/>
                                          </p:stCondLst>
                                        </p:cTn>
                                        <p:tgtEl>
                                          <p:spTgt spid="13"/>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152" dur="200" fill="hold">
                                          <p:stCondLst>
                                            <p:cond delay="0"/>
                                          </p:stCondLst>
                                        </p:cTn>
                                        <p:tgtEl>
                                          <p:spTgt spid="52"/>
                                        </p:tgtEl>
                                      </p:cBhvr>
                                    </p:animEffect>
                                    <p:set>
                                      <p:cBhvr>
                                        <p:cTn id="153" dur="1" fill="hold">
                                          <p:stCondLst>
                                            <p:cond delay="200"/>
                                          </p:stCondLst>
                                        </p:cTn>
                                        <p:tgtEl>
                                          <p:spTgt spid="52"/>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154" dur="200" fill="hold">
                                          <p:stCondLst>
                                            <p:cond delay="0"/>
                                          </p:stCondLst>
                                        </p:cTn>
                                        <p:tgtEl>
                                          <p:spTgt spid="50"/>
                                        </p:tgtEl>
                                      </p:cBhvr>
                                    </p:animEffect>
                                    <p:set>
                                      <p:cBhvr>
                                        <p:cTn id="155" dur="1" fill="hold">
                                          <p:stCondLst>
                                            <p:cond delay="200"/>
                                          </p:stCondLst>
                                        </p:cTn>
                                        <p:tgtEl>
                                          <p:spTgt spid="50"/>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156" dur="200" fill="hold">
                                          <p:stCondLst>
                                            <p:cond delay="0"/>
                                          </p:stCondLst>
                                        </p:cTn>
                                        <p:tgtEl>
                                          <p:spTgt spid="14"/>
                                        </p:tgtEl>
                                      </p:cBhvr>
                                    </p:animEffect>
                                    <p:set>
                                      <p:cBhvr>
                                        <p:cTn id="157" dur="1" fill="hold">
                                          <p:stCondLst>
                                            <p:cond delay="200"/>
                                          </p:stCondLst>
                                        </p:cTn>
                                        <p:tgtEl>
                                          <p:spTgt spid="14"/>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158" dur="200" fill="hold">
                                          <p:stCondLst>
                                            <p:cond delay="0"/>
                                          </p:stCondLst>
                                        </p:cTn>
                                        <p:tgtEl>
                                          <p:spTgt spid="15"/>
                                        </p:tgtEl>
                                      </p:cBhvr>
                                    </p:animEffect>
                                    <p:set>
                                      <p:cBhvr>
                                        <p:cTn id="159" dur="1" fill="hold">
                                          <p:stCondLst>
                                            <p:cond delay="200"/>
                                          </p:stCondLst>
                                        </p:cTn>
                                        <p:tgtEl>
                                          <p:spTgt spid="15"/>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160" dur="200" fill="hold">
                                          <p:stCondLst>
                                            <p:cond delay="0"/>
                                          </p:stCondLst>
                                        </p:cTn>
                                        <p:tgtEl>
                                          <p:spTgt spid="16"/>
                                        </p:tgtEl>
                                      </p:cBhvr>
                                    </p:animEffect>
                                    <p:set>
                                      <p:cBhvr>
                                        <p:cTn id="161" dur="1" fill="hold">
                                          <p:stCondLst>
                                            <p:cond delay="200"/>
                                          </p:stCondLst>
                                        </p:cTn>
                                        <p:tgtEl>
                                          <p:spTgt spid="16"/>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162" dur="200" fill="hold">
                                          <p:stCondLst>
                                            <p:cond delay="0"/>
                                          </p:stCondLst>
                                        </p:cTn>
                                        <p:tgtEl>
                                          <p:spTgt spid="17"/>
                                        </p:tgtEl>
                                      </p:cBhvr>
                                    </p:animEffect>
                                    <p:set>
                                      <p:cBhvr>
                                        <p:cTn id="163" dur="1" fill="hold">
                                          <p:stCondLst>
                                            <p:cond delay="200"/>
                                          </p:stCondLst>
                                        </p:cTn>
                                        <p:tgtEl>
                                          <p:spTgt spid="17"/>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164" dur="200" fill="hold">
                                          <p:stCondLst>
                                            <p:cond delay="0"/>
                                          </p:stCondLst>
                                        </p:cTn>
                                        <p:tgtEl>
                                          <p:spTgt spid="18"/>
                                        </p:tgtEl>
                                      </p:cBhvr>
                                    </p:animEffect>
                                    <p:set>
                                      <p:cBhvr>
                                        <p:cTn id="165" dur="1" fill="hold">
                                          <p:stCondLst>
                                            <p:cond delay="200"/>
                                          </p:stCondLst>
                                        </p:cTn>
                                        <p:tgtEl>
                                          <p:spTgt spid="18"/>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166" dur="200" fill="hold">
                                          <p:stCondLst>
                                            <p:cond delay="0"/>
                                          </p:stCondLst>
                                        </p:cTn>
                                        <p:tgtEl>
                                          <p:spTgt spid="19"/>
                                        </p:tgtEl>
                                      </p:cBhvr>
                                    </p:animEffect>
                                    <p:set>
                                      <p:cBhvr>
                                        <p:cTn id="167" dur="1" fill="hold">
                                          <p:stCondLst>
                                            <p:cond delay="200"/>
                                          </p:stCondLst>
                                        </p:cTn>
                                        <p:tgtEl>
                                          <p:spTgt spid="19"/>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168" dur="200" fill="hold">
                                          <p:stCondLst>
                                            <p:cond delay="0"/>
                                          </p:stCondLst>
                                        </p:cTn>
                                        <p:tgtEl>
                                          <p:spTgt spid="20"/>
                                        </p:tgtEl>
                                      </p:cBhvr>
                                    </p:animEffect>
                                    <p:set>
                                      <p:cBhvr>
                                        <p:cTn id="169" dur="1" fill="hold">
                                          <p:stCondLst>
                                            <p:cond delay="200"/>
                                          </p:stCondLst>
                                        </p:cTn>
                                        <p:tgtEl>
                                          <p:spTgt spid="20"/>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170" dur="200" fill="hold">
                                          <p:stCondLst>
                                            <p:cond delay="0"/>
                                          </p:stCondLst>
                                        </p:cTn>
                                        <p:tgtEl>
                                          <p:spTgt spid="21"/>
                                        </p:tgtEl>
                                      </p:cBhvr>
                                    </p:animEffect>
                                    <p:set>
                                      <p:cBhvr>
                                        <p:cTn id="171" dur="1" fill="hold">
                                          <p:stCondLst>
                                            <p:cond delay="200"/>
                                          </p:stCondLst>
                                        </p:cTn>
                                        <p:tgtEl>
                                          <p:spTgt spid="21"/>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172" dur="200" fill="hold">
                                          <p:stCondLst>
                                            <p:cond delay="0"/>
                                          </p:stCondLst>
                                        </p:cTn>
                                        <p:tgtEl>
                                          <p:spTgt spid="22"/>
                                        </p:tgtEl>
                                      </p:cBhvr>
                                    </p:animEffect>
                                    <p:set>
                                      <p:cBhvr>
                                        <p:cTn id="173" dur="1" fill="hold">
                                          <p:stCondLst>
                                            <p:cond delay="200"/>
                                          </p:stCondLst>
                                        </p:cTn>
                                        <p:tgtEl>
                                          <p:spTgt spid="22"/>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174" dur="200" fill="hold">
                                          <p:stCondLst>
                                            <p:cond delay="0"/>
                                          </p:stCondLst>
                                        </p:cTn>
                                        <p:tgtEl>
                                          <p:spTgt spid="23"/>
                                        </p:tgtEl>
                                      </p:cBhvr>
                                    </p:animEffect>
                                    <p:set>
                                      <p:cBhvr>
                                        <p:cTn id="175" dur="1" fill="hold">
                                          <p:stCondLst>
                                            <p:cond delay="200"/>
                                          </p:stCondLst>
                                        </p:cTn>
                                        <p:tgtEl>
                                          <p:spTgt spid="23"/>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176" dur="200" fill="hold">
                                          <p:stCondLst>
                                            <p:cond delay="0"/>
                                          </p:stCondLst>
                                        </p:cTn>
                                        <p:tgtEl>
                                          <p:spTgt spid="24"/>
                                        </p:tgtEl>
                                      </p:cBhvr>
                                    </p:animEffect>
                                    <p:set>
                                      <p:cBhvr>
                                        <p:cTn id="177" dur="1" fill="hold">
                                          <p:stCondLst>
                                            <p:cond delay="200"/>
                                          </p:stCondLst>
                                        </p:cTn>
                                        <p:tgtEl>
                                          <p:spTgt spid="24"/>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178" dur="200" fill="hold">
                                          <p:stCondLst>
                                            <p:cond delay="0"/>
                                          </p:stCondLst>
                                        </p:cTn>
                                        <p:tgtEl>
                                          <p:spTgt spid="25"/>
                                        </p:tgtEl>
                                      </p:cBhvr>
                                    </p:animEffect>
                                    <p:set>
                                      <p:cBhvr>
                                        <p:cTn id="179" dur="1" fill="hold">
                                          <p:stCondLst>
                                            <p:cond delay="200"/>
                                          </p:stCondLst>
                                        </p:cTn>
                                        <p:tgtEl>
                                          <p:spTgt spid="25"/>
                                        </p:tgtEl>
                                        <p:attrNameLst>
                                          <p:attrName>style.visibility</p:attrName>
                                        </p:attrNameLst>
                                      </p:cBhvr>
                                      <p:to>
                                        <p:strVal val="hidden"/>
                                      </p:to>
                                    </p:set>
                                  </p:childTnLst>
                                </p:cTn>
                              </p:par>
                              <p:par>
                                <p:cTn id="58" presetID="10" presetClass="entr" presetSubtype="0" fill="hold" nodeType="with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400"/>
                                        <p:tgtEl>
                                          <p:spTgt spid="53"/>
                                        </p:tgtEl>
                                      </p:cBhvr>
                                    </p:animEffect>
                                  </p:childTnLst>
                                </p:cTn>
                              </p:par>
                              <p:par>
                                <p:cTn id="61" presetID="10"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00"/>
                                        <p:tgtEl>
                                          <p:spTgt spid="26"/>
                                        </p:tgtEl>
                                      </p:cBhvr>
                                    </p:animEffect>
                                  </p:childTnLst>
                                </p:cTn>
                              </p:par>
                              <p:par>
                                <p:cTn id="64" presetID="10" presetClass="entr" presetSubtype="0" fill="hold"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400"/>
                                        <p:tgtEl>
                                          <p:spTgt spid="27"/>
                                        </p:tgtEl>
                                      </p:cBhvr>
                                    </p:animEffect>
                                  </p:childTnLst>
                                </p:cTn>
                              </p:par>
                              <p:par>
                                <p:cTn id="67" presetID="10"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400"/>
                                        <p:tgtEl>
                                          <p:spTgt spid="28"/>
                                        </p:tgtEl>
                                      </p:cBhvr>
                                    </p:animEffect>
                                  </p:childTnLst>
                                </p:cTn>
                              </p:par>
                              <p:par>
                                <p:cTn id="70" presetID="10" presetClass="entr" presetSubtype="0"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00"/>
                                        <p:tgtEl>
                                          <p:spTgt spid="29"/>
                                        </p:tgtEl>
                                      </p:cBhvr>
                                    </p:animEffect>
                                  </p:childTnLst>
                                </p:cTn>
                              </p:par>
                              <p:par>
                                <p:cTn id="73" presetID="10" presetClass="entr" presetSubtype="0" fill="hold"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400"/>
                                        <p:tgtEl>
                                          <p:spTgt spid="30"/>
                                        </p:tgtEl>
                                      </p:cBhvr>
                                    </p:animEffect>
                                  </p:childTnLst>
                                </p:cTn>
                              </p:par>
                              <p:par>
                                <p:cTn id="76" presetID="10" presetClass="entr" presetSubtype="0" fill="hold"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400"/>
                                        <p:tgtEl>
                                          <p:spTgt spid="31"/>
                                        </p:tgtEl>
                                      </p:cBhvr>
                                    </p:animEffect>
                                  </p:childTnLst>
                                </p:cTn>
                              </p:par>
                              <p:par>
                                <p:cTn id="79" presetID="10" presetClass="entr" presetSubtype="0" fill="hold"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400"/>
                                        <p:tgtEl>
                                          <p:spTgt spid="32"/>
                                        </p:tgtEl>
                                      </p:cBhvr>
                                    </p:animEffect>
                                  </p:childTnLst>
                                </p:cTn>
                              </p:par>
                              <p:par>
                                <p:cTn id="82" presetID="10" presetClass="entr" presetSubtype="0" fill="hold"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par>
                                <p:cTn id="85" presetID="10" presetClass="entr" presetSubtype="0" fill="hold"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400"/>
                                        <p:tgtEl>
                                          <p:spTgt spid="34"/>
                                        </p:tgtEl>
                                      </p:cBhvr>
                                    </p:animEffect>
                                  </p:childTnLst>
                                </p:cTn>
                              </p:par>
                              <p:par>
                                <p:cTn id="88" presetID="10" presetClass="entr" presetSubtype="0" fill="hold"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400"/>
                                        <p:tgtEl>
                                          <p:spTgt spid="35"/>
                                        </p:tgtEl>
                                      </p:cBhvr>
                                    </p:animEffect>
                                  </p:childTnLst>
                                </p:cTn>
                              </p:par>
                              <p:par>
                                <p:cTn id="91" presetID="10" presetClass="entr" presetSubtype="0" fill="hold" nodeType="withEffect">
                                  <p:stCondLst>
                                    <p:cond delay="0"/>
                                  </p:stCondLst>
                                  <p:childTnLst>
                                    <p:set>
                                      <p:cBhvr>
                                        <p:cTn id="92" dur="1" fill="hold">
                                          <p:stCondLst>
                                            <p:cond delay="0"/>
                                          </p:stCondLst>
                                        </p:cTn>
                                        <p:tgtEl>
                                          <p:spTgt spid="54"/>
                                        </p:tgtEl>
                                        <p:attrNameLst>
                                          <p:attrName>style.visibility</p:attrName>
                                        </p:attrNameLst>
                                      </p:cBhvr>
                                      <p:to>
                                        <p:strVal val="visible"/>
                                      </p:to>
                                    </p:set>
                                    <p:animEffect transition="in" filter="fade">
                                      <p:cBhvr>
                                        <p:cTn id="93" dur="400"/>
                                        <p:tgtEl>
                                          <p:spTgt spid="54"/>
                                        </p:tgtEl>
                                      </p:cBhvr>
                                    </p:animEffect>
                                  </p:childTnLst>
                                </p:cTn>
                              </p:par>
                              <p:par>
                                <p:cTn id="94" presetID="10" presetClass="entr" presetSubtype="0" fill="hold"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400"/>
                                        <p:tgtEl>
                                          <p:spTgt spid="36"/>
                                        </p:tgtEl>
                                      </p:cBhvr>
                                    </p:animEffect>
                                  </p:childTnLst>
                                </p:cTn>
                              </p:par>
                              <p:par>
                                <p:cTn id="97" presetID="10"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400"/>
                                        <p:tgtEl>
                                          <p:spTgt spid="37"/>
                                        </p:tgtEl>
                                      </p:cBhvr>
                                    </p:animEffect>
                                  </p:childTnLst>
                                </p:cTn>
                              </p:par>
                              <p:par>
                                <p:cTn id="100" presetID="10" presetClass="entr" presetSubtype="0" fill="hold" nodeType="with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400"/>
                                        <p:tgtEl>
                                          <p:spTgt spid="38"/>
                                        </p:tgtEl>
                                      </p:cBhvr>
                                    </p:animEffect>
                                  </p:childTnLst>
                                </p:cTn>
                              </p:par>
                              <p:par>
                                <p:cTn id="103" presetID="10" presetClass="entr" presetSubtype="0" fill="hold" nodeType="withEffect">
                                  <p:stCondLst>
                                    <p:cond delay="0"/>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400"/>
                                        <p:tgtEl>
                                          <p:spTgt spid="39"/>
                                        </p:tgtEl>
                                      </p:cBhvr>
                                    </p:animEffect>
                                  </p:childTnLst>
                                </p:cTn>
                              </p:par>
                              <p:par>
                                <p:cTn id="106" presetID="10" presetClass="entr" presetSubtype="0" fill="hold"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fade">
                                      <p:cBhvr>
                                        <p:cTn id="108" dur="400"/>
                                        <p:tgtEl>
                                          <p:spTgt spid="40"/>
                                        </p:tgtEl>
                                      </p:cBhvr>
                                    </p:animEffect>
                                  </p:childTnLst>
                                </p:cTn>
                              </p:par>
                              <p:par>
                                <p:cTn id="109" presetID="10" presetClass="entr" presetSubtype="0" fill="hold" nodeType="withEffect">
                                  <p:stCondLst>
                                    <p:cond delay="0"/>
                                  </p:stCondLst>
                                  <p:childTnLst>
                                    <p:set>
                                      <p:cBhvr>
                                        <p:cTn id="110" dur="1" fill="hold">
                                          <p:stCondLst>
                                            <p:cond delay="0"/>
                                          </p:stCondLst>
                                        </p:cTn>
                                        <p:tgtEl>
                                          <p:spTgt spid="41"/>
                                        </p:tgtEl>
                                        <p:attrNameLst>
                                          <p:attrName>style.visibility</p:attrName>
                                        </p:attrNameLst>
                                      </p:cBhvr>
                                      <p:to>
                                        <p:strVal val="visible"/>
                                      </p:to>
                                    </p:set>
                                    <p:animEffect transition="in" filter="fade">
                                      <p:cBhvr>
                                        <p:cTn id="111" dur="400"/>
                                        <p:tgtEl>
                                          <p:spTgt spid="41"/>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55"/>
                                        </p:tgtEl>
                                        <p:attrNameLst>
                                          <p:attrName>style.visibility</p:attrName>
                                        </p:attrNameLst>
                                      </p:cBhvr>
                                      <p:to>
                                        <p:strVal val="visible"/>
                                      </p:to>
                                    </p:set>
                                    <p:animEffect transition="in" filter="fade">
                                      <p:cBhvr>
                                        <p:cTn id="116" dur="400"/>
                                        <p:tgtEl>
                                          <p:spTgt spid="55"/>
                                        </p:tgtEl>
                                      </p:cBhvr>
                                    </p:animEffect>
                                  </p:childTnLst>
                                </p:cTn>
                              </p:par>
                              <p:par>
                                <p:cTn id="117" presetID="10" presetClass="entr" presetSubtype="0" fill="hold" nodeType="withEffect">
                                  <p:stCondLst>
                                    <p:cond delay="0"/>
                                  </p:stCondLst>
                                  <p:childTnLst>
                                    <p:set>
                                      <p:cBhvr>
                                        <p:cTn id="118" dur="1" fill="hold">
                                          <p:stCondLst>
                                            <p:cond delay="0"/>
                                          </p:stCondLst>
                                        </p:cTn>
                                        <p:tgtEl>
                                          <p:spTgt spid="56"/>
                                        </p:tgtEl>
                                        <p:attrNameLst>
                                          <p:attrName>style.visibility</p:attrName>
                                        </p:attrNameLst>
                                      </p:cBhvr>
                                      <p:to>
                                        <p:strVal val="visible"/>
                                      </p:to>
                                    </p:set>
                                    <p:animEffect transition="in" filter="fade">
                                      <p:cBhvr>
                                        <p:cTn id="119" dur="400"/>
                                        <p:tgtEl>
                                          <p:spTgt spid="56"/>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57"/>
                                        </p:tgtEl>
                                        <p:attrNameLst>
                                          <p:attrName>style.visibility</p:attrName>
                                        </p:attrNameLst>
                                      </p:cBhvr>
                                      <p:to>
                                        <p:strVal val="visible"/>
                                      </p:to>
                                    </p:set>
                                    <p:animEffect transition="in" filter="fade">
                                      <p:cBhvr>
                                        <p:cTn id="124" dur="400"/>
                                        <p:tgtEl>
                                          <p:spTgt spid="57"/>
                                        </p:tgtEl>
                                      </p:cBhvr>
                                    </p:animEffect>
                                  </p:childTnLst>
                                </p:cTn>
                              </p:par>
                              <p:par>
                                <p:cTn id="125" presetID="10" presetClass="entr" presetSubtype="0" fill="hold" nodeType="withEffect">
                                  <p:stCondLst>
                                    <p:cond delay="0"/>
                                  </p:stCondLst>
                                  <p:childTnLst>
                                    <p:set>
                                      <p:cBhvr>
                                        <p:cTn id="126" dur="1" fill="hold">
                                          <p:stCondLst>
                                            <p:cond delay="0"/>
                                          </p:stCondLst>
                                        </p:cTn>
                                        <p:tgtEl>
                                          <p:spTgt spid="58"/>
                                        </p:tgtEl>
                                        <p:attrNameLst>
                                          <p:attrName>style.visibility</p:attrName>
                                        </p:attrNameLst>
                                      </p:cBhvr>
                                      <p:to>
                                        <p:strVal val="visible"/>
                                      </p:to>
                                    </p:set>
                                    <p:animEffect transition="in" filter="fade">
                                      <p:cBhvr>
                                        <p:cTn id="127" dur="400"/>
                                        <p:tgtEl>
                                          <p:spTgt spid="58"/>
                                        </p:tgtEl>
                                      </p:cBhvr>
                                    </p:animEffect>
                                  </p:childTnLst>
                                </p:cTn>
                              </p:par>
                              <p:par>
                                <p:cTn id="128" presetID="10" presetClass="entr" presetSubtype="0" fill="hold" nodeType="with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400"/>
                                        <p:tgtEl>
                                          <p:spTgt spid="42"/>
                                        </p:tgtEl>
                                      </p:cBhvr>
                                    </p:animEffect>
                                  </p:childTnLst>
                                </p:cTn>
                              </p:par>
                              <p:par>
                                <p:cTn id="131" presetID="10" presetClass="entr" presetSubtype="0" fill="hold" nodeType="with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400"/>
                                        <p:tgtEl>
                                          <p:spTgt spid="43"/>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44"/>
                                        </p:tgtEl>
                                        <p:attrNameLst>
                                          <p:attrName>style.visibility</p:attrName>
                                        </p:attrNameLst>
                                      </p:cBhvr>
                                      <p:to>
                                        <p:strVal val="visible"/>
                                      </p:to>
                                    </p:set>
                                  </p:childTnLst>
                                </p:cTn>
                              </p:par>
                              <p:par>
                                <p:cTn id="139" presetID="10" presetClass="entr" presetSubtype="0" fill="hold" nodeType="withEffect">
                                  <p:stCondLst>
                                    <p:cond delay="0"/>
                                  </p:stCondLst>
                                  <p:childTnLst>
                                    <p:set>
                                      <p:cBhvr>
                                        <p:cTn id="140" dur="1" fill="hold">
                                          <p:stCondLst>
                                            <p:cond delay="0"/>
                                          </p:stCondLst>
                                        </p:cTn>
                                        <p:tgtEl>
                                          <p:spTgt spid="59"/>
                                        </p:tgtEl>
                                        <p:attrNameLst>
                                          <p:attrName>style.visibility</p:attrName>
                                        </p:attrNameLst>
                                      </p:cBhvr>
                                      <p:to>
                                        <p:strVal val="visible"/>
                                      </p:to>
                                    </p:set>
                                    <p:animEffect transition="in" filter="fade">
                                      <p:cBhvr>
                                        <p:cTn id="141" dur="400"/>
                                        <p:tgtEl>
                                          <p:spTgt spid="59"/>
                                        </p:tgtEl>
                                      </p:cBhvr>
                                    </p:animEffect>
                                  </p:childTnLst>
                                </p:cTn>
                              </p:par>
                            </p:childTnLst>
                          </p:cTn>
                        </p:par>
                      </p:childTnLst>
                    </p:cTn>
                  </p:par>
                  <p:par>
                    <p:cTn id="180" fill="hold" restart="never" repeatCount="1000">
                      <p:stCondLst>
                        <p:cond delay="indefinite"/>
                      </p:stCondLst>
                      <p:childTnLst>
                        <p:par>
                          <p:cTn id="181" fill="hold" dur="10080">
                            <p:stCondLst>
                              <p:cond delay="0"/>
                            </p:stCondLst>
                            <p:childTnLst>
                              <p:par>
                                <p:cTn id="182" presetID="1" presetClass="entr" presetSubtype="0" fill="hold" nodeType="clickEffect" restart="never">
                                  <p:stCondLst>
                                    <p:cond delay="900"/>
                                  </p:stCondLst>
                                  <p:childTnLst>
                                    <p:set>
                                      <p:cBhvr>
                                        <p:cTn id="183" dur="1" fill="hold">
                                          <p:stCondLst>
                                            <p:cond delay="0"/>
                                          </p:stCondLst>
                                        </p:cTn>
                                        <p:tgtEl>
                                          <p:spTgt spid="61"/>
                                        </p:tgtEl>
                                        <p:attrNameLst>
                                          <p:attrName>style.visibility</p:attrName>
                                        </p:attrNameLst>
                                      </p:cBhvr>
                                      <p:to>
                                        <p:strVal val="visible"/>
                                      </p:to>
                                    </p:set>
                                  </p:childTnLst>
                                </p:cTn>
                              </p:par>
                              <p:par>
                                <p:cTn id="184" presetID="1" presetClass="entr" presetSubtype="0" fill="hold" nodeType="withEffect" restart="never">
                                  <p:stCondLst>
                                    <p:cond delay="1060"/>
                                  </p:stCondLst>
                                  <p:childTnLst>
                                    <p:set>
                                      <p:cBhvr>
                                        <p:cTn id="185" dur="1" fill="hold">
                                          <p:stCondLst>
                                            <p:cond delay="0"/>
                                          </p:stCondLst>
                                        </p:cTn>
                                        <p:tgtEl>
                                          <p:spTgt spid="62"/>
                                        </p:tgtEl>
                                        <p:attrNameLst>
                                          <p:attrName>style.visibility</p:attrName>
                                        </p:attrNameLst>
                                      </p:cBhvr>
                                      <p:to>
                                        <p:strVal val="visible"/>
                                      </p:to>
                                    </p:set>
                                  </p:childTnLst>
                                </p:cTn>
                              </p:par>
                              <p:par>
                                <p:cTn id="186" presetID="1" presetClass="entr" presetSubtype="0" fill="hold" nodeType="withEffect" restart="never">
                                  <p:stCondLst>
                                    <p:cond delay="1220"/>
                                  </p:stCondLst>
                                  <p:childTnLst>
                                    <p:set>
                                      <p:cBhvr>
                                        <p:cTn id="187" dur="1" fill="hold">
                                          <p:stCondLst>
                                            <p:cond delay="0"/>
                                          </p:stCondLst>
                                        </p:cTn>
                                        <p:tgtEl>
                                          <p:spTgt spid="63"/>
                                        </p:tgtEl>
                                        <p:attrNameLst>
                                          <p:attrName>style.visibility</p:attrName>
                                        </p:attrNameLst>
                                      </p:cBhvr>
                                      <p:to>
                                        <p:strVal val="visible"/>
                                      </p:to>
                                    </p:set>
                                  </p:childTnLst>
                                </p:cTn>
                              </p:par>
                              <p:par>
                                <p:cTn id="188" presetID="1" presetClass="entr" presetSubtype="0" fill="hold" nodeType="withEffect" restart="never">
                                  <p:stCondLst>
                                    <p:cond delay="1380"/>
                                  </p:stCondLst>
                                  <p:childTnLst>
                                    <p:set>
                                      <p:cBhvr>
                                        <p:cTn id="189" dur="1" fill="hold">
                                          <p:stCondLst>
                                            <p:cond delay="0"/>
                                          </p:stCondLst>
                                        </p:cTn>
                                        <p:tgtEl>
                                          <p:spTgt spid="64"/>
                                        </p:tgtEl>
                                        <p:attrNameLst>
                                          <p:attrName>style.visibility</p:attrName>
                                        </p:attrNameLst>
                                      </p:cBhvr>
                                      <p:to>
                                        <p:strVal val="visible"/>
                                      </p:to>
                                    </p:set>
                                  </p:childTnLst>
                                </p:cTn>
                              </p:par>
                              <p:par>
                                <p:cTn id="190" presetID="1" presetClass="entr" presetSubtype="0" fill="hold" nodeType="withEffect" restart="never">
                                  <p:stCondLst>
                                    <p:cond delay="1540"/>
                                  </p:stCondLst>
                                  <p:childTnLst>
                                    <p:set>
                                      <p:cBhvr>
                                        <p:cTn id="191" dur="1" fill="hold">
                                          <p:stCondLst>
                                            <p:cond delay="0"/>
                                          </p:stCondLst>
                                        </p:cTn>
                                        <p:tgtEl>
                                          <p:spTgt spid="65"/>
                                        </p:tgtEl>
                                        <p:attrNameLst>
                                          <p:attrName>style.visibility</p:attrName>
                                        </p:attrNameLst>
                                      </p:cBhvr>
                                      <p:to>
                                        <p:strVal val="visible"/>
                                      </p:to>
                                    </p:set>
                                  </p:childTnLst>
                                </p:cTn>
                              </p:par>
                              <p:par>
                                <p:cTn id="192" presetID="1" presetClass="entr" presetSubtype="0" fill="hold" nodeType="withEffect" restart="never">
                                  <p:stCondLst>
                                    <p:cond delay="1700"/>
                                  </p:stCondLst>
                                  <p:childTnLst>
                                    <p:set>
                                      <p:cBhvr>
                                        <p:cTn id="193" dur="1" fill="hold">
                                          <p:stCondLst>
                                            <p:cond delay="0"/>
                                          </p:stCondLst>
                                        </p:cTn>
                                        <p:tgtEl>
                                          <p:spTgt spid="66"/>
                                        </p:tgtEl>
                                        <p:attrNameLst>
                                          <p:attrName>style.visibility</p:attrName>
                                        </p:attrNameLst>
                                      </p:cBhvr>
                                      <p:to>
                                        <p:strVal val="visible"/>
                                      </p:to>
                                    </p:set>
                                  </p:childTnLst>
                                </p:cTn>
                              </p:par>
                              <p:par>
                                <p:cTn id="194" presetID="1" presetClass="entr" presetSubtype="0" fill="hold" nodeType="withEffect" restart="never">
                                  <p:stCondLst>
                                    <p:cond delay="1860"/>
                                  </p:stCondLst>
                                  <p:childTnLst>
                                    <p:set>
                                      <p:cBhvr>
                                        <p:cTn id="195" dur="1" fill="hold">
                                          <p:stCondLst>
                                            <p:cond delay="0"/>
                                          </p:stCondLst>
                                        </p:cTn>
                                        <p:tgtEl>
                                          <p:spTgt spid="67"/>
                                        </p:tgtEl>
                                        <p:attrNameLst>
                                          <p:attrName>style.visibility</p:attrName>
                                        </p:attrNameLst>
                                      </p:cBhvr>
                                      <p:to>
                                        <p:strVal val="visible"/>
                                      </p:to>
                                    </p:set>
                                  </p:childTnLst>
                                </p:cTn>
                              </p:par>
                              <p:par>
                                <p:cTn id="196" presetID="1" presetClass="entr" presetSubtype="0" fill="hold" nodeType="withEffect" restart="never">
                                  <p:stCondLst>
                                    <p:cond delay="2020"/>
                                  </p:stCondLst>
                                  <p:childTnLst>
                                    <p:set>
                                      <p:cBhvr>
                                        <p:cTn id="197" dur="1" fill="hold">
                                          <p:stCondLst>
                                            <p:cond delay="0"/>
                                          </p:stCondLst>
                                        </p:cTn>
                                        <p:tgtEl>
                                          <p:spTgt spid="68"/>
                                        </p:tgtEl>
                                        <p:attrNameLst>
                                          <p:attrName>style.visibility</p:attrName>
                                        </p:attrNameLst>
                                      </p:cBhvr>
                                      <p:to>
                                        <p:strVal val="visible"/>
                                      </p:to>
                                    </p:set>
                                  </p:childTnLst>
                                </p:cTn>
                              </p:par>
                              <p:par>
                                <p:cTn id="198" presetID="1" presetClass="entr" presetSubtype="0" fill="hold" nodeType="withEffect" restart="never">
                                  <p:stCondLst>
                                    <p:cond delay="2180"/>
                                  </p:stCondLst>
                                  <p:childTnLst>
                                    <p:set>
                                      <p:cBhvr>
                                        <p:cTn id="199" dur="1" fill="hold">
                                          <p:stCondLst>
                                            <p:cond delay="0"/>
                                          </p:stCondLst>
                                        </p:cTn>
                                        <p:tgtEl>
                                          <p:spTgt spid="69"/>
                                        </p:tgtEl>
                                        <p:attrNameLst>
                                          <p:attrName>style.visibility</p:attrName>
                                        </p:attrNameLst>
                                      </p:cBhvr>
                                      <p:to>
                                        <p:strVal val="visible"/>
                                      </p:to>
                                    </p:set>
                                  </p:childTnLst>
                                </p:cTn>
                              </p:par>
                              <p:par>
                                <p:cTn id="200" presetID="1" presetClass="entr" presetSubtype="0" fill="hold" nodeType="withEffect" restart="never">
                                  <p:stCondLst>
                                    <p:cond delay="2340"/>
                                  </p:stCondLst>
                                  <p:childTnLst>
                                    <p:set>
                                      <p:cBhvr>
                                        <p:cTn id="201" dur="1" fill="hold">
                                          <p:stCondLst>
                                            <p:cond delay="0"/>
                                          </p:stCondLst>
                                        </p:cTn>
                                        <p:tgtEl>
                                          <p:spTgt spid="70"/>
                                        </p:tgtEl>
                                        <p:attrNameLst>
                                          <p:attrName>style.visibility</p:attrName>
                                        </p:attrNameLst>
                                      </p:cBhvr>
                                      <p:to>
                                        <p:strVal val="visible"/>
                                      </p:to>
                                    </p:set>
                                  </p:childTnLst>
                                </p:cTn>
                              </p:par>
                              <p:par>
                                <p:cTn id="202" presetID="1" presetClass="entr" presetSubtype="0" fill="hold" nodeType="withEffect" restart="never">
                                  <p:stCondLst>
                                    <p:cond delay="2500"/>
                                  </p:stCondLst>
                                  <p:childTnLst>
                                    <p:set>
                                      <p:cBhvr>
                                        <p:cTn id="203" dur="1" fill="hold">
                                          <p:stCondLst>
                                            <p:cond delay="0"/>
                                          </p:stCondLst>
                                        </p:cTn>
                                        <p:tgtEl>
                                          <p:spTgt spid="71"/>
                                        </p:tgtEl>
                                        <p:attrNameLst>
                                          <p:attrName>style.visibility</p:attrName>
                                        </p:attrNameLst>
                                      </p:cBhvr>
                                      <p:to>
                                        <p:strVal val="visible"/>
                                      </p:to>
                                    </p:set>
                                  </p:childTnLst>
                                </p:cTn>
                              </p:par>
                              <p:par>
                                <p:cTn id="204" presetID="1" presetClass="entr" presetSubtype="0" fill="hold" nodeType="withEffect" restart="never">
                                  <p:stCondLst>
                                    <p:cond delay="2660"/>
                                  </p:stCondLst>
                                  <p:childTnLst>
                                    <p:set>
                                      <p:cBhvr>
                                        <p:cTn id="205" dur="1" fill="hold">
                                          <p:stCondLst>
                                            <p:cond delay="0"/>
                                          </p:stCondLst>
                                        </p:cTn>
                                        <p:tgtEl>
                                          <p:spTgt spid="72"/>
                                        </p:tgtEl>
                                        <p:attrNameLst>
                                          <p:attrName>style.visibility</p:attrName>
                                        </p:attrNameLst>
                                      </p:cBhvr>
                                      <p:to>
                                        <p:strVal val="visible"/>
                                      </p:to>
                                    </p:set>
                                  </p:childTnLst>
                                </p:cTn>
                              </p:par>
                              <p:par>
                                <p:cTn id="206" presetID="1" presetClass="entr" presetSubtype="0" fill="hold" nodeType="withEffect" restart="never">
                                  <p:stCondLst>
                                    <p:cond delay="2820"/>
                                  </p:stCondLst>
                                  <p:childTnLst>
                                    <p:set>
                                      <p:cBhvr>
                                        <p:cTn id="207" dur="1" fill="hold">
                                          <p:stCondLst>
                                            <p:cond delay="0"/>
                                          </p:stCondLst>
                                        </p:cTn>
                                        <p:tgtEl>
                                          <p:spTgt spid="73"/>
                                        </p:tgtEl>
                                        <p:attrNameLst>
                                          <p:attrName>style.visibility</p:attrName>
                                        </p:attrNameLst>
                                      </p:cBhvr>
                                      <p:to>
                                        <p:strVal val="visible"/>
                                      </p:to>
                                    </p:set>
                                  </p:childTnLst>
                                </p:cTn>
                              </p:par>
                              <p:par>
                                <p:cTn id="208" presetID="1" presetClass="entr" presetSubtype="0" fill="hold" nodeType="withEffect" restart="never">
                                  <p:stCondLst>
                                    <p:cond delay="2980"/>
                                  </p:stCondLst>
                                  <p:childTnLst>
                                    <p:set>
                                      <p:cBhvr>
                                        <p:cTn id="209" dur="1" fill="hold">
                                          <p:stCondLst>
                                            <p:cond delay="0"/>
                                          </p:stCondLst>
                                        </p:cTn>
                                        <p:tgtEl>
                                          <p:spTgt spid="74"/>
                                        </p:tgtEl>
                                        <p:attrNameLst>
                                          <p:attrName>style.visibility</p:attrName>
                                        </p:attrNameLst>
                                      </p:cBhvr>
                                      <p:to>
                                        <p:strVal val="visible"/>
                                      </p:to>
                                    </p:set>
                                  </p:childTnLst>
                                </p:cTn>
                              </p:par>
                              <p:par>
                                <p:cTn id="210" presetID="1" presetClass="entr" presetSubtype="0" fill="hold" nodeType="withEffect" restart="never">
                                  <p:stCondLst>
                                    <p:cond delay="3140"/>
                                  </p:stCondLst>
                                  <p:childTnLst>
                                    <p:set>
                                      <p:cBhvr>
                                        <p:cTn id="211" dur="1" fill="hold">
                                          <p:stCondLst>
                                            <p:cond delay="0"/>
                                          </p:stCondLst>
                                        </p:cTn>
                                        <p:tgtEl>
                                          <p:spTgt spid="75"/>
                                        </p:tgtEl>
                                        <p:attrNameLst>
                                          <p:attrName>style.visibility</p:attrName>
                                        </p:attrNameLst>
                                      </p:cBhvr>
                                      <p:to>
                                        <p:strVal val="visible"/>
                                      </p:to>
                                    </p:set>
                                  </p:childTnLst>
                                </p:cTn>
                              </p:par>
                              <p:par>
                                <p:cTn id="212" presetID="1" presetClass="entr" presetSubtype="0" fill="hold" nodeType="withEffect" restart="never">
                                  <p:stCondLst>
                                    <p:cond delay="3300"/>
                                  </p:stCondLst>
                                  <p:childTnLst>
                                    <p:set>
                                      <p:cBhvr>
                                        <p:cTn id="213" dur="1" fill="hold">
                                          <p:stCondLst>
                                            <p:cond delay="0"/>
                                          </p:stCondLst>
                                        </p:cTn>
                                        <p:tgtEl>
                                          <p:spTgt spid="76"/>
                                        </p:tgtEl>
                                        <p:attrNameLst>
                                          <p:attrName>style.visibility</p:attrName>
                                        </p:attrNameLst>
                                      </p:cBhvr>
                                      <p:to>
                                        <p:strVal val="visible"/>
                                      </p:to>
                                    </p:set>
                                  </p:childTnLst>
                                </p:cTn>
                              </p:par>
                              <p:par>
                                <p:cTn id="214" presetID="1" presetClass="entr" presetSubtype="0" fill="hold" nodeType="withEffect" restart="never">
                                  <p:stCondLst>
                                    <p:cond delay="3460"/>
                                  </p:stCondLst>
                                  <p:childTnLst>
                                    <p:set>
                                      <p:cBhvr>
                                        <p:cTn id="215" dur="1" fill="hold">
                                          <p:stCondLst>
                                            <p:cond delay="0"/>
                                          </p:stCondLst>
                                        </p:cTn>
                                        <p:tgtEl>
                                          <p:spTgt spid="77"/>
                                        </p:tgtEl>
                                        <p:attrNameLst>
                                          <p:attrName>style.visibility</p:attrName>
                                        </p:attrNameLst>
                                      </p:cBhvr>
                                      <p:to>
                                        <p:strVal val="visible"/>
                                      </p:to>
                                    </p:set>
                                  </p:childTnLst>
                                </p:cTn>
                              </p:par>
                              <p:par>
                                <p:cTn id="216" presetID="1" presetClass="entr" presetSubtype="0" fill="hold" nodeType="withEffect" restart="never">
                                  <p:stCondLst>
                                    <p:cond delay="3620"/>
                                  </p:stCondLst>
                                  <p:childTnLst>
                                    <p:set>
                                      <p:cBhvr>
                                        <p:cTn id="217" dur="1" fill="hold">
                                          <p:stCondLst>
                                            <p:cond delay="0"/>
                                          </p:stCondLst>
                                        </p:cTn>
                                        <p:tgtEl>
                                          <p:spTgt spid="78"/>
                                        </p:tgtEl>
                                        <p:attrNameLst>
                                          <p:attrName>style.visibility</p:attrName>
                                        </p:attrNameLst>
                                      </p:cBhvr>
                                      <p:to>
                                        <p:strVal val="visible"/>
                                      </p:to>
                                    </p:set>
                                  </p:childTnLst>
                                </p:cTn>
                              </p:par>
                              <p:par>
                                <p:cTn id="218" presetID="1" presetClass="entr" presetSubtype="0" fill="hold" nodeType="withEffect" restart="never">
                                  <p:stCondLst>
                                    <p:cond delay="3780"/>
                                  </p:stCondLst>
                                  <p:childTnLst>
                                    <p:set>
                                      <p:cBhvr>
                                        <p:cTn id="219" dur="1" fill="hold">
                                          <p:stCondLst>
                                            <p:cond delay="0"/>
                                          </p:stCondLst>
                                        </p:cTn>
                                        <p:tgtEl>
                                          <p:spTgt spid="79"/>
                                        </p:tgtEl>
                                        <p:attrNameLst>
                                          <p:attrName>style.visibility</p:attrName>
                                        </p:attrNameLst>
                                      </p:cBhvr>
                                      <p:to>
                                        <p:strVal val="visible"/>
                                      </p:to>
                                    </p:set>
                                  </p:childTnLst>
                                </p:cTn>
                              </p:par>
                              <p:par>
                                <p:cTn id="220" presetID="1" presetClass="entr" presetSubtype="0" fill="hold" nodeType="withEffect" restart="never">
                                  <p:stCondLst>
                                    <p:cond delay="3940"/>
                                  </p:stCondLst>
                                  <p:childTnLst>
                                    <p:set>
                                      <p:cBhvr>
                                        <p:cTn id="221" dur="1" fill="hold">
                                          <p:stCondLst>
                                            <p:cond delay="0"/>
                                          </p:stCondLst>
                                        </p:cTn>
                                        <p:tgtEl>
                                          <p:spTgt spid="80"/>
                                        </p:tgtEl>
                                        <p:attrNameLst>
                                          <p:attrName>style.visibility</p:attrName>
                                        </p:attrNameLst>
                                      </p:cBhvr>
                                      <p:to>
                                        <p:strVal val="visible"/>
                                      </p:to>
                                    </p:set>
                                  </p:childTnLst>
                                </p:cTn>
                              </p:par>
                              <p:par>
                                <p:cTn id="222" presetID="1" presetClass="entr" presetSubtype="0" fill="hold" nodeType="withEffect" restart="never">
                                  <p:stCondLst>
                                    <p:cond delay="4100"/>
                                  </p:stCondLst>
                                  <p:childTnLst>
                                    <p:set>
                                      <p:cBhvr>
                                        <p:cTn id="223" dur="1" fill="hold">
                                          <p:stCondLst>
                                            <p:cond delay="0"/>
                                          </p:stCondLst>
                                        </p:cTn>
                                        <p:tgtEl>
                                          <p:spTgt spid="81"/>
                                        </p:tgtEl>
                                        <p:attrNameLst>
                                          <p:attrName>style.visibility</p:attrName>
                                        </p:attrNameLst>
                                      </p:cBhvr>
                                      <p:to>
                                        <p:strVal val="visible"/>
                                      </p:to>
                                    </p:set>
                                  </p:childTnLst>
                                </p:cTn>
                              </p:par>
                              <p:par>
                                <p:cTn id="224" presetID="1" presetClass="entr" presetSubtype="0" fill="hold" nodeType="withEffect" restart="never">
                                  <p:stCondLst>
                                    <p:cond delay="4260"/>
                                  </p:stCondLst>
                                  <p:childTnLst>
                                    <p:set>
                                      <p:cBhvr>
                                        <p:cTn id="225" dur="1" fill="hold">
                                          <p:stCondLst>
                                            <p:cond delay="0"/>
                                          </p:stCondLst>
                                        </p:cTn>
                                        <p:tgtEl>
                                          <p:spTgt spid="82"/>
                                        </p:tgtEl>
                                        <p:attrNameLst>
                                          <p:attrName>style.visibility</p:attrName>
                                        </p:attrNameLst>
                                      </p:cBhvr>
                                      <p:to>
                                        <p:strVal val="visible"/>
                                      </p:to>
                                    </p:set>
                                  </p:childTnLst>
                                </p:cTn>
                              </p:par>
                              <p:par>
                                <p:cTn id="226" presetID="1" presetClass="entr" presetSubtype="0" fill="hold" nodeType="withEffect" restart="never">
                                  <p:stCondLst>
                                    <p:cond delay="4420"/>
                                  </p:stCondLst>
                                  <p:childTnLst>
                                    <p:set>
                                      <p:cBhvr>
                                        <p:cTn id="227" dur="1" fill="hold">
                                          <p:stCondLst>
                                            <p:cond delay="0"/>
                                          </p:stCondLst>
                                        </p:cTn>
                                        <p:tgtEl>
                                          <p:spTgt spid="83"/>
                                        </p:tgtEl>
                                        <p:attrNameLst>
                                          <p:attrName>style.visibility</p:attrName>
                                        </p:attrNameLst>
                                      </p:cBhvr>
                                      <p:to>
                                        <p:strVal val="visible"/>
                                      </p:to>
                                    </p:set>
                                  </p:childTnLst>
                                </p:cTn>
                              </p:par>
                              <p:par>
                                <p:cTn id="228" presetID="1" presetClass="entr" presetSubtype="0" fill="hold" nodeType="withEffect" restart="never">
                                  <p:stCondLst>
                                    <p:cond delay="4580"/>
                                  </p:stCondLst>
                                  <p:childTnLst>
                                    <p:set>
                                      <p:cBhvr>
                                        <p:cTn id="229" dur="1" fill="hold">
                                          <p:stCondLst>
                                            <p:cond delay="0"/>
                                          </p:stCondLst>
                                        </p:cTn>
                                        <p:tgtEl>
                                          <p:spTgt spid="84"/>
                                        </p:tgtEl>
                                        <p:attrNameLst>
                                          <p:attrName>style.visibility</p:attrName>
                                        </p:attrNameLst>
                                      </p:cBhvr>
                                      <p:to>
                                        <p:strVal val="visible"/>
                                      </p:to>
                                    </p:set>
                                  </p:childTnLst>
                                </p:cTn>
                              </p:par>
                              <p:par>
                                <p:cTn id="230" presetID="1" presetClass="entr" presetSubtype="0" fill="hold" nodeType="withEffect" restart="never">
                                  <p:stCondLst>
                                    <p:cond delay="4740"/>
                                  </p:stCondLst>
                                  <p:childTnLst>
                                    <p:set>
                                      <p:cBhvr>
                                        <p:cTn id="231" dur="1" fill="hold">
                                          <p:stCondLst>
                                            <p:cond delay="0"/>
                                          </p:stCondLst>
                                        </p:cTn>
                                        <p:tgtEl>
                                          <p:spTgt spid="85"/>
                                        </p:tgtEl>
                                        <p:attrNameLst>
                                          <p:attrName>style.visibility</p:attrName>
                                        </p:attrNameLst>
                                      </p:cBhvr>
                                      <p:to>
                                        <p:strVal val="visible"/>
                                      </p:to>
                                    </p:set>
                                  </p:childTnLst>
                                </p:cTn>
                              </p:par>
                              <p:par>
                                <p:cTn id="232" presetID="1" presetClass="entr" presetSubtype="0" fill="hold" nodeType="withEffect" restart="never">
                                  <p:stCondLst>
                                    <p:cond delay="4900"/>
                                  </p:stCondLst>
                                  <p:childTnLst>
                                    <p:set>
                                      <p:cBhvr>
                                        <p:cTn id="233" dur="1" fill="hold">
                                          <p:stCondLst>
                                            <p:cond delay="0"/>
                                          </p:stCondLst>
                                        </p:cTn>
                                        <p:tgtEl>
                                          <p:spTgt spid="86"/>
                                        </p:tgtEl>
                                        <p:attrNameLst>
                                          <p:attrName>style.visibility</p:attrName>
                                        </p:attrNameLst>
                                      </p:cBhvr>
                                      <p:to>
                                        <p:strVal val="visible"/>
                                      </p:to>
                                    </p:set>
                                  </p:childTnLst>
                                </p:cTn>
                              </p:par>
                              <p:par>
                                <p:cTn id="234" presetID="1" presetClass="entr" presetSubtype="0" fill="hold" nodeType="withEffect" restart="never">
                                  <p:stCondLst>
                                    <p:cond delay="5060"/>
                                  </p:stCondLst>
                                  <p:childTnLst>
                                    <p:set>
                                      <p:cBhvr>
                                        <p:cTn id="235" dur="1" fill="hold">
                                          <p:stCondLst>
                                            <p:cond delay="0"/>
                                          </p:stCondLst>
                                        </p:cTn>
                                        <p:tgtEl>
                                          <p:spTgt spid="87"/>
                                        </p:tgtEl>
                                        <p:attrNameLst>
                                          <p:attrName>style.visibility</p:attrName>
                                        </p:attrNameLst>
                                      </p:cBhvr>
                                      <p:to>
                                        <p:strVal val="visible"/>
                                      </p:to>
                                    </p:set>
                                  </p:childTnLst>
                                </p:cTn>
                              </p:par>
                              <p:par>
                                <p:cTn id="236" presetID="1" presetClass="entr" presetSubtype="0" fill="hold" nodeType="withEffect" restart="never">
                                  <p:stCondLst>
                                    <p:cond delay="5220"/>
                                  </p:stCondLst>
                                  <p:childTnLst>
                                    <p:set>
                                      <p:cBhvr>
                                        <p:cTn id="237" dur="1" fill="hold">
                                          <p:stCondLst>
                                            <p:cond delay="0"/>
                                          </p:stCondLst>
                                        </p:cTn>
                                        <p:tgtEl>
                                          <p:spTgt spid="88"/>
                                        </p:tgtEl>
                                        <p:attrNameLst>
                                          <p:attrName>style.visibility</p:attrName>
                                        </p:attrNameLst>
                                      </p:cBhvr>
                                      <p:to>
                                        <p:strVal val="visible"/>
                                      </p:to>
                                    </p:set>
                                  </p:childTnLst>
                                </p:cTn>
                              </p:par>
                              <p:par>
                                <p:cTn id="238" presetID="1" presetClass="entr" presetSubtype="0" fill="hold" nodeType="withEffect" restart="never">
                                  <p:stCondLst>
                                    <p:cond delay="5380"/>
                                  </p:stCondLst>
                                  <p:childTnLst>
                                    <p:set>
                                      <p:cBhvr>
                                        <p:cTn id="239" dur="1" fill="hold">
                                          <p:stCondLst>
                                            <p:cond delay="0"/>
                                          </p:stCondLst>
                                        </p:cTn>
                                        <p:tgtEl>
                                          <p:spTgt spid="89"/>
                                        </p:tgtEl>
                                        <p:attrNameLst>
                                          <p:attrName>style.visibility</p:attrName>
                                        </p:attrNameLst>
                                      </p:cBhvr>
                                      <p:to>
                                        <p:strVal val="visible"/>
                                      </p:to>
                                    </p:set>
                                  </p:childTnLst>
                                </p:cTn>
                              </p:par>
                              <p:par>
                                <p:cTn id="240" presetID="1" presetClass="entr" presetSubtype="0" fill="hold" nodeType="withEffect" restart="never">
                                  <p:stCondLst>
                                    <p:cond delay="5540"/>
                                  </p:stCondLst>
                                  <p:childTnLst>
                                    <p:set>
                                      <p:cBhvr>
                                        <p:cTn id="241" dur="1" fill="hold">
                                          <p:stCondLst>
                                            <p:cond delay="0"/>
                                          </p:stCondLst>
                                        </p:cTn>
                                        <p:tgtEl>
                                          <p:spTgt spid="90"/>
                                        </p:tgtEl>
                                        <p:attrNameLst>
                                          <p:attrName>style.visibility</p:attrName>
                                        </p:attrNameLst>
                                      </p:cBhvr>
                                      <p:to>
                                        <p:strVal val="visible"/>
                                      </p:to>
                                    </p:set>
                                  </p:childTnLst>
                                </p:cTn>
                              </p:par>
                              <p:par>
                                <p:cTn id="242" presetID="1" presetClass="entr" presetSubtype="0" fill="hold" nodeType="withEffect" restart="never">
                                  <p:stCondLst>
                                    <p:cond delay="5700"/>
                                  </p:stCondLst>
                                  <p:childTnLst>
                                    <p:set>
                                      <p:cBhvr>
                                        <p:cTn id="243" dur="1" fill="hold">
                                          <p:stCondLst>
                                            <p:cond delay="0"/>
                                          </p:stCondLst>
                                        </p:cTn>
                                        <p:tgtEl>
                                          <p:spTgt spid="91"/>
                                        </p:tgtEl>
                                        <p:attrNameLst>
                                          <p:attrName>style.visibility</p:attrName>
                                        </p:attrNameLst>
                                      </p:cBhvr>
                                      <p:to>
                                        <p:strVal val="visible"/>
                                      </p:to>
                                    </p:set>
                                  </p:childTnLst>
                                </p:cTn>
                              </p:par>
                              <p:par>
                                <p:cTn id="244" presetID="1" presetClass="entr" presetSubtype="0" fill="hold" nodeType="withEffect" restart="never">
                                  <p:stCondLst>
                                    <p:cond delay="5860"/>
                                  </p:stCondLst>
                                  <p:childTnLst>
                                    <p:set>
                                      <p:cBhvr>
                                        <p:cTn id="245" dur="1" fill="hold">
                                          <p:stCondLst>
                                            <p:cond delay="0"/>
                                          </p:stCondLst>
                                        </p:cTn>
                                        <p:tgtEl>
                                          <p:spTgt spid="92"/>
                                        </p:tgtEl>
                                        <p:attrNameLst>
                                          <p:attrName>style.visibility</p:attrName>
                                        </p:attrNameLst>
                                      </p:cBhvr>
                                      <p:to>
                                        <p:strVal val="visible"/>
                                      </p:to>
                                    </p:set>
                                  </p:childTnLst>
                                </p:cTn>
                              </p:par>
                              <p:par>
                                <p:cTn id="246" presetID="1" presetClass="entr" presetSubtype="0" fill="hold" nodeType="withEffect" restart="never">
                                  <p:stCondLst>
                                    <p:cond delay="6020"/>
                                  </p:stCondLst>
                                  <p:childTnLst>
                                    <p:set>
                                      <p:cBhvr>
                                        <p:cTn id="247" dur="1" fill="hold">
                                          <p:stCondLst>
                                            <p:cond delay="0"/>
                                          </p:stCondLst>
                                        </p:cTn>
                                        <p:tgtEl>
                                          <p:spTgt spid="93"/>
                                        </p:tgtEl>
                                        <p:attrNameLst>
                                          <p:attrName>style.visibility</p:attrName>
                                        </p:attrNameLst>
                                      </p:cBhvr>
                                      <p:to>
                                        <p:strVal val="visible"/>
                                      </p:to>
                                    </p:set>
                                  </p:childTnLst>
                                </p:cTn>
                              </p:par>
                              <p:par>
                                <p:cTn id="248" presetID="1" presetClass="entr" presetSubtype="0" fill="hold" nodeType="withEffect" restart="never">
                                  <p:stCondLst>
                                    <p:cond delay="6180"/>
                                  </p:stCondLst>
                                  <p:childTnLst>
                                    <p:set>
                                      <p:cBhvr>
                                        <p:cTn id="249" dur="1" fill="hold">
                                          <p:stCondLst>
                                            <p:cond delay="0"/>
                                          </p:stCondLst>
                                        </p:cTn>
                                        <p:tgtEl>
                                          <p:spTgt spid="94"/>
                                        </p:tgtEl>
                                        <p:attrNameLst>
                                          <p:attrName>style.visibility</p:attrName>
                                        </p:attrNameLst>
                                      </p:cBhvr>
                                      <p:to>
                                        <p:strVal val="visible"/>
                                      </p:to>
                                    </p:set>
                                  </p:childTnLst>
                                </p:cTn>
                              </p:par>
                              <p:par>
                                <p:cTn id="250" presetID="1" presetClass="entr" presetSubtype="0" fill="hold" nodeType="withEffect" restart="never">
                                  <p:stCondLst>
                                    <p:cond delay="6340"/>
                                  </p:stCondLst>
                                  <p:childTnLst>
                                    <p:set>
                                      <p:cBhvr>
                                        <p:cTn id="251" dur="1" fill="hold">
                                          <p:stCondLst>
                                            <p:cond delay="0"/>
                                          </p:stCondLst>
                                        </p:cTn>
                                        <p:tgtEl>
                                          <p:spTgt spid="95"/>
                                        </p:tgtEl>
                                        <p:attrNameLst>
                                          <p:attrName>style.visibility</p:attrName>
                                        </p:attrNameLst>
                                      </p:cBhvr>
                                      <p:to>
                                        <p:strVal val="visible"/>
                                      </p:to>
                                    </p:set>
                                  </p:childTnLst>
                                </p:cTn>
                              </p:par>
                              <p:par>
                                <p:cTn id="252" presetID="1" presetClass="entr" presetSubtype="0" fill="hold" nodeType="withEffect" restart="never">
                                  <p:stCondLst>
                                    <p:cond delay="6500"/>
                                  </p:stCondLst>
                                  <p:childTnLst>
                                    <p:set>
                                      <p:cBhvr>
                                        <p:cTn id="253" dur="1" fill="hold">
                                          <p:stCondLst>
                                            <p:cond delay="0"/>
                                          </p:stCondLst>
                                        </p:cTn>
                                        <p:tgtEl>
                                          <p:spTgt spid="96"/>
                                        </p:tgtEl>
                                        <p:attrNameLst>
                                          <p:attrName>style.visibility</p:attrName>
                                        </p:attrNameLst>
                                      </p:cBhvr>
                                      <p:to>
                                        <p:strVal val="visible"/>
                                      </p:to>
                                    </p:set>
                                  </p:childTnLst>
                                </p:cTn>
                              </p:par>
                              <p:par>
                                <p:cTn id="254" presetID="1" presetClass="entr" presetSubtype="0" fill="hold" nodeType="withEffect" restart="never">
                                  <p:stCondLst>
                                    <p:cond delay="6660"/>
                                  </p:stCondLst>
                                  <p:childTnLst>
                                    <p:set>
                                      <p:cBhvr>
                                        <p:cTn id="255" dur="1" fill="hold">
                                          <p:stCondLst>
                                            <p:cond delay="0"/>
                                          </p:stCondLst>
                                        </p:cTn>
                                        <p:tgtEl>
                                          <p:spTgt spid="97"/>
                                        </p:tgtEl>
                                        <p:attrNameLst>
                                          <p:attrName>style.visibility</p:attrName>
                                        </p:attrNameLst>
                                      </p:cBhvr>
                                      <p:to>
                                        <p:strVal val="visible"/>
                                      </p:to>
                                    </p:set>
                                  </p:childTnLst>
                                </p:cTn>
                              </p:par>
                              <p:par>
                                <p:cTn id="256" presetID="1" presetClass="entr" presetSubtype="0" fill="hold" nodeType="withEffect" restart="never">
                                  <p:stCondLst>
                                    <p:cond delay="6820"/>
                                  </p:stCondLst>
                                  <p:childTnLst>
                                    <p:set>
                                      <p:cBhvr>
                                        <p:cTn id="257" dur="1" fill="hold">
                                          <p:stCondLst>
                                            <p:cond delay="0"/>
                                          </p:stCondLst>
                                        </p:cTn>
                                        <p:tgtEl>
                                          <p:spTgt spid="98"/>
                                        </p:tgtEl>
                                        <p:attrNameLst>
                                          <p:attrName>style.visibility</p:attrName>
                                        </p:attrNameLst>
                                      </p:cBhvr>
                                      <p:to>
                                        <p:strVal val="visible"/>
                                      </p:to>
                                    </p:set>
                                  </p:childTnLst>
                                </p:cTn>
                              </p:par>
                              <p:par>
                                <p:cTn id="258" presetID="1" presetClass="entr" presetSubtype="0" fill="hold" nodeType="withEffect" restart="never">
                                  <p:stCondLst>
                                    <p:cond delay="6980"/>
                                  </p:stCondLst>
                                  <p:childTnLst>
                                    <p:set>
                                      <p:cBhvr>
                                        <p:cTn id="259" dur="1" fill="hold">
                                          <p:stCondLst>
                                            <p:cond delay="0"/>
                                          </p:stCondLst>
                                        </p:cTn>
                                        <p:tgtEl>
                                          <p:spTgt spid="99"/>
                                        </p:tgtEl>
                                        <p:attrNameLst>
                                          <p:attrName>style.visibility</p:attrName>
                                        </p:attrNameLst>
                                      </p:cBhvr>
                                      <p:to>
                                        <p:strVal val="visible"/>
                                      </p:to>
                                    </p:set>
                                  </p:childTnLst>
                                </p:cTn>
                              </p:par>
                              <p:par>
                                <p:cTn id="260" presetID="1" presetClass="entr" presetSubtype="0" fill="hold" nodeType="withEffect" restart="never">
                                  <p:stCondLst>
                                    <p:cond delay="7140"/>
                                  </p:stCondLst>
                                  <p:childTnLst>
                                    <p:set>
                                      <p:cBhvr>
                                        <p:cTn id="261" dur="1" fill="hold">
                                          <p:stCondLst>
                                            <p:cond delay="0"/>
                                          </p:stCondLst>
                                        </p:cTn>
                                        <p:tgtEl>
                                          <p:spTgt spid="100"/>
                                        </p:tgtEl>
                                        <p:attrNameLst>
                                          <p:attrName>style.visibility</p:attrName>
                                        </p:attrNameLst>
                                      </p:cBhvr>
                                      <p:to>
                                        <p:strVal val="visible"/>
                                      </p:to>
                                    </p:set>
                                  </p:childTnLst>
                                </p:cTn>
                              </p:par>
                              <p:par>
                                <p:cTn id="262" presetID="1" presetClass="entr" presetSubtype="0" fill="hold" nodeType="withEffect" restart="never">
                                  <p:stCondLst>
                                    <p:cond delay="7300"/>
                                  </p:stCondLst>
                                  <p:childTnLst>
                                    <p:set>
                                      <p:cBhvr>
                                        <p:cTn id="263" dur="1" fill="hold">
                                          <p:stCondLst>
                                            <p:cond delay="0"/>
                                          </p:stCondLst>
                                        </p:cTn>
                                        <p:tgtEl>
                                          <p:spTgt spid="101"/>
                                        </p:tgtEl>
                                        <p:attrNameLst>
                                          <p:attrName>style.visibility</p:attrName>
                                        </p:attrNameLst>
                                      </p:cBhvr>
                                      <p:to>
                                        <p:strVal val="visible"/>
                                      </p:to>
                                    </p:set>
                                  </p:childTnLst>
                                </p:cTn>
                              </p:par>
                              <p:par>
                                <p:cTn id="264" presetID="1" presetClass="entr" presetSubtype="0" fill="hold" nodeType="withEffect" restart="never">
                                  <p:stCondLst>
                                    <p:cond delay="7460"/>
                                  </p:stCondLst>
                                  <p:childTnLst>
                                    <p:set>
                                      <p:cBhvr>
                                        <p:cTn id="265" dur="1" fill="hold">
                                          <p:stCondLst>
                                            <p:cond delay="0"/>
                                          </p:stCondLst>
                                        </p:cTn>
                                        <p:tgtEl>
                                          <p:spTgt spid="102"/>
                                        </p:tgtEl>
                                        <p:attrNameLst>
                                          <p:attrName>style.visibility</p:attrName>
                                        </p:attrNameLst>
                                      </p:cBhvr>
                                      <p:to>
                                        <p:strVal val="visible"/>
                                      </p:to>
                                    </p:set>
                                  </p:childTnLst>
                                </p:cTn>
                              </p:par>
                              <p:par>
                                <p:cTn id="266" presetID="1" presetClass="entr" presetSubtype="0" fill="hold" nodeType="withEffect" restart="never">
                                  <p:stCondLst>
                                    <p:cond delay="7620"/>
                                  </p:stCondLst>
                                  <p:childTnLst>
                                    <p:set>
                                      <p:cBhvr>
                                        <p:cTn id="267" dur="1" fill="hold">
                                          <p:stCondLst>
                                            <p:cond delay="0"/>
                                          </p:stCondLst>
                                        </p:cTn>
                                        <p:tgtEl>
                                          <p:spTgt spid="103"/>
                                        </p:tgtEl>
                                        <p:attrNameLst>
                                          <p:attrName>style.visibility</p:attrName>
                                        </p:attrNameLst>
                                      </p:cBhvr>
                                      <p:to>
                                        <p:strVal val="visible"/>
                                      </p:to>
                                    </p:set>
                                  </p:childTnLst>
                                </p:cTn>
                              </p:par>
                              <p:par>
                                <p:cTn id="268" presetID="1" presetClass="entr" presetSubtype="0" fill="hold" nodeType="withEffect" restart="never">
                                  <p:stCondLst>
                                    <p:cond delay="7780"/>
                                  </p:stCondLst>
                                  <p:childTnLst>
                                    <p:set>
                                      <p:cBhvr>
                                        <p:cTn id="269" dur="1" fill="hold">
                                          <p:stCondLst>
                                            <p:cond delay="0"/>
                                          </p:stCondLst>
                                        </p:cTn>
                                        <p:tgtEl>
                                          <p:spTgt spid="104"/>
                                        </p:tgtEl>
                                        <p:attrNameLst>
                                          <p:attrName>style.visibility</p:attrName>
                                        </p:attrNameLst>
                                      </p:cBhvr>
                                      <p:to>
                                        <p:strVal val="visible"/>
                                      </p:to>
                                    </p:set>
                                  </p:childTnLst>
                                </p:cTn>
                              </p:par>
                              <p:par>
                                <p:cTn id="270" presetID="1" presetClass="entr" presetSubtype="0" fill="hold" nodeType="withEffect" restart="never">
                                  <p:stCondLst>
                                    <p:cond delay="7940"/>
                                  </p:stCondLst>
                                  <p:childTnLst>
                                    <p:set>
                                      <p:cBhvr>
                                        <p:cTn id="271" dur="1" fill="hold">
                                          <p:stCondLst>
                                            <p:cond delay="0"/>
                                          </p:stCondLst>
                                        </p:cTn>
                                        <p:tgtEl>
                                          <p:spTgt spid="105"/>
                                        </p:tgtEl>
                                        <p:attrNameLst>
                                          <p:attrName>style.visibility</p:attrName>
                                        </p:attrNameLst>
                                      </p:cBhvr>
                                      <p:to>
                                        <p:strVal val="visible"/>
                                      </p:to>
                                    </p:set>
                                  </p:childTnLst>
                                </p:cTn>
                              </p:par>
                              <p:par>
                                <p:cTn id="272" presetID="1" presetClass="entr" presetSubtype="0" fill="hold" nodeType="withEffect" restart="never">
                                  <p:stCondLst>
                                    <p:cond delay="8100"/>
                                  </p:stCondLst>
                                  <p:childTnLst>
                                    <p:set>
                                      <p:cBhvr>
                                        <p:cTn id="273" dur="1" fill="hold">
                                          <p:stCondLst>
                                            <p:cond delay="0"/>
                                          </p:stCondLst>
                                        </p:cTn>
                                        <p:tgtEl>
                                          <p:spTgt spid="106"/>
                                        </p:tgtEl>
                                        <p:attrNameLst>
                                          <p:attrName>style.visibility</p:attrName>
                                        </p:attrNameLst>
                                      </p:cBhvr>
                                      <p:to>
                                        <p:strVal val="visible"/>
                                      </p:to>
                                    </p:set>
                                  </p:childTnLst>
                                </p:cTn>
                              </p:par>
                              <p:par>
                                <p:cTn id="274" presetID="1" presetClass="entr" presetSubtype="0" fill="hold" nodeType="withEffect" restart="never">
                                  <p:stCondLst>
                                    <p:cond delay="8260"/>
                                  </p:stCondLst>
                                  <p:childTnLst>
                                    <p:set>
                                      <p:cBhvr>
                                        <p:cTn id="275" dur="1" fill="hold">
                                          <p:stCondLst>
                                            <p:cond delay="0"/>
                                          </p:stCondLst>
                                        </p:cTn>
                                        <p:tgtEl>
                                          <p:spTgt spid="107"/>
                                        </p:tgtEl>
                                        <p:attrNameLst>
                                          <p:attrName>style.visibility</p:attrName>
                                        </p:attrNameLst>
                                      </p:cBhvr>
                                      <p:to>
                                        <p:strVal val="visible"/>
                                      </p:to>
                                    </p:set>
                                  </p:childTnLst>
                                </p:cTn>
                              </p:par>
                              <p:par>
                                <p:cTn id="276" presetID="1" presetClass="entr" presetSubtype="0" fill="hold" nodeType="withEffect" restart="never">
                                  <p:stCondLst>
                                    <p:cond delay="8420"/>
                                  </p:stCondLst>
                                  <p:childTnLst>
                                    <p:set>
                                      <p:cBhvr>
                                        <p:cTn id="277" dur="1" fill="hold">
                                          <p:stCondLst>
                                            <p:cond delay="0"/>
                                          </p:stCondLst>
                                        </p:cTn>
                                        <p:tgtEl>
                                          <p:spTgt spid="108"/>
                                        </p:tgtEl>
                                        <p:attrNameLst>
                                          <p:attrName>style.visibility</p:attrName>
                                        </p:attrNameLst>
                                      </p:cBhvr>
                                      <p:to>
                                        <p:strVal val="visible"/>
                                      </p:to>
                                    </p:set>
                                  </p:childTnLst>
                                </p:cTn>
                              </p:par>
                              <p:par>
                                <p:cTn id="278" presetID="1" presetClass="entr" presetSubtype="0" fill="hold" nodeType="withEffect" restart="never">
                                  <p:stCondLst>
                                    <p:cond delay="8580"/>
                                  </p:stCondLst>
                                  <p:childTnLst>
                                    <p:set>
                                      <p:cBhvr>
                                        <p:cTn id="279"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1" grpId="0" animBg="1"/>
      <p:bldP spid="22" grpId="0" animBg="1"/>
      <p:bldP spid="25" grpId="0" animBg="1"/>
      <p:bldP spid="14" grpId="0" animBg="1"/>
      <p:bldP spid="29" grpId="0" animBg="1"/>
      <p:bldP spid="33" grpId="0" animBg="1"/>
      <p:bldP spid="37" grpId="0" animBg="1"/>
      <p:bldP spid="38" grpId="0" animBg="1"/>
      <p:bldP spid="41" grpId="0" animBg="1"/>
    </p:bldLst>
  </p:timing>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a:t>
            </a:r>
          </a:p>
        </p:txBody>
      </p:sp>
      <p:sp>
        <p:nvSpPr>
          <p:cNvPr id="3" name="route-arrow-0-shaft">
            <a:extLst xmlns:a="http://schemas.openxmlformats.org/drawingml/2006/main">
              <a:ext uri="{FF2B5EF4-FFF2-40B4-BE49-F238E27FC236}">
                <a16:creationId xmlns:a16="http://schemas.microsoft.com/office/drawing/2014/main" id="{AAF9748B-801E-4EA9-95A7-AA8998AB3C35}"/>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ACBBFC3C-EDFA-4976-8746-252BB652596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920B4CAD-ED24-4074-943D-41DDF41834C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4C92AAF4-2748-4C73-B60A-3B5574C8E283}"/>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53535335-D734-4DA3-AB1E-4A13D244FEDA}"/>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B445069D-8535-4644-83AA-52C435114F60}"/>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question">
            <a:extLst xmlns:a="http://schemas.openxmlformats.org/drawingml/2006/main">
              <a:ext uri="{FF2B5EF4-FFF2-40B4-BE49-F238E27FC236}">
                <a16:creationId xmlns:a16="http://schemas.microsoft.com/office/drawing/2014/main" id="{11251EB6-2AA2-417B-8A6F-DA08F9EF6E41}"/>
              </a:ext>
            </a:extLst>
          </p:cNvPr>
          <p:cNvSpPr>
            <a:spLocks xmlns:a="http://schemas.openxmlformats.org/drawingml/2006/main" noGrp="1"/>
          </p:cNvSpPr>
          <p:nvPr/>
        </p:nvSpPr>
        <p:spPr>
          <a:xfrm xmlns:a="http://schemas.openxmlformats.org/drawingml/2006/main">
            <a:off x="609600" y="199072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i="0">
                <a:solidFill>
                  <a:srgbClr val="202020"/>
                </a:solidFill>
                <a:latin typeface="Times New Roman"/>
                <a:ea typeface="Times New Roman"/>
                <a:cs typeface="Times New Roman"/>
              </a:defRPr>
            </a:defPPr>
          </a:lstStyle>
          <a:p xmlns:a="http://schemas.openxmlformats.org/drawingml/2006/main">
            <a:pPr algn="l">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Amplitude changes, frequency stays</a:t>
            </a:r>
          </a:p>
        </p:txBody>
      </p:sp>
      <p:sp>
        <p:nvSpPr>
          <p:cNvPr id="10" name="noise-assumption">
            <a:extLst xmlns:a="http://schemas.openxmlformats.org/drawingml/2006/main">
              <a:ext uri="{FF2B5EF4-FFF2-40B4-BE49-F238E27FC236}">
                <a16:creationId xmlns:a16="http://schemas.microsoft.com/office/drawing/2014/main" id="{E77F0710-2C57-4368-A37F-012400EF5BD5}"/>
              </a:ext>
            </a:extLst>
          </p:cNvPr>
          <p:cNvSpPr>
            <a:spLocks xmlns:a="http://schemas.openxmlformats.org/drawingml/2006/main" noGrp="1"/>
          </p:cNvSpPr>
          <p:nvPr/>
        </p:nvSpPr>
        <p:spPr>
          <a:xfrm xmlns:a="http://schemas.openxmlformats.org/drawingml/2006/main">
            <a:off x="666750" y="45339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i="0">
                <a:solidFill>
                  <a:srgbClr val="202020"/>
                </a:solidFill>
                <a:latin typeface="Times New Roman"/>
                <a:ea typeface="Times New Roman"/>
                <a:cs typeface="Times New Roman"/>
              </a:defRPr>
            </a:defPPr>
          </a:lstStyle>
          <a:p xmlns:a="http://schemas.openxmlformats.org/drawingml/2006/main">
            <a:pPr algn="l">
              <a:defRPr sz="1950" b="1" i="0">
                <a:solidFill>
                  <a:srgbClr val="202020"/>
                </a:solidFill>
                <a:latin typeface="Times New Roman"/>
                <a:ea typeface="Times New Roman"/>
                <a:cs typeface="Times New Roman"/>
              </a:defRPr>
            </a:pPr>
            <a:r>
              <a:rPr sz="1950" b="1" i="0">
                <a:solidFill>
                  <a:srgbClr val="202020"/>
                </a:solidFill>
                <a:latin typeface="Times New Roman"/>
                <a:ea typeface="Times New Roman"/>
                <a:cs typeface="Times New Roman"/>
              </a:rPr>
              <a:t>Amplitude distortion only; not arbitrary additive noise</a:t>
            </a:r>
          </a:p>
        </p:txBody>
      </p:sp>
      <p:pic>
        <p:nvPicPr>
          <p:cNvPr id="11" name="amplitude" descr="Amplitude changes; cycle timing does not. A positive gain 1+alpha*cos(2*pi*0.5*t) changes only the carrier amplitude. An ideal phase-frequency readout returns the same message. This is not a claim about arbitrary additive noise.">
            <a:extLst xmlns:a="http://schemas.openxmlformats.org/drawingml/2006/main">
              <a:ext uri="{FF2B5EF4-FFF2-40B4-BE49-F238E27FC236}">
                <a16:creationId xmlns:a16="http://schemas.microsoft.com/office/drawing/2014/main" id="{9176BA7F-F18F-4E8C-B608-A6AF3FDF375A}"/>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27" name="amplitude--t4-click-frame-001"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28" name="amplitude--t4-click-frame-002"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29" name="amplitude--t4-click-frame-003"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0" name="amplitude--t4-click-frame-004"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1" name="amplitude--t4-click-frame-005"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2" name="amplitude--t4-click-frame-006"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3" name="amplitude--t4-click-frame-007"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4" name="amplitude--t4-click-frame-008"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5" name="amplitude--t4-click-frame-009"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6" name="amplitude--t4-click-frame-010"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7" name="amplitude--t4-click-frame-011"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8" name="amplitude--t4-click-frame-012"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39" name="amplitude--t4-click-frame-013"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0" name="amplitude--t4-click-frame-014"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1" name="amplitude--t4-click-frame-015"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2" name="amplitude--t4-click-frame-016"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3" name="amplitude--t4-click-frame-017"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4" name="amplitude--t4-click-frame-018"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1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5" name="amplitude--t4-click-frame-019"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6" name="amplitude--t4-click-frame-020"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7" name="amplitude--t4-click-frame-021"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8" name="amplitude--t4-click-frame-022"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49" name="amplitude--t4-click-frame-023"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0" name="amplitude--t4-click-frame-024"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1" name="amplitude--t4-click-frame-025"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2" name="amplitude--t4-click-frame-026"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3" name="amplitude--t4-click-frame-027"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4" name="amplitude--t4-click-frame-028"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5" name="amplitude--t4-click-frame-029"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6" name="amplitude--t4-click-frame-030"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7" name="amplitude--t4-click-frame-031"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8" name="amplitude--t4-click-frame-032"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59" name="amplitude--t4-click-frame-033"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0" name="amplitude--t4-click-frame-034"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1" name="amplitude--t4-click-frame-035"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2" name="amplitude--t4-click-frame-036"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3" name="amplitude--t4-click-frame-037"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4" name="amplitude--t4-click-frame-038"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3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5" name="amplitude--t4-click-frame-039"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6" name="amplitude--t4-click-frame-040"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1"/>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7" name="amplitude--t4-click-frame-041"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2"/>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8" name="amplitude--t4-click-frame-042"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3"/>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69" name="amplitude--t4-click-frame-043"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4"/>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0" name="amplitude--t4-click-frame-044"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5"/>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1" name="amplitude--t4-click-frame-045"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6"/>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2" name="amplitude--t4-click-frame-046"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7"/>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3" name="amplitude--t4-click-frame-047"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8"/>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4" name="amplitude--t4-click-frame-048"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49"/>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75" name="amplitude--t4-click-frame-049" descr="Amplitude changes; cycle timing does not. A positive gain 1+alpha*cos(2*pi*0.5*t) changes only the carrier amplitude. An ideal phase-frequency readout returns the same message. This is not a claim about arbitrary additive noise."/>
          <p:cNvPicPr>
            <a:picLocks xmlns:a="http://schemas.openxmlformats.org/drawingml/2006/main" noChangeAspect="1"/>
          </p:cNvPicPr>
          <p:nvPr/>
        </p:nvPicPr>
        <p:blipFill>
          <ns0:blip xmlns:ns0="http://schemas.openxmlformats.org/drawingml/2006/main" xmlns:ns1="http://schemas.openxmlformats.org/officeDocument/2006/relationships" ns1:embed="rIdT4ClickFrame50"/>
          <a:stretch xmlns:a="http://schemas.openxmlformats.org/drawingml/2006/main"/>
        </p:blipFill>
        <p:spPr>
          <a:xfrm xmlns:a="http://schemas.openxmlformats.org/drawingml/2006/main">
            <a:off x="1520190" y="2438400"/>
            <a:ext cx="8961120" cy="2000250"/>
          </a:xfrm>
          <a:prstGeom xmlns:a="http://schemas.openxmlformats.org/drawingml/2006/main" prst="rect">
            <a:avLst/>
          </a:prstGeom>
        </p:spPr>
      </p:pic>
      <p:pic>
        <p:nvPicPr>
          <p:cNvPr id="12"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22086EB-3F8A-4AB8-B664-005AD4BF2230}"/>
              </a:ext>
            </a:extLst>
          </p:cNvPr>
          <p:cNvPicPr>
            <a:picLocks xmlns:a="http://schemas.openxmlformats.org/drawingml/2006/main" noChangeAspect="1"/>
          </p:cNvPicPr>
          <p:nvPr/>
        </p:nvPicPr>
        <p:blipFill>
          <a:blip xmlns:r="http://schemas.openxmlformats.org/officeDocument/2006/relationships" xmlns:a="http://schemas.openxmlformats.org/drawingml/2006/main" r:embed="Rb8f14c2f8b874bd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F15E025-17DB-4481-84DD-41D9A76CB8E6}"/>
              </a:ext>
            </a:extLst>
          </p:cNvPr>
          <p:cNvPicPr>
            <a:picLocks xmlns:a="http://schemas.openxmlformats.org/drawingml/2006/main" noChangeAspect="1"/>
          </p:cNvPicPr>
          <p:nvPr/>
        </p:nvPicPr>
        <p:blipFill>
          <a:blip xmlns:r="http://schemas.openxmlformats.org/officeDocument/2006/relationships" xmlns:a="http://schemas.openxmlformats.org/drawingml/2006/main" r:embed="Rc15b9b7188cf402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93CEE8A-AB6D-4C42-B1A2-B2FCE814D6E8}"/>
              </a:ext>
            </a:extLst>
          </p:cNvPr>
          <p:cNvPicPr>
            <a:picLocks xmlns:a="http://schemas.openxmlformats.org/drawingml/2006/main" noChangeAspect="1"/>
          </p:cNvPicPr>
          <p:nvPr/>
        </p:nvPicPr>
        <p:blipFill>
          <a:blip xmlns:r="http://schemas.openxmlformats.org/officeDocument/2006/relationships" xmlns:a="http://schemas.openxmlformats.org/drawingml/2006/main" r:embed="R6a9c0c8f21ff48e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positive-amplitude-condition" descr="\text{Assumption: }A(t)&gt;0">
            <a:extLst xmlns:a="http://schemas.openxmlformats.org/drawingml/2006/main">
              <a:ext uri="{FF2B5EF4-FFF2-40B4-BE49-F238E27FC236}">
                <a16:creationId xmlns:a16="http://schemas.microsoft.com/office/drawing/2014/main" id="{7546F756-7E8E-4CA3-850B-C25B44EF7FDC}"/>
              </a:ext>
            </a:extLst>
          </p:cNvPr>
          <p:cNvPicPr>
            <a:picLocks xmlns:a="http://schemas.openxmlformats.org/drawingml/2006/main" noChangeAspect="1"/>
          </p:cNvPicPr>
          <p:nvPr/>
        </p:nvPicPr>
        <p:blipFill>
          <a:blip xmlns:r="http://schemas.openxmlformats.org/officeDocument/2006/relationships" xmlns:a="http://schemas.openxmlformats.org/drawingml/2006/main" r:embed="R82af20fecd834ba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819900" y="2062966"/>
            <a:ext cx="2854643" cy="255568"/>
          </a:xfrm>
          <a:prstGeom xmlns:a="http://schemas.openxmlformats.org/drawingml/2006/main" prst="rect">
            <a:avLst/>
          </a:prstGeom>
        </p:spPr>
      </p:pic>
      <p:pic>
        <p:nvPicPr>
          <p:cNvPr id="16" name="signal-main" descr="s(t)=A_c\cos\theta_i(t)">
            <a:extLst xmlns:a="http://schemas.openxmlformats.org/drawingml/2006/main">
              <a:ext uri="{FF2B5EF4-FFF2-40B4-BE49-F238E27FC236}">
                <a16:creationId xmlns:a16="http://schemas.microsoft.com/office/drawing/2014/main" id="{03242A9C-35FA-4BA2-8EC5-33369ABF5313}"/>
              </a:ext>
            </a:extLst>
          </p:cNvPr>
          <p:cNvPicPr>
            <a:picLocks xmlns:a="http://schemas.openxmlformats.org/drawingml/2006/main" noChangeAspect="1"/>
          </p:cNvPicPr>
          <p:nvPr/>
        </p:nvPicPr>
        <p:blipFill>
          <a:blip xmlns:r="http://schemas.openxmlformats.org/officeDocument/2006/relationships" xmlns:a="http://schemas.openxmlformats.org/drawingml/2006/main" r:embed="Rfae645605d974495">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015716"/>
            <a:ext cx="2263140" cy="255568"/>
          </a:xfrm>
          <a:prstGeom xmlns:a="http://schemas.openxmlformats.org/drawingml/2006/main" prst="rect">
            <a:avLst/>
          </a:prstGeom>
        </p:spPr>
      </p:pic>
      <p:pic>
        <p:nvPicPr>
          <p:cNvPr id="17" name="received-amplitude" descr="r(t)=A(t)\cos\theta_i(t)\qquad[A(t)&gt;0]">
            <a:extLst xmlns:a="http://schemas.openxmlformats.org/drawingml/2006/main">
              <a:ext uri="{FF2B5EF4-FFF2-40B4-BE49-F238E27FC236}">
                <a16:creationId xmlns:a16="http://schemas.microsoft.com/office/drawing/2014/main" id="{D864BC26-CA66-4EF5-A637-A00763487AE0}"/>
              </a:ext>
            </a:extLst>
          </p:cNvPr>
          <p:cNvPicPr>
            <a:picLocks xmlns:a="http://schemas.openxmlformats.org/drawingml/2006/main" noChangeAspect="1"/>
          </p:cNvPicPr>
          <p:nvPr/>
        </p:nvPicPr>
        <p:blipFill>
          <a:blip xmlns:r="http://schemas.openxmlformats.org/officeDocument/2006/relationships" xmlns:a="http://schemas.openxmlformats.org/drawingml/2006/main" r:embed="R08dcc4e4d1fa496a">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1181100" y="5476875"/>
            <a:ext cx="4210050" cy="247650"/>
          </a:xfrm>
          <a:prstGeom xmlns:a="http://schemas.openxmlformats.org/drawingml/2006/main" prst="rect">
            <a:avLst/>
          </a:prstGeom>
        </p:spPr>
      </p:pic>
      <p:pic>
        <p:nvPicPr>
          <p:cNvPr id="18" name="amplitude-zero-crossings" descr="r(t)=0\quad\Longleftrightarrow\quad\cos\theta_i(t)=0">
            <a:extLst xmlns:a="http://schemas.openxmlformats.org/drawingml/2006/main">
              <a:ext uri="{FF2B5EF4-FFF2-40B4-BE49-F238E27FC236}">
                <a16:creationId xmlns:a16="http://schemas.microsoft.com/office/drawing/2014/main" id="{DD195AA8-7ED8-4A2F-B85D-9F9B46F8E670}"/>
              </a:ext>
            </a:extLst>
          </p:cNvPr>
          <p:cNvPicPr>
            <a:picLocks xmlns:a="http://schemas.openxmlformats.org/drawingml/2006/main" noChangeAspect="1"/>
          </p:cNvPicPr>
          <p:nvPr/>
        </p:nvPicPr>
        <p:blipFill>
          <a:blip xmlns:r="http://schemas.openxmlformats.org/officeDocument/2006/relationships" xmlns:a="http://schemas.openxmlformats.org/drawingml/2006/main" r:embed="R0c94d747c2ef44a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1181100" y="5961841"/>
            <a:ext cx="3714750" cy="246102"/>
          </a:xfrm>
          <a:prstGeom xmlns:a="http://schemas.openxmlformats.org/drawingml/2006/main" prst="rect">
            <a:avLst/>
          </a:prstGeom>
        </p:spPr>
      </p:pic>
      <p:pic>
        <p:nvPicPr>
          <p:cNvPr id="19" name="amplitude-frequency-unchanged" descr="\text{Same phase:}\quad f_i(t)=\frac{\theta_i'(t)}{2\pi}=f_c+k_fm(t)">
            <a:extLst xmlns:a="http://schemas.openxmlformats.org/drawingml/2006/main">
              <a:ext uri="{FF2B5EF4-FFF2-40B4-BE49-F238E27FC236}">
                <a16:creationId xmlns:a16="http://schemas.microsoft.com/office/drawing/2014/main" id="{9161EDE4-16CB-4A30-BB90-FAB153BB7124}"/>
              </a:ext>
            </a:extLst>
          </p:cNvPr>
          <p:cNvPicPr>
            <a:picLocks xmlns:a="http://schemas.openxmlformats.org/drawingml/2006/main" noChangeAspect="1"/>
          </p:cNvPicPr>
          <p:nvPr/>
        </p:nvPicPr>
        <p:blipFill>
          <a:blip xmlns:r="http://schemas.openxmlformats.org/officeDocument/2006/relationships" xmlns:a="http://schemas.openxmlformats.org/drawingml/2006/main" r:embed="R9bbc8f3d80304c34">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1181100" y="5877580"/>
            <a:ext cx="4953000" cy="360640"/>
          </a:xfrm>
          <a:prstGeom xmlns:a="http://schemas.openxmlformats.org/drawingml/2006/main" prst="rect">
            <a:avLst/>
          </a:prstGeom>
        </p:spPr>
      </p:pic>
      <p:pic>
        <p:nvPicPr>
          <p:cNvPr id="20" name="noise-recovered" descr="\widehat m(t)=\frac{f_i(t)-f_c}{k_f}=\frac{[f_c+k_fm(t)]-f_c}{k_f}=m(t)">
            <a:extLst xmlns:a="http://schemas.openxmlformats.org/drawingml/2006/main">
              <a:ext uri="{FF2B5EF4-FFF2-40B4-BE49-F238E27FC236}">
                <a16:creationId xmlns:a16="http://schemas.microsoft.com/office/drawing/2014/main" id="{05DCCDC5-FA05-4D80-B5BA-5E8EEAB3B5F5}"/>
              </a:ext>
            </a:extLst>
          </p:cNvPr>
          <p:cNvPicPr>
            <a:picLocks xmlns:a="http://schemas.openxmlformats.org/drawingml/2006/main" noChangeAspect="1"/>
          </p:cNvPicPr>
          <p:nvPr/>
        </p:nvPicPr>
        <p:blipFill>
          <a:blip xmlns:r="http://schemas.openxmlformats.org/officeDocument/2006/relationships" xmlns:a="http://schemas.openxmlformats.org/drawingml/2006/main" r:embed="R3224432756b44638">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1181100" y="6360259"/>
            <a:ext cx="4581525" cy="366832"/>
          </a:xfrm>
          <a:prstGeom xmlns:a="http://schemas.openxmlformats.org/drawingml/2006/main" prst="rect">
            <a:avLst/>
          </a:prstGeom>
        </p:spPr>
      </p:pic>
      <p:pic>
        <p:nvPicPr>
          <p:cNvPr id="21" name="noise-tradeoff" descr="\text{Lecture result (high SNR):}\quad\Delta f\uparrow\ \Rightarrow\ \text{better noise performance, larger }B_T">
            <a:extLst xmlns:a="http://schemas.openxmlformats.org/drawingml/2006/main">
              <a:ext uri="{FF2B5EF4-FFF2-40B4-BE49-F238E27FC236}">
                <a16:creationId xmlns:a16="http://schemas.microsoft.com/office/drawing/2014/main" id="{B9BCF6F8-CBCA-4919-AC22-B1092812EFC2}"/>
              </a:ext>
            </a:extLst>
          </p:cNvPr>
          <p:cNvPicPr>
            <a:picLocks xmlns:a="http://schemas.openxmlformats.org/drawingml/2006/main" noChangeAspect="1"/>
          </p:cNvPicPr>
          <p:nvPr/>
        </p:nvPicPr>
        <p:blipFill>
          <a:blip xmlns:r="http://schemas.openxmlformats.org/officeDocument/2006/relationships" xmlns:a="http://schemas.openxmlformats.org/drawingml/2006/main" r:embed="Rdbee05f4f1854b2b">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609600" y="2067699"/>
            <a:ext cx="9187815" cy="246102"/>
          </a:xfrm>
          <a:prstGeom xmlns:a="http://schemas.openxmlformats.org/drawingml/2006/main" prst="rect">
            <a:avLst/>
          </a:prstGeom>
        </p:spPr>
      </p:pic>
      <p:pic>
        <p:nvPicPr>
          <p:cNvPr id="22" name="fixed-amplitude-zero-crossings" descr="r(t)=0\quad\Longleftrightarrow\quad\cos\theta_i(t)=0">
            <a:extLst xmlns:a="http://schemas.openxmlformats.org/drawingml/2006/main">
              <a:ext uri="{FF2B5EF4-FFF2-40B4-BE49-F238E27FC236}">
                <a16:creationId xmlns:a16="http://schemas.microsoft.com/office/drawing/2014/main" id="{D454021C-BE5B-4B4D-A79F-26B8AAF16451}"/>
              </a:ext>
            </a:extLst>
          </p:cNvPr>
          <p:cNvPicPr>
            <a:picLocks xmlns:a="http://schemas.openxmlformats.org/drawingml/2006/main" noChangeAspect="1"/>
          </p:cNvPicPr>
          <p:nvPr/>
        </p:nvPicPr>
        <p:blipFill>
          <a:blip xmlns:r="http://schemas.openxmlformats.org/officeDocument/2006/relationships" xmlns:a="http://schemas.openxmlformats.org/drawingml/2006/main" r:embed="R790a8a1ab83449fa">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1181100" y="5961841"/>
            <a:ext cx="3714750" cy="246102"/>
          </a:xfrm>
          <a:prstGeom xmlns:a="http://schemas.openxmlformats.org/drawingml/2006/main" prst="rect">
            <a:avLst/>
          </a:prstGeom>
        </p:spPr>
      </p:pic>
      <p:pic>
        <p:nvPicPr>
          <p:cNvPr id="23" name="amplitude-frequency-unchanged-moving0" descr="\text{Same phase:}\quad f_i(t)=\frac{\theta_i'(t)}{2\pi}=f_c+k_fm(t)">
            <a:extLst xmlns:a="http://schemas.openxmlformats.org/drawingml/2006/main">
              <a:ext uri="{FF2B5EF4-FFF2-40B4-BE49-F238E27FC236}">
                <a16:creationId xmlns:a16="http://schemas.microsoft.com/office/drawing/2014/main" id="{72BCF4E2-6152-4516-8386-278BAF471CAB}"/>
              </a:ext>
            </a:extLst>
          </p:cNvPr>
          <p:cNvPicPr>
            <a:picLocks xmlns:a="http://schemas.openxmlformats.org/drawingml/2006/main" noChangeAspect="1"/>
          </p:cNvPicPr>
          <p:nvPr/>
        </p:nvPicPr>
        <p:blipFill>
          <a:blip xmlns:r="http://schemas.openxmlformats.org/officeDocument/2006/relationships" xmlns:a="http://schemas.openxmlformats.org/drawingml/2006/main" r:embed="Reb9c8ca71eb6431e">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1181100" y="5877580"/>
            <a:ext cx="4953000" cy="360640"/>
          </a:xfrm>
          <a:prstGeom xmlns:a="http://schemas.openxmlformats.org/drawingml/2006/main" prst="rect">
            <a:avLst/>
          </a:prstGeom>
        </p:spPr>
      </p:pic>
      <p:sp>
        <p:nvSpPr>
          <p:cNvPr id="24" name="math-flight-11-origin">
            <a:extLst xmlns:a="http://schemas.openxmlformats.org/drawingml/2006/main">
              <a:ext uri="{FF2B5EF4-FFF2-40B4-BE49-F238E27FC236}">
                <a16:creationId xmlns:a16="http://schemas.microsoft.com/office/drawing/2014/main" id="{001FF8A8-C511-48A9-8D84-9EA805C4CEEC}"/>
              </a:ext>
            </a:extLst>
          </p:cNvPr>
          <p:cNvSpPr>
            <a:spLocks xmlns:a="http://schemas.openxmlformats.org/drawingml/2006/main" noGrp="1"/>
          </p:cNvSpPr>
          <p:nvPr/>
        </p:nvSpPr>
        <p:spPr>
          <a:xfrm xmlns:a="http://schemas.openxmlformats.org/drawingml/2006/main">
            <a:off x="3005401" y="5961162"/>
            <a:ext cx="456462" cy="246102"/>
          </a:xfrm>
          <a:prstGeom xmlns:a="http://schemas.openxmlformats.org/drawingml/2006/main" prst="rect">
            <a:avLst/>
          </a:prstGeom>
          <a:noFill xmlns:a="http://schemas.openxmlformats.org/drawingml/2006/main"/>
          <a:ln xmlns:a="http://schemas.openxmlformats.org/drawingml/2006/main" w="0">
            <a:noFill/>
          </a:ln>
        </p:spPr>
      </p:sp>
      <p:pic>
        <p:nvPicPr>
          <p:cNvPr id="25" name="math-flight-11" descr="f_i(t)">
            <a:extLst xmlns:a="http://schemas.openxmlformats.org/drawingml/2006/main">
              <a:ext uri="{FF2B5EF4-FFF2-40B4-BE49-F238E27FC236}">
                <a16:creationId xmlns:a16="http://schemas.microsoft.com/office/drawing/2014/main" id="{254E1651-303B-4637-8F7A-F752C759B7CA}"/>
              </a:ext>
            </a:extLst>
          </p:cNvPr>
          <p:cNvPicPr>
            <a:picLocks xmlns:a="http://schemas.openxmlformats.org/drawingml/2006/main" noChangeAspect="1"/>
          </p:cNvPicPr>
          <p:nvPr/>
        </p:nvPicPr>
        <p:blipFill>
          <a:blip xmlns:r="http://schemas.openxmlformats.org/officeDocument/2006/relationships" xmlns:a="http://schemas.openxmlformats.org/drawingml/2006/main" r:embed="R4834432cb45b48a7">
            <a:extLst>
              <a:ext uri="{96DAC541-7B7A-43D3-8B79-37D633B846F1}">
                <ns12:svgBlip xmlns:ns12="http://schemas.microsoft.com/office/drawing/2016/SVG/main" r:embed="rIdMathSvg12"/>
              </a:ext>
            </a:extLst>
          </a:blip>
          <a:stretch xmlns:a="http://schemas.openxmlformats.org/drawingml/2006/main"/>
        </p:blipFill>
        <p:spPr>
          <a:xfrm xmlns:a="http://schemas.openxmlformats.org/drawingml/2006/main">
            <a:off x="2165903" y="6360259"/>
            <a:ext cx="366832" cy="173355"/>
          </a:xfrm>
          <a:prstGeom xmlns:a="http://schemas.openxmlformats.org/drawingml/2006/main" prst="rect">
            <a:avLst/>
          </a:prstGeom>
        </p:spPr>
      </p:pic>
    </p:spTree>
    <p:extLst>
      <p:ext uri="{BB962C8B-B14F-4D97-AF65-F5344CB8AC3E}">
        <p14:creationId xmlns:p14="http://schemas.microsoft.com/office/powerpoint/2010/main" val="112190873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220"/>
                                        <p:tgtEl>
                                          <p:spTgt spid="19"/>
                                        </p:tgtEl>
                                      </p:cBhvr>
                                    </p:animEffect>
                                  </p:childTnLst>
                                </p:cTn>
                              </p:par>
                              <p:par>
                                <p:cTn id="21" presetID="10" presetClass="exit" presetSubtype="0" fill="hold" nodeType="withEffect">
                                  <p:stCondLst>
                                    <p:cond delay="0"/>
                                  </p:stCondLst>
                                  <p:childTnLst>
                                    <p:animEffect transition="out" filter="fade">
                                      <p:cBhvr>
                                        <p:cTn id="48" dur="200" fill="hold">
                                          <p:stCondLst>
                                            <p:cond delay="0"/>
                                          </p:stCondLst>
                                        </p:cTn>
                                        <p:tgtEl>
                                          <p:spTgt spid="18"/>
                                        </p:tgtEl>
                                      </p:cBhvr>
                                    </p:animEffect>
                                    <p:set>
                                      <p:cBhvr>
                                        <p:cTn id="49" dur="1" fill="hold">
                                          <p:stCondLst>
                                            <p:cond delay="200"/>
                                          </p:stCondLst>
                                        </p:cTn>
                                        <p:tgtEl>
                                          <p:spTgt spid="18"/>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70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nodeType="withEffect">
                                  <p:stCondLst>
                                    <p:cond delay="0"/>
                                  </p:stCondLst>
                                  <p:childTnLst>
                                    <p:set>
                                      <p:cBhvr>
                                        <p:cTn id="31" dur="1" fill="hold">
                                          <p:stCondLst>
                                            <p:cond delay="0"/>
                                          </p:stCondLst>
                                        </p:cTn>
                                        <p:tgtEl>
                                          <p:spTgt spid="25"/>
                                        </p:tgtEl>
                                        <p:attrNameLst>
                                          <p:attrName>style.visibility</p:attrName>
                                        </p:attrNameLst>
                                      </p:cBhvr>
                                      <p:to>
                                        <p:strVal val="visible"/>
                                      </p:to>
                                    </p:set>
                                    <p:animMotion origin="layout" pathEditMode="relative" path="M 0.07253223 -0.05289057 L 0.00000000 0.00000000 E">
                                      <p:cBhvr>
                                        <p:cTn id="33" dur="700" fill="hold"/>
                                        <p:tgtEl>
                                          <p:spTgt spid="25"/>
                                        </p:tgtEl>
                                        <p:attrNameLst>
                                          <p:attrName>ppt_x</p:attrName>
                                          <p:attrName>ppt_y</p:attrName>
                                        </p:attrNameLst>
                                      </p:cBhvr>
                                    </p:animMotion>
                                    <p:animScale zoomContents="1">
                                      <p:cBhvr>
                                        <p:cTn id="34" dur="700" fill="hold"/>
                                        <p:tgtEl>
                                          <p:spTgt spid="25"/>
                                        </p:tgtEl>
                                      </p:cBhvr>
                                      <p:from x="124434" y="141964"/>
                                      <p:to x="100000" y="100000"/>
                                    </p:animScale>
                                  </p:childTnLst>
                                </p:cTn>
                              </p:par>
                              <p:par>
                                <p:cTn id="35" presetID="10" presetClass="exit" presetSubtype="0" fill="hold" nodeType="withEffect">
                                  <p:stCondLst>
                                    <p:cond delay="0"/>
                                  </p:stCondLst>
                                  <p:childTnLst>
                                    <p:animEffect transition="out" filter="fade">
                                      <p:cBhvr>
                                        <p:cTn id="54" dur="200" fill="hold">
                                          <p:stCondLst>
                                            <p:cond delay="700"/>
                                          </p:stCondLst>
                                        </p:cTn>
                                        <p:tgtEl>
                                          <p:spTgt spid="25"/>
                                        </p:tgtEl>
                                      </p:cBhvr>
                                    </p:animEffect>
                                    <p:set>
                                      <p:cBhvr>
                                        <p:cTn id="55" dur="1" fill="hold">
                                          <p:stCondLst>
                                            <p:cond delay="900"/>
                                          </p:stCondLst>
                                        </p:cTn>
                                        <p:tgtEl>
                                          <p:spTgt spid="25"/>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par>
                    <p:cTn id="56" fill="hold" restart="never" repeatCount="1000">
                      <p:stCondLst>
                        <p:cond delay="indefinite"/>
                      </p:stCondLst>
                      <p:childTnLst>
                        <p:par>
                          <p:cTn id="57" fill="hold" dur="10080">
                            <p:stCondLst>
                              <p:cond delay="0"/>
                            </p:stCondLst>
                            <p:childTnLst>
                              <p:par>
                                <p:cTn id="58" presetID="1" presetClass="entr" presetSubtype="0" fill="hold" nodeType="clickEffect" restart="never">
                                  <p:stCondLst>
                                    <p:cond delay="900"/>
                                  </p:stCondLst>
                                  <p:childTnLst>
                                    <p:set>
                                      <p:cBhvr>
                                        <p:cTn id="59" dur="1" fill="hold">
                                          <p:stCondLst>
                                            <p:cond delay="0"/>
                                          </p:stCondLst>
                                        </p:cTn>
                                        <p:tgtEl>
                                          <p:spTgt spid="27"/>
                                        </p:tgtEl>
                                        <p:attrNameLst>
                                          <p:attrName>style.visibility</p:attrName>
                                        </p:attrNameLst>
                                      </p:cBhvr>
                                      <p:to>
                                        <p:strVal val="visible"/>
                                      </p:to>
                                    </p:set>
                                  </p:childTnLst>
                                </p:cTn>
                              </p:par>
                              <p:par>
                                <p:cTn id="60" presetID="1" presetClass="entr" presetSubtype="0" fill="hold" nodeType="withEffect" restart="never">
                                  <p:stCondLst>
                                    <p:cond delay="1060"/>
                                  </p:stCondLst>
                                  <p:childTnLst>
                                    <p:set>
                                      <p:cBhvr>
                                        <p:cTn id="61" dur="1" fill="hold">
                                          <p:stCondLst>
                                            <p:cond delay="0"/>
                                          </p:stCondLst>
                                        </p:cTn>
                                        <p:tgtEl>
                                          <p:spTgt spid="28"/>
                                        </p:tgtEl>
                                        <p:attrNameLst>
                                          <p:attrName>style.visibility</p:attrName>
                                        </p:attrNameLst>
                                      </p:cBhvr>
                                      <p:to>
                                        <p:strVal val="visible"/>
                                      </p:to>
                                    </p:set>
                                  </p:childTnLst>
                                </p:cTn>
                              </p:par>
                              <p:par>
                                <p:cTn id="62" presetID="1" presetClass="entr" presetSubtype="0" fill="hold" nodeType="withEffect" restart="never">
                                  <p:stCondLst>
                                    <p:cond delay="1220"/>
                                  </p:stCondLst>
                                  <p:childTnLst>
                                    <p:set>
                                      <p:cBhvr>
                                        <p:cTn id="63" dur="1" fill="hold">
                                          <p:stCondLst>
                                            <p:cond delay="0"/>
                                          </p:stCondLst>
                                        </p:cTn>
                                        <p:tgtEl>
                                          <p:spTgt spid="29"/>
                                        </p:tgtEl>
                                        <p:attrNameLst>
                                          <p:attrName>style.visibility</p:attrName>
                                        </p:attrNameLst>
                                      </p:cBhvr>
                                      <p:to>
                                        <p:strVal val="visible"/>
                                      </p:to>
                                    </p:set>
                                  </p:childTnLst>
                                </p:cTn>
                              </p:par>
                              <p:par>
                                <p:cTn id="64" presetID="1" presetClass="entr" presetSubtype="0" fill="hold" nodeType="withEffect" restart="never">
                                  <p:stCondLst>
                                    <p:cond delay="1380"/>
                                  </p:stCondLst>
                                  <p:childTnLst>
                                    <p:set>
                                      <p:cBhvr>
                                        <p:cTn id="65" dur="1" fill="hold">
                                          <p:stCondLst>
                                            <p:cond delay="0"/>
                                          </p:stCondLst>
                                        </p:cTn>
                                        <p:tgtEl>
                                          <p:spTgt spid="30"/>
                                        </p:tgtEl>
                                        <p:attrNameLst>
                                          <p:attrName>style.visibility</p:attrName>
                                        </p:attrNameLst>
                                      </p:cBhvr>
                                      <p:to>
                                        <p:strVal val="visible"/>
                                      </p:to>
                                    </p:set>
                                  </p:childTnLst>
                                </p:cTn>
                              </p:par>
                              <p:par>
                                <p:cTn id="66" presetID="1" presetClass="entr" presetSubtype="0" fill="hold" nodeType="withEffect" restart="never">
                                  <p:stCondLst>
                                    <p:cond delay="1540"/>
                                  </p:stCondLst>
                                  <p:childTnLst>
                                    <p:set>
                                      <p:cBhvr>
                                        <p:cTn id="67" dur="1" fill="hold">
                                          <p:stCondLst>
                                            <p:cond delay="0"/>
                                          </p:stCondLst>
                                        </p:cTn>
                                        <p:tgtEl>
                                          <p:spTgt spid="31"/>
                                        </p:tgtEl>
                                        <p:attrNameLst>
                                          <p:attrName>style.visibility</p:attrName>
                                        </p:attrNameLst>
                                      </p:cBhvr>
                                      <p:to>
                                        <p:strVal val="visible"/>
                                      </p:to>
                                    </p:set>
                                  </p:childTnLst>
                                </p:cTn>
                              </p:par>
                              <p:par>
                                <p:cTn id="68" presetID="1" presetClass="entr" presetSubtype="0" fill="hold" nodeType="withEffect" restart="never">
                                  <p:stCondLst>
                                    <p:cond delay="1700"/>
                                  </p:stCondLst>
                                  <p:childTnLst>
                                    <p:set>
                                      <p:cBhvr>
                                        <p:cTn id="69" dur="1" fill="hold">
                                          <p:stCondLst>
                                            <p:cond delay="0"/>
                                          </p:stCondLst>
                                        </p:cTn>
                                        <p:tgtEl>
                                          <p:spTgt spid="32"/>
                                        </p:tgtEl>
                                        <p:attrNameLst>
                                          <p:attrName>style.visibility</p:attrName>
                                        </p:attrNameLst>
                                      </p:cBhvr>
                                      <p:to>
                                        <p:strVal val="visible"/>
                                      </p:to>
                                    </p:set>
                                  </p:childTnLst>
                                </p:cTn>
                              </p:par>
                              <p:par>
                                <p:cTn id="70" presetID="1" presetClass="entr" presetSubtype="0" fill="hold" nodeType="withEffect" restart="never">
                                  <p:stCondLst>
                                    <p:cond delay="1860"/>
                                  </p:stCondLst>
                                  <p:childTnLst>
                                    <p:set>
                                      <p:cBhvr>
                                        <p:cTn id="71" dur="1" fill="hold">
                                          <p:stCondLst>
                                            <p:cond delay="0"/>
                                          </p:stCondLst>
                                        </p:cTn>
                                        <p:tgtEl>
                                          <p:spTgt spid="33"/>
                                        </p:tgtEl>
                                        <p:attrNameLst>
                                          <p:attrName>style.visibility</p:attrName>
                                        </p:attrNameLst>
                                      </p:cBhvr>
                                      <p:to>
                                        <p:strVal val="visible"/>
                                      </p:to>
                                    </p:set>
                                  </p:childTnLst>
                                </p:cTn>
                              </p:par>
                              <p:par>
                                <p:cTn id="72" presetID="1" presetClass="entr" presetSubtype="0" fill="hold" nodeType="withEffect" restart="never">
                                  <p:stCondLst>
                                    <p:cond delay="2020"/>
                                  </p:stCondLst>
                                  <p:childTnLst>
                                    <p:set>
                                      <p:cBhvr>
                                        <p:cTn id="73" dur="1" fill="hold">
                                          <p:stCondLst>
                                            <p:cond delay="0"/>
                                          </p:stCondLst>
                                        </p:cTn>
                                        <p:tgtEl>
                                          <p:spTgt spid="34"/>
                                        </p:tgtEl>
                                        <p:attrNameLst>
                                          <p:attrName>style.visibility</p:attrName>
                                        </p:attrNameLst>
                                      </p:cBhvr>
                                      <p:to>
                                        <p:strVal val="visible"/>
                                      </p:to>
                                    </p:set>
                                  </p:childTnLst>
                                </p:cTn>
                              </p:par>
                              <p:par>
                                <p:cTn id="74" presetID="1" presetClass="entr" presetSubtype="0" fill="hold" nodeType="withEffect" restart="never">
                                  <p:stCondLst>
                                    <p:cond delay="2180"/>
                                  </p:stCondLst>
                                  <p:childTnLst>
                                    <p:set>
                                      <p:cBhvr>
                                        <p:cTn id="75" dur="1" fill="hold">
                                          <p:stCondLst>
                                            <p:cond delay="0"/>
                                          </p:stCondLst>
                                        </p:cTn>
                                        <p:tgtEl>
                                          <p:spTgt spid="35"/>
                                        </p:tgtEl>
                                        <p:attrNameLst>
                                          <p:attrName>style.visibility</p:attrName>
                                        </p:attrNameLst>
                                      </p:cBhvr>
                                      <p:to>
                                        <p:strVal val="visible"/>
                                      </p:to>
                                    </p:set>
                                  </p:childTnLst>
                                </p:cTn>
                              </p:par>
                              <p:par>
                                <p:cTn id="76" presetID="1" presetClass="entr" presetSubtype="0" fill="hold" nodeType="withEffect" restart="never">
                                  <p:stCondLst>
                                    <p:cond delay="2340"/>
                                  </p:stCondLst>
                                  <p:childTnLst>
                                    <p:set>
                                      <p:cBhvr>
                                        <p:cTn id="77" dur="1" fill="hold">
                                          <p:stCondLst>
                                            <p:cond delay="0"/>
                                          </p:stCondLst>
                                        </p:cTn>
                                        <p:tgtEl>
                                          <p:spTgt spid="36"/>
                                        </p:tgtEl>
                                        <p:attrNameLst>
                                          <p:attrName>style.visibility</p:attrName>
                                        </p:attrNameLst>
                                      </p:cBhvr>
                                      <p:to>
                                        <p:strVal val="visible"/>
                                      </p:to>
                                    </p:set>
                                  </p:childTnLst>
                                </p:cTn>
                              </p:par>
                              <p:par>
                                <p:cTn id="78" presetID="1" presetClass="entr" presetSubtype="0" fill="hold" nodeType="withEffect" restart="never">
                                  <p:stCondLst>
                                    <p:cond delay="2500"/>
                                  </p:stCondLst>
                                  <p:childTnLst>
                                    <p:set>
                                      <p:cBhvr>
                                        <p:cTn id="79" dur="1" fill="hold">
                                          <p:stCondLst>
                                            <p:cond delay="0"/>
                                          </p:stCondLst>
                                        </p:cTn>
                                        <p:tgtEl>
                                          <p:spTgt spid="37"/>
                                        </p:tgtEl>
                                        <p:attrNameLst>
                                          <p:attrName>style.visibility</p:attrName>
                                        </p:attrNameLst>
                                      </p:cBhvr>
                                      <p:to>
                                        <p:strVal val="visible"/>
                                      </p:to>
                                    </p:set>
                                  </p:childTnLst>
                                </p:cTn>
                              </p:par>
                              <p:par>
                                <p:cTn id="80" presetID="1" presetClass="entr" presetSubtype="0" fill="hold" nodeType="withEffect" restart="never">
                                  <p:stCondLst>
                                    <p:cond delay="2660"/>
                                  </p:stCondLst>
                                  <p:childTnLst>
                                    <p:set>
                                      <p:cBhvr>
                                        <p:cTn id="81" dur="1" fill="hold">
                                          <p:stCondLst>
                                            <p:cond delay="0"/>
                                          </p:stCondLst>
                                        </p:cTn>
                                        <p:tgtEl>
                                          <p:spTgt spid="38"/>
                                        </p:tgtEl>
                                        <p:attrNameLst>
                                          <p:attrName>style.visibility</p:attrName>
                                        </p:attrNameLst>
                                      </p:cBhvr>
                                      <p:to>
                                        <p:strVal val="visible"/>
                                      </p:to>
                                    </p:set>
                                  </p:childTnLst>
                                </p:cTn>
                              </p:par>
                              <p:par>
                                <p:cTn id="82" presetID="1" presetClass="entr" presetSubtype="0" fill="hold" nodeType="withEffect" restart="never">
                                  <p:stCondLst>
                                    <p:cond delay="2820"/>
                                  </p:stCondLst>
                                  <p:childTnLst>
                                    <p:set>
                                      <p:cBhvr>
                                        <p:cTn id="83" dur="1" fill="hold">
                                          <p:stCondLst>
                                            <p:cond delay="0"/>
                                          </p:stCondLst>
                                        </p:cTn>
                                        <p:tgtEl>
                                          <p:spTgt spid="39"/>
                                        </p:tgtEl>
                                        <p:attrNameLst>
                                          <p:attrName>style.visibility</p:attrName>
                                        </p:attrNameLst>
                                      </p:cBhvr>
                                      <p:to>
                                        <p:strVal val="visible"/>
                                      </p:to>
                                    </p:set>
                                  </p:childTnLst>
                                </p:cTn>
                              </p:par>
                              <p:par>
                                <p:cTn id="84" presetID="1" presetClass="entr" presetSubtype="0" fill="hold" nodeType="withEffect" restart="never">
                                  <p:stCondLst>
                                    <p:cond delay="2980"/>
                                  </p:stCondLst>
                                  <p:childTnLst>
                                    <p:set>
                                      <p:cBhvr>
                                        <p:cTn id="85" dur="1" fill="hold">
                                          <p:stCondLst>
                                            <p:cond delay="0"/>
                                          </p:stCondLst>
                                        </p:cTn>
                                        <p:tgtEl>
                                          <p:spTgt spid="40"/>
                                        </p:tgtEl>
                                        <p:attrNameLst>
                                          <p:attrName>style.visibility</p:attrName>
                                        </p:attrNameLst>
                                      </p:cBhvr>
                                      <p:to>
                                        <p:strVal val="visible"/>
                                      </p:to>
                                    </p:set>
                                  </p:childTnLst>
                                </p:cTn>
                              </p:par>
                              <p:par>
                                <p:cTn id="86" presetID="1" presetClass="entr" presetSubtype="0" fill="hold" nodeType="withEffect" restart="never">
                                  <p:stCondLst>
                                    <p:cond delay="3140"/>
                                  </p:stCondLst>
                                  <p:childTnLst>
                                    <p:set>
                                      <p:cBhvr>
                                        <p:cTn id="87" dur="1" fill="hold">
                                          <p:stCondLst>
                                            <p:cond delay="0"/>
                                          </p:stCondLst>
                                        </p:cTn>
                                        <p:tgtEl>
                                          <p:spTgt spid="41"/>
                                        </p:tgtEl>
                                        <p:attrNameLst>
                                          <p:attrName>style.visibility</p:attrName>
                                        </p:attrNameLst>
                                      </p:cBhvr>
                                      <p:to>
                                        <p:strVal val="visible"/>
                                      </p:to>
                                    </p:set>
                                  </p:childTnLst>
                                </p:cTn>
                              </p:par>
                              <p:par>
                                <p:cTn id="88" presetID="1" presetClass="entr" presetSubtype="0" fill="hold" nodeType="withEffect" restart="never">
                                  <p:stCondLst>
                                    <p:cond delay="3300"/>
                                  </p:stCondLst>
                                  <p:childTnLst>
                                    <p:set>
                                      <p:cBhvr>
                                        <p:cTn id="89" dur="1" fill="hold">
                                          <p:stCondLst>
                                            <p:cond delay="0"/>
                                          </p:stCondLst>
                                        </p:cTn>
                                        <p:tgtEl>
                                          <p:spTgt spid="42"/>
                                        </p:tgtEl>
                                        <p:attrNameLst>
                                          <p:attrName>style.visibility</p:attrName>
                                        </p:attrNameLst>
                                      </p:cBhvr>
                                      <p:to>
                                        <p:strVal val="visible"/>
                                      </p:to>
                                    </p:set>
                                  </p:childTnLst>
                                </p:cTn>
                              </p:par>
                              <p:par>
                                <p:cTn id="90" presetID="1" presetClass="entr" presetSubtype="0" fill="hold" nodeType="withEffect" restart="never">
                                  <p:stCondLst>
                                    <p:cond delay="3460"/>
                                  </p:stCondLst>
                                  <p:childTnLst>
                                    <p:set>
                                      <p:cBhvr>
                                        <p:cTn id="91" dur="1" fill="hold">
                                          <p:stCondLst>
                                            <p:cond delay="0"/>
                                          </p:stCondLst>
                                        </p:cTn>
                                        <p:tgtEl>
                                          <p:spTgt spid="43"/>
                                        </p:tgtEl>
                                        <p:attrNameLst>
                                          <p:attrName>style.visibility</p:attrName>
                                        </p:attrNameLst>
                                      </p:cBhvr>
                                      <p:to>
                                        <p:strVal val="visible"/>
                                      </p:to>
                                    </p:set>
                                  </p:childTnLst>
                                </p:cTn>
                              </p:par>
                              <p:par>
                                <p:cTn id="92" presetID="1" presetClass="entr" presetSubtype="0" fill="hold" nodeType="withEffect" restart="never">
                                  <p:stCondLst>
                                    <p:cond delay="3620"/>
                                  </p:stCondLst>
                                  <p:childTnLst>
                                    <p:set>
                                      <p:cBhvr>
                                        <p:cTn id="93" dur="1" fill="hold">
                                          <p:stCondLst>
                                            <p:cond delay="0"/>
                                          </p:stCondLst>
                                        </p:cTn>
                                        <p:tgtEl>
                                          <p:spTgt spid="44"/>
                                        </p:tgtEl>
                                        <p:attrNameLst>
                                          <p:attrName>style.visibility</p:attrName>
                                        </p:attrNameLst>
                                      </p:cBhvr>
                                      <p:to>
                                        <p:strVal val="visible"/>
                                      </p:to>
                                    </p:set>
                                  </p:childTnLst>
                                </p:cTn>
                              </p:par>
                              <p:par>
                                <p:cTn id="94" presetID="1" presetClass="entr" presetSubtype="0" fill="hold" nodeType="withEffect" restart="never">
                                  <p:stCondLst>
                                    <p:cond delay="3780"/>
                                  </p:stCondLst>
                                  <p:childTnLst>
                                    <p:set>
                                      <p:cBhvr>
                                        <p:cTn id="95" dur="1" fill="hold">
                                          <p:stCondLst>
                                            <p:cond delay="0"/>
                                          </p:stCondLst>
                                        </p:cTn>
                                        <p:tgtEl>
                                          <p:spTgt spid="45"/>
                                        </p:tgtEl>
                                        <p:attrNameLst>
                                          <p:attrName>style.visibility</p:attrName>
                                        </p:attrNameLst>
                                      </p:cBhvr>
                                      <p:to>
                                        <p:strVal val="visible"/>
                                      </p:to>
                                    </p:set>
                                  </p:childTnLst>
                                </p:cTn>
                              </p:par>
                              <p:par>
                                <p:cTn id="96" presetID="1" presetClass="entr" presetSubtype="0" fill="hold" nodeType="withEffect" restart="never">
                                  <p:stCondLst>
                                    <p:cond delay="3940"/>
                                  </p:stCondLst>
                                  <p:childTnLst>
                                    <p:set>
                                      <p:cBhvr>
                                        <p:cTn id="97" dur="1" fill="hold">
                                          <p:stCondLst>
                                            <p:cond delay="0"/>
                                          </p:stCondLst>
                                        </p:cTn>
                                        <p:tgtEl>
                                          <p:spTgt spid="46"/>
                                        </p:tgtEl>
                                        <p:attrNameLst>
                                          <p:attrName>style.visibility</p:attrName>
                                        </p:attrNameLst>
                                      </p:cBhvr>
                                      <p:to>
                                        <p:strVal val="visible"/>
                                      </p:to>
                                    </p:set>
                                  </p:childTnLst>
                                </p:cTn>
                              </p:par>
                              <p:par>
                                <p:cTn id="98" presetID="1" presetClass="entr" presetSubtype="0" fill="hold" nodeType="withEffect" restart="never">
                                  <p:stCondLst>
                                    <p:cond delay="4100"/>
                                  </p:stCondLst>
                                  <p:childTnLst>
                                    <p:set>
                                      <p:cBhvr>
                                        <p:cTn id="99" dur="1" fill="hold">
                                          <p:stCondLst>
                                            <p:cond delay="0"/>
                                          </p:stCondLst>
                                        </p:cTn>
                                        <p:tgtEl>
                                          <p:spTgt spid="47"/>
                                        </p:tgtEl>
                                        <p:attrNameLst>
                                          <p:attrName>style.visibility</p:attrName>
                                        </p:attrNameLst>
                                      </p:cBhvr>
                                      <p:to>
                                        <p:strVal val="visible"/>
                                      </p:to>
                                    </p:set>
                                  </p:childTnLst>
                                </p:cTn>
                              </p:par>
                              <p:par>
                                <p:cTn id="100" presetID="1" presetClass="entr" presetSubtype="0" fill="hold" nodeType="withEffect" restart="never">
                                  <p:stCondLst>
                                    <p:cond delay="4260"/>
                                  </p:stCondLst>
                                  <p:childTnLst>
                                    <p:set>
                                      <p:cBhvr>
                                        <p:cTn id="101" dur="1" fill="hold">
                                          <p:stCondLst>
                                            <p:cond delay="0"/>
                                          </p:stCondLst>
                                        </p:cTn>
                                        <p:tgtEl>
                                          <p:spTgt spid="48"/>
                                        </p:tgtEl>
                                        <p:attrNameLst>
                                          <p:attrName>style.visibility</p:attrName>
                                        </p:attrNameLst>
                                      </p:cBhvr>
                                      <p:to>
                                        <p:strVal val="visible"/>
                                      </p:to>
                                    </p:set>
                                  </p:childTnLst>
                                </p:cTn>
                              </p:par>
                              <p:par>
                                <p:cTn id="102" presetID="1" presetClass="entr" presetSubtype="0" fill="hold" nodeType="withEffect" restart="never">
                                  <p:stCondLst>
                                    <p:cond delay="4420"/>
                                  </p:stCondLst>
                                  <p:childTnLst>
                                    <p:set>
                                      <p:cBhvr>
                                        <p:cTn id="103" dur="1" fill="hold">
                                          <p:stCondLst>
                                            <p:cond delay="0"/>
                                          </p:stCondLst>
                                        </p:cTn>
                                        <p:tgtEl>
                                          <p:spTgt spid="49"/>
                                        </p:tgtEl>
                                        <p:attrNameLst>
                                          <p:attrName>style.visibility</p:attrName>
                                        </p:attrNameLst>
                                      </p:cBhvr>
                                      <p:to>
                                        <p:strVal val="visible"/>
                                      </p:to>
                                    </p:set>
                                  </p:childTnLst>
                                </p:cTn>
                              </p:par>
                              <p:par>
                                <p:cTn id="104" presetID="1" presetClass="entr" presetSubtype="0" fill="hold" nodeType="withEffect" restart="never">
                                  <p:stCondLst>
                                    <p:cond delay="4580"/>
                                  </p:stCondLst>
                                  <p:childTnLst>
                                    <p:set>
                                      <p:cBhvr>
                                        <p:cTn id="105" dur="1" fill="hold">
                                          <p:stCondLst>
                                            <p:cond delay="0"/>
                                          </p:stCondLst>
                                        </p:cTn>
                                        <p:tgtEl>
                                          <p:spTgt spid="50"/>
                                        </p:tgtEl>
                                        <p:attrNameLst>
                                          <p:attrName>style.visibility</p:attrName>
                                        </p:attrNameLst>
                                      </p:cBhvr>
                                      <p:to>
                                        <p:strVal val="visible"/>
                                      </p:to>
                                    </p:set>
                                  </p:childTnLst>
                                </p:cTn>
                              </p:par>
                              <p:par>
                                <p:cTn id="106" presetID="1" presetClass="entr" presetSubtype="0" fill="hold" nodeType="withEffect" restart="never">
                                  <p:stCondLst>
                                    <p:cond delay="4740"/>
                                  </p:stCondLst>
                                  <p:childTnLst>
                                    <p:set>
                                      <p:cBhvr>
                                        <p:cTn id="107" dur="1" fill="hold">
                                          <p:stCondLst>
                                            <p:cond delay="0"/>
                                          </p:stCondLst>
                                        </p:cTn>
                                        <p:tgtEl>
                                          <p:spTgt spid="51"/>
                                        </p:tgtEl>
                                        <p:attrNameLst>
                                          <p:attrName>style.visibility</p:attrName>
                                        </p:attrNameLst>
                                      </p:cBhvr>
                                      <p:to>
                                        <p:strVal val="visible"/>
                                      </p:to>
                                    </p:set>
                                  </p:childTnLst>
                                </p:cTn>
                              </p:par>
                              <p:par>
                                <p:cTn id="108" presetID="1" presetClass="entr" presetSubtype="0" fill="hold" nodeType="withEffect" restart="never">
                                  <p:stCondLst>
                                    <p:cond delay="4900"/>
                                  </p:stCondLst>
                                  <p:childTnLst>
                                    <p:set>
                                      <p:cBhvr>
                                        <p:cTn id="109" dur="1" fill="hold">
                                          <p:stCondLst>
                                            <p:cond delay="0"/>
                                          </p:stCondLst>
                                        </p:cTn>
                                        <p:tgtEl>
                                          <p:spTgt spid="52"/>
                                        </p:tgtEl>
                                        <p:attrNameLst>
                                          <p:attrName>style.visibility</p:attrName>
                                        </p:attrNameLst>
                                      </p:cBhvr>
                                      <p:to>
                                        <p:strVal val="visible"/>
                                      </p:to>
                                    </p:set>
                                  </p:childTnLst>
                                </p:cTn>
                              </p:par>
                              <p:par>
                                <p:cTn id="110" presetID="1" presetClass="entr" presetSubtype="0" fill="hold" nodeType="withEffect" restart="never">
                                  <p:stCondLst>
                                    <p:cond delay="5060"/>
                                  </p:stCondLst>
                                  <p:childTnLst>
                                    <p:set>
                                      <p:cBhvr>
                                        <p:cTn id="111" dur="1" fill="hold">
                                          <p:stCondLst>
                                            <p:cond delay="0"/>
                                          </p:stCondLst>
                                        </p:cTn>
                                        <p:tgtEl>
                                          <p:spTgt spid="53"/>
                                        </p:tgtEl>
                                        <p:attrNameLst>
                                          <p:attrName>style.visibility</p:attrName>
                                        </p:attrNameLst>
                                      </p:cBhvr>
                                      <p:to>
                                        <p:strVal val="visible"/>
                                      </p:to>
                                    </p:set>
                                  </p:childTnLst>
                                </p:cTn>
                              </p:par>
                              <p:par>
                                <p:cTn id="112" presetID="1" presetClass="entr" presetSubtype="0" fill="hold" nodeType="withEffect" restart="never">
                                  <p:stCondLst>
                                    <p:cond delay="5220"/>
                                  </p:stCondLst>
                                  <p:childTnLst>
                                    <p:set>
                                      <p:cBhvr>
                                        <p:cTn id="113" dur="1" fill="hold">
                                          <p:stCondLst>
                                            <p:cond delay="0"/>
                                          </p:stCondLst>
                                        </p:cTn>
                                        <p:tgtEl>
                                          <p:spTgt spid="54"/>
                                        </p:tgtEl>
                                        <p:attrNameLst>
                                          <p:attrName>style.visibility</p:attrName>
                                        </p:attrNameLst>
                                      </p:cBhvr>
                                      <p:to>
                                        <p:strVal val="visible"/>
                                      </p:to>
                                    </p:set>
                                  </p:childTnLst>
                                </p:cTn>
                              </p:par>
                              <p:par>
                                <p:cTn id="114" presetID="1" presetClass="entr" presetSubtype="0" fill="hold" nodeType="withEffect" restart="never">
                                  <p:stCondLst>
                                    <p:cond delay="5380"/>
                                  </p:stCondLst>
                                  <p:childTnLst>
                                    <p:set>
                                      <p:cBhvr>
                                        <p:cTn id="115" dur="1" fill="hold">
                                          <p:stCondLst>
                                            <p:cond delay="0"/>
                                          </p:stCondLst>
                                        </p:cTn>
                                        <p:tgtEl>
                                          <p:spTgt spid="55"/>
                                        </p:tgtEl>
                                        <p:attrNameLst>
                                          <p:attrName>style.visibility</p:attrName>
                                        </p:attrNameLst>
                                      </p:cBhvr>
                                      <p:to>
                                        <p:strVal val="visible"/>
                                      </p:to>
                                    </p:set>
                                  </p:childTnLst>
                                </p:cTn>
                              </p:par>
                              <p:par>
                                <p:cTn id="116" presetID="1" presetClass="entr" presetSubtype="0" fill="hold" nodeType="withEffect" restart="never">
                                  <p:stCondLst>
                                    <p:cond delay="5540"/>
                                  </p:stCondLst>
                                  <p:childTnLst>
                                    <p:set>
                                      <p:cBhvr>
                                        <p:cTn id="117" dur="1" fill="hold">
                                          <p:stCondLst>
                                            <p:cond delay="0"/>
                                          </p:stCondLst>
                                        </p:cTn>
                                        <p:tgtEl>
                                          <p:spTgt spid="56"/>
                                        </p:tgtEl>
                                        <p:attrNameLst>
                                          <p:attrName>style.visibility</p:attrName>
                                        </p:attrNameLst>
                                      </p:cBhvr>
                                      <p:to>
                                        <p:strVal val="visible"/>
                                      </p:to>
                                    </p:set>
                                  </p:childTnLst>
                                </p:cTn>
                              </p:par>
                              <p:par>
                                <p:cTn id="118" presetID="1" presetClass="entr" presetSubtype="0" fill="hold" nodeType="withEffect" restart="never">
                                  <p:stCondLst>
                                    <p:cond delay="5700"/>
                                  </p:stCondLst>
                                  <p:childTnLst>
                                    <p:set>
                                      <p:cBhvr>
                                        <p:cTn id="119" dur="1" fill="hold">
                                          <p:stCondLst>
                                            <p:cond delay="0"/>
                                          </p:stCondLst>
                                        </p:cTn>
                                        <p:tgtEl>
                                          <p:spTgt spid="57"/>
                                        </p:tgtEl>
                                        <p:attrNameLst>
                                          <p:attrName>style.visibility</p:attrName>
                                        </p:attrNameLst>
                                      </p:cBhvr>
                                      <p:to>
                                        <p:strVal val="visible"/>
                                      </p:to>
                                    </p:set>
                                  </p:childTnLst>
                                </p:cTn>
                              </p:par>
                              <p:par>
                                <p:cTn id="120" presetID="1" presetClass="entr" presetSubtype="0" fill="hold" nodeType="withEffect" restart="never">
                                  <p:stCondLst>
                                    <p:cond delay="5860"/>
                                  </p:stCondLst>
                                  <p:childTnLst>
                                    <p:set>
                                      <p:cBhvr>
                                        <p:cTn id="121" dur="1" fill="hold">
                                          <p:stCondLst>
                                            <p:cond delay="0"/>
                                          </p:stCondLst>
                                        </p:cTn>
                                        <p:tgtEl>
                                          <p:spTgt spid="58"/>
                                        </p:tgtEl>
                                        <p:attrNameLst>
                                          <p:attrName>style.visibility</p:attrName>
                                        </p:attrNameLst>
                                      </p:cBhvr>
                                      <p:to>
                                        <p:strVal val="visible"/>
                                      </p:to>
                                    </p:set>
                                  </p:childTnLst>
                                </p:cTn>
                              </p:par>
                              <p:par>
                                <p:cTn id="122" presetID="1" presetClass="entr" presetSubtype="0" fill="hold" nodeType="withEffect" restart="never">
                                  <p:stCondLst>
                                    <p:cond delay="6020"/>
                                  </p:stCondLst>
                                  <p:childTnLst>
                                    <p:set>
                                      <p:cBhvr>
                                        <p:cTn id="123" dur="1" fill="hold">
                                          <p:stCondLst>
                                            <p:cond delay="0"/>
                                          </p:stCondLst>
                                        </p:cTn>
                                        <p:tgtEl>
                                          <p:spTgt spid="59"/>
                                        </p:tgtEl>
                                        <p:attrNameLst>
                                          <p:attrName>style.visibility</p:attrName>
                                        </p:attrNameLst>
                                      </p:cBhvr>
                                      <p:to>
                                        <p:strVal val="visible"/>
                                      </p:to>
                                    </p:set>
                                  </p:childTnLst>
                                </p:cTn>
                              </p:par>
                              <p:par>
                                <p:cTn id="124" presetID="1" presetClass="entr" presetSubtype="0" fill="hold" nodeType="withEffect" restart="never">
                                  <p:stCondLst>
                                    <p:cond delay="6180"/>
                                  </p:stCondLst>
                                  <p:childTnLst>
                                    <p:set>
                                      <p:cBhvr>
                                        <p:cTn id="125" dur="1" fill="hold">
                                          <p:stCondLst>
                                            <p:cond delay="0"/>
                                          </p:stCondLst>
                                        </p:cTn>
                                        <p:tgtEl>
                                          <p:spTgt spid="60"/>
                                        </p:tgtEl>
                                        <p:attrNameLst>
                                          <p:attrName>style.visibility</p:attrName>
                                        </p:attrNameLst>
                                      </p:cBhvr>
                                      <p:to>
                                        <p:strVal val="visible"/>
                                      </p:to>
                                    </p:set>
                                  </p:childTnLst>
                                </p:cTn>
                              </p:par>
                              <p:par>
                                <p:cTn id="126" presetID="1" presetClass="entr" presetSubtype="0" fill="hold" nodeType="withEffect" restart="never">
                                  <p:stCondLst>
                                    <p:cond delay="6340"/>
                                  </p:stCondLst>
                                  <p:childTnLst>
                                    <p:set>
                                      <p:cBhvr>
                                        <p:cTn id="127" dur="1" fill="hold">
                                          <p:stCondLst>
                                            <p:cond delay="0"/>
                                          </p:stCondLst>
                                        </p:cTn>
                                        <p:tgtEl>
                                          <p:spTgt spid="61"/>
                                        </p:tgtEl>
                                        <p:attrNameLst>
                                          <p:attrName>style.visibility</p:attrName>
                                        </p:attrNameLst>
                                      </p:cBhvr>
                                      <p:to>
                                        <p:strVal val="visible"/>
                                      </p:to>
                                    </p:set>
                                  </p:childTnLst>
                                </p:cTn>
                              </p:par>
                              <p:par>
                                <p:cTn id="128" presetID="1" presetClass="entr" presetSubtype="0" fill="hold" nodeType="withEffect" restart="never">
                                  <p:stCondLst>
                                    <p:cond delay="6500"/>
                                  </p:stCondLst>
                                  <p:childTnLst>
                                    <p:set>
                                      <p:cBhvr>
                                        <p:cTn id="129" dur="1" fill="hold">
                                          <p:stCondLst>
                                            <p:cond delay="0"/>
                                          </p:stCondLst>
                                        </p:cTn>
                                        <p:tgtEl>
                                          <p:spTgt spid="62"/>
                                        </p:tgtEl>
                                        <p:attrNameLst>
                                          <p:attrName>style.visibility</p:attrName>
                                        </p:attrNameLst>
                                      </p:cBhvr>
                                      <p:to>
                                        <p:strVal val="visible"/>
                                      </p:to>
                                    </p:set>
                                  </p:childTnLst>
                                </p:cTn>
                              </p:par>
                              <p:par>
                                <p:cTn id="130" presetID="1" presetClass="entr" presetSubtype="0" fill="hold" nodeType="withEffect" restart="never">
                                  <p:stCondLst>
                                    <p:cond delay="6660"/>
                                  </p:stCondLst>
                                  <p:childTnLst>
                                    <p:set>
                                      <p:cBhvr>
                                        <p:cTn id="131" dur="1" fill="hold">
                                          <p:stCondLst>
                                            <p:cond delay="0"/>
                                          </p:stCondLst>
                                        </p:cTn>
                                        <p:tgtEl>
                                          <p:spTgt spid="63"/>
                                        </p:tgtEl>
                                        <p:attrNameLst>
                                          <p:attrName>style.visibility</p:attrName>
                                        </p:attrNameLst>
                                      </p:cBhvr>
                                      <p:to>
                                        <p:strVal val="visible"/>
                                      </p:to>
                                    </p:set>
                                  </p:childTnLst>
                                </p:cTn>
                              </p:par>
                              <p:par>
                                <p:cTn id="132" presetID="1" presetClass="entr" presetSubtype="0" fill="hold" nodeType="withEffect" restart="never">
                                  <p:stCondLst>
                                    <p:cond delay="6820"/>
                                  </p:stCondLst>
                                  <p:childTnLst>
                                    <p:set>
                                      <p:cBhvr>
                                        <p:cTn id="133" dur="1" fill="hold">
                                          <p:stCondLst>
                                            <p:cond delay="0"/>
                                          </p:stCondLst>
                                        </p:cTn>
                                        <p:tgtEl>
                                          <p:spTgt spid="64"/>
                                        </p:tgtEl>
                                        <p:attrNameLst>
                                          <p:attrName>style.visibility</p:attrName>
                                        </p:attrNameLst>
                                      </p:cBhvr>
                                      <p:to>
                                        <p:strVal val="visible"/>
                                      </p:to>
                                    </p:set>
                                  </p:childTnLst>
                                </p:cTn>
                              </p:par>
                              <p:par>
                                <p:cTn id="134" presetID="1" presetClass="entr" presetSubtype="0" fill="hold" nodeType="withEffect" restart="never">
                                  <p:stCondLst>
                                    <p:cond delay="6980"/>
                                  </p:stCondLst>
                                  <p:childTnLst>
                                    <p:set>
                                      <p:cBhvr>
                                        <p:cTn id="135" dur="1" fill="hold">
                                          <p:stCondLst>
                                            <p:cond delay="0"/>
                                          </p:stCondLst>
                                        </p:cTn>
                                        <p:tgtEl>
                                          <p:spTgt spid="65"/>
                                        </p:tgtEl>
                                        <p:attrNameLst>
                                          <p:attrName>style.visibility</p:attrName>
                                        </p:attrNameLst>
                                      </p:cBhvr>
                                      <p:to>
                                        <p:strVal val="visible"/>
                                      </p:to>
                                    </p:set>
                                  </p:childTnLst>
                                </p:cTn>
                              </p:par>
                              <p:par>
                                <p:cTn id="136" presetID="1" presetClass="entr" presetSubtype="0" fill="hold" nodeType="withEffect" restart="never">
                                  <p:stCondLst>
                                    <p:cond delay="7140"/>
                                  </p:stCondLst>
                                  <p:childTnLst>
                                    <p:set>
                                      <p:cBhvr>
                                        <p:cTn id="137" dur="1" fill="hold">
                                          <p:stCondLst>
                                            <p:cond delay="0"/>
                                          </p:stCondLst>
                                        </p:cTn>
                                        <p:tgtEl>
                                          <p:spTgt spid="66"/>
                                        </p:tgtEl>
                                        <p:attrNameLst>
                                          <p:attrName>style.visibility</p:attrName>
                                        </p:attrNameLst>
                                      </p:cBhvr>
                                      <p:to>
                                        <p:strVal val="visible"/>
                                      </p:to>
                                    </p:set>
                                  </p:childTnLst>
                                </p:cTn>
                              </p:par>
                              <p:par>
                                <p:cTn id="138" presetID="1" presetClass="entr" presetSubtype="0" fill="hold" nodeType="withEffect" restart="never">
                                  <p:stCondLst>
                                    <p:cond delay="7300"/>
                                  </p:stCondLst>
                                  <p:childTnLst>
                                    <p:set>
                                      <p:cBhvr>
                                        <p:cTn id="139" dur="1" fill="hold">
                                          <p:stCondLst>
                                            <p:cond delay="0"/>
                                          </p:stCondLst>
                                        </p:cTn>
                                        <p:tgtEl>
                                          <p:spTgt spid="67"/>
                                        </p:tgtEl>
                                        <p:attrNameLst>
                                          <p:attrName>style.visibility</p:attrName>
                                        </p:attrNameLst>
                                      </p:cBhvr>
                                      <p:to>
                                        <p:strVal val="visible"/>
                                      </p:to>
                                    </p:set>
                                  </p:childTnLst>
                                </p:cTn>
                              </p:par>
                              <p:par>
                                <p:cTn id="140" presetID="1" presetClass="entr" presetSubtype="0" fill="hold" nodeType="withEffect" restart="never">
                                  <p:stCondLst>
                                    <p:cond delay="7460"/>
                                  </p:stCondLst>
                                  <p:childTnLst>
                                    <p:set>
                                      <p:cBhvr>
                                        <p:cTn id="141" dur="1" fill="hold">
                                          <p:stCondLst>
                                            <p:cond delay="0"/>
                                          </p:stCondLst>
                                        </p:cTn>
                                        <p:tgtEl>
                                          <p:spTgt spid="68"/>
                                        </p:tgtEl>
                                        <p:attrNameLst>
                                          <p:attrName>style.visibility</p:attrName>
                                        </p:attrNameLst>
                                      </p:cBhvr>
                                      <p:to>
                                        <p:strVal val="visible"/>
                                      </p:to>
                                    </p:set>
                                  </p:childTnLst>
                                </p:cTn>
                              </p:par>
                              <p:par>
                                <p:cTn id="142" presetID="1" presetClass="entr" presetSubtype="0" fill="hold" nodeType="withEffect" restart="never">
                                  <p:stCondLst>
                                    <p:cond delay="7620"/>
                                  </p:stCondLst>
                                  <p:childTnLst>
                                    <p:set>
                                      <p:cBhvr>
                                        <p:cTn id="143" dur="1" fill="hold">
                                          <p:stCondLst>
                                            <p:cond delay="0"/>
                                          </p:stCondLst>
                                        </p:cTn>
                                        <p:tgtEl>
                                          <p:spTgt spid="69"/>
                                        </p:tgtEl>
                                        <p:attrNameLst>
                                          <p:attrName>style.visibility</p:attrName>
                                        </p:attrNameLst>
                                      </p:cBhvr>
                                      <p:to>
                                        <p:strVal val="visible"/>
                                      </p:to>
                                    </p:set>
                                  </p:childTnLst>
                                </p:cTn>
                              </p:par>
                              <p:par>
                                <p:cTn id="144" presetID="1" presetClass="entr" presetSubtype="0" fill="hold" nodeType="withEffect" restart="never">
                                  <p:stCondLst>
                                    <p:cond delay="7780"/>
                                  </p:stCondLst>
                                  <p:childTnLst>
                                    <p:set>
                                      <p:cBhvr>
                                        <p:cTn id="145" dur="1" fill="hold">
                                          <p:stCondLst>
                                            <p:cond delay="0"/>
                                          </p:stCondLst>
                                        </p:cTn>
                                        <p:tgtEl>
                                          <p:spTgt spid="70"/>
                                        </p:tgtEl>
                                        <p:attrNameLst>
                                          <p:attrName>style.visibility</p:attrName>
                                        </p:attrNameLst>
                                      </p:cBhvr>
                                      <p:to>
                                        <p:strVal val="visible"/>
                                      </p:to>
                                    </p:set>
                                  </p:childTnLst>
                                </p:cTn>
                              </p:par>
                              <p:par>
                                <p:cTn id="146" presetID="1" presetClass="entr" presetSubtype="0" fill="hold" nodeType="withEffect" restart="never">
                                  <p:stCondLst>
                                    <p:cond delay="7940"/>
                                  </p:stCondLst>
                                  <p:childTnLst>
                                    <p:set>
                                      <p:cBhvr>
                                        <p:cTn id="147" dur="1" fill="hold">
                                          <p:stCondLst>
                                            <p:cond delay="0"/>
                                          </p:stCondLst>
                                        </p:cTn>
                                        <p:tgtEl>
                                          <p:spTgt spid="71"/>
                                        </p:tgtEl>
                                        <p:attrNameLst>
                                          <p:attrName>style.visibility</p:attrName>
                                        </p:attrNameLst>
                                      </p:cBhvr>
                                      <p:to>
                                        <p:strVal val="visible"/>
                                      </p:to>
                                    </p:set>
                                  </p:childTnLst>
                                </p:cTn>
                              </p:par>
                              <p:par>
                                <p:cTn id="148" presetID="1" presetClass="entr" presetSubtype="0" fill="hold" nodeType="withEffect" restart="never">
                                  <p:stCondLst>
                                    <p:cond delay="8100"/>
                                  </p:stCondLst>
                                  <p:childTnLst>
                                    <p:set>
                                      <p:cBhvr>
                                        <p:cTn id="149" dur="1" fill="hold">
                                          <p:stCondLst>
                                            <p:cond delay="0"/>
                                          </p:stCondLst>
                                        </p:cTn>
                                        <p:tgtEl>
                                          <p:spTgt spid="72"/>
                                        </p:tgtEl>
                                        <p:attrNameLst>
                                          <p:attrName>style.visibility</p:attrName>
                                        </p:attrNameLst>
                                      </p:cBhvr>
                                      <p:to>
                                        <p:strVal val="visible"/>
                                      </p:to>
                                    </p:set>
                                  </p:childTnLst>
                                </p:cTn>
                              </p:par>
                              <p:par>
                                <p:cTn id="150" presetID="1" presetClass="entr" presetSubtype="0" fill="hold" nodeType="withEffect" restart="never">
                                  <p:stCondLst>
                                    <p:cond delay="8260"/>
                                  </p:stCondLst>
                                  <p:childTnLst>
                                    <p:set>
                                      <p:cBhvr>
                                        <p:cTn id="151" dur="1" fill="hold">
                                          <p:stCondLst>
                                            <p:cond delay="0"/>
                                          </p:stCondLst>
                                        </p:cTn>
                                        <p:tgtEl>
                                          <p:spTgt spid="73"/>
                                        </p:tgtEl>
                                        <p:attrNameLst>
                                          <p:attrName>style.visibility</p:attrName>
                                        </p:attrNameLst>
                                      </p:cBhvr>
                                      <p:to>
                                        <p:strVal val="visible"/>
                                      </p:to>
                                    </p:set>
                                  </p:childTnLst>
                                </p:cTn>
                              </p:par>
                              <p:par>
                                <p:cTn id="152" presetID="1" presetClass="entr" presetSubtype="0" fill="hold" nodeType="withEffect" restart="never">
                                  <p:stCondLst>
                                    <p:cond delay="8420"/>
                                  </p:stCondLst>
                                  <p:childTnLst>
                                    <p:set>
                                      <p:cBhvr>
                                        <p:cTn id="153" dur="1" fill="hold">
                                          <p:stCondLst>
                                            <p:cond delay="0"/>
                                          </p:stCondLst>
                                        </p:cTn>
                                        <p:tgtEl>
                                          <p:spTgt spid="74"/>
                                        </p:tgtEl>
                                        <p:attrNameLst>
                                          <p:attrName>style.visibility</p:attrName>
                                        </p:attrNameLst>
                                      </p:cBhvr>
                                      <p:to>
                                        <p:strVal val="visible"/>
                                      </p:to>
                                    </p:set>
                                  </p:childTnLst>
                                </p:cTn>
                              </p:par>
                              <p:par>
                                <p:cTn id="154" presetID="1" presetClass="entr" presetSubtype="0" fill="hold" nodeType="withEffect" restart="never">
                                  <p:stCondLst>
                                    <p:cond delay="8580"/>
                                  </p:stCondLst>
                                  <p:childTnLst>
                                    <p:set>
                                      <p:cBhvr>
                                        <p:cTn id="155" dur="1" fill="hold">
                                          <p:stCondLst>
                                            <p:cond delay="0"/>
                                          </p:stCondLst>
                                        </p:cTn>
                                        <p:tgtEl>
                                          <p:spTgt spid="7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50" dur="200" fill="hold">
                                          <p:stCondLst>
                                            <p:cond delay="0"/>
                                          </p:stCondLst>
                                        </p:cTn>
                                        <p:tgtEl>
                                          <p:spTgt spid="9"/>
                                        </p:tgtEl>
                                      </p:cBhvr>
                                    </p:animEffect>
                                    <p:set>
                                      <p:cBhvr>
                                        <p:cTn id="51" dur="1" fill="hold">
                                          <p:stCondLst>
                                            <p:cond delay="200"/>
                                          </p:stCondLst>
                                        </p:cTn>
                                        <p:tgtEl>
                                          <p:spTgt spid="9"/>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52" dur="200" fill="hold">
                                          <p:stCondLst>
                                            <p:cond delay="0"/>
                                          </p:stCondLst>
                                        </p:cTn>
                                        <p:tgtEl>
                                          <p:spTgt spid="15"/>
                                        </p:tgtEl>
                                      </p:cBhvr>
                                    </p:animEffect>
                                    <p:set>
                                      <p:cBhvr>
                                        <p:cTn id="53" dur="1" fill="hold">
                                          <p:stCondLst>
                                            <p:cond delay="200"/>
                                          </p:stCondLst>
                                        </p:cTn>
                                        <p:tgtEl>
                                          <p:spTgt spid="15"/>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PM and FM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Recap</a:t>
            </a:r>
          </a:p>
        </p:txBody>
      </p:sp>
      <p:graphicFrame>
        <p:nvGraphicFramePr>
          <p:cNvPr id="3" name="matched-recap">
            <a:extLst xmlns:a="http://schemas.openxmlformats.org/drawingml/2006/main">
              <a:ext uri="{FF2B5EF4-FFF2-40B4-BE49-F238E27FC236}">
                <a16:creationId xmlns:a16="http://schemas.microsoft.com/office/drawing/2014/main" id="{EB304775-C3BF-4759-953B-E1906C04BC5B}"/>
              </a:ext>
            </a:extLst>
          </p:cNvPr>
          <p:cNvGraphicFramePr/>
          <p:nvPr/>
        </p:nvGraphicFramePr>
        <p:xfrm>
          <a:off xmlns:a="http://schemas.openxmlformats.org/drawingml/2006/main" x="666750" y="2076450"/>
          <a:ext xmlns:a="http://schemas.openxmlformats.org/drawingml/2006/main" cx="10858500" cy="4162425"/>
        </p:xfrm>
        <a:graphic xmlns:a="http://schemas.openxmlformats.org/drawingml/2006/main">
          <a:graphicData uri="http://schemas.openxmlformats.org/drawingml/2006/table">
            <a:tbl>
              <a:tblPr firstRow="0" bandRow="0"/>
              <a:tblGrid>
                <a:gridCol w="2667000"/>
                <a:gridCol w="4095750"/>
                <a:gridCol w="4095750"/>
              </a:tblGrid>
              <a:tr h="693738">
                <a:tc>
                  <a:txBody>
                    <a:bodyPr/>
                    <a:lstStyle/>
                    <a:p>
                      <a:r>
                        <a:rPr sz="1875" b="1">
                          <a:solidFill>
                            <a:srgbClr val="202020"/>
                          </a:solidFill>
                          <a:latin typeface="Times New Roman"/>
                          <a:ea typeface="Times New Roman"/>
                          <a:cs typeface="Times New Roman"/>
                        </a:rPr>
                        <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1875" b="1">
                          <a:solidFill>
                            <a:srgbClr val="202020"/>
                          </a:solidFill>
                          <a:latin typeface="Times New Roman"/>
                          <a:ea typeface="Times New Roman"/>
                          <a:cs typeface="Times New Roman"/>
                        </a:rPr>
                        <a:t>PM</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1875" b="1">
                          <a:solidFill>
                            <a:srgbClr val="202020"/>
                          </a:solidFill>
                          <a:latin typeface="Times New Roman"/>
                          <a:ea typeface="Times New Roman"/>
                          <a:cs typeface="Times New Roman"/>
                        </a:rPr>
                        <a:t>FM</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693738">
                <a:tc>
                  <a:txBody>
                    <a:bodyPr/>
                    <a:lstStyle/>
                    <a:p>
                      <a:pPr algn="ctr"/>
                      <a:r>
                        <a:rPr sz="1875" b="1">
                          <a:solidFill>
                            <a:srgbClr val="202020"/>
                          </a:solidFill>
                          <a:latin typeface="Times New Roman"/>
                          <a:ea typeface="Times New Roman"/>
                          <a:cs typeface="Times New Roman"/>
                        </a:rPr>
                        <a:t>Generate</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r h="693738">
                <a:tc>
                  <a:txBody>
                    <a:bodyPr/>
                    <a:lstStyle/>
                    <a:p>
                      <a:pPr algn="ctr"/>
                      <a:r>
                        <a:rPr sz="1875" b="1">
                          <a:solidFill>
                            <a:srgbClr val="202020"/>
                          </a:solidFill>
                          <a:latin typeface="Times New Roman"/>
                          <a:ea typeface="Times New Roman"/>
                          <a:cs typeface="Times New Roman"/>
                        </a:rPr>
                        <a:t>Single tone</a:t>
                      </a:r>
                    </a:p>
                    <a:p>
                      <a:pPr algn="ctr"/>
                      <a:r>
                        <a:rPr sz="1875" b="1">
                          <a:solidFill>
                            <a:srgbClr val="202020"/>
                          </a:solidFill>
                          <a:latin typeface="Times New Roman"/>
                          <a:ea typeface="Times New Roman"/>
                          <a:cs typeface="Times New Roman"/>
                        </a:rPr>
                        <a:t>small phase</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r h="693738">
                <a:tc>
                  <a:txBody>
                    <a:bodyPr/>
                    <a:lstStyle/>
                    <a:p>
                      <a:pPr algn="ctr"/>
                      <a:r>
                        <a:rPr sz="1875" b="1">
                          <a:solidFill>
                            <a:srgbClr val="202020"/>
                          </a:solidFill>
                          <a:latin typeface="Times New Roman"/>
                          <a:ea typeface="Times New Roman"/>
                          <a:cs typeface="Times New Roman"/>
                        </a:rPr>
                        <a:t>Single tone</a:t>
                      </a:r>
                    </a:p>
                    <a:p>
                      <a:pPr algn="ctr"/>
                      <a:r>
                        <a:rPr sz="1875" b="1">
                          <a:solidFill>
                            <a:srgbClr val="202020"/>
                          </a:solidFill>
                          <a:latin typeface="Times New Roman"/>
                          <a:ea typeface="Times New Roman"/>
                          <a:cs typeface="Times New Roman"/>
                        </a:rPr>
                        <a:t>larger phase</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r h="693738">
                <a:tc>
                  <a:txBody>
                    <a:bodyPr/>
                    <a:lstStyle/>
                    <a:p>
                      <a:pPr algn="ctr"/>
                      <a:r>
                        <a:rPr sz="1875" b="1">
                          <a:solidFill>
                            <a:srgbClr val="202020"/>
                          </a:solidFill>
                          <a:latin typeface="Times New Roman"/>
                          <a:ea typeface="Times New Roman"/>
                          <a:cs typeface="Times New Roman"/>
                        </a:rPr>
                        <a:t>General message</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r h="693738">
                <a:tc>
                  <a:txBody>
                    <a:bodyPr/>
                    <a:lstStyle/>
                    <a:p>
                      <a:pPr algn="ctr"/>
                      <a:r>
                        <a:rPr sz="1875" b="1">
                          <a:solidFill>
                            <a:srgbClr val="202020"/>
                          </a:solidFill>
                          <a:latin typeface="Times New Roman"/>
                          <a:ea typeface="Times New Roman"/>
                          <a:cs typeface="Times New Roman"/>
                        </a:rPr>
                        <a:t>Recover</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187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pic>
        <p:nvPicPr>
          <p:cNvPr id="4" name="pm-general-result" descr="\text{Otherwise: }B_T\approx2(\Delta f+W)">
            <a:extLst xmlns:a="http://schemas.openxmlformats.org/drawingml/2006/main">
              <a:ext uri="{FF2B5EF4-FFF2-40B4-BE49-F238E27FC236}">
                <a16:creationId xmlns:a16="http://schemas.microsoft.com/office/drawing/2014/main" id="{398591E0-BB1C-4093-8F80-12796EE30E1E}"/>
              </a:ext>
            </a:extLst>
          </p:cNvPr>
          <p:cNvPicPr>
            <a:picLocks xmlns:a="http://schemas.openxmlformats.org/drawingml/2006/main" noChangeAspect="1"/>
          </p:cNvPicPr>
          <p:nvPr/>
        </p:nvPicPr>
        <p:blipFill>
          <a:blip xmlns:r="http://schemas.openxmlformats.org/officeDocument/2006/relationships" xmlns:a="http://schemas.openxmlformats.org/drawingml/2006/main" r:embed="Re6622ecd02874866">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3753803" y="5251371"/>
            <a:ext cx="3246120" cy="227171"/>
          </a:xfrm>
          <a:prstGeom xmlns:a="http://schemas.openxmlformats.org/drawingml/2006/main" prst="rect">
            <a:avLst/>
          </a:prstGeom>
        </p:spPr>
      </p:pic>
      <p:sp>
        <p:nvSpPr>
          <p:cNvPr id="5" name="pm-recovery-result">
            <a:extLst xmlns:a="http://schemas.openxmlformats.org/drawingml/2006/main">
              <a:ext uri="{FF2B5EF4-FFF2-40B4-BE49-F238E27FC236}">
                <a16:creationId xmlns:a16="http://schemas.microsoft.com/office/drawing/2014/main" id="{24696FB6-118D-421C-BB73-5DFE7CA40FD4}"/>
              </a:ext>
            </a:extLst>
          </p:cNvPr>
          <p:cNvSpPr>
            <a:spLocks xmlns:a="http://schemas.openxmlformats.org/drawingml/2006/main" noGrp="1"/>
          </p:cNvSpPr>
          <p:nvPr/>
        </p:nvSpPr>
        <p:spPr>
          <a:xfrm xmlns:a="http://schemas.openxmlformats.org/drawingml/2006/main">
            <a:off x="3476625" y="5596731"/>
            <a:ext cx="3800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Read frequency, then integrate</a:t>
            </a:r>
          </a:p>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Known m(0)</a:t>
            </a:r>
          </a:p>
        </p:txBody>
      </p:sp>
      <p:sp>
        <p:nvSpPr>
          <p:cNvPr id="6" name="fm-recovery-result">
            <a:extLst xmlns:a="http://schemas.openxmlformats.org/drawingml/2006/main">
              <a:ext uri="{FF2B5EF4-FFF2-40B4-BE49-F238E27FC236}">
                <a16:creationId xmlns:a16="http://schemas.microsoft.com/office/drawing/2014/main" id="{C0BB6150-D936-4B95-A99E-BC81D1217655}"/>
              </a:ext>
            </a:extLst>
          </p:cNvPr>
          <p:cNvSpPr>
            <a:spLocks xmlns:a="http://schemas.openxmlformats.org/drawingml/2006/main" noGrp="1"/>
          </p:cNvSpPr>
          <p:nvPr/>
        </p:nvSpPr>
        <p:spPr>
          <a:xfrm xmlns:a="http://schemas.openxmlformats.org/drawingml/2006/main">
            <a:off x="7562850" y="5596731"/>
            <a:ext cx="38004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Differentiate + envelope</a:t>
            </a:r>
          </a:p>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or PLL</a:t>
            </a:r>
          </a:p>
        </p:txBody>
      </p:sp>
      <p:pic>
        <p:nvPicPr>
          <p:cNvPr id="7" name="shared-signal-law" descr="s(t)=A_c\cos\theta_i(t)">
            <a:extLst xmlns:a="http://schemas.openxmlformats.org/drawingml/2006/main">
              <a:ext uri="{FF2B5EF4-FFF2-40B4-BE49-F238E27FC236}">
                <a16:creationId xmlns:a16="http://schemas.microsoft.com/office/drawing/2014/main" id="{032A9A89-A260-452F-9402-898CB73A9364}"/>
              </a:ext>
            </a:extLst>
          </p:cNvPr>
          <p:cNvPicPr>
            <a:picLocks xmlns:a="http://schemas.openxmlformats.org/drawingml/2006/main" noChangeAspect="1"/>
          </p:cNvPicPr>
          <p:nvPr/>
        </p:nvPicPr>
        <p:blipFill>
          <a:blip xmlns:r="http://schemas.openxmlformats.org/officeDocument/2006/relationships" xmlns:a="http://schemas.openxmlformats.org/drawingml/2006/main" r:embed="Ra2aea2ec610c4a4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4671060" y="1458337"/>
            <a:ext cx="2849880" cy="321826"/>
          </a:xfrm>
          <a:prstGeom xmlns:a="http://schemas.openxmlformats.org/drawingml/2006/main" prst="rect">
            <a:avLst/>
          </a:prstGeom>
        </p:spPr>
      </p:pic>
      <p:pic>
        <p:nvPicPr>
          <p:cNvPr id="8" name="generation-pm" descr="\theta_i=2\pi f_ct+k_pm(t)">
            <a:extLst xmlns:a="http://schemas.openxmlformats.org/drawingml/2006/main">
              <a:ext uri="{FF2B5EF4-FFF2-40B4-BE49-F238E27FC236}">
                <a16:creationId xmlns:a16="http://schemas.microsoft.com/office/drawing/2014/main" id="{73E2BD48-D7CA-4C99-8E0B-35CB12119A95}"/>
              </a:ext>
            </a:extLst>
          </p:cNvPr>
          <p:cNvPicPr>
            <a:picLocks xmlns:a="http://schemas.openxmlformats.org/drawingml/2006/main" noChangeAspect="1"/>
          </p:cNvPicPr>
          <p:nvPr/>
        </p:nvPicPr>
        <p:blipFill>
          <a:blip xmlns:r="http://schemas.openxmlformats.org/officeDocument/2006/relationships" xmlns:a="http://schemas.openxmlformats.org/drawingml/2006/main" r:embed="Rb740dd047e1c416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210050" y="2994273"/>
            <a:ext cx="2333625" cy="245566"/>
          </a:xfrm>
          <a:prstGeom xmlns:a="http://schemas.openxmlformats.org/drawingml/2006/main" prst="rect">
            <a:avLst/>
          </a:prstGeom>
        </p:spPr>
      </p:pic>
      <p:pic>
        <p:nvPicPr>
          <p:cNvPr id="9" name="generation-fm" descr="\theta_i=2\pi f_ct+2\pi k_f\int_0^t m(\tau)\,d\tau">
            <a:extLst xmlns:a="http://schemas.openxmlformats.org/drawingml/2006/main">
              <a:ext uri="{FF2B5EF4-FFF2-40B4-BE49-F238E27FC236}">
                <a16:creationId xmlns:a16="http://schemas.microsoft.com/office/drawing/2014/main" id="{95F76D15-D867-402F-A2EC-7FD792F2F62E}"/>
              </a:ext>
            </a:extLst>
          </p:cNvPr>
          <p:cNvPicPr>
            <a:picLocks xmlns:a="http://schemas.openxmlformats.org/drawingml/2006/main" noChangeAspect="1"/>
          </p:cNvPicPr>
          <p:nvPr/>
        </p:nvPicPr>
        <p:blipFill>
          <a:blip xmlns:r="http://schemas.openxmlformats.org/officeDocument/2006/relationships" xmlns:a="http://schemas.openxmlformats.org/drawingml/2006/main" r:embed="Rfa111ea3f6154329">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7808119" y="2955578"/>
            <a:ext cx="3309938" cy="322957"/>
          </a:xfrm>
          <a:prstGeom xmlns:a="http://schemas.openxmlformats.org/drawingml/2006/main" prst="rect">
            <a:avLst/>
          </a:prstGeom>
        </p:spPr>
      </p:pic>
      <p:pic>
        <p:nvPicPr>
          <p:cNvPr id="10" name="narrow-pm" descr="\beta_p\ll1:\quad B_T\approx2f_m">
            <a:extLst xmlns:a="http://schemas.openxmlformats.org/drawingml/2006/main">
              <a:ext uri="{FF2B5EF4-FFF2-40B4-BE49-F238E27FC236}">
                <a16:creationId xmlns:a16="http://schemas.microsoft.com/office/drawing/2014/main" id="{12BBD921-7BF6-4894-9F77-D209811D0CB2}"/>
              </a:ext>
            </a:extLst>
          </p:cNvPr>
          <p:cNvPicPr>
            <a:picLocks xmlns:a="http://schemas.openxmlformats.org/drawingml/2006/main" noChangeAspect="1"/>
          </p:cNvPicPr>
          <p:nvPr/>
        </p:nvPicPr>
        <p:blipFill>
          <a:blip xmlns:r="http://schemas.openxmlformats.org/officeDocument/2006/relationships" xmlns:a="http://schemas.openxmlformats.org/drawingml/2006/main" r:embed="R12340fe3512e437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4039553" y="3683814"/>
            <a:ext cx="2674620" cy="253960"/>
          </a:xfrm>
          <a:prstGeom xmlns:a="http://schemas.openxmlformats.org/drawingml/2006/main" prst="rect">
            <a:avLst/>
          </a:prstGeom>
        </p:spPr>
      </p:pic>
      <p:pic>
        <p:nvPicPr>
          <p:cNvPr id="11" name="narrow-fm" descr="\beta\ll1:\quad B_T\approx2f_m">
            <a:extLst xmlns:a="http://schemas.openxmlformats.org/drawingml/2006/main">
              <a:ext uri="{FF2B5EF4-FFF2-40B4-BE49-F238E27FC236}">
                <a16:creationId xmlns:a16="http://schemas.microsoft.com/office/drawing/2014/main" id="{4793C0C1-BB77-4341-9B6B-D6788C08EDB4}"/>
              </a:ext>
            </a:extLst>
          </p:cNvPr>
          <p:cNvPicPr>
            <a:picLocks xmlns:a="http://schemas.openxmlformats.org/drawingml/2006/main" noChangeAspect="1"/>
          </p:cNvPicPr>
          <p:nvPr/>
        </p:nvPicPr>
        <p:blipFill>
          <a:blip xmlns:r="http://schemas.openxmlformats.org/officeDocument/2006/relationships" xmlns:a="http://schemas.openxmlformats.org/drawingml/2006/main" r:embed="Rd1e25f56ab544343">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8202930" y="3697476"/>
            <a:ext cx="2520315" cy="226635"/>
          </a:xfrm>
          <a:prstGeom xmlns:a="http://schemas.openxmlformats.org/drawingml/2006/main" prst="rect">
            <a:avLst/>
          </a:prstGeom>
        </p:spPr>
      </p:pic>
      <p:pic>
        <p:nvPicPr>
          <p:cNvPr id="12" name="wide-pm" descr="B_T\approx2f_m(\beta_p+1)">
            <a:extLst xmlns:a="http://schemas.openxmlformats.org/drawingml/2006/main">
              <a:ext uri="{FF2B5EF4-FFF2-40B4-BE49-F238E27FC236}">
                <a16:creationId xmlns:a16="http://schemas.microsoft.com/office/drawing/2014/main" id="{36EDFE78-B191-41A9-8057-711C2172F160}"/>
              </a:ext>
            </a:extLst>
          </p:cNvPr>
          <p:cNvPicPr>
            <a:picLocks xmlns:a="http://schemas.openxmlformats.org/drawingml/2006/main" noChangeAspect="1"/>
          </p:cNvPicPr>
          <p:nvPr/>
        </p:nvPicPr>
        <p:blipFill>
          <a:blip xmlns:r="http://schemas.openxmlformats.org/officeDocument/2006/relationships" xmlns:a="http://schemas.openxmlformats.org/drawingml/2006/main" r:embed="Rbb995d840ccb40a0">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4232434" y="4371122"/>
            <a:ext cx="2288858" cy="266819"/>
          </a:xfrm>
          <a:prstGeom xmlns:a="http://schemas.openxmlformats.org/drawingml/2006/main" prst="rect">
            <a:avLst/>
          </a:prstGeom>
        </p:spPr>
      </p:pic>
      <p:pic>
        <p:nvPicPr>
          <p:cNvPr id="13" name="wide-fm" descr="B_T\approx2f_m(\beta+1)">
            <a:extLst xmlns:a="http://schemas.openxmlformats.org/drawingml/2006/main">
              <a:ext uri="{FF2B5EF4-FFF2-40B4-BE49-F238E27FC236}">
                <a16:creationId xmlns:a16="http://schemas.microsoft.com/office/drawing/2014/main" id="{91A43804-2B5A-4754-9F1B-20CE94EBF254}"/>
              </a:ext>
            </a:extLst>
          </p:cNvPr>
          <p:cNvPicPr>
            <a:picLocks xmlns:a="http://schemas.openxmlformats.org/drawingml/2006/main" noChangeAspect="1"/>
          </p:cNvPicPr>
          <p:nvPr/>
        </p:nvPicPr>
        <p:blipFill>
          <a:blip xmlns:r="http://schemas.openxmlformats.org/officeDocument/2006/relationships" xmlns:a="http://schemas.openxmlformats.org/drawingml/2006/main" r:embed="Ra10b39442e594d52">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395811" y="4376747"/>
            <a:ext cx="2134553" cy="255568"/>
          </a:xfrm>
          <a:prstGeom xmlns:a="http://schemas.openxmlformats.org/drawingml/2006/main" prst="rect">
            <a:avLst/>
          </a:prstGeom>
        </p:spPr>
      </p:pic>
      <p:pic>
        <p:nvPicPr>
          <p:cNvPr id="14" name="pm-general-small" descr="\max_t|k_pm(t)|\ll1:\ B_T\approx2W">
            <a:extLst xmlns:a="http://schemas.openxmlformats.org/drawingml/2006/main">
              <a:ext uri="{FF2B5EF4-FFF2-40B4-BE49-F238E27FC236}">
                <a16:creationId xmlns:a16="http://schemas.microsoft.com/office/drawing/2014/main" id="{62C15EF1-E598-4A70-9073-E7C6B34E2992}"/>
              </a:ext>
            </a:extLst>
          </p:cNvPr>
          <p:cNvPicPr>
            <a:picLocks xmlns:a="http://schemas.openxmlformats.org/drawingml/2006/main" noChangeAspect="1"/>
          </p:cNvPicPr>
          <p:nvPr/>
        </p:nvPicPr>
        <p:blipFill>
          <a:blip xmlns:r="http://schemas.openxmlformats.org/officeDocument/2006/relationships" xmlns:a="http://schemas.openxmlformats.org/drawingml/2006/main" r:embed="Rb2de3270b9ce4fb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3628073" y="4918472"/>
            <a:ext cx="3497580" cy="235744"/>
          </a:xfrm>
          <a:prstGeom xmlns:a="http://schemas.openxmlformats.org/drawingml/2006/main" prst="rect">
            <a:avLst/>
          </a:prstGeom>
        </p:spPr>
      </p:pic>
      <p:pic>
        <p:nvPicPr>
          <p:cNvPr id="15" name="fm-general-small" descr="\max_t|2\pi k_f\!\int_0^tm(\tau)d\tau|\ll1:\ B_T\approx2W">
            <a:extLst xmlns:a="http://schemas.openxmlformats.org/drawingml/2006/main">
              <a:ext uri="{FF2B5EF4-FFF2-40B4-BE49-F238E27FC236}">
                <a16:creationId xmlns:a16="http://schemas.microsoft.com/office/drawing/2014/main" id="{EDE143F1-99A3-44E2-B205-6D4449DD2910}"/>
              </a:ext>
            </a:extLst>
          </p:cNvPr>
          <p:cNvPicPr>
            <a:picLocks xmlns:a="http://schemas.openxmlformats.org/drawingml/2006/main" noChangeAspect="1"/>
          </p:cNvPicPr>
          <p:nvPr/>
        </p:nvPicPr>
        <p:blipFill>
          <a:blip xmlns:r="http://schemas.openxmlformats.org/officeDocument/2006/relationships" xmlns:a="http://schemas.openxmlformats.org/drawingml/2006/main" r:embed="R916c2291207b4465">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7562850" y="4900702"/>
            <a:ext cx="3800475" cy="271284"/>
          </a:xfrm>
          <a:prstGeom xmlns:a="http://schemas.openxmlformats.org/drawingml/2006/main" prst="rect">
            <a:avLst/>
          </a:prstGeom>
        </p:spPr>
      </p:pic>
      <p:pic>
        <p:nvPicPr>
          <p:cNvPr id="16" name="fm-general-result" descr="\text{Otherwise: }B_T\approx2(\Delta f+W)">
            <a:extLst xmlns:a="http://schemas.openxmlformats.org/drawingml/2006/main">
              <a:ext uri="{FF2B5EF4-FFF2-40B4-BE49-F238E27FC236}">
                <a16:creationId xmlns:a16="http://schemas.microsoft.com/office/drawing/2014/main" id="{398591E0-BB1C-4093-8F80-12796EE30E1E}"/>
              </a:ext>
            </a:extLst>
          </p:cNvPr>
          <p:cNvPicPr>
            <a:picLocks xmlns:a="http://schemas.openxmlformats.org/drawingml/2006/main" noChangeAspect="1"/>
          </p:cNvPicPr>
          <p:nvPr/>
        </p:nvPicPr>
        <p:blipFill>
          <a:blip xmlns:r="http://schemas.openxmlformats.org/officeDocument/2006/relationships" xmlns:a="http://schemas.openxmlformats.org/drawingml/2006/main" r:embed="Re6622ecd02874866">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7840028" y="5251371"/>
            <a:ext cx="3246120" cy="227171"/>
          </a:xfrm>
          <a:prstGeom xmlns:a="http://schemas.openxmlformats.org/drawingml/2006/main" prst="rect">
            <a:avLst/>
          </a:prstGeom>
        </p:spPr>
      </p:pic>
      <p:pic>
        <p:nvPicPr>
          <p:cNvPr id="17" name="tone-index-definitions" descr="\text{Single tone: }m=A_m\cos(2\pi f_mt),\quad\beta_p=k_pA_m,\quad\beta=k_fA_m/f_m">
            <a:extLst xmlns:a="http://schemas.openxmlformats.org/drawingml/2006/main">
              <a:ext uri="{FF2B5EF4-FFF2-40B4-BE49-F238E27FC236}">
                <a16:creationId xmlns:a16="http://schemas.microsoft.com/office/drawing/2014/main" id="{5FA1E1E5-17D1-4F7A-AF82-7C475528FAEA}"/>
              </a:ext>
            </a:extLst>
          </p:cNvPr>
          <p:cNvPicPr>
            <a:picLocks xmlns:a="http://schemas.openxmlformats.org/drawingml/2006/main" noChangeAspect="1"/>
          </p:cNvPicPr>
          <p:nvPr/>
        </p:nvPicPr>
        <p:blipFill>
          <a:blip xmlns:r="http://schemas.openxmlformats.org/officeDocument/2006/relationships" xmlns:a="http://schemas.openxmlformats.org/drawingml/2006/main" r:embed="R6d0a64dc10744758">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2795588" y="6302276"/>
            <a:ext cx="6600825" cy="216098"/>
          </a:xfrm>
          <a:prstGeom xmlns:a="http://schemas.openxmlformats.org/drawingml/2006/main" prst="rect">
            <a:avLst/>
          </a:prstGeom>
        </p:spPr>
      </p:pic>
    </p:spTree>
    <p:extLst>
      <p:ext uri="{BB962C8B-B14F-4D97-AF65-F5344CB8AC3E}">
        <p14:creationId xmlns:p14="http://schemas.microsoft.com/office/powerpoint/2010/main" val="71715055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400"/>
                                        <p:tgtEl>
                                          <p:spTgt spid="4"/>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400"/>
                                        <p:tgtEl>
                                          <p:spTgt spid="5"/>
                                        </p:tgtEl>
                                      </p:cBhvr>
                                    </p:animEffect>
                                  </p:childTnLst>
                                </p:cTn>
                              </p:par>
                              <p:par>
                                <p:cTn id="46" presetID="10" presetClass="entr" presetSubtype="0" fill="hold"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174E215D-C1BB-4151-A43A-2557880EA5DD}"/>
              </a:ext>
            </a:extLst>
          </p:cNvPr>
          <p:cNvSpPr>
            <a:spLocks xmlns:a="http://schemas.openxmlformats.org/drawingml/2006/main" noGrp="1"/>
          </p:cNvSpPr>
          <p:nvPr/>
        </p:nvSpPr>
        <p:spPr>
          <a:xfrm xmlns:a="http://schemas.openxmlformats.org/drawingml/2006/main">
            <a:off x="952500" y="2619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900" b="1" i="0">
                <a:solidFill>
                  <a:srgbClr val="202020"/>
                </a:solidFill>
                <a:latin typeface="Times New Roman"/>
                <a:ea typeface="Times New Roman"/>
                <a:cs typeface="Times New Roman"/>
              </a:defRPr>
            </a:pPr>
            <a:r>
              <a:rPr sz="3900" b="1" i="0">
                <a:solidFill>
                  <a:srgbClr val="202020"/>
                </a:solidFill>
                <a:latin typeface="Times New Roman"/>
                <a:ea typeface="Times New Roman"/>
                <a:cs typeface="Times New Roman"/>
              </a:rPr>
              <a:t>End of Tutorial 4</a:t>
            </a:r>
          </a:p>
        </p:txBody>
      </p:sp>
      <p:sp>
        <p:nvSpPr>
          <p:cNvPr id="3" name="questions">
            <a:extLst xmlns:a="http://schemas.openxmlformats.org/drawingml/2006/main">
              <a:ext uri="{FF2B5EF4-FFF2-40B4-BE49-F238E27FC236}">
                <a16:creationId xmlns:a16="http://schemas.microsoft.com/office/drawing/2014/main" id="{180C7D56-470E-4CC0-AA34-0BA3BE7C3E29}"/>
              </a:ext>
            </a:extLst>
          </p:cNvPr>
          <p:cNvSpPr>
            <a:spLocks xmlns:a="http://schemas.openxmlformats.org/drawingml/2006/main" noGrp="1"/>
          </p:cNvSpPr>
          <p:nvPr/>
        </p:nvSpPr>
        <p:spPr>
          <a:xfrm xmlns:a="http://schemas.openxmlformats.org/drawingml/2006/main">
            <a:off x="952500" y="35718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i="0">
                <a:solidFill>
                  <a:srgbClr val="202020"/>
                </a:solidFill>
                <a:latin typeface="Times New Roman"/>
                <a:ea typeface="Times New Roman"/>
                <a:cs typeface="Times New Roman"/>
              </a:defRPr>
            </a:pPr>
            <a:r>
              <a:rPr sz="2400" b="0" i="0">
                <a:solidFill>
                  <a:srgbClr val="202020"/>
                </a:solidFill>
                <a:latin typeface="Times New Roman"/>
                <a:ea typeface="Times New Roman"/>
                <a:cs typeface="Times New Roman"/>
              </a:rPr>
              <a:t>Questions?</a:t>
            </a:r>
          </a:p>
        </p:txBody>
      </p:sp>
      <p:sp>
        <p:nvSpPr>
          <p:cNvPr id="4" name="animated-version">
            <a:extLst xmlns:a="http://schemas.openxmlformats.org/drawingml/2006/main">
              <a:ext uri="{FF2B5EF4-FFF2-40B4-BE49-F238E27FC236}">
                <a16:creationId xmlns:a16="http://schemas.microsoft.com/office/drawing/2014/main" id="{F470B133-6219-403D-91D5-665B576737BF}"/>
              </a:ext>
            </a:extLst>
          </p:cNvPr>
          <p:cNvSpPr>
            <a:spLocks xmlns:a="http://schemas.openxmlformats.org/drawingml/2006/main" noGrp="1"/>
          </p:cNvSpPr>
          <p:nvPr/>
        </p:nvSpPr>
        <p:spPr>
          <a:xfrm xmlns:a="http://schemas.openxmlformats.org/drawingml/2006/main">
            <a:off x="952500" y="45720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For the animated slides, please email</a:t>
            </a:r>
          </a:p>
        </p:txBody>
      </p:sp>
      <p:sp>
        <p:nvSpPr>
          <p:cNvPr id="5" name="email">
            <a:extLst xmlns:a="http://schemas.openxmlformats.org/drawingml/2006/main">
              <a:ext uri="{FF2B5EF4-FFF2-40B4-BE49-F238E27FC236}">
                <a16:creationId xmlns:a16="http://schemas.microsoft.com/office/drawing/2014/main" id="{3A843A1D-3BA9-49B5-B254-502DBF337B55}"/>
              </a:ext>
            </a:extLst>
          </p:cNvPr>
          <p:cNvSpPr>
            <a:spLocks xmlns:a="http://schemas.openxmlformats.org/drawingml/2006/main" noGrp="1"/>
          </p:cNvSpPr>
          <p:nvPr/>
        </p:nvSpPr>
        <p:spPr>
          <a:xfrm xmlns:a="http://schemas.openxmlformats.org/drawingml/2006/main">
            <a:off x="952500" y="50482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7001705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2026-10-14T14:15:04.7750000Z</dcterms:created>
  <dcterms:modified xsi:type="dcterms:W3CDTF">2026-10-14T14:15:04.7750000Z</dcterms:modified>
</coreProperties>
</file>