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Override PartName="/ppt/slideLayouts/t3_reference_slideLayout1.xml" ContentType="application/vnd.openxmlformats-officedocument.presentationml.slideLayout+xml"/>
  <Override PartName="/ppt/slideMasters/t3_reference_slideMaster1.xml" ContentType="application/vnd.openxmlformats-officedocument.presentationml.slideMaster+xml"/>
  <Override PartName="/ppt/slideMasters/theme/t3_reference_theme2.xml" ContentType="application/vnd.openxmlformats-officedocument.theme+xml"/>
  <Override PartName="/ppt/notesSlides/t3_reference_for_slide2.xml" ContentType="application/vnd.openxmlformats-officedocument.presentationml.notesSlide+xml"/>
  <Override PartName="/ppt/notesMasters/theme/t3_reference_theme3.xml" ContentType="application/vnd.openxmlformats-officedocument.theme+xml"/>
  <Override PartName="/ppt/notesSlides/t3_reference_for_slide3.xml" ContentType="application/vnd.openxmlformats-officedocument.presentationml.notesSlide+xml"/>
  <Override PartName="/ppt/notesSlides/t3_reference_for_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4456f11d0847f3" /><Relationship Type="http://schemas.openxmlformats.org/officeDocument/2006/relationships/extended-properties" Target="/docProps/app.xml" Id="R53749270eb524eac" /><Relationship Type="http://schemas.openxmlformats.org/officeDocument/2006/relationships/officeDocument" Target="/ppt/presentation.xml" Id="Rf381ae45541b4b5d" /></Relationships>
</file>

<file path=ppt/presentation.xml><?xml version="1.0" encoding="utf-8"?>
<p:presentation xmlns:p="http://schemas.openxmlformats.org/presentationml/2006/main">
  <p:sldMasterIdLst>
    <p:sldMasterId xmlns:r="http://schemas.openxmlformats.org/officeDocument/2006/relationships" id="2147483648" r:id="R9a67e3cf22eb42b0"/>
    <p:sldMasterId xmlns:ns0="http://schemas.openxmlformats.org/officeDocument/2006/relationships" id="2147490001" ns0:id="rIdT3Master29"/>
    <p:sldMasterId xmlns:ns1="http://schemas.openxmlformats.org/officeDocument/2006/relationships" id="2147490002" ns1:id="rIdT3Master30"/>
  </p:sldMasterIdLst>
  <p:notesMasterIdLst>
    <p:notesMasterId xmlns:r="http://schemas.openxmlformats.org/officeDocument/2006/relationships" r:id="R31bf91710edb4821"/>
  </p:notesMasterIdLst>
  <p:sldIdLst>
    <p:sldId xmlns:r="http://schemas.openxmlformats.org/officeDocument/2006/relationships" id="256" r:id="R866a7b767e5a4b0e"/>
    <p:sldId xmlns:r="http://schemas.openxmlformats.org/officeDocument/2006/relationships" id="257" r:id="Ree0f5daf25574e84"/>
    <p:sldId xmlns:r="http://schemas.openxmlformats.org/officeDocument/2006/relationships" id="258" r:id="R0cef41e882054a6d"/>
    <p:sldId xmlns:r="http://schemas.openxmlformats.org/officeDocument/2006/relationships" id="259" r:id="Red224b66d41343cd"/>
    <p:sldId xmlns:r="http://schemas.openxmlformats.org/officeDocument/2006/relationships" id="260" r:id="Rb40666bed348420c"/>
    <p:sldId xmlns:r="http://schemas.openxmlformats.org/officeDocument/2006/relationships" id="261" r:id="R0977c882aeb245ed"/>
    <p:sldId xmlns:r="http://schemas.openxmlformats.org/officeDocument/2006/relationships" id="262" r:id="R1fdb701199164fab"/>
    <p:sldId xmlns:r="http://schemas.openxmlformats.org/officeDocument/2006/relationships" id="263" r:id="Rbacb6e10791b4fdb"/>
    <p:sldId xmlns:r="http://schemas.openxmlformats.org/officeDocument/2006/relationships" id="264" r:id="Rd1c98ff9f4d54534"/>
    <p:sldId xmlns:r="http://schemas.openxmlformats.org/officeDocument/2006/relationships" id="265" r:id="Rcda0bf4d86584165"/>
    <p:sldId xmlns:r="http://schemas.openxmlformats.org/officeDocument/2006/relationships" id="266" r:id="R5b4da9224b7f4a3c"/>
    <p:sldId xmlns:r="http://schemas.openxmlformats.org/officeDocument/2006/relationships" id="267" r:id="R4c95c8c20ad84c72"/>
    <p:sldId xmlns:r="http://schemas.openxmlformats.org/officeDocument/2006/relationships" id="268" r:id="Rc5cb6a2be0b14b27"/>
    <p:sldId xmlns:r="http://schemas.openxmlformats.org/officeDocument/2006/relationships" id="269" r:id="R06bea32f79aa4381"/>
    <p:sldId xmlns:r="http://schemas.openxmlformats.org/officeDocument/2006/relationships" id="270" r:id="R80438c7cb96946e3"/>
    <p:sldId xmlns:r="http://schemas.openxmlformats.org/officeDocument/2006/relationships" id="271" r:id="R489cebc25c434c86"/>
    <p:sldId xmlns:r="http://schemas.openxmlformats.org/officeDocument/2006/relationships" id="272" r:id="R0d8723cc51c349f8"/>
    <p:sldId xmlns:r="http://schemas.openxmlformats.org/officeDocument/2006/relationships" id="273" r:id="R9237b098b6e64ffd"/>
    <p:sldId xmlns:r="http://schemas.openxmlformats.org/officeDocument/2006/relationships" id="274" r:id="Rcdb9e382cfd1441c"/>
    <p:sldId xmlns:r="http://schemas.openxmlformats.org/officeDocument/2006/relationships" id="275" r:id="Rdabf7d90cb544041"/>
    <p:sldId xmlns:r="http://schemas.openxmlformats.org/officeDocument/2006/relationships" id="276" r:id="R68e47bfdc01943f1"/>
    <p:sldId xmlns:r="http://schemas.openxmlformats.org/officeDocument/2006/relationships" id="277" r:id="Rc910863a55d84282"/>
    <p:sldId xmlns:r="http://schemas.openxmlformats.org/officeDocument/2006/relationships" id="278" r:id="Rb1984bf52520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eea19e1eeb544fa"/><Relationship Type="http://schemas.openxmlformats.org/officeDocument/2006/relationships/slideMaster" Target="/ppt/slideMasters/slideMaster1.xml" Id="R9a67e3cf22eb42b0"/><Relationship Type="http://schemas.openxmlformats.org/officeDocument/2006/relationships/notesMaster" Target="/ppt/notesMasters/notesMaster1.xml" Id="R31bf91710edb4821"/><Relationship Type="http://schemas.openxmlformats.org/officeDocument/2006/relationships/presProps" Target="/ppt/presProps.xml" Id="R5a65ba8dbf124fa4"/><Relationship Type="http://schemas.openxmlformats.org/officeDocument/2006/relationships/tableStyles" Target="/ppt/tableStyles.xml" Id="Ra64f7867fc4949c8"/><Relationship Type="http://schemas.openxmlformats.org/officeDocument/2006/relationships/slide" Target="/ppt/slides/slide1.xml" Id="R866a7b767e5a4b0e"/><Relationship Type="http://schemas.openxmlformats.org/officeDocument/2006/relationships/slide" Target="/ppt/slides/slide2.xml" Id="Ree0f5daf25574e84"/><Relationship Type="http://schemas.openxmlformats.org/officeDocument/2006/relationships/slide" Target="/ppt/slides/slide3.xml" Id="R0cef41e882054a6d"/><Relationship Type="http://schemas.openxmlformats.org/officeDocument/2006/relationships/slide" Target="/ppt/slides/slide4.xml" Id="Red224b66d41343cd"/><Relationship Type="http://schemas.openxmlformats.org/officeDocument/2006/relationships/slide" Target="/ppt/slides/slide5.xml" Id="Rb40666bed348420c"/><Relationship Type="http://schemas.openxmlformats.org/officeDocument/2006/relationships/slide" Target="/ppt/slides/slide6.xml" Id="R0977c882aeb245ed"/><Relationship Type="http://schemas.openxmlformats.org/officeDocument/2006/relationships/slide" Target="/ppt/slides/slide7.xml" Id="R1fdb701199164fab"/><Relationship Type="http://schemas.openxmlformats.org/officeDocument/2006/relationships/slide" Target="/ppt/slides/slide8.xml" Id="Rbacb6e10791b4fdb"/><Relationship Type="http://schemas.openxmlformats.org/officeDocument/2006/relationships/slide" Target="/ppt/slides/slide9.xml" Id="Rd1c98ff9f4d54534"/><Relationship Type="http://schemas.openxmlformats.org/officeDocument/2006/relationships/slide" Target="/ppt/slides/slide10.xml" Id="Rcda0bf4d86584165"/><Relationship Type="http://schemas.openxmlformats.org/officeDocument/2006/relationships/slide" Target="/ppt/slides/slide11.xml" Id="R5b4da9224b7f4a3c"/><Relationship Type="http://schemas.openxmlformats.org/officeDocument/2006/relationships/slide" Target="/ppt/slides/slide12.xml" Id="R4c95c8c20ad84c72"/><Relationship Type="http://schemas.openxmlformats.org/officeDocument/2006/relationships/slide" Target="/ppt/slides/slide13.xml" Id="Rc5cb6a2be0b14b27"/><Relationship Type="http://schemas.openxmlformats.org/officeDocument/2006/relationships/slide" Target="/ppt/slides/slide14.xml" Id="R06bea32f79aa4381"/><Relationship Type="http://schemas.openxmlformats.org/officeDocument/2006/relationships/slide" Target="/ppt/slides/slide15.xml" Id="R80438c7cb96946e3"/><Relationship Type="http://schemas.openxmlformats.org/officeDocument/2006/relationships/slide" Target="/ppt/slides/slide16.xml" Id="R489cebc25c434c86"/><Relationship Type="http://schemas.openxmlformats.org/officeDocument/2006/relationships/slide" Target="/ppt/slides/slide17.xml" Id="R0d8723cc51c349f8"/><Relationship Type="http://schemas.openxmlformats.org/officeDocument/2006/relationships/slide" Target="/ppt/slides/slide18.xml" Id="R9237b098b6e64ffd"/><Relationship Type="http://schemas.openxmlformats.org/officeDocument/2006/relationships/slide" Target="/ppt/slides/slide19.xml" Id="Rcdb9e382cfd1441c"/><Relationship Type="http://schemas.openxmlformats.org/officeDocument/2006/relationships/slide" Target="/ppt/slides/slide20.xml" Id="Rdabf7d90cb544041"/><Relationship Type="http://schemas.openxmlformats.org/officeDocument/2006/relationships/slide" Target="/ppt/slides/slide21.xml" Id="R68e47bfdc01943f1"/><Relationship Type="http://schemas.openxmlformats.org/officeDocument/2006/relationships/slide" Target="/ppt/slides/slide22.xml" Id="Rc910863a55d84282"/><Relationship Type="http://schemas.openxmlformats.org/officeDocument/2006/relationships/slide" Target="/ppt/slides/slide23.xml" Id="Rb1984bf525204e28"/><Relationship Id="rIdT3Master29" Type="http://schemas.openxmlformats.org/officeDocument/2006/relationships/slideMaster" Target="slideMasters/t3_reference_methods_slideMaster1.xml"/><Relationship Id="rIdT3Master30" Type="http://schemas.openxmlformats.org/officeDocument/2006/relationships/slideMaster" Target="slideMasters/t3_reference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923f49c3544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3_referenc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101518693c40c2" /><Relationship Type="http://schemas.openxmlformats.org/officeDocument/2006/relationships/notesMaster" Target="/ppt/notesMasters/notesMaster1.xml" Id="R9a010fd6dea848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fe636bd6c947db" /><Relationship Type="http://schemas.openxmlformats.org/officeDocument/2006/relationships/notesMaster" Target="/ppt/notesMasters/notesMaster1.xml" Id="R5836a93d888947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8aa19bf4d84178" /><Relationship Type="http://schemas.openxmlformats.org/officeDocument/2006/relationships/notesMaster" Target="/ppt/notesMasters/notesMaster1.xml" Id="Rc74334e876e540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eb701dc6474998" /><Relationship Type="http://schemas.openxmlformats.org/officeDocument/2006/relationships/notesMaster" Target="/ppt/notesMasters/notesMaster1.xml" Id="R439cd256cab5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db4806e62a49a1" /><Relationship Type="http://schemas.openxmlformats.org/officeDocument/2006/relationships/notesMaster" Target="/ppt/notesMasters/notesMaster1.xml" Id="R37ce0cfc847848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57b66c30584145" /><Relationship Type="http://schemas.openxmlformats.org/officeDocument/2006/relationships/notesMaster" Target="/ppt/notesMasters/notesMaster1.xml" Id="R1e754759197140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5bf9ede48f4974" /><Relationship Type="http://schemas.openxmlformats.org/officeDocument/2006/relationships/notesMaster" Target="/ppt/notesMasters/notesMaster1.xml" Id="R1638ec96f4544b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56004fe0de4e12" /><Relationship Type="http://schemas.openxmlformats.org/officeDocument/2006/relationships/notesMaster" Target="/ppt/notesMasters/notesMaster1.xml" Id="Rf5c93adb372948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b87541c7264186" /><Relationship Type="http://schemas.openxmlformats.org/officeDocument/2006/relationships/notesMaster" Target="/ppt/notesMasters/notesMaster1.xml" Id="Re20bc3fc68824d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5b6c23acc842e0" /><Relationship Type="http://schemas.openxmlformats.org/officeDocument/2006/relationships/notesMaster" Target="/ppt/notesMasters/notesMaster1.xml" Id="Radada012b6ca4e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15e496ae564e91" /><Relationship Type="http://schemas.openxmlformats.org/officeDocument/2006/relationships/notesMaster" Target="/ppt/notesMasters/notesMaster1.xml" Id="Rd3699c1bbaad46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21bd5be8164f98" /><Relationship Type="http://schemas.openxmlformats.org/officeDocument/2006/relationships/notesMaster" Target="/ppt/notesMasters/notesMaster1.xml" Id="R6a026ed3f6c64e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5e3c7566044e4a" /><Relationship Type="http://schemas.openxmlformats.org/officeDocument/2006/relationships/notesMaster" Target="/ppt/notesMasters/notesMaster1.xml" Id="R7cffbb38d6754d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033950af69457f" /><Relationship Type="http://schemas.openxmlformats.org/officeDocument/2006/relationships/notesMaster" Target="/ppt/notesMasters/notesMaster1.xml" Id="R5345dac6d94044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7ebfa8154740e8" /><Relationship Type="http://schemas.openxmlformats.org/officeDocument/2006/relationships/notesMaster" Target="/ppt/notesMasters/notesMaster1.xml" Id="Re73c42beed524b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a90f028de24b7a" /><Relationship Type="http://schemas.openxmlformats.org/officeDocument/2006/relationships/notesMaster" Target="/ppt/notesMasters/notesMaster1.xml" Id="R8a598012971a49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f1b459f4db4338" /><Relationship Type="http://schemas.openxmlformats.org/officeDocument/2006/relationships/notesMaster" Target="/ppt/notesMasters/notesMaster1.xml" Id="R61e0c84c74ec43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ecf2fed4844f2c" /><Relationship Type="http://schemas.openxmlformats.org/officeDocument/2006/relationships/notesMaster" Target="/ppt/notesMasters/notesMaster1.xml" Id="Rac67343a1f4048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bf4223535d4cce" /><Relationship Type="http://schemas.openxmlformats.org/officeDocument/2006/relationships/notesMaster" Target="/ppt/notesMasters/notesMaster1.xml" Id="R89a55ede46414d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f6f21582bb4fe7" /><Relationship Type="http://schemas.openxmlformats.org/officeDocument/2006/relationships/notesMaster" Target="/ppt/notesMasters/notesMaster1.xml" Id="R7100b6ae83e74da8" /></Relationships>
</file>

<file path=ppt/notesSlides/_rels/t3_reference_for_slide2.xml.rels><?xml version='1.0' encoding='UTF-8' standalone='yes'?>
<Relationships xmlns="http://schemas.openxmlformats.org/package/2006/relationships"><Relationship Type="http://schemas.openxmlformats.org/officeDocument/2006/relationships/slide" Target="../slides/slide2.xml" Id="Rf2b1281bfa7b45ef"/><Relationship Type="http://schemas.openxmlformats.org/officeDocument/2006/relationships/notesMaster" Target="../notesMasters/notesMaster1.xml" Id="Rb2a691c2ba83488b"/></Relationships>
</file>

<file path=ppt/notesSlides/_rels/t3_reference_for_slide3.xml.rels><?xml version='1.0' encoding='UTF-8' standalone='yes'?>
<Relationships xmlns="http://schemas.openxmlformats.org/package/2006/relationships"><Relationship Type="http://schemas.openxmlformats.org/officeDocument/2006/relationships/slide" Target="../slides/slide3.xml" Id="R75a2e6d117e04f42"/><Relationship Type="http://schemas.openxmlformats.org/officeDocument/2006/relationships/notesMaster" Target="../notesMasters/notesMaster1.xml" Id="R8293baa5ddd041f3"/></Relationships>
</file>

<file path=ppt/notesSlides/_rels/t3_reference_for_slide4.xml.rels><?xml version='1.0' encoding='UTF-8' standalone='yes'?>
<Relationships xmlns="http://schemas.openxmlformats.org/package/2006/relationships"><Relationship Type="http://schemas.openxmlformats.org/officeDocument/2006/relationships/slide" Target="../slides/slide4.xml" Id="R97b652ac645144b5"/><Relationship Type="http://schemas.openxmlformats.org/officeDocument/2006/relationships/notesMaster" Target="../notesMasters/notesMaster1.xml" Id="Rc09e3da7f6e045d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Tutorial 5: Pulse Modulation. Teaching Assistants: WANG, Runbang; TIAN, Feng.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pulse replaces the sinusoid as the signal shape. Compare the response to one changing sample: height for PAM, width for PDM, and time position for PPM. Only PAM is developed here. Source: Fall2026/Note7_PAM.pdf, pp.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a value every Ts seconds. Represent the sample as a weighted ideal impulse, then replace each impulse by the unit-height pulse h(t). The signal s(t) remains continuous-time. All three plots use the same sample values, including their signs. T&lt;Ts makes the pulses distinct. Source: Fall2026/Note7_PAM.pdf,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the same pulse signal from the convolution m_delta*h. Substitute the complete impulse sum into the convolution, exchange the sum and integral, and use the delta sifting property. Only the pulse at each sample time survives. This establishes the preceding visual construction without a new signal model. Source: Fall2026/Note7_PAM.pdf, pp.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periodic impulse train has a Fourier series. On the centered period only the impulse at zero contributes to the coefficient integral. Thus every Fourier-series coefficient is 1/Ts. The complex exponentials are used solely to locate frequency copies of the same sampled signal. Source: Fall2026/Note7_PAM.pdf, pp.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Multiply the established impulse-train Fourier series by m(t), then take its Fourier transform term by term. Each modulation by exp(j2pi*k*fs*t) shifts M to k*fs. The animation copies the same spectrum to those centers. Spectral heights in the illustration are normalized by the common factor 1/Ts. Source: Fall2026/Note7_PAM.pdf, pp.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same strictly bandlimited message while changing fs. Each copy has edges k*fs-W and k*fs+W. Adjacent supports do not overlap when W&lt;=fs-W, yielding fs&gt;=2W as in Note 7. Equality requires the usual treatment of spectral endpoints; the illustrated safely separated case uses fs&gt;2W. Arbitrary tones at the Nyquist boundary need additional qualifications. Source: Fall2026/Note7_PAM.pdf, pp.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 the same causal rectangular pulse used to form s. Integrate exp(-j2pi*f*t) over 0&lt;t&lt;T, factor out exp(-j*pi*f*T), and use the sine identity. sinc(x)=sin(pi*x)/(pi*x). Keep the phase factor; the plot displays magnitude only, normalized by T. H(0)=T by continuity. Source: Fall2026/Note7_PAM.pdf, pp.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s=m_delta*h, so S=M_delta H. The magnitude of each repeated spectrum is shaped by the magnitude of the same rectangular-pulse response. The figure uses fs=3W and T=1/(4W), and normalizes the common gains. The pulse spectrum has nonzero tails. Note 7 uses BT=1/T as the first-positive-null bandwidth convention; it is not strict spectral support, nor the full two-sided first-null span. With T&lt;Ts and fs&gt;=2W, this measure is at least 2W. Source: Fall2026/Note7_PAM.pdf, pp. 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transmitted flat-top pulses s(t), not an already-known message. Read each isolated pulse inside its flat region, for example at nTs+T/2. Its height equals m(nTs). Use these values to form the ideal sampled signal m_delta, to which the lecture reconstruction filter applies. Directly lowpass-filtering s would retain the pulse response H and is not the reconstruction route taught here. Source: Fall2026/Note7_PAM.pdf, pp.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same bandwidth and sampling assumptions, the ideal unity-gain lowpass with cutoff fs/2 passes only the central copy. Its output is m/Ts, so the separate gain Ts restores m. The complete filter response including that gain would be Ts*H_LP. This is the receiver route from the preceding sampled pulse heights. Source: Fall2026/Note7_PAM.pdf, pp.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same H_LP rectangle. Its inverse Fourier transform is h_LP(t). Evaluate the integral over -fs/2 to fs/2, combine the two exponentials using the sine identity, and identify fs*sinc(fs*t). The animation draws this impulse response and marks its zeros at integer nonzero multiples of Ts. Values at t=0 follow by continuity. Source: Fall2026/Note7_PAM.pdf, pp.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interpolation from the already established reconstruction system. Substitute the ideal impulse sample sum, exchange sum and integral, sift the impulse, substitute h_LP=fs*sinc(fs*t), and cancel Ts*fs=1. Every operation is retained. The result is the same g=m from the preceding frequency-domain argument, not a new reconstruction method. Source: Fall2026/Note7_PAM.pdf, pp.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Animate the established interpolation sum: each sample scales and shifts one sinc, and their sum is the reconstructed message. For a finite, exact demonstration the example has five nonzero samples at n=-2,-1,0,1,2, with values 0.5,1,-0.5,0.8,-0.3; all other integer samples are zero. This defines a valid bandlimited example as the displayed finite sinc sum. The light curve is its full sum, the black curve the current partial sum. The general formula remains infinite. At each sample instant its own sinc equals one and every other sinc equals zero, so the value is preserved. Source: Fall2026/Note7_PAM.pdf, pp. 16-17.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pulse heights for multiple messages. The commutator takes one sample from each of three messages during each interval Ts, placing them in successive time slots. A message is still sampled every Ts; the common stream has three times as many pulses. In this sequential illustration the actual sampling times are t_(n,i)=nTs+(i-1)Ts/3, not simultaneous samples from all channels. Input messages are bandlimited with fs&gt;=2W. Source: Fall2026/Note7_PAM.pdf, pp. 18-19.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decommutator uses the same slot assignment and timing clock to direct each pulse to the right message stream. Each stream then uses the same reconstruction filter, with its own known sample-time offset. The formula is the previous interpolation formula translated to the sample times t_(n,i). Timing synchronization is required; otherwise pulse heights can be assigned to the wrong channel. These ideal demonstrations omit transmission distortion and noise. Source: Fall2026/Note7_PAM.pdf, pp.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four outcomes of the same pulse-message path. Pulse height stores a sample; sampling creates copies which must remain separated; a reconstruction filter combines shifted sinc pulses to recover the message; TDM interleaves and separates several sample streams using synchronized slots. Conditions: strictly bandlimited messages, the sampling-theorem endpoint assumptions, isolated pulses with 0&lt;T&lt;Ts, and an ideal channel. Source: Fall2026/Note7_PAM.pdf, pp. 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locate PAM alongside the sinusoidal methods already studied. AM changes amplitude, PM adds message-dependent phase, FM puts the message into instantaneous frequency, and PAM puts samples into pulse heights. FDM shares frequency bands; TDM shares time slots. These are multiplexing choices and are not extra alternatives in the carrier-parameter list. Source for earlier methods: Fall2026/Notes 3-6.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user-approved closing picture previews the later course: the transmitter may include PCM, digital PAM and bandpass modulation; the channel r=h*s+n can introduce distortion/ISI and noise; matching receiver operations decode, detect or demodulate and reconstruct. These are topic locations, not three obligatory consecutive transmitter stages. PCM and digital modulation are not derived in this tutorial.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animated slides, contact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Recall the same message, transmitted signal, received signal and recovered message from Tutorials 3 and 4.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Use the established ideal channel r=s while generating and reconstructing the pulse signal.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Sinusoidal modulation and pulse modulation are branches of the same message-to-signal picture. The pulse-height branch uses h(t), following Note 7. AM, PM and FM provide the comparison with a sinusoidal carrier.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f3e82dbcee44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57ebc776434b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6351be014b43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b5240c53dd43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84e043b9724f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cca3a2f0f04887"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_rels/t3_reference_slideLayout1.xml.rels><?xml version='1.0' encoding='UTF-8' standalone='yes'?>
<Relationships xmlns="http://schemas.openxmlformats.org/package/2006/relationships"><Relationship Type="http://schemas.openxmlformats.org/officeDocument/2006/relationships/slideMaster" Target="../slideMasters/t3_reference_slideMaster1.xml" Id="R4825e161fbcc4f6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2D04D5-6D9F-4742-AA41-67E25B6D7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76877C-0C20-43E1-9A59-D490B31FBD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7A3CC5-8F87-4FB9-92C0-EE5FB4E17B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60BBE-D945-408D-AD8C-C65BFB07DD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39F0C8-D725-4BDC-A5D6-B880731E24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FBA60B-90C8-4F05-95BC-F1912E2DA2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4DBBF8-2970-4B38-9C09-7A585CBA78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56A0E3-5962-471B-A41A-A2529E53D3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B3248D-400C-4683-9E95-45C46401E5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CB9B07-0EB3-4D02-9FAB-023BC29EFC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d039ca037417d" /><Relationship Type="http://schemas.openxmlformats.org/officeDocument/2006/relationships/slideLayout" Target="/ppt/slideLayouts/slideLayout1.xml" Id="R8e0262d8a60c4069" /><Relationship Type="http://schemas.openxmlformats.org/officeDocument/2006/relationships/slideLayout" Target="/ppt/slideLayouts/slideLayout2.xml" Id="Rfac5aa1972854a7c" /><Relationship Type="http://schemas.openxmlformats.org/officeDocument/2006/relationships/slideLayout" Target="/ppt/slideLayouts/slideLayout3.xml" Id="Rd9b8e45a76d942e5" /><Relationship Type="http://schemas.openxmlformats.org/officeDocument/2006/relationships/slideLayout" Target="/ppt/slideLayouts/slideLayout4.xml" Id="R352e8f778e9a4555" /><Relationship Type="http://schemas.openxmlformats.org/officeDocument/2006/relationships/slideLayout" Target="/ppt/slideLayouts/slideLayout5.xml" Id="R83692627988c4292" /><Relationship Type="http://schemas.openxmlformats.org/officeDocument/2006/relationships/slideLayout" Target="/ppt/slideLayouts/slideLayout6.xml" Id="R856c5a7e9edb4e69"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_rels/t3_reference_slideMaster1.xml.rels><?xml version='1.0' encoding='UTF-8' standalone='yes'?>
<Relationships xmlns="http://schemas.openxmlformats.org/package/2006/relationships"><Relationship Type="http://schemas.openxmlformats.org/officeDocument/2006/relationships/theme" Target="theme/t3_reference_theme2.xml" Id="R28f210a4fae04f12"/><Relationship Type="http://schemas.openxmlformats.org/officeDocument/2006/relationships/slideLayout" Target="../slideLayouts/t3_reference_slideLayout1.xml" Id="R557c2c90296b48a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0262d8a60c4069"/>
    <p:sldLayoutId xmlns:r="http://schemas.openxmlformats.org/officeDocument/2006/relationships" id="2147483650" r:id="Rfac5aa1972854a7c"/>
    <p:sldLayoutId xmlns:r="http://schemas.openxmlformats.org/officeDocument/2006/relationships" id="2147483651" r:id="Rd9b8e45a76d942e5"/>
    <p:sldLayoutId xmlns:r="http://schemas.openxmlformats.org/officeDocument/2006/relationships" id="2147483652" r:id="R352e8f778e9a4555"/>
    <p:sldLayoutId xmlns:r="http://schemas.openxmlformats.org/officeDocument/2006/relationships" id="2147483653" r:id="R83692627988c4292"/>
    <p:sldLayoutId xmlns:r="http://schemas.openxmlformats.org/officeDocument/2006/relationships" id="2147483654" r:id="R856c5a7e9edb4e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3"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4"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3_reference_methods_slideLayout1.xml" Id="R894d6b03a80149df"/><Relationship Type="http://schemas.openxmlformats.org/officeDocument/2006/relationships/notesSlide" Target="/ppt/notesSlides/notesSlide1.xml" Id="R6ba92be88b0f42f6"/><Relationship Id="rIdNav0" Type="http://schemas.openxmlformats.org/officeDocument/2006/relationships/slide" Target="slide5.xml"/></Relationships>
</file>

<file path=ppt/slides/_rels/slide2.xml.rels><?xml version='1.0' encoding='UTF-8' standalone='yes'?>
<Relationships xmlns="http://schemas.openxmlformats.org/package/2006/relationships"><Relationship Type="http://schemas.openxmlformats.org/officeDocument/2006/relationships/slideLayout" Target="../slideLayouts/t3_reference_slideLayout1.xml" Id="Rc9cc3d9ae9b0472c"/><Relationship Type="http://schemas.openxmlformats.org/officeDocument/2006/relationships/image" Target="../media/t3_reference_031906d2cac28adde7f89947.png" Id="R4925c9d800124bea"/><Relationship Type="http://schemas.openxmlformats.org/officeDocument/2006/relationships/image" Target="../media/t3_reference_bef5e7d33655c75a3185167d.png" Id="R92919328109b4ee2"/><Relationship Type="http://schemas.openxmlformats.org/officeDocument/2006/relationships/image" Target="../media/t3_reference_7edf5427da0b4edbf70dbd03.png" Id="Rbb79f116db4448ec"/><Relationship Type="http://schemas.openxmlformats.org/officeDocument/2006/relationships/image" Target="../media/t3_reference_031906d2cac28adde7f89947.png" Id="R13a354839d804482"/><Relationship Type="http://schemas.openxmlformats.org/officeDocument/2006/relationships/image" Target="../media/t3_reference_0eba8e38aff55bbdf5b5b3e3.png" Id="Rc8fa9ac29cd84330"/><Relationship Type="http://schemas.openxmlformats.org/officeDocument/2006/relationships/notesSlide" Target="../notesSlides/t3_reference_for_slide2.xml" Id="R926b89b8196d4448"/><Relationship Id="rIdLatex21" Type="http://schemas.openxmlformats.org/officeDocument/2006/relationships/image" Target="../media/t3_reference_26d3f16e60b6958268157040.svg"/><Relationship Id="rIdLatex2" Type="http://schemas.openxmlformats.org/officeDocument/2006/relationships/image" Target="../media/t3_reference_761ca645dc84de71c8d43c74.svg"/><Relationship Id="rIdLatex3" Type="http://schemas.openxmlformats.org/officeDocument/2006/relationships/image" Target="../media/t3_reference_511826433d63e2834ed93e16.svg"/><Relationship Id="rIdLatex4" Type="http://schemas.openxmlformats.org/officeDocument/2006/relationships/image" Target="../media/t3_reference_26d3f16e60b6958268157040.svg"/><Relationship Id="rIdLatex15" Type="http://schemas.openxmlformats.org/officeDocument/2006/relationships/image" Target="../media/t3_reference_96d4b2b1112e43e4b078c0ef.svg"/></Relationships>
</file>

<file path=ppt/slides/_rels/slide3.xml.rels><?xml version='1.0' encoding='UTF-8' standalone='yes'?>
<Relationships xmlns="http://schemas.openxmlformats.org/package/2006/relationships"><Relationship Type="http://schemas.openxmlformats.org/officeDocument/2006/relationships/slideLayout" Target="../slideLayouts/t3_reference_slideLayout1.xml" Id="R259bec7b25e3421d"/><Relationship Type="http://schemas.openxmlformats.org/officeDocument/2006/relationships/image" Target="../media/t3_reference_031906d2cac28adde7f89947.png" Id="Rb951595dc83247cb"/><Relationship Type="http://schemas.openxmlformats.org/officeDocument/2006/relationships/image" Target="../media/t3_reference_bef5e7d33655c75a3185167d.png" Id="R6cc5d1d750464093"/><Relationship Type="http://schemas.openxmlformats.org/officeDocument/2006/relationships/image" Target="../media/t3_reference_7edf5427da0b4edbf70dbd03.png" Id="R8716de019fca4a98"/><Relationship Type="http://schemas.openxmlformats.org/officeDocument/2006/relationships/image" Target="../media/t3_reference_031906d2cac28adde7f89947.png" Id="R9494b625df204dcf"/><Relationship Type="http://schemas.openxmlformats.org/officeDocument/2006/relationships/notesSlide" Target="../notesSlides/t3_reference_for_slide3.xml" Id="Rd0f17640a5904cb9"/><Relationship Id="rIdLatex13" Type="http://schemas.openxmlformats.org/officeDocument/2006/relationships/image" Target="../media/t3_reference_26d3f16e60b6958268157040.svg"/><Relationship Id="rIdLatex2" Type="http://schemas.openxmlformats.org/officeDocument/2006/relationships/image" Target="../media/t3_reference_761ca645dc84de71c8d43c74.svg"/><Relationship Id="rIdLatex3" Type="http://schemas.openxmlformats.org/officeDocument/2006/relationships/image" Target="../media/t3_reference_511826433d63e2834ed93e16.svg"/><Relationship Id="rIdLatex4" Type="http://schemas.openxmlformats.org/officeDocument/2006/relationships/image" Target="../media/t3_reference_26d3f16e60b6958268157040.svg"/></Relationships>
</file>

<file path=ppt/slides/_rels/slide4.xml.rels><?xml version='1.0' encoding='UTF-8' standalone='yes'?>
<Relationships xmlns="http://schemas.openxmlformats.org/package/2006/relationships"><Relationship Type="http://schemas.openxmlformats.org/officeDocument/2006/relationships/slideLayout" Target="../slideLayouts/t3_reference_slideLayout1.xml" Id="Rb08d97b390f74323"/><Relationship Type="http://schemas.openxmlformats.org/officeDocument/2006/relationships/image" Target="../media/t3_reference_bef5e7d33655c75a3185167d.png" Id="R43c9675d9fb14bb2"/><Relationship Type="http://schemas.openxmlformats.org/officeDocument/2006/relationships/image" Target="../media/t3_reference_031906d2cac28adde7f89947.png" Id="R6c33fe8690204575"/><Relationship Type="http://schemas.openxmlformats.org/officeDocument/2006/relationships/image" Target="../media/t3_reference_031906d2cac28adde7f89947.png" Id="Re6a39991428447d5"/><Relationship Type="http://schemas.openxmlformats.org/officeDocument/2006/relationships/image" Target="../media/t3_reference_30ed8fc11e3f95126e254723.png" Id="R81eaae8cb5ff4a78"/><Relationship Type="http://schemas.openxmlformats.org/officeDocument/2006/relationships/image" Target="../media/t3_reference_21be9c9c55cf70474f848f12.png" Id="Rd1e86a2e8e854418"/><Relationship Type="http://schemas.openxmlformats.org/officeDocument/2006/relationships/notesSlide" Target="../notesSlides/t3_reference_for_slide4.xml" Id="R3bd7aa62f43f4867"/><Relationship Id="rIdLatex2" Type="http://schemas.openxmlformats.org/officeDocument/2006/relationships/image" Target="../media/t3_reference_761ca645dc84de71c8d43c74.svg"/><Relationship Id="rIdLatex10" Type="http://schemas.openxmlformats.org/officeDocument/2006/relationships/image" Target="../media/t3_reference_39c9fa2bd7a3f8ad9e35db0d.svg"/><Relationship Id="rIdLatex11" Type="http://schemas.openxmlformats.org/officeDocument/2006/relationships/image" Target="../media/t3_reference_3519d41b4a364dc37d943e8f.svg"/><Relationship Id="rIdLatex58" Type="http://schemas.openxmlformats.org/officeDocument/2006/relationships/image" Target="../media/t3_reference_26d3f16e60b6958268157040.svg"/><Relationship Id="rIdLatex59" Type="http://schemas.openxmlformats.org/officeDocument/2006/relationships/image" Target="../media/t3_reference_26d3f16e60b6958268157040.svg"/><Relationship Type="http://schemas.openxmlformats.org/officeDocument/2006/relationships/image" Target="/ppt/media/image.png" Id="rIdNote7Pulse13"/><Relationship Id="rIdNote7Pulse14" Type="http://schemas.openxmlformats.org/officeDocument/2006/relationships/image" Target="../media/t4_b68796db1ac3656bfebabb53.svg"/><Relationship Id="rIdNav0" Type="http://schemas.openxmlformats.org/officeDocument/2006/relationships/slide" Target="slide21.xml"/><Relationship Id="rIdNav1" Type="http://schemas.openxmlformats.org/officeDocument/2006/relationships/slide" Target="slide5.xml"/><Relationship Id="rIdNav2" Type="http://schemas.openxmlformats.org/officeDocument/2006/relationships/slide" Target="slide21.xml"/><Relationship Id="rIdNav3" Type="http://schemas.openxmlformats.org/officeDocument/2006/relationships/slide" Target="slide21.xml"/><Relationship Id="rIdNav4" Type="http://schemas.openxmlformats.org/officeDocument/2006/relationships/slide" Target="slide5.xml"/><Relationship Id="rIdNav5" Type="http://schemas.openxmlformats.org/officeDocument/2006/relationships/slide" Target="slide5.xml"/></Relationships>
</file>

<file path=ppt/slides/_rels/slide5.xml.rels><?xml version='1.0' encoding='UTF-8' standalone='yes'?>
<Relationships xmlns="http://schemas.openxmlformats.org/package/2006/relationships"><Relationship Type="http://schemas.openxmlformats.org/officeDocument/2006/relationships/slideLayout" Target="../slideLayouts/t3_reference_methods_slideLayout1.xml" Id="R706bfa546c9d46ef"/><Relationship Type="http://schemas.openxmlformats.org/officeDocument/2006/relationships/image" Target="/ppt/media/image2.png" Id="Rd2a3e41fa2c54d0c"/><Relationship Type="http://schemas.openxmlformats.org/officeDocument/2006/relationships/image" Target="/ppt/media/image3.png" Id="R4513d848b5cc4657"/><Relationship Type="http://schemas.openxmlformats.org/officeDocument/2006/relationships/image" Target="/ppt/media/image4.png" Id="R4ace19bdae154f93"/><Relationship Type="http://schemas.openxmlformats.org/officeDocument/2006/relationships/image" Target="/ppt/media/image5.png" Id="R64fd6c870f2342f3"/><Relationship Type="http://schemas.openxmlformats.org/officeDocument/2006/relationships/notesSlide" Target="/ppt/notesSlides/notesSlide5.xml" Id="Reef9d05ee88c4f75"/><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Nav0" Type="http://schemas.openxmlformats.org/officeDocument/2006/relationships/slide" Target="slide5.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2.png"/><Relationship Id="rIdT4ClickFrame2" Type="http://schemas.openxmlformats.org/officeDocument/2006/relationships/image" Target="../media/t4_click_90933bef116f790737104ee8eb8af44272d9d4f1fa6c78b65d77ce9e690ee7f7.png"/><Relationship Id="rIdT4ClickFrame3" Type="http://schemas.openxmlformats.org/officeDocument/2006/relationships/image" Target="../media/t4_click_d72245a883baa8172d60ee38ca0d1d8b5234a6786748785c0cb7b37749fff014.png"/><Relationship Id="rIdT4ClickFrame4" Type="http://schemas.openxmlformats.org/officeDocument/2006/relationships/image" Target="../media/t4_click_2bfd31a3cc2bd3bd7add5ccc2ab5c6cef1ce503fdbf65816f980580d65ccbdde.png"/><Relationship Id="rIdT4ClickFrame5" Type="http://schemas.openxmlformats.org/officeDocument/2006/relationships/image" Target="../media/t4_click_97d89702690c06279e55d99db913622768c760f1ac66e46a4a65cc0725356e81.png"/><Relationship Id="rIdT4ClickFrame6" Type="http://schemas.openxmlformats.org/officeDocument/2006/relationships/image" Target="../media/t4_click_0c52b95f5d875d43b507a82968b01a7f2f2c8fbebe6b7141d7581000b83ae561.png"/><Relationship Id="rIdT4ClickFrame7" Type="http://schemas.openxmlformats.org/officeDocument/2006/relationships/image" Target="../media/t4_click_8a64b4ab671cd30a031d325db6beb42748414a1586b83e2e1d993cd66637022e.png"/><Relationship Id="rIdT4ClickFrame8" Type="http://schemas.openxmlformats.org/officeDocument/2006/relationships/image" Target="../media/t4_click_21f7deec1f597bc001d8e29598680cfdb97c5356f5980179434d449b8a689946.png"/><Relationship Id="rIdT4ClickFrame9" Type="http://schemas.openxmlformats.org/officeDocument/2006/relationships/image" Target="../media/t4_click_6c04239125c89ddc455a8ff414e0a4fa3a595073979aa05418a42fdc72bdb81d.png"/><Relationship Id="rIdT4ClickFrame10" Type="http://schemas.openxmlformats.org/officeDocument/2006/relationships/image" Target="../media/t4_click_83f55f21ca0abad74b17550f8648fa664da1d0eda51ff0d23b7c5b43542f4e27.png"/><Relationship Id="rIdT4ClickFrame11" Type="http://schemas.openxmlformats.org/officeDocument/2006/relationships/image" Target="../media/t4_click_ab18b9a8efcb049f6ce319c1a033b84eb931217b69615c97a35efb0878e989de.png"/><Relationship Id="rIdT4ClickFrame12" Type="http://schemas.openxmlformats.org/officeDocument/2006/relationships/image" Target="../media/t4_click_17f4c9dc30904074982a5c89bec623c5113fc2ed1bfdcbdffd323ae2318ba5c2.png"/><Relationship Id="rIdT4ClickFrame13" Type="http://schemas.openxmlformats.org/officeDocument/2006/relationships/image" Target="../media/t4_click_96f50d8697d2244d3d52fa2a1828797088eaec11e223b27a9dbe7cf3a42df801.png"/><Relationship Id="rIdT4ClickFrame14" Type="http://schemas.openxmlformats.org/officeDocument/2006/relationships/image" Target="../media/t4_click_265fd8eed4115c2aa5d986f5002c616e3b8a0fc4cf102cfe6dc0d7e70c85590c.png"/><Relationship Id="rIdT4ClickFrame15" Type="http://schemas.openxmlformats.org/officeDocument/2006/relationships/image" Target="../media/t4_click_550e107c3aa332d24bac962c0fa3a74031c36cab7919642f6346b6fe5df2c123.png"/><Relationship Id="rIdT4ClickFrame16" Type="http://schemas.openxmlformats.org/officeDocument/2006/relationships/image" Target="../media/t4_click_87c8f3fc3395c8370d6aafd350a9ba37b383e20bda53bdec8f2bb4f50b440107.png"/><Relationship Id="rIdT4ClickFrame17" Type="http://schemas.openxmlformats.org/officeDocument/2006/relationships/image" Target="../media/t4_click_07eaf5036fea288236d03019fa098ec5c3cd63d574415e513e396c1c750e8380.png"/><Relationship Id="rIdT4ClickFrame18" Type="http://schemas.openxmlformats.org/officeDocument/2006/relationships/image" Target="../media/t4_click_0ec27e9173989f704548ec93e19950da7586fae52de9d44ef6a4902b291f3b55.png"/><Relationship Id="rIdT4ClickFrame19" Type="http://schemas.openxmlformats.org/officeDocument/2006/relationships/image" Target="../media/t4_click_042444b46e2ef9953dd96dc7763be5419fbe152dbc31ceb880590a81aec92dbc.png"/><Relationship Id="rIdT4ClickFrame20" Type="http://schemas.openxmlformats.org/officeDocument/2006/relationships/image" Target="../media/t4_click_9b4a8aa57717fb994927e4a31074a1331c5ef849b605e4dd0dd15b4668d7e955.png"/><Relationship Id="rIdT4ClickFrame21" Type="http://schemas.openxmlformats.org/officeDocument/2006/relationships/image" Target="../media/t4_click_40ea714c745461330504f2852d46ae19e892bd94e93fdb3664f97029238ce8c7.png"/><Relationship Id="rIdT4ClickFrame22" Type="http://schemas.openxmlformats.org/officeDocument/2006/relationships/image" Target="../media/t4_click_24ea5bdd0f808fbb71de2c59eefd699cf748c67e5c77f798d83415e8878ecf08.png"/><Relationship Id="rIdT4ClickFrame23" Type="http://schemas.openxmlformats.org/officeDocument/2006/relationships/image" Target="../media/t4_click_15d935d6aa2bde6bf509eefb6c44f34fcff41dab0f121bc12b40632c93abbf91.png"/><Relationship Id="rIdT4ClickFrame24" Type="http://schemas.openxmlformats.org/officeDocument/2006/relationships/image" Target="../media/t4_click_0c48818783f1b33c5c47f4a180931f21e3f0821685ce7b5d3e21afc32e1c33a7.png"/><Relationship Id="rIdT4ClickFrame25" Type="http://schemas.openxmlformats.org/officeDocument/2006/relationships/image" Target="../media/t4_click_d6b3ae6e22723cd361ab0ada656665b5c0935cf74edd02f7e607d04fd2e29085.png"/><Relationship Id="rIdT4ClickFrame26" Type="http://schemas.openxmlformats.org/officeDocument/2006/relationships/image" Target="../media/t4_click_9a796c86942520af3290cfbe3fd7c8d06b7e02e2797cd288253df7455b5b6b92.png"/><Relationship Id="rIdT4ClickFrame27" Type="http://schemas.openxmlformats.org/officeDocument/2006/relationships/image" Target="../media/t4_click_30ae082256aea4471d9bb2c8ca95610dab6359654b25c536fd8378cf199d3193.png"/><Relationship Id="rIdT4ClickFrame28" Type="http://schemas.openxmlformats.org/officeDocument/2006/relationships/image" Target="../media/t4_click_3d0f2349b1f9e714bfdd5ad4eb5e315a4e35ce49a91dfef0907137cea3c24a9a.png"/><Relationship Id="rIdT4ClickFrame29" Type="http://schemas.openxmlformats.org/officeDocument/2006/relationships/image" Target="../media/t4_click_b1e7b08b6946b645a020575e79a37368cc7e827b985a7583b8cd59a33a6dc555.png"/></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10fbb757c75348c3"/><Relationship Type="http://schemas.openxmlformats.org/officeDocument/2006/relationships/image" Target="/ppt/media/image6.png" Id="R4f78358e1abf41db"/><Relationship Type="http://schemas.openxmlformats.org/officeDocument/2006/relationships/image" Target="../media/image3.png" Id="R8ba1b3664ff24a66"/><Relationship Type="http://schemas.openxmlformats.org/officeDocument/2006/relationships/image" Target="../media/image4.png" Id="Re9f6e80a7ca14f6d"/><Relationship Type="http://schemas.openxmlformats.org/officeDocument/2006/relationships/image" Target="../media/image5.png" Id="R8af24ebf903c401e"/><Relationship Type="http://schemas.openxmlformats.org/officeDocument/2006/relationships/image" Target="/ppt/media/image10.png" Id="R048a92c32d6c4f10"/><Relationship Type="http://schemas.openxmlformats.org/officeDocument/2006/relationships/image" Target="/ppt/media/image11.png" Id="Raab4e5dfa8a24a6e"/><Relationship Type="http://schemas.openxmlformats.org/officeDocument/2006/relationships/image" Target="/ppt/media/image12.png" Id="R4fe922a254ca4953"/><Relationship Type="http://schemas.openxmlformats.org/officeDocument/2006/relationships/notesSlide" Target="/ppt/notesSlides/notesSlide6.xml" Id="Rc29e96da7bb84663"/><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54ac20b5963654113876104.svg"/><Relationship Id="rIdMathSvg4" Type="http://schemas.openxmlformats.org/officeDocument/2006/relationships/image" Target="../media/t4_5a3e8e8d30a3d53d59ed94c2.svg"/><Relationship Id="rIdMathSvg5" Type="http://schemas.openxmlformats.org/officeDocument/2006/relationships/image" Target="../media/t4_13dc052cec8dd83c9ce4f300.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6.png"/><Relationship Id="rIdT4ClickFrame2" Type="http://schemas.openxmlformats.org/officeDocument/2006/relationships/image" Target="../media/t4_click_793470d2e7f963ac322603be7aae09de0311ba5f9df82a533f2a4d933d4c7bb7.png"/><Relationship Id="rIdT4ClickFrame3" Type="http://schemas.openxmlformats.org/officeDocument/2006/relationships/image" Target="../media/t4_click_793470d2e7f963ac322603be7aae09de0311ba5f9df82a533f2a4d933d4c7bb7.png"/><Relationship Id="rIdT4ClickFrame4" Type="http://schemas.openxmlformats.org/officeDocument/2006/relationships/image" Target="../media/t4_click_793470d2e7f963ac322603be7aae09de0311ba5f9df82a533f2a4d933d4c7bb7.png"/><Relationship Id="rIdT4ClickFrame5" Type="http://schemas.openxmlformats.org/officeDocument/2006/relationships/image" Target="../media/t4_click_793470d2e7f963ac322603be7aae09de0311ba5f9df82a533f2a4d933d4c7bb7.png"/><Relationship Id="rIdT4ClickFrame6" Type="http://schemas.openxmlformats.org/officeDocument/2006/relationships/image" Target="../media/t4_click_793470d2e7f963ac322603be7aae09de0311ba5f9df82a533f2a4d933d4c7bb7.png"/><Relationship Id="rIdT4ClickFrame7" Type="http://schemas.openxmlformats.org/officeDocument/2006/relationships/image" Target="../media/t4_click_2a29bd59f1d90cbc4509a3ac46becb4cac6fe3424d3e05785089da0334769762.png"/><Relationship Id="rIdT4ClickFrame8" Type="http://schemas.openxmlformats.org/officeDocument/2006/relationships/image" Target="../media/t4_click_2a29bd59f1d90cbc4509a3ac46becb4cac6fe3424d3e05785089da0334769762.png"/><Relationship Id="rIdT4ClickFrame9" Type="http://schemas.openxmlformats.org/officeDocument/2006/relationships/image" Target="../media/t4_click_2a29bd59f1d90cbc4509a3ac46becb4cac6fe3424d3e05785089da0334769762.png"/><Relationship Id="rIdT4ClickFrame10" Type="http://schemas.openxmlformats.org/officeDocument/2006/relationships/image" Target="../media/t4_click_2a29bd59f1d90cbc4509a3ac46becb4cac6fe3424d3e05785089da0334769762.png"/><Relationship Id="rIdT4ClickFrame11" Type="http://schemas.openxmlformats.org/officeDocument/2006/relationships/image" Target="../media/t4_click_2a29bd59f1d90cbc4509a3ac46becb4cac6fe3424d3e05785089da0334769762.png"/><Relationship Id="rIdT4ClickFrame12" Type="http://schemas.openxmlformats.org/officeDocument/2006/relationships/image" Target="../media/t4_click_2a29bd59f1d90cbc4509a3ac46becb4cac6fe3424d3e05785089da0334769762.png"/><Relationship Id="rIdT4ClickFrame13" Type="http://schemas.openxmlformats.org/officeDocument/2006/relationships/image" Target="../media/t4_click_4893165594dd44cf7fec9c9a7c1e0c840e71636e00c70a8e3930bc4dd9b5f3ce.png"/><Relationship Id="rIdT4ClickFrame14" Type="http://schemas.openxmlformats.org/officeDocument/2006/relationships/image" Target="../media/t4_click_4893165594dd44cf7fec9c9a7c1e0c840e71636e00c70a8e3930bc4dd9b5f3ce.png"/><Relationship Id="rIdT4ClickFrame15" Type="http://schemas.openxmlformats.org/officeDocument/2006/relationships/image" Target="../media/t4_click_4893165594dd44cf7fec9c9a7c1e0c840e71636e00c70a8e3930bc4dd9b5f3ce.png"/><Relationship Id="rIdT4ClickFrame16" Type="http://schemas.openxmlformats.org/officeDocument/2006/relationships/image" Target="../media/t4_click_4893165594dd44cf7fec9c9a7c1e0c840e71636e00c70a8e3930bc4dd9b5f3ce.png"/><Relationship Id="rIdT4ClickFrame17" Type="http://schemas.openxmlformats.org/officeDocument/2006/relationships/image" Target="../media/t4_click_4893165594dd44cf7fec9c9a7c1e0c840e71636e00c70a8e3930bc4dd9b5f3ce.png"/><Relationship Id="rIdT4ClickFrame18" Type="http://schemas.openxmlformats.org/officeDocument/2006/relationships/image" Target="../media/t4_click_d9c453799be1faeeef643f71a556079acd3971186a32771493c26512061e6b8d.png"/><Relationship Id="rIdT4ClickFrame19" Type="http://schemas.openxmlformats.org/officeDocument/2006/relationships/image" Target="../media/t4_click_d9c453799be1faeeef643f71a556079acd3971186a32771493c26512061e6b8d.png"/><Relationship Id="rIdT4ClickFrame20" Type="http://schemas.openxmlformats.org/officeDocument/2006/relationships/image" Target="../media/t4_click_d9c453799be1faeeef643f71a556079acd3971186a32771493c26512061e6b8d.png"/><Relationship Id="rIdT4ClickFrame21" Type="http://schemas.openxmlformats.org/officeDocument/2006/relationships/image" Target="../media/t4_click_d9c453799be1faeeef643f71a556079acd3971186a32771493c26512061e6b8d.png"/><Relationship Id="rIdT4ClickFrame22" Type="http://schemas.openxmlformats.org/officeDocument/2006/relationships/image" Target="../media/t4_click_d9c453799be1faeeef643f71a556079acd3971186a32771493c26512061e6b8d.png"/><Relationship Id="rIdT4ClickFrame23" Type="http://schemas.openxmlformats.org/officeDocument/2006/relationships/image" Target="../media/t4_click_d9c453799be1faeeef643f71a556079acd3971186a32771493c26512061e6b8d.png"/><Relationship Id="rIdT4ClickFrame24" Type="http://schemas.openxmlformats.org/officeDocument/2006/relationships/image" Target="../media/t4_click_98b2551907e5b23f90fb12263415e48c21ac910b530bb9ecf8d25f765ecf4a0f.png"/><Relationship Id="rIdT4ClickFrame25" Type="http://schemas.openxmlformats.org/officeDocument/2006/relationships/image" Target="../media/t4_click_98b2551907e5b23f90fb12263415e48c21ac910b530bb9ecf8d25f765ecf4a0f.png"/><Relationship Id="rIdT4ClickFrame26" Type="http://schemas.openxmlformats.org/officeDocument/2006/relationships/image" Target="../media/t4_click_98b2551907e5b23f90fb12263415e48c21ac910b530bb9ecf8d25f765ecf4a0f.png"/><Relationship Id="rIdT4ClickFrame27" Type="http://schemas.openxmlformats.org/officeDocument/2006/relationships/image" Target="../media/t4_click_98b2551907e5b23f90fb12263415e48c21ac910b530bb9ecf8d25f765ecf4a0f.png"/><Relationship Id="rIdT4ClickFrame28" Type="http://schemas.openxmlformats.org/officeDocument/2006/relationships/image" Target="../media/t4_click_98b2551907e5b23f90fb12263415e48c21ac910b530bb9ecf8d25f765ecf4a0f.png"/><Relationship Id="rIdT4ClickFrame29" Type="http://schemas.openxmlformats.org/officeDocument/2006/relationships/image" Target="../media/t4_click_98b2551907e5b23f90fb12263415e48c21ac910b530bb9ecf8d25f765ecf4a0f.png"/></Relationships>
</file>

<file path=ppt/slides/_rels/slide7.xml.rels><?xml version='1.0' encoding='UTF-8' standalone='yes'?>
<Relationships xmlns="http://schemas.openxmlformats.org/package/2006/relationships"><Relationship Type="http://schemas.openxmlformats.org/officeDocument/2006/relationships/slideLayout" Target="../slideLayouts/t3_reference_methods_slideLayout1.xml" Id="R86da0cbb60014483"/><Relationship Type="http://schemas.openxmlformats.org/officeDocument/2006/relationships/image" Target="../media/image3.png" Id="R511edc31ea8540d0"/><Relationship Type="http://schemas.openxmlformats.org/officeDocument/2006/relationships/image" Target="../media/image4.png" Id="Rdd3471304df943c2"/><Relationship Type="http://schemas.openxmlformats.org/officeDocument/2006/relationships/image" Target="../media/image5.png" Id="R1754df3266074ef1"/><Relationship Type="http://schemas.openxmlformats.org/officeDocument/2006/relationships/image" Target="../media/image10.png" Id="Ra962a0b8f44846d1"/><Relationship Type="http://schemas.openxmlformats.org/officeDocument/2006/relationships/image" Target="/ppt/media/image17.png" Id="Rb415edea749740a6"/><Relationship Type="http://schemas.openxmlformats.org/officeDocument/2006/relationships/image" Target="/ppt/media/image18.png" Id="Rf98e757ec1ee426f"/><Relationship Type="http://schemas.openxmlformats.org/officeDocument/2006/relationships/image" Target="../media/image4.png" Id="R621e2425d055410c"/><Relationship Type="http://schemas.openxmlformats.org/officeDocument/2006/relationships/image" Target="/ppt/media/image20.png" Id="R9dab370ad779480c"/><Relationship Type="http://schemas.openxmlformats.org/officeDocument/2006/relationships/image" Target="/ppt/media/image21.png" Id="R0986a00e97f5415c"/><Relationship Type="http://schemas.openxmlformats.org/officeDocument/2006/relationships/image" Target="/ppt/media/image22.png" Id="R5fb5a5a4f4504abd"/><Relationship Type="http://schemas.openxmlformats.org/officeDocument/2006/relationships/image" Target="/ppt/media/image23.png" Id="R365a650fe7914ed9"/><Relationship Type="http://schemas.openxmlformats.org/officeDocument/2006/relationships/image" Target="/ppt/media/image24.png" Id="R7fb27fd934994e51"/><Relationship Type="http://schemas.openxmlformats.org/officeDocument/2006/relationships/notesSlide" Target="/ppt/notesSlides/notesSlide7.xml" Id="R667fc08d44cb4eee"/><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54ac20b5963654113876104.svg"/><Relationship Id="rIdMathSvg4" Type="http://schemas.openxmlformats.org/officeDocument/2006/relationships/image" Target="../media/t4_dc1e8661140833ccffc79fb5.svg"/><Relationship Id="rIdMathSvg5" Type="http://schemas.openxmlformats.org/officeDocument/2006/relationships/image" Target="../media/t4_1acc7a199802548efe9d5626.svg"/><Relationship Id="rIdMathSvg6" Type="http://schemas.openxmlformats.org/officeDocument/2006/relationships/image" Target="../media/t4_0edcac1918780ba44e70a100.svg"/><Relationship Id="rIdMathSvg7" Type="http://schemas.openxmlformats.org/officeDocument/2006/relationships/image" Target="../media/t4_297a370dce73c7a4e46e120b.svg"/><Relationship Id="rIdMathSvg8" Type="http://schemas.openxmlformats.org/officeDocument/2006/relationships/image" Target="../media/t4_5a15a315ed6bb9ef8eb0c830.svg"/><Relationship Id="rIdMathSvg9" Type="http://schemas.openxmlformats.org/officeDocument/2006/relationships/image" Target="../media/t4_dd50a554c973996111714a40.svg"/><Relationship Id="rIdMathSvg10" Type="http://schemas.openxmlformats.org/officeDocument/2006/relationships/image" Target="../media/t4_9c8d6a1a4e8b0187c2859db4.svg"/><Relationship Id="rIdMathSvg11" Type="http://schemas.openxmlformats.org/officeDocument/2006/relationships/image" Target="../media/t4_72a6e3ad6d3a1f1751c8ace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8.xml.rels><?xml version='1.0' encoding='UTF-8' standalone='yes'?>
<Relationships xmlns="http://schemas.openxmlformats.org/package/2006/relationships"><Relationship Type="http://schemas.openxmlformats.org/officeDocument/2006/relationships/slideLayout" Target="../slideLayouts/t3_reference_methods_slideLayout1.xml" Id="R2007a8441b02483f"/><Relationship Type="http://schemas.openxmlformats.org/officeDocument/2006/relationships/image" Target="../media/image3.png" Id="Raef930ff6d4a4b3f"/><Relationship Type="http://schemas.openxmlformats.org/officeDocument/2006/relationships/image" Target="../media/image4.png" Id="R9d78d302c3be40f8"/><Relationship Type="http://schemas.openxmlformats.org/officeDocument/2006/relationships/image" Target="../media/image5.png" Id="Rcd5b8aff5db34718"/><Relationship Type="http://schemas.openxmlformats.org/officeDocument/2006/relationships/image" Target="/ppt/media/image28.png" Id="Rf12fd7ac2cbc4d1e"/><Relationship Type="http://schemas.openxmlformats.org/officeDocument/2006/relationships/image" Target="/ppt/media/image29.png" Id="Rd0550f5b7d4d4160"/><Relationship Type="http://schemas.openxmlformats.org/officeDocument/2006/relationships/image" Target="/ppt/media/image30.png" Id="R7b600332ac1849f4"/><Relationship Type="http://schemas.openxmlformats.org/officeDocument/2006/relationships/image" Target="/ppt/media/image31.png" Id="R49828d24548d488d"/><Relationship Type="http://schemas.openxmlformats.org/officeDocument/2006/relationships/image" Target="/ppt/media/image32.png" Id="R1de39fb15ec24385"/><Relationship Type="http://schemas.openxmlformats.org/officeDocument/2006/relationships/image" Target="/ppt/media/image33.png" Id="R24bdf6c4416342fb"/><Relationship Type="http://schemas.openxmlformats.org/officeDocument/2006/relationships/notesSlide" Target="/ppt/notesSlides/notesSlide8.xml" Id="R8c465963d72a4fe6"/><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982a7f61386c6b5ca587a11d.svg"/><Relationship Id="rIdMathSvg4" Type="http://schemas.openxmlformats.org/officeDocument/2006/relationships/image" Target="../media/t4_67b1eac6ea849c7a35171641.svg"/><Relationship Id="rIdMathSvg5" Type="http://schemas.openxmlformats.org/officeDocument/2006/relationships/image" Target="../media/t4_60d84d46810e6bf86fa19ad6.svg"/><Relationship Id="rIdMathSvg6" Type="http://schemas.openxmlformats.org/officeDocument/2006/relationships/image" Target="../media/t4_6869df0c437ea6792a98f20c.svg"/><Relationship Id="rIdMathSvg7" Type="http://schemas.openxmlformats.org/officeDocument/2006/relationships/image" Target="../media/t4_a3e495b8aac44f72af4d6224.svg"/><Relationship Id="rIdMathSvg8" Type="http://schemas.openxmlformats.org/officeDocument/2006/relationships/image" Target="../media/t4_465887ee9a801ec0b8dd8ab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9.xml.rels><?xml version='1.0' encoding='UTF-8' standalone='yes'?>
<Relationships xmlns="http://schemas.openxmlformats.org/package/2006/relationships"><Relationship Type="http://schemas.openxmlformats.org/officeDocument/2006/relationships/slideLayout" Target="../slideLayouts/t3_reference_methods_slideLayout1.xml" Id="R5560695c1c314e44"/><Relationship Type="http://schemas.openxmlformats.org/officeDocument/2006/relationships/image" Target="/ppt/media/image34.png" Id="R677c44ff1421424f"/><Relationship Type="http://schemas.openxmlformats.org/officeDocument/2006/relationships/image" Target="../media/image3.png" Id="Rdb115580bbfc4e5e"/><Relationship Type="http://schemas.openxmlformats.org/officeDocument/2006/relationships/image" Target="../media/image4.png" Id="R00f92bdf19f14474"/><Relationship Type="http://schemas.openxmlformats.org/officeDocument/2006/relationships/image" Target="../media/image5.png" Id="Rae1b391ab27946fd"/><Relationship Type="http://schemas.openxmlformats.org/officeDocument/2006/relationships/image" Target="/ppt/media/image38.png" Id="R4fab079f287043ab"/><Relationship Type="http://schemas.openxmlformats.org/officeDocument/2006/relationships/image" Target="/ppt/media/image39.png" Id="R0ba4e50271064c17"/><Relationship Type="http://schemas.openxmlformats.org/officeDocument/2006/relationships/image" Target="/ppt/media/image40.png" Id="R0a4e88a1f0d04b3b"/><Relationship Type="http://schemas.openxmlformats.org/officeDocument/2006/relationships/image" Target="/ppt/media/image41.png" Id="R7b7eca6d2fab4ffb"/><Relationship Type="http://schemas.openxmlformats.org/officeDocument/2006/relationships/notesSlide" Target="/ppt/notesSlides/notesSlide9.xml" Id="R93a83456e5d44140"/><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38367e2d786911ce396878a.svg"/><Relationship Id="rIdMathSvg4" Type="http://schemas.openxmlformats.org/officeDocument/2006/relationships/image" Target="../media/t4_ed8a0e15c1b54d0c62fbc8f8.svg"/><Relationship Id="rIdMathSvg5" Type="http://schemas.openxmlformats.org/officeDocument/2006/relationships/image" Target="../media/t4_d9a2bf0cfbde3eca890a933d.svg"/><Relationship Id="rIdMathSvg6" Type="http://schemas.openxmlformats.org/officeDocument/2006/relationships/image" Target="../media/t4_6436dc02c4a5bf5c089c241b.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34.png"/><Relationship Id="rIdT4ClickFrame2" Type="http://schemas.openxmlformats.org/officeDocument/2006/relationships/image" Target="../media/t4_click_4cab53b53aa7957ecb754c9f78e2a4ff7649b96336d75f4ab50c3a44cb1bbc7a.png"/><Relationship Id="rIdT4ClickFrame3" Type="http://schemas.openxmlformats.org/officeDocument/2006/relationships/image" Target="../media/t4_click_032d7fd194c68b1530e1aefee5e5277904e0deedefccb050d246760093d2fa29.png"/><Relationship Id="rIdT4ClickFrame4" Type="http://schemas.openxmlformats.org/officeDocument/2006/relationships/image" Target="../media/t4_click_45a498266837ac6bf9d5e2d52e22fb0cc62324f01139a251c91c2f92de438b8a.png"/><Relationship Id="rIdT4ClickFrame5" Type="http://schemas.openxmlformats.org/officeDocument/2006/relationships/image" Target="../media/t4_click_8a5764df9d7fd6a93d60784563ff72d84f8681ab31404ea791b50542e1836af4.png"/><Relationship Id="rIdT4ClickFrame6" Type="http://schemas.openxmlformats.org/officeDocument/2006/relationships/image" Target="../media/t4_click_7255f1dd9db6807578c02a9dcc872c45fd6e581751288fb0e5a052efdcd278ef.png"/><Relationship Id="rIdT4ClickFrame7" Type="http://schemas.openxmlformats.org/officeDocument/2006/relationships/image" Target="../media/t4_click_e880eeb09792620333484eac70f1e91cba1ed24c0b6d4915ca3847d377edbdb5.png"/><Relationship Id="rIdT4ClickFrame8" Type="http://schemas.openxmlformats.org/officeDocument/2006/relationships/image" Target="../media/t4_click_93eee21c94a637b2ab4f70e690b01910ad6ddfb099c077d3c9c5c65867ae6f09.png"/><Relationship Id="rIdT4ClickFrame9" Type="http://schemas.openxmlformats.org/officeDocument/2006/relationships/image" Target="../media/t4_click_969243cf9ef99e327f5927b5c267de6850606c15ac5ee002c687fbaaf0757727.png"/><Relationship Id="rIdT4ClickFrame10" Type="http://schemas.openxmlformats.org/officeDocument/2006/relationships/image" Target="../media/t4_click_97e940de692578aae16137e9ab74e65e816964784e87e37e8cd6837a5e8339fd.png"/><Relationship Id="rIdT4ClickFrame11" Type="http://schemas.openxmlformats.org/officeDocument/2006/relationships/image" Target="../media/t4_click_d007ba330c808e4765c3518ab9073337b95bcff45de2549cbc4b34b16ae94b64.png"/><Relationship Id="rIdT4ClickFrame12" Type="http://schemas.openxmlformats.org/officeDocument/2006/relationships/image" Target="../media/t4_click_455b11bd7a9c14055f9c5e409cb738fa12266605a0c2556466ee294ba2a82bdc.png"/><Relationship Id="rIdT4ClickFrame13" Type="http://schemas.openxmlformats.org/officeDocument/2006/relationships/image" Target="../media/t4_click_eeb7d249b607cba325eb2fc871f7780cc6b9be64a374c1cf87af378d3ed3b2fa.png"/><Relationship Id="rIdT4ClickFrame14" Type="http://schemas.openxmlformats.org/officeDocument/2006/relationships/image" Target="../media/t4_click_4a7e59cee5ce73adad026f0674063bb7a7162724dfb595d55d531d26bc97b036.png"/><Relationship Id="rIdT4ClickFrame15" Type="http://schemas.openxmlformats.org/officeDocument/2006/relationships/image" Target="../media/t4_click_ab8ce9262c83d1837e07e85beeaf13c03a16771acf300a78db1da1793e5cbf8c.png"/><Relationship Id="rIdT4ClickFrame16" Type="http://schemas.openxmlformats.org/officeDocument/2006/relationships/image" Target="../media/t4_click_259eddc159e0501389dc7e0108a5d95335cf61d3d06527b62bb4449ed4489295.png"/><Relationship Id="rIdT4ClickFrame17" Type="http://schemas.openxmlformats.org/officeDocument/2006/relationships/image" Target="../media/t4_click_bd91733bc6785603013ccf7996a4382c8dae240c57f285aab67609c0c4027975.png"/><Relationship Id="rIdT4ClickFrame18" Type="http://schemas.openxmlformats.org/officeDocument/2006/relationships/image" Target="../media/t4_click_d76d3618482c72ddd9f9485d2d61b5ef59e355e9015430f21678670051fc3786.png"/><Relationship Id="rIdT4ClickFrame19" Type="http://schemas.openxmlformats.org/officeDocument/2006/relationships/image" Target="../media/t4_click_a0e2ee06de22f9d2458dac60cdb3b5126a5ccfcb8636fd9d86bf9769def810c0.png"/><Relationship Id="rIdT4ClickFrame20" Type="http://schemas.openxmlformats.org/officeDocument/2006/relationships/image" Target="../media/t4_click_8c7db847d3a894ab60ead93bdfb48ee61f65ab9229744fbf834958f13aecdad2.png"/><Relationship Id="rIdT4ClickFrame21" Type="http://schemas.openxmlformats.org/officeDocument/2006/relationships/image" Target="../media/t4_click_b2752937d8de18f2ecd097885f0f304c2e8867843556f7d743c0ac48e8d5dd05.png"/><Relationship Id="rIdT4ClickFrame22" Type="http://schemas.openxmlformats.org/officeDocument/2006/relationships/image" Target="../media/t4_click_a6a373cc6d12a636e34c0fd0156010099b4192bcb6e8061a13c745728194e9a4.png"/><Relationship Id="rIdT4ClickFrame23" Type="http://schemas.openxmlformats.org/officeDocument/2006/relationships/image" Target="../media/t4_click_5683b75a6027f1b8611a922c7b4614e2f75e8954b3f81aec7ec7febfd287737d.png"/><Relationship Id="rIdT4ClickFrame24" Type="http://schemas.openxmlformats.org/officeDocument/2006/relationships/image" Target="../media/t4_click_704e7a2ae9021f430f18988badbf5e9d410db5c2a2cbf39438ae4829ff1cd801.png"/><Relationship Id="rIdT4ClickFrame25" Type="http://schemas.openxmlformats.org/officeDocument/2006/relationships/image" Target="../media/t4_click_b1b2513e9ede1c420eb3933ab758a7fb9de7d15beb7a1307cd28cbb8b61c8db2.png"/><Relationship Id="rIdT4ClickFrame26" Type="http://schemas.openxmlformats.org/officeDocument/2006/relationships/image" Target="../media/t4_click_7462f03587778bb71df4594e2c02abd980ccf4a53f1a4a58e225183d7fce9b1f.png"/><Relationship Id="rIdT4ClickFrame27" Type="http://schemas.openxmlformats.org/officeDocument/2006/relationships/image" Target="../media/t4_click_9078f01e2cbd9f1c78ae60e1cb81a4d1c67a3da171cf5ac7fd770dfcc15a61e4.png"/><Relationship Id="rIdT4ClickFrame28" Type="http://schemas.openxmlformats.org/officeDocument/2006/relationships/image" Target="../media/t4_click_858318a5919bebea2363f33108025e98e796e32e14f04017826ab46d29a5dde0.png"/><Relationship Id="rIdT4ClickFrame29" Type="http://schemas.openxmlformats.org/officeDocument/2006/relationships/image" Target="../media/t4_click_601349c4202be02c0f82df366b4d617729c220514982b44b93189bd669351616.png"/></Relationships>
</file>

<file path=ppt/slides/_rels/slide10.xml.rels><?xml version='1.0' encoding='UTF-8' standalone='yes'?>
<Relationships xmlns="http://schemas.openxmlformats.org/package/2006/relationships"><Relationship Type="http://schemas.openxmlformats.org/officeDocument/2006/relationships/slideLayout" Target="../slideLayouts/t3_reference_methods_slideLayout1.xml" Id="Rd41c5f493e4c4062"/><Relationship Type="http://schemas.openxmlformats.org/officeDocument/2006/relationships/image" Target="/ppt/media/image42.png" Id="R47566abd86d8418d"/><Relationship Type="http://schemas.openxmlformats.org/officeDocument/2006/relationships/image" Target="/ppt/media/image43.png" Id="R07c9f95ae1a2428a"/><Relationship Type="http://schemas.openxmlformats.org/officeDocument/2006/relationships/image" Target="../media/image3.png" Id="Ree5416d630474427"/><Relationship Type="http://schemas.openxmlformats.org/officeDocument/2006/relationships/image" Target="../media/image4.png" Id="R56d11ff8e0ad49f8"/><Relationship Type="http://schemas.openxmlformats.org/officeDocument/2006/relationships/image" Target="../media/image5.png" Id="R54c90976fcf04953"/><Relationship Type="http://schemas.openxmlformats.org/officeDocument/2006/relationships/image" Target="/ppt/media/image47.png" Id="R54d3938f76f54486"/><Relationship Type="http://schemas.openxmlformats.org/officeDocument/2006/relationships/image" Target="/ppt/media/image48.png" Id="Rfe915d685c164e0a"/><Relationship Type="http://schemas.openxmlformats.org/officeDocument/2006/relationships/image" Target="/ppt/media/image49.png" Id="R7ab194f90b5a4e93"/><Relationship Type="http://schemas.openxmlformats.org/officeDocument/2006/relationships/image" Target="/ppt/media/image50.png" Id="R155910658a664753"/><Relationship Type="http://schemas.openxmlformats.org/officeDocument/2006/relationships/notesSlide" Target="/ppt/notesSlides/notesSlide10.xml" Id="R90c4854480d34729"/><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21b2e3b029eb6a33673d9a42.svg"/><Relationship Id="rIdMathSvg4" Type="http://schemas.openxmlformats.org/officeDocument/2006/relationships/image" Target="../media/t4_ccd897f63752e06ee0133426.svg"/><Relationship Id="rIdMathSvg5" Type="http://schemas.openxmlformats.org/officeDocument/2006/relationships/image" Target="../media/t4_611193e14630fb80061d5b6a.svg"/><Relationship Id="rIdMathSvg6" Type="http://schemas.openxmlformats.org/officeDocument/2006/relationships/image" Target="../media/t4_2769650259e67d036e09310a.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42.png"/><Relationship Id="rIdT4ClickFrame2" Type="http://schemas.openxmlformats.org/officeDocument/2006/relationships/image" Target="../media/t4_click_48668cacc76ff4e98d8d8f47fb31ad023df51f507fcccb430356858e74d7a7a9.png"/><Relationship Id="rIdT4ClickFrame3" Type="http://schemas.openxmlformats.org/officeDocument/2006/relationships/image" Target="../media/t4_click_185cdd5475185fdfe63b9303f2cc534e4653d5de81e396989e73c2bdcf292e2d.png"/><Relationship Id="rIdT4ClickFrame4" Type="http://schemas.openxmlformats.org/officeDocument/2006/relationships/image" Target="../media/t4_click_22f4475fedd492189f4c877ab840eaec296ad1328fc3d1a4e29c031be96e04cc.png"/><Relationship Id="rIdT4ClickFrame5" Type="http://schemas.openxmlformats.org/officeDocument/2006/relationships/image" Target="../media/t4_click_6204a3ad0146a0b3b2c35894f2391411289859acfbe019a8e270f09b722c86d7.png"/><Relationship Id="rIdT4ClickFrame6" Type="http://schemas.openxmlformats.org/officeDocument/2006/relationships/image" Target="../media/t4_click_b204be9123ab637cc3ea9d3c15dcc627285504034f0a604c93fad17415ea680b.png"/><Relationship Id="rIdT4ClickFrame7" Type="http://schemas.openxmlformats.org/officeDocument/2006/relationships/image" Target="../media/t4_click_c4ce079fe8d66de3b8884da521962de71d1f815247ee678db1b2d40f66927f92.png"/><Relationship Id="rIdT4ClickFrame8" Type="http://schemas.openxmlformats.org/officeDocument/2006/relationships/image" Target="../media/t4_click_64a659fc7e4a18020895970da5c376d3f638db631e184529692c1595b066639c.png"/><Relationship Id="rIdT4ClickFrame9" Type="http://schemas.openxmlformats.org/officeDocument/2006/relationships/image" Target="../media/t4_click_8e9fdb93a276c234a5764b5c408c87b56eae26f98280b072ef16a81c3a15a337.png"/><Relationship Id="rIdT4ClickFrame10" Type="http://schemas.openxmlformats.org/officeDocument/2006/relationships/image" Target="../media/t4_click_b8c1e6be676156d20bb8b65f4a154906847a14e55bdd9482a9766e9abc89d0a1.png"/><Relationship Id="rIdT4ClickFrame11" Type="http://schemas.openxmlformats.org/officeDocument/2006/relationships/image" Target="../media/t4_click_0bb9cdd4487a1ece62a79a0be446b848321577a6cd34ef76585adade0f64a729.png"/><Relationship Id="rIdT4ClickFrame12" Type="http://schemas.openxmlformats.org/officeDocument/2006/relationships/image" Target="../media/t4_click_ba39d5ce77b19fb2e49a62ff497c2a0e2f05179a46cda480663733c1bbf8c136.png"/><Relationship Id="rIdT4ClickFrame13" Type="http://schemas.openxmlformats.org/officeDocument/2006/relationships/image" Target="../media/t4_click_a554c94f5f883a192b9a6303cb53ceb6b7e0843694196bc3260e42da2ce054f3.png"/><Relationship Id="rIdT4ClickFrame14" Type="http://schemas.openxmlformats.org/officeDocument/2006/relationships/image" Target="../media/t4_click_65ffe508a27dcf55615cdacf06339f73b05236817770cb6de1b528159d7b10ce.png"/><Relationship Id="rIdT4ClickFrame15" Type="http://schemas.openxmlformats.org/officeDocument/2006/relationships/image" Target="../media/t4_click_dff0e37077e0e6389726328dd48bb04fb6ed963510f90a624704e33b8726d219.png"/><Relationship Id="rIdT4ClickFrame16" Type="http://schemas.openxmlformats.org/officeDocument/2006/relationships/image" Target="../media/t4_click_babb1aab8d46a931eabb68eca089580d929f1467acaa61c87b8b2295bb3a476d.png"/><Relationship Id="rIdT4ClickFrame17" Type="http://schemas.openxmlformats.org/officeDocument/2006/relationships/image" Target="../media/t4_click_566532c65de176cc408e26c2e8560eb1e6ef7b2cd1b10e17f3ee2e3b417ba955.png"/><Relationship Id="rIdT4ClickFrame18" Type="http://schemas.openxmlformats.org/officeDocument/2006/relationships/image" Target="../media/t4_click_ea25652ff9418ca366cdad70f728aaeb714bce97493bc29e4bbea53f02056d51.png"/><Relationship Id="rIdT4ClickFrame19" Type="http://schemas.openxmlformats.org/officeDocument/2006/relationships/image" Target="../media/t4_click_a044847dd5d54ea8e1381c7bfdec8af7a3cdd92f11a9a3e6af316d6335957218.png"/><Relationship Id="rIdT4ClickFrame20" Type="http://schemas.openxmlformats.org/officeDocument/2006/relationships/image" Target="../media/t4_click_247086a43ed086245860006bb96502ef78602c8deb034b0b744207099ae58fa0.png"/><Relationship Id="rIdT4ClickFrame21" Type="http://schemas.openxmlformats.org/officeDocument/2006/relationships/image" Target="../media/t4_click_5513c1bedbef886a113f6b7395c474c99ae0f6342d01d8b6d25474f5bf796846.png"/><Relationship Id="rIdT4ClickFrame22" Type="http://schemas.openxmlformats.org/officeDocument/2006/relationships/image" Target="../media/t4_click_c3d0eb6b22a13127ea6391384d85ff8bc857ce0823f6fbdbf9b44eb0aeefde6d.png"/><Relationship Id="rIdT4ClickFrame23" Type="http://schemas.openxmlformats.org/officeDocument/2006/relationships/image" Target="../media/image43.png"/><Relationship Id="rIdT4ClickFrame24" Type="http://schemas.openxmlformats.org/officeDocument/2006/relationships/image" Target="../media/image43.png"/><Relationship Id="rIdT4ClickFrame25" Type="http://schemas.openxmlformats.org/officeDocument/2006/relationships/image" Target="../media/image43.png"/><Relationship Id="rIdT4ClickFrame26" Type="http://schemas.openxmlformats.org/officeDocument/2006/relationships/image" Target="../media/image43.png"/><Relationship Id="rIdT4ClickFrame27" Type="http://schemas.openxmlformats.org/officeDocument/2006/relationships/image" Target="../media/image43.png"/><Relationship Id="rIdT4ClickFrame28" Type="http://schemas.openxmlformats.org/officeDocument/2006/relationships/image" Target="../media/image43.png"/><Relationship Id="rIdT4ClickFrame29" Type="http://schemas.openxmlformats.org/officeDocument/2006/relationships/image" Target="../media/image43.png"/><Relationship Id="rIdT4ClickFrame30" Type="http://schemas.openxmlformats.org/officeDocument/2006/relationships/image" Target="../media/image43.png"/><Relationship Id="rIdT4ClickFrame31" Type="http://schemas.openxmlformats.org/officeDocument/2006/relationships/image" Target="../media/image43.png"/><Relationship Id="rIdT4ClickFrame32" Type="http://schemas.openxmlformats.org/officeDocument/2006/relationships/image" Target="../media/image43.png"/><Relationship Id="rIdT4ClickFrame33" Type="http://schemas.openxmlformats.org/officeDocument/2006/relationships/image" Target="../media/image43.png"/><Relationship Id="rIdT4ClickFrame34" Type="http://schemas.openxmlformats.org/officeDocument/2006/relationships/image" Target="../media/image43.png"/><Relationship Id="rIdT4ClickFrame35" Type="http://schemas.openxmlformats.org/officeDocument/2006/relationships/image" Target="../media/image43.png"/><Relationship Id="rIdT4ClickFrame36" Type="http://schemas.openxmlformats.org/officeDocument/2006/relationships/image" Target="../media/image43.png"/><Relationship Id="rIdT4ClickFrame37" Type="http://schemas.openxmlformats.org/officeDocument/2006/relationships/image" Target="../media/image43.png"/><Relationship Id="rIdT4ClickFrame38" Type="http://schemas.openxmlformats.org/officeDocument/2006/relationships/image" Target="../media/image43.png"/><Relationship Id="rIdT4ClickFrame39" Type="http://schemas.openxmlformats.org/officeDocument/2006/relationships/image" Target="../media/t4_click_b810c67b52bb6f8027196061894b500423f7d08edcdafebb02256c196017c79b.png"/><Relationship Id="rIdT4ClickFrame40" Type="http://schemas.openxmlformats.org/officeDocument/2006/relationships/image" Target="../media/t4_click_97471041815b78e7a824a8b456718a61736b477aee8580cb54b495f8496e9d76.png"/><Relationship Id="rIdT4ClickFrame41" Type="http://schemas.openxmlformats.org/officeDocument/2006/relationships/image" Target="../media/t4_click_00a4807e3abd89fd7b8452e5d139a5f86f176e2302876469d4ee7db7267d23a3.png"/><Relationship Id="rIdT4ClickFrame42" Type="http://schemas.openxmlformats.org/officeDocument/2006/relationships/image" Target="../media/t4_click_fd8b74c7471a49b5595455f6404887e588c60c5705c57b3c263591bc84dcbedb.png"/><Relationship Id="rIdT4ClickFrame43" Type="http://schemas.openxmlformats.org/officeDocument/2006/relationships/image" Target="../media/t4_click_fd5b4827d0b0355cdb024855c2dd893b1fceb7cdc7881a45e20346de8ee7f859.png"/><Relationship Id="rIdT4ClickFrame44" Type="http://schemas.openxmlformats.org/officeDocument/2006/relationships/image" Target="../media/t4_click_1f3f78b587277e30d9cbbeb2c0bb0a8d041970ac3a37456c8695c0167db40a1c.png"/><Relationship Id="rIdT4ClickFrame45" Type="http://schemas.openxmlformats.org/officeDocument/2006/relationships/image" Target="../media/t4_click_1a6badd295fe38266731d249d1ae264d355213ad3a278a6d970bacfef25cacd8.png"/><Relationship Id="rIdT4ClickFrame46" Type="http://schemas.openxmlformats.org/officeDocument/2006/relationships/image" Target="../media/t4_click_6dbb73f6a2b3500e7dc8737fb757bf41ae8197c87202f0aef9ee291d9728e0c2.png"/><Relationship Id="rIdT4ClickFrame47" Type="http://schemas.openxmlformats.org/officeDocument/2006/relationships/image" Target="../media/t4_click_070758ac552c3d0408778a92eb30061de55e0d1985da92ba8e713b89b541e01f.png"/><Relationship Id="rIdT4ClickFrame48" Type="http://schemas.openxmlformats.org/officeDocument/2006/relationships/image" Target="../media/t4_click_41b12ae85c84e0547f9d5b9359df1d2c9aa64232b20134a5eb6614ecbfdec04f.png"/><Relationship Id="rIdT4ClickFrame49" Type="http://schemas.openxmlformats.org/officeDocument/2006/relationships/image" Target="../media/t4_click_7c2da9955c5b034bfd7327c9349eb04ef469334b3ec583be3619fee90ca1793e.png"/><Relationship Id="rIdT4ClickFrame50" Type="http://schemas.openxmlformats.org/officeDocument/2006/relationships/image" Target="../media/t4_click_c7744e9eb3f1542b7f7056e3406f51f77a9a67e816f5e3264eda7a6d72ad074d.png"/><Relationship Id="rIdT4ClickFrame51" Type="http://schemas.openxmlformats.org/officeDocument/2006/relationships/image" Target="../media/t4_click_e627022f9da894e11ead5062e0ceedbfa1f45031b4a8dbac470811baf8a1ee92.png"/><Relationship Id="rIdT4ClickFrame52" Type="http://schemas.openxmlformats.org/officeDocument/2006/relationships/image" Target="../media/t4_click_f517857ae5a615f33e94e47f8d3737df13d50791b34ef7351842f1c193b9d78c.png"/><Relationship Id="rIdT4ClickFrame53" Type="http://schemas.openxmlformats.org/officeDocument/2006/relationships/image" Target="../media/t4_click_e8995a7bf114e11673179aa33cfd40598c261dab825eaf963d2bf14f54f4f65e.png"/><Relationship Id="rIdT4ClickFrame54" Type="http://schemas.openxmlformats.org/officeDocument/2006/relationships/image" Target="../media/t4_click_599c37e318db67d544e3ed9088feec08ec8c5de135d06efc73343a3d323a74a5.png"/><Relationship Id="rIdT4ClickFrame55" Type="http://schemas.openxmlformats.org/officeDocument/2006/relationships/image" Target="../media/t4_click_5950192189e8accd02983027f9682dceb3d4bcf13d97e7b2afee0d3c0c9c1ea5.png"/><Relationship Id="rIdT4ClickFrame56" Type="http://schemas.openxmlformats.org/officeDocument/2006/relationships/image" Target="../media/t4_click_89806f8286e35e35c2146c3dafd27984c77e3a8d969d8f0fda7295b9aea52ba1.png"/><Relationship Id="rIdT4ClickFrame57" Type="http://schemas.openxmlformats.org/officeDocument/2006/relationships/image" Target="../media/t4_click_deec230322a54cde3e3de28d184500e25ccfdf7dc8dabd967fb82c6596770028.png"/><Relationship Id="rIdT4ClickFrame58" Type="http://schemas.openxmlformats.org/officeDocument/2006/relationships/image" Target="../media/image42.png"/></Relationships>
</file>

<file path=ppt/slides/_rels/slide11.xml.rels><?xml version='1.0' encoding='UTF-8' standalone='yes'?>
<Relationships xmlns="http://schemas.openxmlformats.org/package/2006/relationships"><Relationship Type="http://schemas.openxmlformats.org/officeDocument/2006/relationships/slideLayout" Target="../slideLayouts/t3_reference_methods_slideLayout1.xml" Id="R11511f0e66d44050"/><Relationship Type="http://schemas.openxmlformats.org/officeDocument/2006/relationships/image" Target="/ppt/media/image51.png" Id="Rd93f501e843442ae"/><Relationship Type="http://schemas.openxmlformats.org/officeDocument/2006/relationships/image" Target="/ppt/media/image52.png" Id="Rc59d9a2c5a5b4d15"/><Relationship Type="http://schemas.openxmlformats.org/officeDocument/2006/relationships/image" Target="../media/image4.png" Id="R6e3da81d3a374a68"/><Relationship Type="http://schemas.openxmlformats.org/officeDocument/2006/relationships/image" Target="../media/image5.png" Id="R66480f14403848b1"/><Relationship Type="http://schemas.openxmlformats.org/officeDocument/2006/relationships/image" Target="../media/image17.png" Id="R64633ea9889e4348"/><Relationship Type="http://schemas.openxmlformats.org/officeDocument/2006/relationships/image" Target="/ppt/media/image56.png" Id="R001af6548c114491"/><Relationship Type="http://schemas.openxmlformats.org/officeDocument/2006/relationships/image" Target="/ppt/media/image57.png" Id="Re896090d59c54786"/><Relationship Type="http://schemas.openxmlformats.org/officeDocument/2006/relationships/image" Target="/ppt/media/image58.png" Id="R4fd5c721cacd4604"/><Relationship Type="http://schemas.openxmlformats.org/officeDocument/2006/relationships/notesSlide" Target="/ppt/notesSlides/notesSlide11.xml" Id="R9d8181a7a8f04e54"/><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dc1e8661140833ccffc79fb5.svg"/><Relationship Id="rIdMathSvg4" Type="http://schemas.openxmlformats.org/officeDocument/2006/relationships/image" Target="../media/t4_faa270382904143f4bc2b17a.svg"/><Relationship Id="rIdMathSvg5" Type="http://schemas.openxmlformats.org/officeDocument/2006/relationships/image" Target="../media/t4_16a9506694f41b8a6c7e3208.svg"/><Relationship Id="rIdMathSvg6" Type="http://schemas.openxmlformats.org/officeDocument/2006/relationships/image" Target="../media/t4_fe962e1dcb283aef5fa3efb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9.xml"/><Relationship Id="rIdT4ClickFrame1" Type="http://schemas.openxmlformats.org/officeDocument/2006/relationships/image" Target="../media/image51.png"/><Relationship Id="rIdT4ClickFrame2" Type="http://schemas.openxmlformats.org/officeDocument/2006/relationships/image" Target="../media/t4_click_585305716919e8492680f93af44bba0d5e12160e297ac0f90f74ab225417c779.png"/><Relationship Id="rIdT4ClickFrame3" Type="http://schemas.openxmlformats.org/officeDocument/2006/relationships/image" Target="../media/t4_click_61e151cd4ea6c5332252ee400e219a1ea3d839ba0b2c4ef0f4cba4eb36f5e7e3.png"/><Relationship Id="rIdT4ClickFrame4" Type="http://schemas.openxmlformats.org/officeDocument/2006/relationships/image" Target="../media/t4_click_f14444faf830d232f5a6d0718be0aeeded50f11592dcce7fcb5b5bbcf1aa1892.png"/><Relationship Id="rIdT4ClickFrame5" Type="http://schemas.openxmlformats.org/officeDocument/2006/relationships/image" Target="../media/t4_click_19797279f465699d007e5c85b9554b4f6d48f691f8508d73dfffa8c25d65c640.png"/><Relationship Id="rIdT4ClickFrame6" Type="http://schemas.openxmlformats.org/officeDocument/2006/relationships/image" Target="../media/t4_click_840df2a36213f432a492f564f4fce86b080f31135920e15dd4bb7d0d93bcec7f.png"/><Relationship Id="rIdT4ClickFrame7" Type="http://schemas.openxmlformats.org/officeDocument/2006/relationships/image" Target="../media/t4_click_db69644ba3bc316a0472bb7250c9d1735462b3a4d2c1655f5b72a7a87a313710.png"/><Relationship Id="rIdT4ClickFrame8" Type="http://schemas.openxmlformats.org/officeDocument/2006/relationships/image" Target="../media/t4_click_19ae78920607e222f575b7ca359ba1b4aec7b4f9a7a5bc86f95e5a73f2c93651.png"/><Relationship Id="rIdT4ClickFrame9" Type="http://schemas.openxmlformats.org/officeDocument/2006/relationships/image" Target="../media/t4_click_31a90e999774e67231088df07084509f226cb9c32a7ff6b36166670ebb856cfd.png"/><Relationship Id="rIdT4ClickFrame10" Type="http://schemas.openxmlformats.org/officeDocument/2006/relationships/image" Target="../media/t4_click_6dc40adf3f8c0710acff5f7879dc3cdd6ea97d92503ca5e7364ab81e50b9bcaa.png"/><Relationship Id="rIdT4ClickFrame11" Type="http://schemas.openxmlformats.org/officeDocument/2006/relationships/image" Target="../media/t4_click_7fd41a8ddb740db2c456ad3c8d551d66599d83454f3cc5e9d4d0d7341e54470c.png"/><Relationship Id="rIdT4ClickFrame12" Type="http://schemas.openxmlformats.org/officeDocument/2006/relationships/image" Target="../media/t4_click_e858f9d3181218ffac153c18a05cd135f2a16b61d6d42b57ea4219ed611b15c4.png"/><Relationship Id="rIdT4ClickFrame13" Type="http://schemas.openxmlformats.org/officeDocument/2006/relationships/image" Target="../media/t4_click_96b9f3033d951e366c5b07a6c639f53a13319aa22386140eba04277d359621eb.png"/><Relationship Id="rIdT4ClickFrame14" Type="http://schemas.openxmlformats.org/officeDocument/2006/relationships/image" Target="../media/t4_click_52aa2b1d4e2a4fba6caf55f1891cdb69b024da845189579159078fe546b5c426.png"/><Relationship Id="rIdT4ClickFrame15" Type="http://schemas.openxmlformats.org/officeDocument/2006/relationships/image" Target="../media/t4_click_bec830c1c817db052d7919a8b01906f14909f37c17e6c582dcacb0dbdeffd48d.png"/><Relationship Id="rIdT4ClickFrame16" Type="http://schemas.openxmlformats.org/officeDocument/2006/relationships/image" Target="../media/t4_click_81aec954c922e62b916bd3dbe199cea7d18b0a9e85b3c845b6bae2435d9aafe1.png"/><Relationship Id="rIdT4ClickFrame17" Type="http://schemas.openxmlformats.org/officeDocument/2006/relationships/image" Target="../media/t4_click_d49719da6c7a67b41b40a2011bf8357aa65886305f83b7e85e92edd94f7b1540.png"/><Relationship Id="rIdT4ClickFrame18" Type="http://schemas.openxmlformats.org/officeDocument/2006/relationships/image" Target="../media/t4_click_32ce26927f41833cf9f67de13f39a4429035b5865c2609ccb2aaa7515655c389.png"/><Relationship Id="rIdT4ClickFrame19" Type="http://schemas.openxmlformats.org/officeDocument/2006/relationships/image" Target="../media/t4_click_20d20ecc748e584cfc2632bedf65cfcd39c35167734aa9e9b0670f9091e8d3b7.png"/><Relationship Id="rIdT4ClickFrame20" Type="http://schemas.openxmlformats.org/officeDocument/2006/relationships/image" Target="../media/t4_click_bffbaf8450d7accfde0d3bbeb4a4b0271c5d7b58a697a6e6d6ebe5e2ec976dfc.png"/><Relationship Id="rIdT4ClickFrame21" Type="http://schemas.openxmlformats.org/officeDocument/2006/relationships/image" Target="../media/t4_click_6e54d14b02fe4ca0c18ea8c0ce9322299e9f365cc3506068b032185cb8e9284b.png"/><Relationship Id="rIdT4ClickFrame22" Type="http://schemas.openxmlformats.org/officeDocument/2006/relationships/image" Target="../media/t4_click_48a1039a0affb5016cca045ae89ca5f97ea151bbb034718d609f6c617eaee9ea.png"/><Relationship Id="rIdT4ClickFrame23" Type="http://schemas.openxmlformats.org/officeDocument/2006/relationships/image" Target="../media/t4_click_57720f8e697eebf8f43d7dc0a9dc623b2b1c5efae1ce92eeb09c30cde0fe2022.png"/><Relationship Id="rIdT4ClickFrame24" Type="http://schemas.openxmlformats.org/officeDocument/2006/relationships/image" Target="../media/t4_click_2456e809ba4c949571dad2dc26dbd99f100a28a4818666b8ab8d8e02980d1cde.png"/><Relationship Id="rIdT4ClickFrame25" Type="http://schemas.openxmlformats.org/officeDocument/2006/relationships/image" Target="../media/t4_click_a8135f6b2e56c9f7d1099ff3d79402c053200ecb4b2f1689070533c6bad70a93.png"/><Relationship Id="rIdT4ClickFrame26" Type="http://schemas.openxmlformats.org/officeDocument/2006/relationships/image" Target="../media/t4_click_9be9784c5f8ead8e2ad1281be0fda36dc05334c48b8f99bb1d6bc309d124898c.png"/><Relationship Id="rIdT4ClickFrame27" Type="http://schemas.openxmlformats.org/officeDocument/2006/relationships/image" Target="../media/t4_click_debf3671b91c30ac8ea6cb4b102f927729c766d0c60e225dff0e39d31a5a695f.png"/><Relationship Id="rIdT4ClickFrame28" Type="http://schemas.openxmlformats.org/officeDocument/2006/relationships/image" Target="../media/t4_click_9272ec35080e6edd63925962ff079d2297e307955541f791e3788951364e8e22.png"/><Relationship Id="rIdT4ClickFrame29" Type="http://schemas.openxmlformats.org/officeDocument/2006/relationships/image" Target="../media/t4_click_9ada0c8e1dbbe3293b25bd47eaf587e80b4be43daaf7a1b17825b6fa4145a22d.png"/></Relationships>
</file>

<file path=ppt/slides/_rels/slide12.xml.rels><?xml version='1.0' encoding='UTF-8' standalone='yes'?>
<Relationships xmlns="http://schemas.openxmlformats.org/package/2006/relationships"><Relationship Type="http://schemas.openxmlformats.org/officeDocument/2006/relationships/slideLayout" Target="../slideLayouts/t3_reference_methods_slideLayout1.xml" Id="R619000c883a14fab"/><Relationship Type="http://schemas.openxmlformats.org/officeDocument/2006/relationships/image" Target="/ppt/media/image59.png" Id="R4faadfbd91a7464f"/><Relationship Type="http://schemas.openxmlformats.org/officeDocument/2006/relationships/image" Target="../media/image52.png" Id="Rd82fa2f2e7164ad9"/><Relationship Type="http://schemas.openxmlformats.org/officeDocument/2006/relationships/image" Target="../media/image4.png" Id="R09c28c1722c04173"/><Relationship Type="http://schemas.openxmlformats.org/officeDocument/2006/relationships/image" Target="../media/image5.png" Id="R97cdb6f2f2c1422a"/><Relationship Type="http://schemas.openxmlformats.org/officeDocument/2006/relationships/image" Target="/ppt/media/image63.png" Id="R59ef2252d1f1475f"/><Relationship Type="http://schemas.openxmlformats.org/officeDocument/2006/relationships/image" Target="/ppt/media/image64.png" Id="Ra15aa1640f784722"/><Relationship Type="http://schemas.openxmlformats.org/officeDocument/2006/relationships/image" Target="/ppt/media/image65.png" Id="Ra8a1fcdd8a304e95"/><Relationship Type="http://schemas.openxmlformats.org/officeDocument/2006/relationships/notesSlide" Target="/ppt/notesSlides/notesSlide12.xml" Id="R0862751aa71443f5"/><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0b86908fb3fd6f878de6f4b6.svg"/><Relationship Id="rIdMathSvg4" Type="http://schemas.openxmlformats.org/officeDocument/2006/relationships/image" Target="../media/t4_ecf15116aa64cc73d417cef7.svg"/><Relationship Id="rIdMathSvg5" Type="http://schemas.openxmlformats.org/officeDocument/2006/relationships/image" Target="../media/t4_c3907a3387c91448324973cc.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9.xml"/><Relationship Id="rIdT4ClickFrame1" Type="http://schemas.openxmlformats.org/officeDocument/2006/relationships/image" Target="../media/image59.png"/><Relationship Id="rIdT4ClickFrame2" Type="http://schemas.openxmlformats.org/officeDocument/2006/relationships/image" Target="../media/t4_click_1d71cfe4f5542fd1e7e220a01a074179c1eac94aacbafb16b56174c083ab6be1.png"/><Relationship Id="rIdT4ClickFrame3" Type="http://schemas.openxmlformats.org/officeDocument/2006/relationships/image" Target="../media/t4_click_4a2af71c11ea381ab28b380663552f4f3c578726692003d0c55653e93ae43548.png"/><Relationship Id="rIdT4ClickFrame4" Type="http://schemas.openxmlformats.org/officeDocument/2006/relationships/image" Target="../media/t4_click_f52b224226dcc2666df374c4faa22e88a737caf7dd0f17c4f9887a4d01dc72a5.png"/><Relationship Id="rIdT4ClickFrame5" Type="http://schemas.openxmlformats.org/officeDocument/2006/relationships/image" Target="../media/t4_click_2e3dad3901f2aa374d543026237f98cfbbfb96960622d808530ca8be59cdaefe.png"/><Relationship Id="rIdT4ClickFrame6" Type="http://schemas.openxmlformats.org/officeDocument/2006/relationships/image" Target="../media/t4_click_92e6577d43046b27e3debfb4c256b21af19bd0943982d5d83dca4cbbc0341ef4.png"/><Relationship Id="rIdT4ClickFrame7" Type="http://schemas.openxmlformats.org/officeDocument/2006/relationships/image" Target="../media/t4_click_eec7c1af2ae5e2839cae9d8dcfad9c1a58167c12ccae2e414ad04d39dfad8c1b.png"/><Relationship Id="rIdT4ClickFrame8" Type="http://schemas.openxmlformats.org/officeDocument/2006/relationships/image" Target="../media/t4_click_6256bcd166f7e0976d1353ad2ab718bc7712327062b1c4e83169e83865029743.png"/><Relationship Id="rIdT4ClickFrame9" Type="http://schemas.openxmlformats.org/officeDocument/2006/relationships/image" Target="../media/t4_click_d81a6b7bbd40825bf45101e32440ae57b3001a76d9c3d3fcb105d4e34df5003c.png"/><Relationship Id="rIdT4ClickFrame10" Type="http://schemas.openxmlformats.org/officeDocument/2006/relationships/image" Target="../media/t4_click_a63fd7a461b0db549b6f78d34063449467906df4870638309f3e22b74a29a8a9.png"/><Relationship Id="rIdT4ClickFrame11" Type="http://schemas.openxmlformats.org/officeDocument/2006/relationships/image" Target="../media/t4_click_9105f2ee36c0a0374883e7ab3edcec1e3a0c7d13e99fdc32243dfa4c0188ad4e.png"/><Relationship Id="rIdT4ClickFrame12" Type="http://schemas.openxmlformats.org/officeDocument/2006/relationships/image" Target="../media/t4_click_040f4aea9c3cfca123a3dd1547182fbc410b02d7f637823b39cc81239d4b6669.png"/><Relationship Id="rIdT4ClickFrame13" Type="http://schemas.openxmlformats.org/officeDocument/2006/relationships/image" Target="../media/t4_click_d3bbd3ff1160c3aab988ac9a29123980c181d3bd7bc5e0c1405b00a0befdeda2.png"/><Relationship Id="rIdT4ClickFrame14" Type="http://schemas.openxmlformats.org/officeDocument/2006/relationships/image" Target="../media/t4_click_98bf20516e9bc07550fc0b7a9aa69549f4828dff87654908d191671314e01cc7.png"/><Relationship Id="rIdT4ClickFrame15" Type="http://schemas.openxmlformats.org/officeDocument/2006/relationships/image" Target="../media/t4_click_e3b3d0e2b5d1041865daf574ed42cf0202f6d5f83c268626e85fcc3321d5e2cd.png"/><Relationship Id="rIdT4ClickFrame16" Type="http://schemas.openxmlformats.org/officeDocument/2006/relationships/image" Target="../media/t4_click_5e64c528d7913a502a7a601acaffc5911cc1ba578b718a8e2372da3d1224e955.png"/><Relationship Id="rIdT4ClickFrame17" Type="http://schemas.openxmlformats.org/officeDocument/2006/relationships/image" Target="../media/t4_click_24e65a3bbd0576d2019fef0ef24973852d1313c254dc20cf8fd0aa5e8db5b316.png"/><Relationship Id="rIdT4ClickFrame18" Type="http://schemas.openxmlformats.org/officeDocument/2006/relationships/image" Target="../media/t4_click_f31719fefa83d453077a38f4763dec332017b035753505e2b75532db199e8e39.png"/><Relationship Id="rIdT4ClickFrame19" Type="http://schemas.openxmlformats.org/officeDocument/2006/relationships/image" Target="../media/t4_click_3a27263fe55125021d3400a63ed4c0c4c10e60ad6c3b66f093c8b461383ddb33.png"/><Relationship Id="rIdT4ClickFrame20" Type="http://schemas.openxmlformats.org/officeDocument/2006/relationships/image" Target="../media/t4_click_7cbc0c8e4fae497a41360e5e63e2d9fc485d6f95159f51154f383dfc84d71dd5.png"/><Relationship Id="rIdT4ClickFrame21" Type="http://schemas.openxmlformats.org/officeDocument/2006/relationships/image" Target="../media/t4_click_4993aa7147bd0cf416146b6af19b23e5eab5c59ba53f8375b83bafdd50b628e8.png"/><Relationship Id="rIdT4ClickFrame22" Type="http://schemas.openxmlformats.org/officeDocument/2006/relationships/image" Target="../media/t4_click_9c882e310c163a838733bb91c4757802868b64d160ea82972ae69b42ce40005f.png"/><Relationship Id="rIdT4ClickFrame23" Type="http://schemas.openxmlformats.org/officeDocument/2006/relationships/image" Target="../media/t4_click_34b99e81a9e46a10bc26371d6d45401bcc69a82134817c129c1d55265de72c95.png"/><Relationship Id="rIdT4ClickFrame24" Type="http://schemas.openxmlformats.org/officeDocument/2006/relationships/image" Target="../media/t4_click_87b0a45e2fc762fe011840ce7e88d4a4d6d1b71fc053f064239073575570b3a9.png"/><Relationship Id="rIdT4ClickFrame25" Type="http://schemas.openxmlformats.org/officeDocument/2006/relationships/image" Target="../media/t4_click_fb892b4ed6b92e2a5a15184221a7f02b57384de1a8a2234adf470f211abc78f6.png"/><Relationship Id="rIdT4ClickFrame26" Type="http://schemas.openxmlformats.org/officeDocument/2006/relationships/image" Target="../media/t4_click_8ee110029c917f7f56f39849ef9890da839cb45879d2fb2d77fa7a3370e8296d.png"/><Relationship Id="rIdT4ClickFrame27" Type="http://schemas.openxmlformats.org/officeDocument/2006/relationships/image" Target="../media/t4_click_8ad24fa52db78d2565ad0c4aeb69b3588ff071210eabaadbfba01cec85158240.png"/><Relationship Id="rIdT4ClickFrame28" Type="http://schemas.openxmlformats.org/officeDocument/2006/relationships/image" Target="../media/t4_click_4aebfb0a5695342e10848c8228e04584725eaca9bd90ce30bda8fb7bc97e6b2b.png"/><Relationship Id="rIdT4ClickFrame29" Type="http://schemas.openxmlformats.org/officeDocument/2006/relationships/image" Target="../media/t4_click_4394b21cf71f596415643d40af88b2d1c7bd00e05995ac7024bc80ea49bb1f61.png"/></Relationships>
</file>

<file path=ppt/slides/_rels/slide13.xml.rels><?xml version='1.0' encoding='UTF-8' standalone='yes'?>
<Relationships xmlns="http://schemas.openxmlformats.org/package/2006/relationships"><Relationship Type="http://schemas.openxmlformats.org/officeDocument/2006/relationships/slideLayout" Target="../slideLayouts/t3_reference_methods_slideLayout1.xml" Id="R4dcb26cbfbe647e2"/><Relationship Type="http://schemas.openxmlformats.org/officeDocument/2006/relationships/image" Target="/ppt/media/image66.png" Id="R6350222e130c47ae"/><Relationship Type="http://schemas.openxmlformats.org/officeDocument/2006/relationships/image" Target="../media/image52.png" Id="R1017cf7590f34ebd"/><Relationship Type="http://schemas.openxmlformats.org/officeDocument/2006/relationships/image" Target="../media/image4.png" Id="R4b0568245e8a4569"/><Relationship Type="http://schemas.openxmlformats.org/officeDocument/2006/relationships/image" Target="/ppt/media/image69.png" Id="Rc343eb0a9266434a"/><Relationship Type="http://schemas.openxmlformats.org/officeDocument/2006/relationships/image" Target="/ppt/media/image70.png" Id="R4ce8d46017274161"/><Relationship Type="http://schemas.openxmlformats.org/officeDocument/2006/relationships/image" Target="/ppt/media/image71.png" Id="Ra2c4b4a8766b4ac5"/><Relationship Type="http://schemas.openxmlformats.org/officeDocument/2006/relationships/image" Target="../media/image10.png" Id="Raffdf342f1014c76"/><Relationship Type="http://schemas.openxmlformats.org/officeDocument/2006/relationships/notesSlide" Target="/ppt/notesSlides/notesSlide13.xml" Id="R652e86e0964f4367"/><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ee5fc2a65ab0c6cca84444e8.svg"/><Relationship Id="rIdMathSvg4" Type="http://schemas.openxmlformats.org/officeDocument/2006/relationships/image" Target="../media/t4_fe59ee47b0f8b40ed29a0105.svg"/><Relationship Id="rIdMathSvg5" Type="http://schemas.openxmlformats.org/officeDocument/2006/relationships/image" Target="../media/t4_354ac20b596365411387610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66.png"/><Relationship Id="rIdT4ClickFrame2" Type="http://schemas.openxmlformats.org/officeDocument/2006/relationships/image" Target="../media/t4_click_3efb52e0df69c1a9286ba00d237f5a03efb65872aaad62309c83405245968396.png"/><Relationship Id="rIdT4ClickFrame3" Type="http://schemas.openxmlformats.org/officeDocument/2006/relationships/image" Target="../media/t4_click_3efb52e0df69c1a9286ba00d237f5a03efb65872aaad62309c83405245968396.png"/><Relationship Id="rIdT4ClickFrame4" Type="http://schemas.openxmlformats.org/officeDocument/2006/relationships/image" Target="../media/t4_click_3efb52e0df69c1a9286ba00d237f5a03efb65872aaad62309c83405245968396.png"/><Relationship Id="rIdT4ClickFrame5" Type="http://schemas.openxmlformats.org/officeDocument/2006/relationships/image" Target="../media/t4_click_3efb52e0df69c1a9286ba00d237f5a03efb65872aaad62309c83405245968396.png"/><Relationship Id="rIdT4ClickFrame6" Type="http://schemas.openxmlformats.org/officeDocument/2006/relationships/image" Target="../media/t4_click_3efb52e0df69c1a9286ba00d237f5a03efb65872aaad62309c83405245968396.png"/><Relationship Id="rIdT4ClickFrame7" Type="http://schemas.openxmlformats.org/officeDocument/2006/relationships/image" Target="../media/t4_click_254694dfe6d90553b13187426d7ac3f37bd8c167c12b85ec02bbf2ab1a119e79.png"/><Relationship Id="rIdT4ClickFrame8" Type="http://schemas.openxmlformats.org/officeDocument/2006/relationships/image" Target="../media/t4_click_254694dfe6d90553b13187426d7ac3f37bd8c167c12b85ec02bbf2ab1a119e79.png"/><Relationship Id="rIdT4ClickFrame9" Type="http://schemas.openxmlformats.org/officeDocument/2006/relationships/image" Target="../media/t4_click_254694dfe6d90553b13187426d7ac3f37bd8c167c12b85ec02bbf2ab1a119e79.png"/><Relationship Id="rIdT4ClickFrame10" Type="http://schemas.openxmlformats.org/officeDocument/2006/relationships/image" Target="../media/t4_click_254694dfe6d90553b13187426d7ac3f37bd8c167c12b85ec02bbf2ab1a119e79.png"/><Relationship Id="rIdT4ClickFrame11" Type="http://schemas.openxmlformats.org/officeDocument/2006/relationships/image" Target="../media/t4_click_254694dfe6d90553b13187426d7ac3f37bd8c167c12b85ec02bbf2ab1a119e79.png"/><Relationship Id="rIdT4ClickFrame12" Type="http://schemas.openxmlformats.org/officeDocument/2006/relationships/image" Target="../media/t4_click_254694dfe6d90553b13187426d7ac3f37bd8c167c12b85ec02bbf2ab1a119e79.png"/><Relationship Id="rIdT4ClickFrame13" Type="http://schemas.openxmlformats.org/officeDocument/2006/relationships/image" Target="../media/t4_click_f05bbac462b38d94861a256f318215d00e10f5a31048d9ad3e9bedfae38f4f93.png"/><Relationship Id="rIdT4ClickFrame14" Type="http://schemas.openxmlformats.org/officeDocument/2006/relationships/image" Target="../media/t4_click_f05bbac462b38d94861a256f318215d00e10f5a31048d9ad3e9bedfae38f4f93.png"/><Relationship Id="rIdT4ClickFrame15" Type="http://schemas.openxmlformats.org/officeDocument/2006/relationships/image" Target="../media/t4_click_f05bbac462b38d94861a256f318215d00e10f5a31048d9ad3e9bedfae38f4f93.png"/><Relationship Id="rIdT4ClickFrame16" Type="http://schemas.openxmlformats.org/officeDocument/2006/relationships/image" Target="../media/t4_click_f05bbac462b38d94861a256f318215d00e10f5a31048d9ad3e9bedfae38f4f93.png"/><Relationship Id="rIdT4ClickFrame17" Type="http://schemas.openxmlformats.org/officeDocument/2006/relationships/image" Target="../media/t4_click_f05bbac462b38d94861a256f318215d00e10f5a31048d9ad3e9bedfae38f4f93.png"/><Relationship Id="rIdT4ClickFrame18" Type="http://schemas.openxmlformats.org/officeDocument/2006/relationships/image" Target="../media/t4_click_edf6e484685450547391d9a6c362b52854ed351ff37c4ebfd82e88bae400571d.png"/><Relationship Id="rIdT4ClickFrame19" Type="http://schemas.openxmlformats.org/officeDocument/2006/relationships/image" Target="../media/t4_click_edf6e484685450547391d9a6c362b52854ed351ff37c4ebfd82e88bae400571d.png"/><Relationship Id="rIdT4ClickFrame20" Type="http://schemas.openxmlformats.org/officeDocument/2006/relationships/image" Target="../media/t4_click_edf6e484685450547391d9a6c362b52854ed351ff37c4ebfd82e88bae400571d.png"/><Relationship Id="rIdT4ClickFrame21" Type="http://schemas.openxmlformats.org/officeDocument/2006/relationships/image" Target="../media/t4_click_edf6e484685450547391d9a6c362b52854ed351ff37c4ebfd82e88bae400571d.png"/><Relationship Id="rIdT4ClickFrame22" Type="http://schemas.openxmlformats.org/officeDocument/2006/relationships/image" Target="../media/t4_click_edf6e484685450547391d9a6c362b52854ed351ff37c4ebfd82e88bae400571d.png"/><Relationship Id="rIdT4ClickFrame23" Type="http://schemas.openxmlformats.org/officeDocument/2006/relationships/image" Target="../media/t4_click_edf6e484685450547391d9a6c362b52854ed351ff37c4ebfd82e88bae400571d.png"/><Relationship Id="rIdT4ClickFrame24" Type="http://schemas.openxmlformats.org/officeDocument/2006/relationships/image" Target="../media/t4_click_08165f0f1de62b0ef00e04d99d051cd74372216c9468729ec3c155c0d8643acb.png"/><Relationship Id="rIdT4ClickFrame25" Type="http://schemas.openxmlformats.org/officeDocument/2006/relationships/image" Target="../media/t4_click_08165f0f1de62b0ef00e04d99d051cd74372216c9468729ec3c155c0d8643acb.png"/><Relationship Id="rIdT4ClickFrame26" Type="http://schemas.openxmlformats.org/officeDocument/2006/relationships/image" Target="../media/t4_click_08165f0f1de62b0ef00e04d99d051cd74372216c9468729ec3c155c0d8643acb.png"/><Relationship Id="rIdT4ClickFrame27" Type="http://schemas.openxmlformats.org/officeDocument/2006/relationships/image" Target="../media/t4_click_08165f0f1de62b0ef00e04d99d051cd74372216c9468729ec3c155c0d8643acb.png"/><Relationship Id="rIdT4ClickFrame28" Type="http://schemas.openxmlformats.org/officeDocument/2006/relationships/image" Target="../media/t4_click_08165f0f1de62b0ef00e04d99d051cd74372216c9468729ec3c155c0d8643acb.png"/><Relationship Id="rIdT4ClickFrame29" Type="http://schemas.openxmlformats.org/officeDocument/2006/relationships/image" Target="../media/t4_click_08165f0f1de62b0ef00e04d99d051cd74372216c9468729ec3c155c0d8643acb.png"/></Relationships>
</file>

<file path=ppt/slides/_rels/slide14.xml.rels><?xml version='1.0' encoding='UTF-8' standalone='yes'?>
<Relationships xmlns="http://schemas.openxmlformats.org/package/2006/relationships"><Relationship Type="http://schemas.openxmlformats.org/officeDocument/2006/relationships/slideLayout" Target="../slideLayouts/t3_reference_methods_slideLayout1.xml" Id="R2c38c9ed3df94cf1"/><Relationship Type="http://schemas.openxmlformats.org/officeDocument/2006/relationships/image" Target="/ppt/media/image73.png" Id="R3198f8e0bcc9434a"/><Relationship Type="http://schemas.openxmlformats.org/officeDocument/2006/relationships/image" Target="../media/image52.png" Id="R2d8c225029514a9b"/><Relationship Type="http://schemas.openxmlformats.org/officeDocument/2006/relationships/image" Target="../media/image4.png" Id="R55097ffb1f0f44e7"/><Relationship Type="http://schemas.openxmlformats.org/officeDocument/2006/relationships/image" Target="../media/image69.png" Id="R3717715453764db4"/><Relationship Type="http://schemas.openxmlformats.org/officeDocument/2006/relationships/image" Target="/ppt/media/image77.png" Id="R110b659a934744f3"/><Relationship Type="http://schemas.openxmlformats.org/officeDocument/2006/relationships/image" Target="/ppt/media/image78.png" Id="R75a9d5ba8bf74f69"/><Relationship Type="http://schemas.openxmlformats.org/officeDocument/2006/relationships/image" Target="/ppt/media/image79.png" Id="Rebd57478594e499f"/><Relationship Type="http://schemas.openxmlformats.org/officeDocument/2006/relationships/notesSlide" Target="/ppt/notesSlides/notesSlide14.xml" Id="Rb357846789324b2b"/><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e35a34089ea25771afcae9d3.svg"/><Relationship Id="rIdMathSvg4" Type="http://schemas.openxmlformats.org/officeDocument/2006/relationships/image" Target="../media/t4_56978a614a49352a4b081178.svg"/><Relationship Id="rIdMathSvg5" Type="http://schemas.openxmlformats.org/officeDocument/2006/relationships/image" Target="../media/t4_ab92023f421d7d4bb558e6c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73.png"/><Relationship Id="rIdT4ClickFrame2" Type="http://schemas.openxmlformats.org/officeDocument/2006/relationships/image" Target="../media/t4_click_d8147c26d8e7b8c9523cd6cb571748c28d1dcc636a328239f97e46e2abd76fd4.png"/><Relationship Id="rIdT4ClickFrame3" Type="http://schemas.openxmlformats.org/officeDocument/2006/relationships/image" Target="../media/t4_click_532d294c3d40b71d0d666a43f039c6c2f417f9d9d83ef722a74e2305d69e635c.png"/><Relationship Id="rIdT4ClickFrame4" Type="http://schemas.openxmlformats.org/officeDocument/2006/relationships/image" Target="../media/t4_click_32d2752c5b4e5c3e38e05e4e3d15d5ca3a85fe68bd3ab0c50a39539655bb5207.png"/><Relationship Id="rIdT4ClickFrame5" Type="http://schemas.openxmlformats.org/officeDocument/2006/relationships/image" Target="../media/t4_click_7be8950b7cecedc1838fad1c673fc8393f3df604d43f1ef54a0bf5c47d966b8e.png"/><Relationship Id="rIdT4ClickFrame6" Type="http://schemas.openxmlformats.org/officeDocument/2006/relationships/image" Target="../media/t4_click_0aa1c82c124986c09c66c09a72c1159fb8f51002ecc86df69411a2f557a7dc9e.png"/><Relationship Id="rIdT4ClickFrame7" Type="http://schemas.openxmlformats.org/officeDocument/2006/relationships/image" Target="../media/t4_click_552b283c8c39cd0d9da16be8352599610277b9befdfa1711ff5710286edfc654.png"/><Relationship Id="rIdT4ClickFrame8" Type="http://schemas.openxmlformats.org/officeDocument/2006/relationships/image" Target="../media/t4_click_510bd2ad8a29dd99977006c639c6fdbc1bd4e28fe6e3d3a5dacc14a98cb29255.png"/><Relationship Id="rIdT4ClickFrame9" Type="http://schemas.openxmlformats.org/officeDocument/2006/relationships/image" Target="../media/t4_click_4c503b19c8ee75c173656e41e3a807fd2af6674ab9917db987a135ded9419a93.png"/><Relationship Id="rIdT4ClickFrame10" Type="http://schemas.openxmlformats.org/officeDocument/2006/relationships/image" Target="../media/t4_click_d93eab2cc5289b760d6d6db52fbf9700e0908939ca54e77429ad3f7c4061d020.png"/><Relationship Id="rIdT4ClickFrame11" Type="http://schemas.openxmlformats.org/officeDocument/2006/relationships/image" Target="../media/t4_click_25f2ca58448058f5b4d545ac50fc5637d556231cd04347e3f7065b3d6df3655f.png"/><Relationship Id="rIdT4ClickFrame12" Type="http://schemas.openxmlformats.org/officeDocument/2006/relationships/image" Target="../media/t4_click_620d69c0f997ebcc7bb37d4c3458cbbb2f06847d1c10e731e136a3e626ac6c45.png"/><Relationship Id="rIdT4ClickFrame13" Type="http://schemas.openxmlformats.org/officeDocument/2006/relationships/image" Target="../media/t4_click_adf0064be1322642d9216bf87eda3095bce060c23e406a1ea0c3f790238d7650.png"/><Relationship Id="rIdT4ClickFrame14" Type="http://schemas.openxmlformats.org/officeDocument/2006/relationships/image" Target="../media/t4_click_b89cb7cf8a292883a9608cf417f95b73dd012ad8792ad857c36599f7a35581cc.png"/><Relationship Id="rIdT4ClickFrame15" Type="http://schemas.openxmlformats.org/officeDocument/2006/relationships/image" Target="../media/t4_click_bdb46710f134afdda91c138031a9df05a1f41e454404bdd6e283dfc6990db825.png"/><Relationship Id="rIdT4ClickFrame16" Type="http://schemas.openxmlformats.org/officeDocument/2006/relationships/image" Target="../media/t4_click_fd949e3e9b0f289b19c02fd0270dc73576cd98c47518288f897d9c63c0bc53c6.png"/><Relationship Id="rIdT4ClickFrame17" Type="http://schemas.openxmlformats.org/officeDocument/2006/relationships/image" Target="../media/t4_click_5bc8ddc2c1017c890e9d701a28a81124e398138642bc45653fb0032fb67a76e0.png"/><Relationship Id="rIdT4ClickFrame18" Type="http://schemas.openxmlformats.org/officeDocument/2006/relationships/image" Target="../media/t4_click_2dee9f1051c355d06e26e38681029ea75ed493d57826cb10dc01622881d0818b.png"/><Relationship Id="rIdT4ClickFrame19" Type="http://schemas.openxmlformats.org/officeDocument/2006/relationships/image" Target="../media/t4_click_fbad184a78dc920ee5f4e3e8c65d5dccea638a2e5d60680f4edae7a30cf60add.png"/><Relationship Id="rIdT4ClickFrame20" Type="http://schemas.openxmlformats.org/officeDocument/2006/relationships/image" Target="../media/t4_click_63593ac5479b0c034c146aeb3f0c17cb4edc5b197a0b38f8e0e82fb3c38c78eb.png"/><Relationship Id="rIdT4ClickFrame21" Type="http://schemas.openxmlformats.org/officeDocument/2006/relationships/image" Target="../media/t4_click_e9d4d9a4923402952dce80f46b4cf89c6dd6ad05eb9fc47e8bb3c529ff6ea0ab.png"/><Relationship Id="rIdT4ClickFrame22" Type="http://schemas.openxmlformats.org/officeDocument/2006/relationships/image" Target="../media/t4_click_581c5222cce7a26a152d2ba4127de59acf1007ef305d34469ed753535da550a1.png"/><Relationship Id="rIdT4ClickFrame23" Type="http://schemas.openxmlformats.org/officeDocument/2006/relationships/image" Target="../media/t4_click_72aefd07417119dac52d2ac4e68eb39a82fe5fa59ee46522c427efda27df298a.png"/><Relationship Id="rIdT4ClickFrame24" Type="http://schemas.openxmlformats.org/officeDocument/2006/relationships/image" Target="../media/t4_click_bf6c543294a38f028acc99de47e5a19231928b91591d91cecd96f7b9a0815b83.png"/><Relationship Id="rIdT4ClickFrame25" Type="http://schemas.openxmlformats.org/officeDocument/2006/relationships/image" Target="../media/t4_click_a260bc18386674a7ee6ba73390b384599275d685d6db5800d4a652d6d4298eae.png"/><Relationship Id="rIdT4ClickFrame26" Type="http://schemas.openxmlformats.org/officeDocument/2006/relationships/image" Target="../media/t4_click_3e5bd868b65fd5b0198be849f70abe56dfed44e1c83e0f056b7a2188d3f54606.png"/><Relationship Id="rIdT4ClickFrame27" Type="http://schemas.openxmlformats.org/officeDocument/2006/relationships/image" Target="../media/t4_click_ab11fe4caf891f66c9be65198cad322d92416c3e34b3b249a860bd3c210d2341.png"/><Relationship Id="rIdT4ClickFrame28" Type="http://schemas.openxmlformats.org/officeDocument/2006/relationships/image" Target="../media/t4_click_342693e4e2af96643e2f9848192501e67229d080192607c7617e20e37f500bbb.png"/><Relationship Id="rIdT4ClickFrame29" Type="http://schemas.openxmlformats.org/officeDocument/2006/relationships/image" Target="../media/t4_click_8210aa97dd7eb341d95b0ce723f7d3d61b28089988244b15b1fd2bfdf30ce21c.png"/></Relationships>
</file>

<file path=ppt/slides/_rels/slide15.xml.rels><?xml version='1.0' encoding='UTF-8' standalone='yes'?>
<Relationships xmlns="http://schemas.openxmlformats.org/package/2006/relationships"><Relationship Type="http://schemas.openxmlformats.org/officeDocument/2006/relationships/slideLayout" Target="../slideLayouts/t3_reference_methods_slideLayout1.xml" Id="R2670c5dfd9784c9c"/><Relationship Type="http://schemas.openxmlformats.org/officeDocument/2006/relationships/image" Target="/ppt/media/image80.png" Id="R48b7db8ed6694d8b"/><Relationship Type="http://schemas.openxmlformats.org/officeDocument/2006/relationships/image" Target="../media/image52.png" Id="R8628e8f75edf47af"/><Relationship Type="http://schemas.openxmlformats.org/officeDocument/2006/relationships/image" Target="../media/image4.png" Id="R0b58ce2db9b24a9e"/><Relationship Type="http://schemas.openxmlformats.org/officeDocument/2006/relationships/image" Target="../media/image69.png" Id="Rd4e9abc20c2a4456"/><Relationship Type="http://schemas.openxmlformats.org/officeDocument/2006/relationships/image" Target="/ppt/media/image84.png" Id="Rb80050e840e64987"/><Relationship Type="http://schemas.openxmlformats.org/officeDocument/2006/relationships/image" Target="/ppt/media/image85.png" Id="Rb214638db8fe4d51"/><Relationship Type="http://schemas.openxmlformats.org/officeDocument/2006/relationships/image" Target="/ppt/media/image86.png" Id="Rf7d58d26d187456b"/><Relationship Type="http://schemas.openxmlformats.org/officeDocument/2006/relationships/image" Target="/ppt/media/image87.png" Id="Rc748b0e076694b6b"/><Relationship Type="http://schemas.openxmlformats.org/officeDocument/2006/relationships/notesSlide" Target="/ppt/notesSlides/notesSlide15.xml" Id="Re9d6968e65d84f93"/><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b0cef3aa9b32979974aa93f6.svg"/><Relationship Id="rIdMathSvg4" Type="http://schemas.openxmlformats.org/officeDocument/2006/relationships/image" Target="../media/t4_66a6bee436273cb8a30010b8.svg"/><Relationship Id="rIdMathSvg5" Type="http://schemas.openxmlformats.org/officeDocument/2006/relationships/image" Target="../media/t4_7d1af60b131649d25652f60b.svg"/><Relationship Id="rIdMathSvg6" Type="http://schemas.openxmlformats.org/officeDocument/2006/relationships/image" Target="../media/t4_173b4e5259f4edebf733164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80.png"/><Relationship Id="rIdT4ClickFrame2" Type="http://schemas.openxmlformats.org/officeDocument/2006/relationships/image" Target="../media/t4_click_5bce74c01856d62ae743aac3bba955a95879466a27c8683a8a72e526895e17c3.png"/><Relationship Id="rIdT4ClickFrame3" Type="http://schemas.openxmlformats.org/officeDocument/2006/relationships/image" Target="../media/t4_click_dd636d284323530f034695e34071f60587364e3373b9283b317d0fcff842a5d5.png"/><Relationship Id="rIdT4ClickFrame4" Type="http://schemas.openxmlformats.org/officeDocument/2006/relationships/image" Target="../media/t4_click_0ddfca7e71d7293d1fcd3af885ea26a66aff7ab2b00a4a19639cfd8ff187fd72.png"/><Relationship Id="rIdT4ClickFrame5" Type="http://schemas.openxmlformats.org/officeDocument/2006/relationships/image" Target="../media/t4_click_367b558708cc4af31ced110f34bb97b40324f3e1556216e7f7874a451a816804.png"/><Relationship Id="rIdT4ClickFrame6" Type="http://schemas.openxmlformats.org/officeDocument/2006/relationships/image" Target="../media/t4_click_f8105c47824819c6304f4c9638f95fbfb2e2a62b749af9adfa3e86255e87ee9c.png"/><Relationship Id="rIdT4ClickFrame7" Type="http://schemas.openxmlformats.org/officeDocument/2006/relationships/image" Target="../media/t4_click_2b6bf8465921f43363df3856311ca60a855fa5e665e2f7792753acbfaff1692c.png"/><Relationship Id="rIdT4ClickFrame8" Type="http://schemas.openxmlformats.org/officeDocument/2006/relationships/image" Target="../media/t4_click_610748df64483e935dfe2d92f8908d508368480ccf3021242cfc232cbd4fc6ac.png"/><Relationship Id="rIdT4ClickFrame9" Type="http://schemas.openxmlformats.org/officeDocument/2006/relationships/image" Target="../media/t4_click_5c1698db7b9c418857457a78d2bf2242d47644cc10e8172303a08b0b645005c0.png"/><Relationship Id="rIdT4ClickFrame10" Type="http://schemas.openxmlformats.org/officeDocument/2006/relationships/image" Target="../media/t4_click_54e96b5ab2ef97152bb72c918b45822d7586e3a0c322312900bc8f3b9cd417c4.png"/><Relationship Id="rIdT4ClickFrame11" Type="http://schemas.openxmlformats.org/officeDocument/2006/relationships/image" Target="../media/t4_click_a1772af92a0ba9c65d35bd952ad6594faefb6c2bb9e425399238bcfbc8b908b8.png"/><Relationship Id="rIdT4ClickFrame12" Type="http://schemas.openxmlformats.org/officeDocument/2006/relationships/image" Target="../media/t4_click_b200f454533ea5ade40b828822d900f088fe324909cc02af49be84bc4e0ae22a.png"/><Relationship Id="rIdT4ClickFrame13" Type="http://schemas.openxmlformats.org/officeDocument/2006/relationships/image" Target="../media/t4_click_b92a43ac8f7ae7ebcc5adeb1abf2585ff33938651bdd7e8a702f1e79ecec558f.png"/><Relationship Id="rIdT4ClickFrame14" Type="http://schemas.openxmlformats.org/officeDocument/2006/relationships/image" Target="../media/t4_click_f7d309d4171b019114fef635119fd0c34b6f91b1e624be66031b99b532d04ced.png"/><Relationship Id="rIdT4ClickFrame15" Type="http://schemas.openxmlformats.org/officeDocument/2006/relationships/image" Target="../media/t4_click_457d0fbcf65c61d6eadbda861d7bfcda15ced34084a85c851b3ba44347ee804e.png"/><Relationship Id="rIdT4ClickFrame16" Type="http://schemas.openxmlformats.org/officeDocument/2006/relationships/image" Target="../media/t4_click_e13008ca13807ee7323578fb412bb7997fce0c641c9ae12c3fb70696dec8bd82.png"/><Relationship Id="rIdT4ClickFrame17" Type="http://schemas.openxmlformats.org/officeDocument/2006/relationships/image" Target="../media/t4_click_dfa4986d0d58a1e4c5169cbd9736c5f5b5a504d87bf8469177897ebe760889e8.png"/><Relationship Id="rIdT4ClickFrame18" Type="http://schemas.openxmlformats.org/officeDocument/2006/relationships/image" Target="../media/t4_click_7f686f64e26aa18b3ceab199151d4d7c4d294482ce1db8be1f8ea0c5e518adf1.png"/><Relationship Id="rIdT4ClickFrame19" Type="http://schemas.openxmlformats.org/officeDocument/2006/relationships/image" Target="../media/t4_click_5d8e3e9bad62c5255fd325458c1c4a3dddcf3423a98f94cf3538d26f0297626b.png"/><Relationship Id="rIdT4ClickFrame20" Type="http://schemas.openxmlformats.org/officeDocument/2006/relationships/image" Target="../media/t4_click_cf4ea44d4313d9538f21a723c9bed2150c78ef14bba67f53bbb857839e9285e8.png"/><Relationship Id="rIdT4ClickFrame21" Type="http://schemas.openxmlformats.org/officeDocument/2006/relationships/image" Target="../media/t4_click_3668d9b5dfde46cf1857266c31f300ae99a3765588556011b175a97f81fe7a94.png"/><Relationship Id="rIdT4ClickFrame22" Type="http://schemas.openxmlformats.org/officeDocument/2006/relationships/image" Target="../media/t4_click_874606d286e0148a292e8d7c43b35ef270890a8eb5eddf66d3e8cb1134309fb5.png"/><Relationship Id="rIdT4ClickFrame23" Type="http://schemas.openxmlformats.org/officeDocument/2006/relationships/image" Target="../media/t4_click_b2719e5b871881423015467e087baa6135fa3ef82e164db8d5b67b9d2a7f594c.png"/><Relationship Id="rIdT4ClickFrame24" Type="http://schemas.openxmlformats.org/officeDocument/2006/relationships/image" Target="../media/t4_click_d5e11158fbd4f935bcb59bdee0b50659e8834a4b33d7577b542c28b56a7d18e2.png"/><Relationship Id="rIdT4ClickFrame25" Type="http://schemas.openxmlformats.org/officeDocument/2006/relationships/image" Target="../media/t4_click_0f79a4859d6afaa7e370150e5c2ab03b2699235b8066f7e3841ac20698e8b8c9.png"/><Relationship Id="rIdT4ClickFrame26" Type="http://schemas.openxmlformats.org/officeDocument/2006/relationships/image" Target="../media/t4_click_630157e63578926cbb4f15586c3f326fb318a68b4211fe90d9a7f47b0c3d7fca.png"/><Relationship Id="rIdT4ClickFrame27" Type="http://schemas.openxmlformats.org/officeDocument/2006/relationships/image" Target="../media/t4_click_57c88be00f977fdc5b9d8e2347965d4af2673bd4bc895f749c19a7c255de7413.png"/><Relationship Id="rIdT4ClickFrame28" Type="http://schemas.openxmlformats.org/officeDocument/2006/relationships/image" Target="../media/t4_click_8140fadd132da50d7a632d9417616e42c2fe2cd9895731c958becc5c49932d3a.png"/><Relationship Id="rIdT4ClickFrame29" Type="http://schemas.openxmlformats.org/officeDocument/2006/relationships/image" Target="../media/t4_click_52d8a8cc6c3a239c3f4112e72c78c46cbacbd7d9dabee018ed5760500ce420bf.png"/></Relationships>
</file>

<file path=ppt/slides/_rels/slide16.xml.rels><?xml version='1.0' encoding='UTF-8' standalone='yes'?>
<Relationships xmlns="http://schemas.openxmlformats.org/package/2006/relationships"><Relationship Type="http://schemas.openxmlformats.org/officeDocument/2006/relationships/slideLayout" Target="../slideLayouts/t3_reference_methods_slideLayout1.xml" Id="R6596e6fc3be04661"/><Relationship Type="http://schemas.openxmlformats.org/officeDocument/2006/relationships/image" Target="../media/image52.png" Id="Rc7c86805b8684544"/><Relationship Type="http://schemas.openxmlformats.org/officeDocument/2006/relationships/image" Target="../media/image4.png" Id="Rfce21e0b5c144ecc"/><Relationship Type="http://schemas.openxmlformats.org/officeDocument/2006/relationships/image" Target="../media/image69.png" Id="R9cd69c57b1f346f6"/><Relationship Type="http://schemas.openxmlformats.org/officeDocument/2006/relationships/image" Target="../media/image18.png" Id="R7956768faf2143e8"/><Relationship Type="http://schemas.openxmlformats.org/officeDocument/2006/relationships/image" Target="/ppt/media/image92.png" Id="Ra4892be2b6c94ae2"/><Relationship Type="http://schemas.openxmlformats.org/officeDocument/2006/relationships/image" Target="/ppt/media/image93.png" Id="Re85ed1bc0be94255"/><Relationship Type="http://schemas.openxmlformats.org/officeDocument/2006/relationships/image" Target="/ppt/media/image94.png" Id="R8272fe3fc75f4575"/><Relationship Type="http://schemas.openxmlformats.org/officeDocument/2006/relationships/image" Target="/ppt/media/image95.png" Id="R014bc0537edf4460"/><Relationship Type="http://schemas.openxmlformats.org/officeDocument/2006/relationships/image" Target="/ppt/media/image96.png" Id="Rdc180c9499ef45ec"/><Relationship Type="http://schemas.openxmlformats.org/officeDocument/2006/relationships/image" Target="/ppt/media/image97.png" Id="Rc2cb51efd6e54917"/><Relationship Type="http://schemas.openxmlformats.org/officeDocument/2006/relationships/image" Target="/ppt/media/image98.png" Id="Rc9b91a62c9484042"/><Relationship Type="http://schemas.openxmlformats.org/officeDocument/2006/relationships/image" Target="/ppt/media/image99.png" Id="Rd6c46d200dd4470f"/><Relationship Type="http://schemas.openxmlformats.org/officeDocument/2006/relationships/image" Target="/ppt/media/image100.png" Id="Rb0c2c6d9d4904d97"/><Relationship Type="http://schemas.openxmlformats.org/officeDocument/2006/relationships/notesSlide" Target="/ppt/notesSlides/notesSlide16.xml" Id="Ra0b9b8df98ea4822"/><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1acc7a199802548efe9d5626.svg"/><Relationship Id="rIdMathSvg4" Type="http://schemas.openxmlformats.org/officeDocument/2006/relationships/image" Target="../media/t4_f5e3c423152905e25bc21486.svg"/><Relationship Id="rIdMathSvg5" Type="http://schemas.openxmlformats.org/officeDocument/2006/relationships/image" Target="../media/t4_0d8c7fda4259656c17751d81.svg"/><Relationship Id="rIdMathSvg6" Type="http://schemas.openxmlformats.org/officeDocument/2006/relationships/image" Target="../media/t4_855655ba3d91e27415038a08.svg"/><Relationship Id="rIdMathSvg7" Type="http://schemas.openxmlformats.org/officeDocument/2006/relationships/image" Target="../media/t4_56e22a23eff9e300e7016e3f.svg"/><Relationship Id="rIdMathSvg8" Type="http://schemas.openxmlformats.org/officeDocument/2006/relationships/image" Target="../media/t4_56f58127f955f829ddb58f51.svg"/><Relationship Id="rIdMathSvg9" Type="http://schemas.openxmlformats.org/officeDocument/2006/relationships/image" Target="../media/t4_f1404ded0938781ac0612b25.svg"/><Relationship Id="rIdMathSvg10" Type="http://schemas.openxmlformats.org/officeDocument/2006/relationships/image" Target="../media/t4_a38531450f8e3ccbfdeb74a2.svg"/><Relationship Id="rIdMathSvg11" Type="http://schemas.openxmlformats.org/officeDocument/2006/relationships/image" Target="../media/t4_1965e28e6900a5c1280e8169.svg"/><Relationship Id="rIdMathSvg12" Type="http://schemas.openxmlformats.org/officeDocument/2006/relationships/image" Target="../media/t4_529d9c38ea0eeb5816ae6ce6.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17.xml.rels><?xml version='1.0' encoding='UTF-8' standalone='yes'?>
<Relationships xmlns="http://schemas.openxmlformats.org/package/2006/relationships"><Relationship Type="http://schemas.openxmlformats.org/officeDocument/2006/relationships/slideLayout" Target="../slideLayouts/t3_reference_methods_slideLayout1.xml" Id="R072ac9afc5764835"/><Relationship Type="http://schemas.openxmlformats.org/officeDocument/2006/relationships/image" Target="/ppt/media/image101.png" Id="Rd6881403fe74431a"/><Relationship Type="http://schemas.openxmlformats.org/officeDocument/2006/relationships/image" Target="../media/image52.png" Id="R25e4cc3031eb48ba"/><Relationship Type="http://schemas.openxmlformats.org/officeDocument/2006/relationships/image" Target="../media/image4.png" Id="R990da1340ca84d46"/><Relationship Type="http://schemas.openxmlformats.org/officeDocument/2006/relationships/image" Target="../media/image69.png" Id="R4d3afe1d7d5642a4"/><Relationship Type="http://schemas.openxmlformats.org/officeDocument/2006/relationships/image" Target="/ppt/media/image105.png" Id="R981b7a765c234143"/><Relationship Type="http://schemas.openxmlformats.org/officeDocument/2006/relationships/image" Target="/ppt/media/image106.png" Id="R8b24428b471449c7"/><Relationship Type="http://schemas.openxmlformats.org/officeDocument/2006/relationships/notesSlide" Target="/ppt/notesSlides/notesSlide17.xml" Id="R3098b99c64104613"/><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b14b26659434170d7d533906.svg"/><Relationship Id="rIdMathSvg4" Type="http://schemas.openxmlformats.org/officeDocument/2006/relationships/image" Target="../media/t4_5b1576f1dba982be2e821e4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01.png"/><Relationship Id="rIdT4ClickFrame2" Type="http://schemas.openxmlformats.org/officeDocument/2006/relationships/image" Target="../media/t4_click_3ba603a9a3e7b705b2c8b4756984c42895ef7964e1523b395fb843ac298966b7.png"/><Relationship Id="rIdT4ClickFrame3" Type="http://schemas.openxmlformats.org/officeDocument/2006/relationships/image" Target="../media/t4_click_8882ad302a8deab50369e35b39d850b92f5e604c99ba2675c9df5bc26954f570.png"/><Relationship Id="rIdT4ClickFrame4" Type="http://schemas.openxmlformats.org/officeDocument/2006/relationships/image" Target="../media/t4_click_4e8f43eb9d54b951e9624616a10c59273f41d8e7d0036574c191079cdd9e56ba.png"/><Relationship Id="rIdT4ClickFrame5" Type="http://schemas.openxmlformats.org/officeDocument/2006/relationships/image" Target="../media/t4_click_89e4fc087e2a1cddb51708e4548f62634e774d2dd2b4b3a89f1537d86629672d.png"/><Relationship Id="rIdT4ClickFrame6" Type="http://schemas.openxmlformats.org/officeDocument/2006/relationships/image" Target="../media/t4_click_eb4d59f069661d7569754b9e6fc4f425a4fd35d0ecbc49b88d179c1f9e040f50.png"/><Relationship Id="rIdT4ClickFrame7" Type="http://schemas.openxmlformats.org/officeDocument/2006/relationships/image" Target="../media/t4_click_cb757c43b9bbad9637d2d05aa13f4b38f1b82e87cd23d28edb38ec8739e03ae5.png"/><Relationship Id="rIdT4ClickFrame8" Type="http://schemas.openxmlformats.org/officeDocument/2006/relationships/image" Target="../media/t4_click_4c3f7a6608426937daad2df2f317c839812ca65d2f59a885bb72da5bc7ae4fd7.png"/><Relationship Id="rIdT4ClickFrame9" Type="http://schemas.openxmlformats.org/officeDocument/2006/relationships/image" Target="../media/t4_click_7d4a27d86f4b1cfdbc2e3db5b54783b20a1bd1823270f8f479fe8c1256a4caa9.png"/><Relationship Id="rIdT4ClickFrame10" Type="http://schemas.openxmlformats.org/officeDocument/2006/relationships/image" Target="../media/t4_click_8f3bb91e064854c26b3bfbae2935ffe572a951c7bf9726a91c3083238cb0f675.png"/><Relationship Id="rIdT4ClickFrame11" Type="http://schemas.openxmlformats.org/officeDocument/2006/relationships/image" Target="../media/t4_click_3c676f2b8fd486b67c90f331bb2990dfaf82623076256de6145bb2ae8593c3d3.png"/><Relationship Id="rIdT4ClickFrame12" Type="http://schemas.openxmlformats.org/officeDocument/2006/relationships/image" Target="../media/t4_click_0fcfb63edac9e68811107e8129fdb50b9d942b240f2798254c8bebbe274e4052.png"/><Relationship Id="rIdT4ClickFrame13" Type="http://schemas.openxmlformats.org/officeDocument/2006/relationships/image" Target="../media/t4_click_d856f337a8e3016308afd9be00fc38687b8e943099931d5ae566fd7b5bf1dc79.png"/><Relationship Id="rIdT4ClickFrame14" Type="http://schemas.openxmlformats.org/officeDocument/2006/relationships/image" Target="../media/t4_click_1822187cb5fc399f923659a41eb397ab320c1c7b4fa3ee4b0128ff73035ae740.png"/><Relationship Id="rIdT4ClickFrame15" Type="http://schemas.openxmlformats.org/officeDocument/2006/relationships/image" Target="../media/t4_click_63fafaf700d6362285918e306789f8e671f3ce2351b91e342763fee2ce9484c6.png"/><Relationship Id="rIdT4ClickFrame16" Type="http://schemas.openxmlformats.org/officeDocument/2006/relationships/image" Target="../media/t4_click_32f4644dd2fea8da307596b4108c1ff008a793e513f059a8a00447d4f65c3ef9.png"/><Relationship Id="rIdT4ClickFrame17" Type="http://schemas.openxmlformats.org/officeDocument/2006/relationships/image" Target="../media/t4_click_9fd4daa9b5e1afe166069f07ce32c054157f7c14794a66e56ca378b3f5b3e8d2.png"/><Relationship Id="rIdT4ClickFrame18" Type="http://schemas.openxmlformats.org/officeDocument/2006/relationships/image" Target="../media/t4_click_b7de3cb85832d88de7b16297ca8768e004466c09ad20fcbd01788e3fea7111ef.png"/><Relationship Id="rIdT4ClickFrame19" Type="http://schemas.openxmlformats.org/officeDocument/2006/relationships/image" Target="../media/t4_click_053b47b1ad5569cc4c76c8015873c7fa94aa283bf5baf7824551419713db8d12.png"/><Relationship Id="rIdT4ClickFrame20" Type="http://schemas.openxmlformats.org/officeDocument/2006/relationships/image" Target="../media/t4_click_d83f4f7a0356eb8eeff18cbaa13ba0454fab002e5ee75dd8749d2a9eabbf5671.png"/><Relationship Id="rIdT4ClickFrame21" Type="http://schemas.openxmlformats.org/officeDocument/2006/relationships/image" Target="../media/t4_click_5e322ca3b5616ea0e4f02194510627ce03a1d2bb66aedcc8419c55ed4c35bf9d.png"/><Relationship Id="rIdT4ClickFrame22" Type="http://schemas.openxmlformats.org/officeDocument/2006/relationships/image" Target="../media/t4_click_b5ca9f8b35fa69f582e15c4d8d0d30bb56cb30f7995b87e3d733ac61be8d7b8c.png"/><Relationship Id="rIdT4ClickFrame23" Type="http://schemas.openxmlformats.org/officeDocument/2006/relationships/image" Target="../media/t4_click_31155abf72b5110f42ff5ec1e4dce5f94d20d1335f8cd0a0e11e444e7711891e.png"/><Relationship Id="rIdT4ClickFrame24" Type="http://schemas.openxmlformats.org/officeDocument/2006/relationships/image" Target="../media/t4_click_f427eb3d92ed9fc45af6690b2f36183ee86f0d8fbe7a7f5e3795c01b41c9d666.png"/><Relationship Id="rIdT4ClickFrame25" Type="http://schemas.openxmlformats.org/officeDocument/2006/relationships/image" Target="../media/t4_click_56ea3f27520ac875666630d44b5245ff0aa83c26ec0f9790cf2cb2daba2dd413.png"/><Relationship Id="rIdT4ClickFrame26" Type="http://schemas.openxmlformats.org/officeDocument/2006/relationships/image" Target="../media/t4_click_5221d5c7ab15a24284d9d3e87e4e335843e595e3484d205de2a86707780e83e8.png"/><Relationship Id="rIdT4ClickFrame27" Type="http://schemas.openxmlformats.org/officeDocument/2006/relationships/image" Target="../media/t4_click_8c61fd8cfbf6d2ef1a108a2016e90028f285c3f726a37f3e219d16834f18b5c9.png"/><Relationship Id="rIdT4ClickFrame28" Type="http://schemas.openxmlformats.org/officeDocument/2006/relationships/image" Target="../media/t4_click_134f417e56a0897530338123c76190de48f630ebd98d18c94547334d2ce80c12.png"/><Relationship Id="rIdT4ClickFrame29" Type="http://schemas.openxmlformats.org/officeDocument/2006/relationships/image" Target="../media/t4_click_a98f8141b75659e7bb4f290cf8218aa7a7551a37c99010702a94f1296154bae5.png"/><Relationship Id="rIdT4ClickFrame30" Type="http://schemas.openxmlformats.org/officeDocument/2006/relationships/image" Target="../media/t4_click_9ad2096ae8758452fba33bd66aad7aaa6f4fb56f851f3a637be8f31c22274f4c.png"/><Relationship Id="rIdT4ClickFrame31" Type="http://schemas.openxmlformats.org/officeDocument/2006/relationships/image" Target="../media/t4_click_c385b5e2d59a418d237bb18e239f95b443d70237f52f85ec3be600e71f7ef192.png"/><Relationship Id="rIdT4ClickFrame32" Type="http://schemas.openxmlformats.org/officeDocument/2006/relationships/image" Target="../media/t4_click_604dabc1b75e4b9adb4b8bb77d6c4c39213a1242c1075e270fa678bab3dd3425.png"/><Relationship Id="rIdT4ClickFrame33" Type="http://schemas.openxmlformats.org/officeDocument/2006/relationships/image" Target="../media/t4_click_ea87fe194cc1cecfcf271605010edd4dbd5c957a1fff97f22d8351fe9f20f1f1.png"/><Relationship Id="rIdT4ClickFrame34" Type="http://schemas.openxmlformats.org/officeDocument/2006/relationships/image" Target="../media/t4_click_b13273d8b8fb3d344adcb8bcbb30e11cda59ec78ab7397527d380e69ec63d711.png"/><Relationship Id="rIdT4ClickFrame35" Type="http://schemas.openxmlformats.org/officeDocument/2006/relationships/image" Target="../media/t4_click_9cf48d9e1068c271bd0219ddc5e2db236d6f93aac038871d5a50b2c810de7d09.png"/><Relationship Id="rIdT4ClickFrame36" Type="http://schemas.openxmlformats.org/officeDocument/2006/relationships/image" Target="../media/t4_click_d4e4773c51de4e70b801150264c23f264531160642680028c8fb742ba22fc2e5.png"/></Relationships>
</file>

<file path=ppt/slides/_rels/slide18.xml.rels><?xml version='1.0' encoding='UTF-8' standalone='yes'?>
<Relationships xmlns="http://schemas.openxmlformats.org/package/2006/relationships"><Relationship Type="http://schemas.openxmlformats.org/officeDocument/2006/relationships/slideLayout" Target="../slideLayouts/t3_reference_methods_slideLayout1.xml" Id="R75eb150d203a40f5"/><Relationship Type="http://schemas.openxmlformats.org/officeDocument/2006/relationships/image" Target="/ppt/media/image107.png" Id="R58442ba3608b4060"/><Relationship Type="http://schemas.openxmlformats.org/officeDocument/2006/relationships/image" Target="../media/image3.png" Id="R7af8d3f32dd2417d"/><Relationship Type="http://schemas.openxmlformats.org/officeDocument/2006/relationships/image" Target="../media/image4.png" Id="R9e07b82e598e47ef"/><Relationship Type="http://schemas.openxmlformats.org/officeDocument/2006/relationships/image" Target="../media/image5.png" Id="Rdb9150871d70468e"/><Relationship Type="http://schemas.openxmlformats.org/officeDocument/2006/relationships/image" Target="/ppt/media/image111.png" Id="Rd0928cf5165445cb"/><Relationship Type="http://schemas.openxmlformats.org/officeDocument/2006/relationships/image" Target="/ppt/media/image112.png" Id="R0984d4c8f7f14b4e"/><Relationship Type="http://schemas.openxmlformats.org/officeDocument/2006/relationships/image" Target="/ppt/media/image113.png" Id="R7a4bb873193443b4"/><Relationship Type="http://schemas.openxmlformats.org/officeDocument/2006/relationships/notesSlide" Target="/ppt/notesSlides/notesSlide18.xml" Id="Rafc022ca9e1a4d32"/><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9e81dba12d0c3b48854b3ac4.svg"/><Relationship Id="rIdMathSvg4" Type="http://schemas.openxmlformats.org/officeDocument/2006/relationships/image" Target="../media/t4_9d0d115da3bf7255b9424f0b.svg"/><Relationship Id="rIdMathSvg5" Type="http://schemas.openxmlformats.org/officeDocument/2006/relationships/image" Target="../media/t4_d6c3cdd5b40feb927462b2db.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07.png"/><Relationship Id="rIdT4ClickFrame2" Type="http://schemas.openxmlformats.org/officeDocument/2006/relationships/image" Target="../media/t4_click_4039822b3c9b234ec24188335c229ddd53cdfc93a025a3e25b70a568f5057269.png"/><Relationship Id="rIdT4ClickFrame3" Type="http://schemas.openxmlformats.org/officeDocument/2006/relationships/image" Target="../media/t4_click_4039822b3c9b234ec24188335c229ddd53cdfc93a025a3e25b70a568f5057269.png"/><Relationship Id="rIdT4ClickFrame4" Type="http://schemas.openxmlformats.org/officeDocument/2006/relationships/image" Target="../media/t4_click_4039822b3c9b234ec24188335c229ddd53cdfc93a025a3e25b70a568f5057269.png"/><Relationship Id="rIdT4ClickFrame5" Type="http://schemas.openxmlformats.org/officeDocument/2006/relationships/image" Target="../media/t4_click_4039822b3c9b234ec24188335c229ddd53cdfc93a025a3e25b70a568f5057269.png"/><Relationship Id="rIdT4ClickFrame6" Type="http://schemas.openxmlformats.org/officeDocument/2006/relationships/image" Target="../media/t4_click_aee5c18240f52cd27513dd577beccab2fca052d1c548447554fee40eaf5e637f.png"/><Relationship Id="rIdT4ClickFrame7" Type="http://schemas.openxmlformats.org/officeDocument/2006/relationships/image" Target="../media/t4_click_aee5c18240f52cd27513dd577beccab2fca052d1c548447554fee40eaf5e637f.png"/><Relationship Id="rIdT4ClickFrame8" Type="http://schemas.openxmlformats.org/officeDocument/2006/relationships/image" Target="../media/t4_click_aee5c18240f52cd27513dd577beccab2fca052d1c548447554fee40eaf5e637f.png"/><Relationship Id="rIdT4ClickFrame9" Type="http://schemas.openxmlformats.org/officeDocument/2006/relationships/image" Target="../media/t4_click_aee5c18240f52cd27513dd577beccab2fca052d1c548447554fee40eaf5e637f.png"/><Relationship Id="rIdT4ClickFrame10" Type="http://schemas.openxmlformats.org/officeDocument/2006/relationships/image" Target="../media/t4_click_7f1266c6a107933cd8d9fc97f476191fddbb6f228c6096db99b021ac1bc32381.png"/><Relationship Id="rIdT4ClickFrame11" Type="http://schemas.openxmlformats.org/officeDocument/2006/relationships/image" Target="../media/t4_click_7f1266c6a107933cd8d9fc97f476191fddbb6f228c6096db99b021ac1bc32381.png"/><Relationship Id="rIdT4ClickFrame12" Type="http://schemas.openxmlformats.org/officeDocument/2006/relationships/image" Target="../media/t4_click_7f1266c6a107933cd8d9fc97f476191fddbb6f228c6096db99b021ac1bc32381.png"/><Relationship Id="rIdT4ClickFrame13" Type="http://schemas.openxmlformats.org/officeDocument/2006/relationships/image" Target="../media/t4_click_7f1266c6a107933cd8d9fc97f476191fddbb6f228c6096db99b021ac1bc32381.png"/><Relationship Id="rIdT4ClickFrame14" Type="http://schemas.openxmlformats.org/officeDocument/2006/relationships/image" Target="../media/t4_click_bbe6c7a6ad9637223ca884c0110dfe35fc0e6d745edc4f198fe5034eeb66e06a.png"/><Relationship Id="rIdT4ClickFrame15" Type="http://schemas.openxmlformats.org/officeDocument/2006/relationships/image" Target="../media/t4_click_bbe6c7a6ad9637223ca884c0110dfe35fc0e6d745edc4f198fe5034eeb66e06a.png"/><Relationship Id="rIdT4ClickFrame16" Type="http://schemas.openxmlformats.org/officeDocument/2006/relationships/image" Target="../media/t4_click_bbe6c7a6ad9637223ca884c0110dfe35fc0e6d745edc4f198fe5034eeb66e06a.png"/><Relationship Id="rIdT4ClickFrame17" Type="http://schemas.openxmlformats.org/officeDocument/2006/relationships/image" Target="../media/t4_click_bbe6c7a6ad9637223ca884c0110dfe35fc0e6d745edc4f198fe5034eeb66e06a.png"/><Relationship Id="rIdT4ClickFrame18" Type="http://schemas.openxmlformats.org/officeDocument/2006/relationships/image" Target="../media/t4_click_cc79a0a231ca5132a0b41392796224491084a1f3799c0aa367713c5603882c8a.png"/><Relationship Id="rIdT4ClickFrame19" Type="http://schemas.openxmlformats.org/officeDocument/2006/relationships/image" Target="../media/t4_click_cc79a0a231ca5132a0b41392796224491084a1f3799c0aa367713c5603882c8a.png"/><Relationship Id="rIdT4ClickFrame20" Type="http://schemas.openxmlformats.org/officeDocument/2006/relationships/image" Target="../media/t4_click_cc79a0a231ca5132a0b41392796224491084a1f3799c0aa367713c5603882c8a.png"/><Relationship Id="rIdT4ClickFrame21" Type="http://schemas.openxmlformats.org/officeDocument/2006/relationships/image" Target="../media/t4_click_cc79a0a231ca5132a0b41392796224491084a1f3799c0aa367713c5603882c8a.png"/><Relationship Id="rIdT4ClickFrame22" Type="http://schemas.openxmlformats.org/officeDocument/2006/relationships/image" Target="../media/t4_click_88dd65a68c7850014724b87afc9552b499445a4f84cf1d5a597d357092984055.png"/><Relationship Id="rIdT4ClickFrame23" Type="http://schemas.openxmlformats.org/officeDocument/2006/relationships/image" Target="../media/t4_click_88dd65a68c7850014724b87afc9552b499445a4f84cf1d5a597d357092984055.png"/><Relationship Id="rIdT4ClickFrame24" Type="http://schemas.openxmlformats.org/officeDocument/2006/relationships/image" Target="../media/t4_click_88dd65a68c7850014724b87afc9552b499445a4f84cf1d5a597d357092984055.png"/><Relationship Id="rIdT4ClickFrame25" Type="http://schemas.openxmlformats.org/officeDocument/2006/relationships/image" Target="../media/t4_click_88dd65a68c7850014724b87afc9552b499445a4f84cf1d5a597d357092984055.png"/><Relationship Id="rIdT4ClickFrame26" Type="http://schemas.openxmlformats.org/officeDocument/2006/relationships/image" Target="../media/t4_click_37974c848c270e0e466ec065523e5b97e99c6d457d15244ac3bfd309de3b83dc.png"/><Relationship Id="rIdT4ClickFrame27" Type="http://schemas.openxmlformats.org/officeDocument/2006/relationships/image" Target="../media/t4_click_37974c848c270e0e466ec065523e5b97e99c6d457d15244ac3bfd309de3b83dc.png"/><Relationship Id="rIdT4ClickFrame28" Type="http://schemas.openxmlformats.org/officeDocument/2006/relationships/image" Target="../media/t4_click_37974c848c270e0e466ec065523e5b97e99c6d457d15244ac3bfd309de3b83dc.png"/><Relationship Id="rIdT4ClickFrame29" Type="http://schemas.openxmlformats.org/officeDocument/2006/relationships/image" Target="../media/t4_click_37974c848c270e0e466ec065523e5b97e99c6d457d15244ac3bfd309de3b83dc.png"/><Relationship Id="rIdT4ClickFrame30" Type="http://schemas.openxmlformats.org/officeDocument/2006/relationships/image" Target="../media/t4_click_d7b9cc38b5e41d828f44673929fa1b9122ee662a6fb565a4924f862770d42b03.png"/><Relationship Id="rIdT4ClickFrame31" Type="http://schemas.openxmlformats.org/officeDocument/2006/relationships/image" Target="../media/t4_click_d7b9cc38b5e41d828f44673929fa1b9122ee662a6fb565a4924f862770d42b03.png"/><Relationship Id="rIdT4ClickFrame32" Type="http://schemas.openxmlformats.org/officeDocument/2006/relationships/image" Target="../media/t4_click_d7b9cc38b5e41d828f44673929fa1b9122ee662a6fb565a4924f862770d42b03.png"/><Relationship Id="rIdT4ClickFrame33" Type="http://schemas.openxmlformats.org/officeDocument/2006/relationships/image" Target="../media/t4_click_d7b9cc38b5e41d828f44673929fa1b9122ee662a6fb565a4924f862770d42b03.png"/><Relationship Id="rIdT4ClickFrame34" Type="http://schemas.openxmlformats.org/officeDocument/2006/relationships/image" Target="../media/t4_click_dfa4f67b379f342a9ab70b718a0df2d19ff4c94a20310893ff7097196867a997.png"/><Relationship Id="rIdT4ClickFrame35" Type="http://schemas.openxmlformats.org/officeDocument/2006/relationships/image" Target="../media/t4_click_dfa4f67b379f342a9ab70b718a0df2d19ff4c94a20310893ff7097196867a997.png"/><Relationship Id="rIdT4ClickFrame36" Type="http://schemas.openxmlformats.org/officeDocument/2006/relationships/image" Target="../media/t4_click_dfa4f67b379f342a9ab70b718a0df2d19ff4c94a20310893ff7097196867a997.png"/><Relationship Id="rIdT4ClickFrame37" Type="http://schemas.openxmlformats.org/officeDocument/2006/relationships/image" Target="../media/t4_click_dfa4f67b379f342a9ab70b718a0df2d19ff4c94a20310893ff7097196867a997.png"/></Relationships>
</file>

<file path=ppt/slides/_rels/slide19.xml.rels><?xml version='1.0' encoding='UTF-8' standalone='yes'?>
<Relationships xmlns="http://schemas.openxmlformats.org/package/2006/relationships"><Relationship Type="http://schemas.openxmlformats.org/officeDocument/2006/relationships/slideLayout" Target="../slideLayouts/t3_reference_methods_slideLayout1.xml" Id="R5f23cbff6c234abb"/><Relationship Type="http://schemas.openxmlformats.org/officeDocument/2006/relationships/image" Target="/ppt/media/image114.png" Id="R3a234779ac2f4131"/><Relationship Type="http://schemas.openxmlformats.org/officeDocument/2006/relationships/image" Target="../media/image52.png" Id="R990c435bde2b4794"/><Relationship Type="http://schemas.openxmlformats.org/officeDocument/2006/relationships/image" Target="../media/image4.png" Id="Re2b3e857e10245fa"/><Relationship Type="http://schemas.openxmlformats.org/officeDocument/2006/relationships/image" Target="../media/image69.png" Id="R920816b5a6164c93"/><Relationship Type="http://schemas.openxmlformats.org/officeDocument/2006/relationships/image" Target="../media/image112.png" Id="Rd256c21befcc43d9"/><Relationship Type="http://schemas.openxmlformats.org/officeDocument/2006/relationships/image" Target="/ppt/media/image119.png" Id="R38389f9d3d924490"/><Relationship Type="http://schemas.openxmlformats.org/officeDocument/2006/relationships/notesSlide" Target="/ppt/notesSlides/notesSlide19.xml" Id="R7cbd6fd4099743bb"/><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9d0d115da3bf7255b9424f0b.svg"/><Relationship Id="rIdMathSvg4" Type="http://schemas.openxmlformats.org/officeDocument/2006/relationships/image" Target="../media/t4_d05f5bace222664c6397cd25.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14.png"/><Relationship Id="rIdT4ClickFrame2" Type="http://schemas.openxmlformats.org/officeDocument/2006/relationships/image" Target="../media/t4_click_318c1cb00f507ff5331bd1a7992b77328a4ffd5696c8c42e17ab6094f75e75ca.png"/><Relationship Id="rIdT4ClickFrame3" Type="http://schemas.openxmlformats.org/officeDocument/2006/relationships/image" Target="../media/t4_click_318c1cb00f507ff5331bd1a7992b77328a4ffd5696c8c42e17ab6094f75e75ca.png"/><Relationship Id="rIdT4ClickFrame4" Type="http://schemas.openxmlformats.org/officeDocument/2006/relationships/image" Target="../media/t4_click_318c1cb00f507ff5331bd1a7992b77328a4ffd5696c8c42e17ab6094f75e75ca.png"/><Relationship Id="rIdT4ClickFrame5" Type="http://schemas.openxmlformats.org/officeDocument/2006/relationships/image" Target="../media/t4_click_318c1cb00f507ff5331bd1a7992b77328a4ffd5696c8c42e17ab6094f75e75ca.png"/><Relationship Id="rIdT4ClickFrame6" Type="http://schemas.openxmlformats.org/officeDocument/2006/relationships/image" Target="../media/t4_click_46631b1c5235808932380065678b8dcb3e2abae64eaba6ec22b14cdb6d1e5f32.png"/><Relationship Id="rIdT4ClickFrame7" Type="http://schemas.openxmlformats.org/officeDocument/2006/relationships/image" Target="../media/t4_click_46631b1c5235808932380065678b8dcb3e2abae64eaba6ec22b14cdb6d1e5f32.png"/><Relationship Id="rIdT4ClickFrame8" Type="http://schemas.openxmlformats.org/officeDocument/2006/relationships/image" Target="../media/t4_click_46631b1c5235808932380065678b8dcb3e2abae64eaba6ec22b14cdb6d1e5f32.png"/><Relationship Id="rIdT4ClickFrame9" Type="http://schemas.openxmlformats.org/officeDocument/2006/relationships/image" Target="../media/t4_click_46631b1c5235808932380065678b8dcb3e2abae64eaba6ec22b14cdb6d1e5f32.png"/><Relationship Id="rIdT4ClickFrame10" Type="http://schemas.openxmlformats.org/officeDocument/2006/relationships/image" Target="../media/t4_click_443551487877fe422b10a9fa62bf3433536bb6878ddafce5f24a521fe54e3a29.png"/><Relationship Id="rIdT4ClickFrame11" Type="http://schemas.openxmlformats.org/officeDocument/2006/relationships/image" Target="../media/t4_click_443551487877fe422b10a9fa62bf3433536bb6878ddafce5f24a521fe54e3a29.png"/><Relationship Id="rIdT4ClickFrame12" Type="http://schemas.openxmlformats.org/officeDocument/2006/relationships/image" Target="../media/t4_click_443551487877fe422b10a9fa62bf3433536bb6878ddafce5f24a521fe54e3a29.png"/><Relationship Id="rIdT4ClickFrame13" Type="http://schemas.openxmlformats.org/officeDocument/2006/relationships/image" Target="../media/t4_click_443551487877fe422b10a9fa62bf3433536bb6878ddafce5f24a521fe54e3a29.png"/><Relationship Id="rIdT4ClickFrame14" Type="http://schemas.openxmlformats.org/officeDocument/2006/relationships/image" Target="../media/t4_click_7ed7e72b18667dde6e6f8eb965f021cc7e4d658dbc2891c584edcbfa2ae1759e.png"/><Relationship Id="rIdT4ClickFrame15" Type="http://schemas.openxmlformats.org/officeDocument/2006/relationships/image" Target="../media/t4_click_7ed7e72b18667dde6e6f8eb965f021cc7e4d658dbc2891c584edcbfa2ae1759e.png"/><Relationship Id="rIdT4ClickFrame16" Type="http://schemas.openxmlformats.org/officeDocument/2006/relationships/image" Target="../media/t4_click_7ed7e72b18667dde6e6f8eb965f021cc7e4d658dbc2891c584edcbfa2ae1759e.png"/><Relationship Id="rIdT4ClickFrame17" Type="http://schemas.openxmlformats.org/officeDocument/2006/relationships/image" Target="../media/t4_click_7ed7e72b18667dde6e6f8eb965f021cc7e4d658dbc2891c584edcbfa2ae1759e.png"/><Relationship Id="rIdT4ClickFrame18" Type="http://schemas.openxmlformats.org/officeDocument/2006/relationships/image" Target="../media/t4_click_4c8c7f82c4461bd4fe11ffc874a1ba669d37070f288593010dd5bcb5a260e59b.png"/><Relationship Id="rIdT4ClickFrame19" Type="http://schemas.openxmlformats.org/officeDocument/2006/relationships/image" Target="../media/t4_click_4c8c7f82c4461bd4fe11ffc874a1ba669d37070f288593010dd5bcb5a260e59b.png"/><Relationship Id="rIdT4ClickFrame20" Type="http://schemas.openxmlformats.org/officeDocument/2006/relationships/image" Target="../media/t4_click_4c8c7f82c4461bd4fe11ffc874a1ba669d37070f288593010dd5bcb5a260e59b.png"/><Relationship Id="rIdT4ClickFrame21" Type="http://schemas.openxmlformats.org/officeDocument/2006/relationships/image" Target="../media/t4_click_4c8c7f82c4461bd4fe11ffc874a1ba669d37070f288593010dd5bcb5a260e59b.png"/><Relationship Id="rIdT4ClickFrame22" Type="http://schemas.openxmlformats.org/officeDocument/2006/relationships/image" Target="../media/t4_click_bd9339063e459ec02d4bf0356cc711ada2afafece040cd3607afa7945597e67b.png"/><Relationship Id="rIdT4ClickFrame23" Type="http://schemas.openxmlformats.org/officeDocument/2006/relationships/image" Target="../media/t4_click_bd9339063e459ec02d4bf0356cc711ada2afafece040cd3607afa7945597e67b.png"/><Relationship Id="rIdT4ClickFrame24" Type="http://schemas.openxmlformats.org/officeDocument/2006/relationships/image" Target="../media/t4_click_bd9339063e459ec02d4bf0356cc711ada2afafece040cd3607afa7945597e67b.png"/><Relationship Id="rIdT4ClickFrame25" Type="http://schemas.openxmlformats.org/officeDocument/2006/relationships/image" Target="../media/t4_click_bd9339063e459ec02d4bf0356cc711ada2afafece040cd3607afa7945597e67b.png"/><Relationship Id="rIdT4ClickFrame26" Type="http://schemas.openxmlformats.org/officeDocument/2006/relationships/image" Target="../media/t4_click_667e7ae66485784010c01b1185847059f98c311b3d7ac05450258cb36ba1868f.png"/><Relationship Id="rIdT4ClickFrame27" Type="http://schemas.openxmlformats.org/officeDocument/2006/relationships/image" Target="../media/t4_click_667e7ae66485784010c01b1185847059f98c311b3d7ac05450258cb36ba1868f.png"/><Relationship Id="rIdT4ClickFrame28" Type="http://schemas.openxmlformats.org/officeDocument/2006/relationships/image" Target="../media/t4_click_667e7ae66485784010c01b1185847059f98c311b3d7ac05450258cb36ba1868f.png"/><Relationship Id="rIdT4ClickFrame29" Type="http://schemas.openxmlformats.org/officeDocument/2006/relationships/image" Target="../media/t4_click_667e7ae66485784010c01b1185847059f98c311b3d7ac05450258cb36ba1868f.png"/><Relationship Id="rIdT4ClickFrame30" Type="http://schemas.openxmlformats.org/officeDocument/2006/relationships/image" Target="../media/t4_click_cce6c05ad24e4df0636fabb89c6095478623a3ed012592b5607fefe2f52902c4.png"/><Relationship Id="rIdT4ClickFrame31" Type="http://schemas.openxmlformats.org/officeDocument/2006/relationships/image" Target="../media/t4_click_cce6c05ad24e4df0636fabb89c6095478623a3ed012592b5607fefe2f52902c4.png"/><Relationship Id="rIdT4ClickFrame32" Type="http://schemas.openxmlformats.org/officeDocument/2006/relationships/image" Target="../media/t4_click_cce6c05ad24e4df0636fabb89c6095478623a3ed012592b5607fefe2f52902c4.png"/><Relationship Id="rIdT4ClickFrame33" Type="http://schemas.openxmlformats.org/officeDocument/2006/relationships/image" Target="../media/t4_click_cce6c05ad24e4df0636fabb89c6095478623a3ed012592b5607fefe2f52902c4.png"/><Relationship Id="rIdT4ClickFrame34" Type="http://schemas.openxmlformats.org/officeDocument/2006/relationships/image" Target="../media/t4_click_9271e312332f1c7e98c90436d83f603be976ab7903131853b428ce01cc6ca0b9.png"/><Relationship Id="rIdT4ClickFrame35" Type="http://schemas.openxmlformats.org/officeDocument/2006/relationships/image" Target="../media/t4_click_9271e312332f1c7e98c90436d83f603be976ab7903131853b428ce01cc6ca0b9.png"/><Relationship Id="rIdT4ClickFrame36" Type="http://schemas.openxmlformats.org/officeDocument/2006/relationships/image" Target="../media/t4_click_9271e312332f1c7e98c90436d83f603be976ab7903131853b428ce01cc6ca0b9.png"/><Relationship Id="rIdT4ClickFrame37" Type="http://schemas.openxmlformats.org/officeDocument/2006/relationships/image" Target="../media/t4_click_9271e312332f1c7e98c90436d83f603be976ab7903131853b428ce01cc6ca0b9.png"/></Relationships>
</file>

<file path=ppt/slides/_rels/slide20.xml.rels><?xml version='1.0' encoding='UTF-8' standalone='yes'?>
<Relationships xmlns="http://schemas.openxmlformats.org/package/2006/relationships"><Relationship Type="http://schemas.openxmlformats.org/officeDocument/2006/relationships/slideLayout" Target="../slideLayouts/t3_reference_methods_slideLayout1.xml" Id="R73c28b14da344990"/><Relationship Type="http://schemas.openxmlformats.org/officeDocument/2006/relationships/image" Target="../media/image52.png" Id="R2363501f1ba74feb"/><Relationship Type="http://schemas.openxmlformats.org/officeDocument/2006/relationships/image" Target="../media/image4.png" Id="R37f9eb21bc944864"/><Relationship Type="http://schemas.openxmlformats.org/officeDocument/2006/relationships/image" Target="../media/image69.png" Id="Rf455a8dccc824da8"/><Relationship Type="http://schemas.openxmlformats.org/officeDocument/2006/relationships/image" Target="/ppt/media/image123.png" Id="Rb9a5e654668e473e"/><Relationship Type="http://schemas.openxmlformats.org/officeDocument/2006/relationships/notesSlide" Target="/ppt/notesSlides/notesSlide20.xml" Id="R9b73d997c3534640"/><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7879cd61041524e37dab97d5.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6.xml"/><Relationship Id="rIdNav5" Type="http://schemas.openxmlformats.org/officeDocument/2006/relationships/slide" Target="slide10.xml"/><Relationship Id="rIdNav6" Type="http://schemas.openxmlformats.org/officeDocument/2006/relationships/slide" Target="slide17.xml"/><Relationship Id="rIdNav7" Type="http://schemas.openxmlformats.org/officeDocument/2006/relationships/slide" Target="slide18.xml"/></Relationships>
</file>

<file path=ppt/slides/_rels/slide21.xml.rels><?xml version='1.0' encoding='UTF-8' standalone='yes'?>
<Relationships xmlns="http://schemas.openxmlformats.org/package/2006/relationships"><Relationship Type="http://schemas.openxmlformats.org/officeDocument/2006/relationships/slideLayout" Target="../slideLayouts/t3_reference_methods_slideLayout1.xml" Id="R7a8b77f6a2b94c00"/><Relationship Type="http://schemas.openxmlformats.org/officeDocument/2006/relationships/image" Target="../media/image52.png" Id="Rd76cd021c31f48fe"/><Relationship Type="http://schemas.openxmlformats.org/officeDocument/2006/relationships/image" Target="../media/image4.png" Id="Ra0b361f99e344023"/><Relationship Type="http://schemas.openxmlformats.org/officeDocument/2006/relationships/image" Target="../media/image69.png" Id="R4315645f41224964"/><Relationship Type="http://schemas.openxmlformats.org/officeDocument/2006/relationships/notesSlide" Target="/ppt/notesSlides/notesSlide21.xml" Id="R63c16721452b4b57"/><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4.xml"/></Relationships>
</file>

<file path=ppt/slides/_rels/slide22.xml.rels><?xml version='1.0' encoding='UTF-8' standalone='yes'?>
<Relationships xmlns="http://schemas.openxmlformats.org/package/2006/relationships"><Relationship Type="http://schemas.openxmlformats.org/officeDocument/2006/relationships/slideLayout" Target="../slideLayouts/t3_reference_methods_slideLayout1.xml" Id="R625a972803cc4964"/><Relationship Type="http://schemas.openxmlformats.org/officeDocument/2006/relationships/image" Target="../media/image3.png" Id="Rf735ab7f47d849bf"/><Relationship Type="http://schemas.openxmlformats.org/officeDocument/2006/relationships/image" Target="../media/image4.png" Id="R6a8975d227f9459d"/><Relationship Type="http://schemas.openxmlformats.org/officeDocument/2006/relationships/image" Target="/ppt/media/image129.png" Id="Rc938fea139f24fe1"/><Relationship Type="http://schemas.openxmlformats.org/officeDocument/2006/relationships/image" Target="../media/image69.png" Id="R8c9dba2b257747f4"/><Relationship Type="http://schemas.openxmlformats.org/officeDocument/2006/relationships/image" Target="/ppt/media/image131.png" Id="Rf614477df8484ef4"/><Relationship Type="http://schemas.openxmlformats.org/officeDocument/2006/relationships/notesSlide" Target="/ppt/notesSlides/notesSlide22.xml" Id="Re5c4056cdfdc4002"/><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ff90c92e0b9226fbde254757.svg"/><Relationship Id="rIdMathSvg3" Type="http://schemas.openxmlformats.org/officeDocument/2006/relationships/image" Target="../media/t4_bb51755be4702c06a87f9550.svg"/><Relationship Id="rIdMathSvg4" Type="http://schemas.openxmlformats.org/officeDocument/2006/relationships/image" Target="../media/t4_a551269fb89241b120066cde.svg"/><Relationship Id="rIdNav0" Type="http://schemas.openxmlformats.org/officeDocument/2006/relationships/slide" Target="slide20.xml"/></Relationships>
</file>

<file path=ppt/slides/_rels/slide23.xml.rels><?xml version='1.0' encoding='UTF-8' standalone='yes'?>
<Relationships xmlns="http://schemas.openxmlformats.org/package/2006/relationships"><Relationship Type="http://schemas.openxmlformats.org/officeDocument/2006/relationships/slideLayout" Target="../slideLayouts/t3_reference_methods_slideLayout1.xml" Id="Rd2470673bf7542bc"/><Relationship Type="http://schemas.openxmlformats.org/officeDocument/2006/relationships/notesSlide" Target="/ppt/notesSlides/notesSlide23.xml" Id="Rc8a1dcb617e04189"/><Relationship Id="rIdNav0" Type="http://schemas.openxmlformats.org/officeDocument/2006/relationships/slide" Target="slide4.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rse">
            <a:extLst xmlns:a="http://schemas.openxmlformats.org/drawingml/2006/main">
              <a:ext uri="{FF2B5EF4-FFF2-40B4-BE49-F238E27FC236}">
                <a16:creationId xmlns:a16="http://schemas.microsoft.com/office/drawing/2014/main" id="{36F4319B-77BE-428C-9461-DD855B8FDA84}"/>
              </a:ext>
            </a:extLst>
          </p:cNvPr>
          <p:cNvSpPr>
            <a:spLocks xmlns:a="http://schemas.openxmlformats.org/drawingml/2006/main" noGrp="1"/>
          </p:cNvSpPr>
          <p:nvPr/>
        </p:nvSpPr>
        <p:spPr>
          <a:xfrm xmlns:a="http://schemas.openxmlformats.org/drawingml/2006/main">
            <a:off x="952500" y="20002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ELEG2310B</a:t>
            </a:r>
          </a:p>
        </p:txBody>
      </p:sp>
      <p:sp>
        <p:nvSpPr>
          <p:cNvPr id="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28D3C849-FCDB-4A5C-AC30-6B5F6579C048}"/>
              </a:ext>
            </a:extLst>
          </p:cNvPr>
          <p:cNvSpPr>
            <a:spLocks xmlns:a="http://schemas.openxmlformats.org/drawingml/2006/main" noGrp="1"/>
          </p:cNvSpPr>
          <p:nvPr/>
        </p:nvSpPr>
        <p:spPr>
          <a:xfrm xmlns:a="http://schemas.openxmlformats.org/drawingml/2006/main">
            <a:off x="952500" y="27146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Tutorial 5</a:t>
            </a:r>
          </a:p>
        </p:txBody>
      </p:sp>
      <p:sp>
        <p:nvSpPr>
          <p:cNvPr id="4" name="topic">
            <a:extLst xmlns:a="http://schemas.openxmlformats.org/drawingml/2006/main">
              <a:ext uri="{FF2B5EF4-FFF2-40B4-BE49-F238E27FC236}">
                <a16:creationId xmlns:a16="http://schemas.microsoft.com/office/drawing/2014/main" id="{ED522314-16FE-43F8-A857-27433F8972CD}"/>
              </a:ext>
            </a:extLst>
          </p:cNvPr>
          <p:cNvSpPr>
            <a:spLocks xmlns:a="http://schemas.openxmlformats.org/drawingml/2006/main" noGrp="1"/>
          </p:cNvSpPr>
          <p:nvPr/>
        </p:nvSpPr>
        <p:spPr>
          <a:xfrm xmlns:a="http://schemas.openxmlformats.org/drawingml/2006/main">
            <a:off x="952500" y="3619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i="0">
                <a:solidFill>
                  <a:srgbClr val="202020"/>
                </a:solidFill>
                <a:latin typeface="Times New Roman"/>
                <a:ea typeface="Times New Roman"/>
                <a:cs typeface="Times New Roman"/>
              </a:defRPr>
            </a:pPr>
            <a:r>
              <a:rPr sz="2550" b="0" i="0">
                <a:solidFill>
                  <a:srgbClr val="202020"/>
                </a:solidFill>
                <a:latin typeface="Times New Roman"/>
                <a:ea typeface="Times New Roman"/>
                <a:cs typeface="Times New Roman"/>
              </a:rPr>
              <a:t>Pulse Modulation</a:t>
            </a:r>
          </a:p>
        </p:txBody>
      </p:sp>
      <p:sp>
        <p:nvSpPr>
          <p:cNvPr id="5" name="assistants">
            <a:extLst xmlns:a="http://schemas.openxmlformats.org/drawingml/2006/main">
              <a:ext uri="{FF2B5EF4-FFF2-40B4-BE49-F238E27FC236}">
                <a16:creationId xmlns:a16="http://schemas.microsoft.com/office/drawing/2014/main" id="{4A45DBF1-C355-4601-B41A-C731E05988CD}"/>
              </a:ext>
            </a:extLst>
          </p:cNvPr>
          <p:cNvSpPr>
            <a:spLocks xmlns:a="http://schemas.openxmlformats.org/drawingml/2006/main" noGrp="1"/>
          </p:cNvSpPr>
          <p:nvPr/>
        </p:nvSpPr>
        <p:spPr>
          <a:xfrm xmlns:a="http://schemas.openxmlformats.org/drawingml/2006/main">
            <a:off x="952500" y="4667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Teaching Assistants: WANG, Runbang; TIAN, Feng</a:t>
            </a:r>
          </a:p>
        </p:txBody>
      </p:sp>
      <p:sp>
        <p:nvSpPr>
          <p:cNvPr id="6" name="email">
            <a:extLst xmlns:a="http://schemas.openxmlformats.org/drawingml/2006/main">
              <a:ext uri="{FF2B5EF4-FFF2-40B4-BE49-F238E27FC236}">
                <a16:creationId xmlns:a16="http://schemas.microsoft.com/office/drawing/2014/main" id="{D1888DB4-5417-4A8A-A2BA-5C01069F68B2}"/>
              </a:ext>
            </a:extLst>
          </p:cNvPr>
          <p:cNvSpPr>
            <a:spLocks xmlns:a="http://schemas.openxmlformats.org/drawingml/2006/main" noGrp="1"/>
          </p:cNvSpPr>
          <p:nvPr/>
        </p:nvSpPr>
        <p:spPr>
          <a:xfrm xmlns:a="http://schemas.openxmlformats.org/drawingml/2006/main">
            <a:off x="952500" y="51435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818014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4925c9d800124bea">
            <a:extLst>
              <a:ext uri="{96DAC541-7B7A-43D3-8B79-37D633B846F1}">
                <asvg:svgBlip xmlns:asvg="http://schemas.microsoft.com/office/drawing/2016/SVG/main" r:embed="rIdLatex21"/>
              </a:ext>
            </a:extLst>
          </a:blip>
          <a:stretch xmlns:a="http://schemas.openxmlformats.org/drawingml/2006/main"/>
        </p:blipFill>
        <p:spPr>
          <a:xfrm xmlns:a="http://schemas.openxmlformats.org/drawingml/2006/main">
            <a:off x="83724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92919328109b4ee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43005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bb79f116db4448ec">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69665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13a354839d804482">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1017174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07A2A795-5D68-4292-A836-0BAB9A9ADAA1}"/>
              </a:ext>
            </a:extLst>
          </p:cNvPr>
          <p:cNvSpPr>
            <a:spLocks xmlns:a="http://schemas.openxmlformats.org/drawingml/2006/main" noGrp="1"/>
          </p:cNvSpPr>
          <p:nvPr/>
        </p:nvSpPr>
        <p:spPr>
          <a:xfrm xmlns:a="http://schemas.openxmlformats.org/drawingml/2006/main">
            <a:off x="22383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0755AA5A-86FC-4B1E-B249-69F49048F7DB}"/>
              </a:ext>
            </a:extLst>
          </p:cNvPr>
          <p:cNvSpPr>
            <a:spLocks xmlns:a="http://schemas.openxmlformats.org/drawingml/2006/main" noGrp="1"/>
          </p:cNvSpPr>
          <p:nvPr/>
        </p:nvSpPr>
        <p:spPr>
          <a:xfrm xmlns:a="http://schemas.openxmlformats.org/drawingml/2006/main" rot="5400000">
            <a:off x="3924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channel_shaft">
            <a:extLst xmlns:a="http://schemas.openxmlformats.org/drawingml/2006/main">
              <a:ext uri="{FF2B5EF4-FFF2-40B4-BE49-F238E27FC236}">
                <a16:creationId xmlns:a16="http://schemas.microsoft.com/office/drawing/2014/main" id="{F11663F5-0720-4FBC-BDB7-D4C8B9945B00}"/>
              </a:ext>
            </a:extLst>
          </p:cNvPr>
          <p:cNvSpPr>
            <a:spLocks xmlns:a="http://schemas.openxmlformats.org/drawingml/2006/main" noGrp="1"/>
          </p:cNvSpPr>
          <p:nvPr/>
        </p:nvSpPr>
        <p:spPr>
          <a:xfrm xmlns:a="http://schemas.openxmlformats.org/drawingml/2006/main">
            <a:off x="5505450" y="3429000"/>
            <a:ext cx="111442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channel_head">
            <a:extLst xmlns:a="http://schemas.openxmlformats.org/drawingml/2006/main">
              <a:ext uri="{FF2B5EF4-FFF2-40B4-BE49-F238E27FC236}">
                <a16:creationId xmlns:a16="http://schemas.microsoft.com/office/drawing/2014/main" id="{4AD32299-6BF7-4F88-8D9D-93ADE87DA39A}"/>
              </a:ext>
            </a:extLst>
          </p:cNvPr>
          <p:cNvSpPr>
            <a:spLocks xmlns:a="http://schemas.openxmlformats.org/drawingml/2006/main" noGrp="1"/>
          </p:cNvSpPr>
          <p:nvPr/>
        </p:nvSpPr>
        <p:spPr>
          <a:xfrm xmlns:a="http://schemas.openxmlformats.org/drawingml/2006/main" rot="5400000">
            <a:off x="6591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9" name="!!rx_shaft">
            <a:extLst xmlns:a="http://schemas.openxmlformats.org/drawingml/2006/main">
              <a:ext uri="{FF2B5EF4-FFF2-40B4-BE49-F238E27FC236}">
                <a16:creationId xmlns:a16="http://schemas.microsoft.com/office/drawing/2014/main" id="{BF99EAC6-D117-405F-8E1A-1B346F2FD8E5}"/>
              </a:ext>
            </a:extLst>
          </p:cNvPr>
          <p:cNvSpPr>
            <a:spLocks xmlns:a="http://schemas.openxmlformats.org/drawingml/2006/main" noGrp="1"/>
          </p:cNvSpPr>
          <p:nvPr/>
        </p:nvSpPr>
        <p:spPr>
          <a:xfrm xmlns:a="http://schemas.openxmlformats.org/drawingml/2006/main">
            <a:off x="81438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rx_head">
            <a:extLst xmlns:a="http://schemas.openxmlformats.org/drawingml/2006/main">
              <a:ext uri="{FF2B5EF4-FFF2-40B4-BE49-F238E27FC236}">
                <a16:creationId xmlns:a16="http://schemas.microsoft.com/office/drawing/2014/main" id="{8A4AE472-FB5C-4206-A34C-797EE16DCC26}"/>
              </a:ext>
            </a:extLst>
          </p:cNvPr>
          <p:cNvSpPr>
            <a:spLocks xmlns:a="http://schemas.openxmlformats.org/drawingml/2006/main" noGrp="1"/>
          </p:cNvSpPr>
          <p:nvPr/>
        </p:nvSpPr>
        <p:spPr>
          <a:xfrm xmlns:a="http://schemas.openxmlformats.org/drawingml/2006/main" rot="5400000">
            <a:off x="98298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11" name="!!tx_label">
            <a:extLst xmlns:a="http://schemas.openxmlformats.org/drawingml/2006/main">
              <a:ext uri="{FF2B5EF4-FFF2-40B4-BE49-F238E27FC236}">
                <a16:creationId xmlns:a16="http://schemas.microsoft.com/office/drawing/2014/main" id="{21C29262-F7AE-48E7-8C56-E72BE80A75A2}"/>
              </a:ext>
            </a:extLst>
          </p:cNvPr>
          <p:cNvSpPr>
            <a:spLocks xmlns:a="http://schemas.openxmlformats.org/drawingml/2006/main" noGrp="1"/>
          </p:cNvSpPr>
          <p:nvPr/>
        </p:nvSpPr>
        <p:spPr>
          <a:xfrm xmlns:a="http://schemas.openxmlformats.org/drawingml/2006/main">
            <a:off x="21526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Modulation</a:t>
            </a:r>
          </a:p>
        </p:txBody>
      </p:sp>
      <p:sp>
        <p:nvSpPr>
          <p:cNvPr id="12" name="!!channel_label">
            <a:extLst xmlns:a="http://schemas.openxmlformats.org/drawingml/2006/main">
              <a:ext uri="{FF2B5EF4-FFF2-40B4-BE49-F238E27FC236}">
                <a16:creationId xmlns:a16="http://schemas.microsoft.com/office/drawing/2014/main" id="{5C8C049F-B5EE-474F-A508-1D6310D7F25A}"/>
              </a:ext>
            </a:extLst>
          </p:cNvPr>
          <p:cNvSpPr>
            <a:spLocks xmlns:a="http://schemas.openxmlformats.org/drawingml/2006/main" noGrp="1"/>
          </p:cNvSpPr>
          <p:nvPr/>
        </p:nvSpPr>
        <p:spPr>
          <a:xfrm xmlns:a="http://schemas.openxmlformats.org/drawingml/2006/main">
            <a:off x="5219700" y="2600325"/>
            <a:ext cx="176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Transmission</a:t>
            </a:r>
          </a:p>
        </p:txBody>
      </p:sp>
      <p:sp>
        <p:nvSpPr>
          <p:cNvPr id="13" name="!!rx_label">
            <a:extLst xmlns:a="http://schemas.openxmlformats.org/drawingml/2006/main">
              <a:ext uri="{FF2B5EF4-FFF2-40B4-BE49-F238E27FC236}">
                <a16:creationId xmlns:a16="http://schemas.microsoft.com/office/drawing/2014/main" id="{7674CE2B-C67A-428B-86B2-0DE07245DF50}"/>
              </a:ext>
            </a:extLst>
          </p:cNvPr>
          <p:cNvSpPr>
            <a:spLocks xmlns:a="http://schemas.openxmlformats.org/drawingml/2006/main" noGrp="1"/>
          </p:cNvSpPr>
          <p:nvPr/>
        </p:nvSpPr>
        <p:spPr>
          <a:xfrm xmlns:a="http://schemas.openxmlformats.org/drawingml/2006/main">
            <a:off x="80581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Demodulation</a:t>
            </a:r>
          </a:p>
        </p:txBody>
      </p:sp>
      <p:sp>
        <p:nvSpPr>
          <p:cNvPr id="14" name="!!ideal_label">
            <a:extLst xmlns:a="http://schemas.openxmlformats.org/drawingml/2006/main">
              <a:ext uri="{FF2B5EF4-FFF2-40B4-BE49-F238E27FC236}">
                <a16:creationId xmlns:a16="http://schemas.microsoft.com/office/drawing/2014/main" id="{79178F8B-48AA-443D-AD59-E9CF61B4241C}"/>
              </a:ext>
            </a:extLst>
          </p:cNvPr>
          <p:cNvSpPr>
            <a:spLocks xmlns:a="http://schemas.openxmlformats.org/drawingml/2006/main" noGrp="1"/>
          </p:cNvSpPr>
          <p:nvPr/>
        </p:nvSpPr>
        <p:spPr>
          <a:xfrm xmlns:a="http://schemas.openxmlformats.org/drawingml/2006/main">
            <a:off x="4667250" y="42195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Ideal channel</a:t>
            </a:r>
          </a:p>
        </p:txBody>
      </p:sp>
      <p:pic>
        <p:nvPicPr>
          <p:cNvPr id="15" name="!!ideal_equation" descr="LaTeX formula: !!ideal_equation"/>
          <p:cNvPicPr>
            <a:picLocks xmlns:a="http://schemas.openxmlformats.org/drawingml/2006/main" noChangeAspect="1"/>
          </p:cNvPicPr>
          <p:nvPr/>
        </p:nvPicPr>
        <p:blipFill>
          <a:blip xmlns:r="http://schemas.openxmlformats.org/officeDocument/2006/relationships" xmlns:a="http://schemas.openxmlformats.org/drawingml/2006/main" r:embed="Rc8fa9ac29cd84330">
            <a:extLst>
              <a:ext uri="{96DAC541-7B7A-43D3-8B79-37D633B846F1}">
                <asvg:svgBlip xmlns:asvg="http://schemas.microsoft.com/office/drawing/2016/SVG/main" r:embed="rIdLatex15"/>
              </a:ext>
            </a:extLst>
          </a:blip>
          <a:stretch xmlns:a="http://schemas.openxmlformats.org/drawingml/2006/main"/>
        </p:blipFill>
        <p:spPr>
          <a:xfrm xmlns:a="http://schemas.openxmlformats.org/drawingml/2006/main">
            <a:off x="5075873" y="4745222"/>
            <a:ext cx="2040255" cy="396506"/>
          </a:xfrm>
          <a:prstGeom xmlns:a="http://schemas.openxmlformats.org/drawingml/2006/main" prst="rect">
            <a:avLst/>
          </a:prstGeom>
        </p:spPr>
      </p:pic>
    </p:spTree>
    <p:extLst>
      <p:ext uri="{BB962C8B-B14F-4D97-AF65-F5344CB8AC3E}">
        <p14:creationId xmlns:p14="http://schemas.microsoft.com/office/powerpoint/2010/main" val="8904054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b951595dc83247cb">
            <a:extLst>
              <a:ext uri="{96DAC541-7B7A-43D3-8B79-37D633B846F1}">
                <asvg:svgBlip xmlns:asvg="http://schemas.microsoft.com/office/drawing/2016/SVG/main" r:embed="rIdLatex13"/>
              </a:ext>
            </a:extLst>
          </a:blip>
          <a:stretch xmlns:a="http://schemas.openxmlformats.org/drawingml/2006/main"/>
        </p:blipFill>
        <p:spPr>
          <a:xfrm xmlns:a="http://schemas.openxmlformats.org/drawingml/2006/main">
            <a:off x="169449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6cc5d1d750464093">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6340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8716de019fca4a98">
            <a:alphaModFix amt="0"/>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56330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9494b625df204dcf">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931449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D6D6CE0B-934C-4A3C-9CA9-CDC2400B2F24}"/>
              </a:ext>
            </a:extLst>
          </p:cNvPr>
          <p:cNvSpPr>
            <a:spLocks xmlns:a="http://schemas.openxmlformats.org/drawingml/2006/main" noGrp="1"/>
          </p:cNvSpPr>
          <p:nvPr/>
        </p:nvSpPr>
        <p:spPr>
          <a:xfrm xmlns:a="http://schemas.openxmlformats.org/drawingml/2006/main">
            <a:off x="309562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D592AABA-8118-454C-BF87-5C140D2362D2}"/>
              </a:ext>
            </a:extLst>
          </p:cNvPr>
          <p:cNvSpPr>
            <a:spLocks xmlns:a="http://schemas.openxmlformats.org/drawingml/2006/main" noGrp="1"/>
          </p:cNvSpPr>
          <p:nvPr/>
        </p:nvSpPr>
        <p:spPr>
          <a:xfrm xmlns:a="http://schemas.openxmlformats.org/drawingml/2006/main" rot="5400000">
            <a:off x="526732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rx_shaft">
            <a:extLst xmlns:a="http://schemas.openxmlformats.org/drawingml/2006/main">
              <a:ext uri="{FF2B5EF4-FFF2-40B4-BE49-F238E27FC236}">
                <a16:creationId xmlns:a16="http://schemas.microsoft.com/office/drawing/2014/main" id="{60EA3A3E-A2F5-4E04-BD05-FD6380B6F14F}"/>
              </a:ext>
            </a:extLst>
          </p:cNvPr>
          <p:cNvSpPr>
            <a:spLocks xmlns:a="http://schemas.openxmlformats.org/drawingml/2006/main" noGrp="1"/>
          </p:cNvSpPr>
          <p:nvPr/>
        </p:nvSpPr>
        <p:spPr>
          <a:xfrm xmlns:a="http://schemas.openxmlformats.org/drawingml/2006/main">
            <a:off x="681037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rx_head">
            <a:extLst xmlns:a="http://schemas.openxmlformats.org/drawingml/2006/main">
              <a:ext uri="{FF2B5EF4-FFF2-40B4-BE49-F238E27FC236}">
                <a16:creationId xmlns:a16="http://schemas.microsoft.com/office/drawing/2014/main" id="{14A9C521-E2AB-4017-959F-779B72D9D31F}"/>
              </a:ext>
            </a:extLst>
          </p:cNvPr>
          <p:cNvSpPr>
            <a:spLocks xmlns:a="http://schemas.openxmlformats.org/drawingml/2006/main" noGrp="1"/>
          </p:cNvSpPr>
          <p:nvPr/>
        </p:nvSpPr>
        <p:spPr>
          <a:xfrm xmlns:a="http://schemas.openxmlformats.org/drawingml/2006/main" rot="5400000">
            <a:off x="898207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705811190"/>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AM schemes</a:t>
            </a:r>
          </a:p>
        </p:txBody>
      </p:sp>
      <p:pic>
        <p:nvPicPr>
          <p:cNvPr id="2" name="!!signal" descr="LaTeX formula: !!signal">
            <ns0:hlinkClick xmlns:ns0="http://schemas.openxmlformats.org/drawingml/2006/main" xmlns:ns1="http://schemas.openxmlformats.org/officeDocument/2006/relationships" ns1:id="rIdNav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s(t)=\sum_n m(nT_s)h(t-nT_s)">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4FA831B-8CD3-4CB7-9992-D4663507CA8D}"/>
              </a:ext>
            </a:extLst>
          </p:cNvPr>
          <p:cNvPicPr>
            <a:picLocks xmlns:a="http://schemas.openxmlformats.org/drawingml/2006/main" noChangeAspect="1"/>
          </p:cNvPicPr>
          <p:nvPr/>
        </p:nvPicPr>
        <p:blipFill>
          <a:blip xmlns:r="http://schemas.openxmlformats.org/officeDocument/2006/relationships" xmlns:a="http://schemas.openxmlformats.org/drawingml/2006/main" r:embed="rIdNote7Pulse13">
            <a:extLst>
              <a:ext uri="{96DAC541-7B7A-43D3-8B79-37D633B846F1}">
                <ns0:svgBlip xmlns:ns0="http://schemas.microsoft.com/office/drawing/2016/SVG/main" r:embed="rIdNote7Pulse14"/>
              </a:ext>
            </a:extLst>
          </a:blip>
          <a:stretch xmlns:a="http://schemas.openxmlformats.org/drawingml/2006/main"/>
        </p:blipFill>
        <p:spPr>
          <a:xfrm xmlns:a="http://schemas.openxmlformats.org/drawingml/2006/main">
            <a:off x="3257550" y="4627810"/>
            <a:ext cx="5734050" cy="427494"/>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Pulse 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a:t>
            </a:r>
          </a:p>
        </p:txBody>
      </p:sp>
      <p:sp>
        <p:nvSpPr>
          <p:cNvPr id="3" name="route-arrow-0-shaft">
            <a:extLst xmlns:a="http://schemas.openxmlformats.org/drawingml/2006/main">
              <a:ext uri="{FF2B5EF4-FFF2-40B4-BE49-F238E27FC236}">
                <a16:creationId xmlns:a16="http://schemas.microsoft.com/office/drawing/2014/main" id="{63F8E018-EEBC-4777-890F-D05A3FF16AB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9BD8F4A-E712-4A6E-B80F-32E8721F4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A0C7AAA-2FF1-4347-A27A-5C8352435B8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9DB87AD-6B35-4778-97D8-331CC58CB77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C5CFA631-71CC-41BE-88E5-A24A8FADD8E4}"/>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B51BDB3D-5E85-4E00-AE92-86033A20BED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operation">
            <a:extLst xmlns:a="http://schemas.openxmlformats.org/drawingml/2006/main">
              <a:ext uri="{FF2B5EF4-FFF2-40B4-BE49-F238E27FC236}">
                <a16:creationId xmlns:a16="http://schemas.microsoft.com/office/drawing/2014/main" id="{18A69B96-3AA1-4AFC-947D-72056DAF5E1D}"/>
              </a:ext>
            </a:extLst>
          </p:cNvPr>
          <p:cNvSpPr>
            <a:spLocks xmlns:a="http://schemas.openxmlformats.org/drawingml/2006/main" noGrp="1"/>
          </p:cNvSpPr>
          <p:nvPr/>
        </p:nvSpPr>
        <p:spPr>
          <a:xfrm xmlns:a="http://schemas.openxmlformats.org/drawingml/2006/main">
            <a:off x="609600" y="20764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One sample: change height, width, or position</a:t>
            </a:r>
          </a:p>
        </p:txBody>
      </p:sp>
      <p:pic>
        <p:nvPicPr>
          <p:cNvPr id="10" name="pulse-types" descr="Note 7: pulse types. Static entry; click once; final state retained.">
            <a:extLst xmlns:a="http://schemas.openxmlformats.org/drawingml/2006/main">
              <a:ext uri="{FF2B5EF4-FFF2-40B4-BE49-F238E27FC236}">
                <a16:creationId xmlns:a16="http://schemas.microsoft.com/office/drawing/2014/main" id="{71290E67-8D60-420E-81E8-1658E53A582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7" name="pulse-types--t4-click-frame-00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8" name="pulse-types--t4-click-frame-00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9" name="pulse-types--t4-click-frame-00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0" name="pulse-types--t4-click-frame-00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1" name="pulse-types--t4-click-frame-00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2" name="pulse-types--t4-click-frame-00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3" name="pulse-types--t4-click-frame-00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4" name="pulse-types--t4-click-frame-00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5" name="pulse-types--t4-click-frame-009"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6" name="pulse-types--t4-click-frame-010"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7" name="pulse-types--t4-click-frame-01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8" name="pulse-types--t4-click-frame-01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9" name="pulse-types--t4-click-frame-01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0" name="pulse-types--t4-click-frame-01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1" name="pulse-types--t4-click-frame-01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2" name="pulse-types--t4-click-frame-01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3" name="pulse-types--t4-click-frame-01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4" name="pulse-types--t4-click-frame-01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5" name="pulse-types--t4-click-frame-019"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6" name="pulse-types--t4-click-frame-020"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7" name="pulse-types--t4-click-frame-02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8" name="pulse-types--t4-click-frame-02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9" name="pulse-types--t4-click-frame-02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0" name="pulse-types--t4-click-frame-02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1" name="pulse-types--t4-click-frame-02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2" name="pulse-types--t4-click-frame-02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3" name="pulse-types--t4-click-frame-02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4" name="pulse-types--t4-click-frame-02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sp>
        <p:nvSpPr>
          <p:cNvPr id="11" name="choose-pam">
            <a:extLst xmlns:a="http://schemas.openxmlformats.org/drawingml/2006/main">
              <a:ext uri="{FF2B5EF4-FFF2-40B4-BE49-F238E27FC236}">
                <a16:creationId xmlns:a16="http://schemas.microsoft.com/office/drawing/2014/main" id="{55D52495-C39B-427D-B9A2-5C4B3E5116AF}"/>
              </a:ext>
            </a:extLst>
          </p:cNvPr>
          <p:cNvSpPr>
            <a:spLocks xmlns:a="http://schemas.openxmlformats.org/drawingml/2006/main" noGrp="1"/>
          </p:cNvSpPr>
          <p:nvPr/>
        </p:nvSpPr>
        <p:spPr>
          <a:xfrm xmlns:a="http://schemas.openxmlformats.org/drawingml/2006/main">
            <a:off x="609600" y="55626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PAM: the sample value sets the pulse height.</a:t>
            </a:r>
          </a:p>
        </p:txBody>
      </p:sp>
      <p:sp>
        <p:nvSpPr>
          <p:cNvPr id="12" name="choose-pam-underline">
            <a:extLst xmlns:a="http://schemas.openxmlformats.org/drawingml/2006/main">
              <a:ext uri="{FF2B5EF4-FFF2-40B4-BE49-F238E27FC236}">
                <a16:creationId xmlns:a16="http://schemas.microsoft.com/office/drawing/2014/main" id="{54CAE444-E4BE-487C-B9D0-D32955FF587C}"/>
              </a:ext>
            </a:extLst>
          </p:cNvPr>
          <p:cNvSpPr>
            <a:spLocks xmlns:a="http://schemas.openxmlformats.org/drawingml/2006/main" noGrp="1"/>
          </p:cNvSpPr>
          <p:nvPr/>
        </p:nvSpPr>
        <p:spPr>
          <a:xfrm xmlns:a="http://schemas.openxmlformats.org/drawingml/2006/main">
            <a:off x="609600" y="6048375"/>
            <a:ext cx="108585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EBBA681-14E3-4CBF-ACF9-A1615CA8F4F4}"/>
              </a:ext>
            </a:extLst>
          </p:cNvPr>
          <p:cNvPicPr>
            <a:picLocks xmlns:a="http://schemas.openxmlformats.org/drawingml/2006/main" noChangeAspect="1"/>
          </p:cNvPicPr>
          <p:nvPr/>
        </p:nvPicPr>
        <p:blipFill>
          <a:blip xmlns:r="http://schemas.openxmlformats.org/officeDocument/2006/relationships" xmlns:a="http://schemas.openxmlformats.org/drawingml/2006/main" r:embed="R4513d848b5cc465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D33319B-C6AC-40C1-A3B6-8EA0F4863CEE}"/>
              </a:ext>
            </a:extLst>
          </p:cNvPr>
          <p:cNvPicPr>
            <a:picLocks xmlns:a="http://schemas.openxmlformats.org/drawingml/2006/main" noChangeAspect="1"/>
          </p:cNvPicPr>
          <p:nvPr/>
        </p:nvPicPr>
        <p:blipFill>
          <a:blip xmlns:r="http://schemas.openxmlformats.org/officeDocument/2006/relationships" xmlns:a="http://schemas.openxmlformats.org/drawingml/2006/main" r:embed="R4ace19bdae154f9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EFC464A-D4F4-4EBC-98B8-1954116DC952}"/>
              </a:ext>
            </a:extLst>
          </p:cNvPr>
          <p:cNvPicPr>
            <a:picLocks xmlns:a="http://schemas.openxmlformats.org/drawingml/2006/main" noChangeAspect="1"/>
          </p:cNvPicPr>
          <p:nvPr/>
        </p:nvPicPr>
        <p:blipFill>
          <a:blip xmlns:r="http://schemas.openxmlformats.org/officeDocument/2006/relationships" xmlns:a="http://schemas.openxmlformats.org/drawingml/2006/main" r:embed="R64fd6c870f2342f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68743943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592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0FF9EE45-FE61-4B32-AB3A-8632B16B6B46}"/>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0B287D4-0D09-4148-BDB3-F66EED3F7D2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745468C9-3AFC-40E1-85B8-C7BFC1A3ABA0}"/>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6CED05EB-9699-41C2-9D74-E6ACE1301EE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0B7B3AA-99E2-48AF-A445-E9961724A67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20181C10-685E-4B18-AA62-AB7ECB15B23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9" name="pam-formation" descr="Note 7: pam formation. Static entry; click once; final state retained.">
            <a:extLst xmlns:a="http://schemas.openxmlformats.org/drawingml/2006/main">
              <a:ext uri="{FF2B5EF4-FFF2-40B4-BE49-F238E27FC236}">
                <a16:creationId xmlns:a16="http://schemas.microsoft.com/office/drawing/2014/main" id="{C9FB676A-98DF-466E-A2F0-592C897DE86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18" name="pam-formation--t4-click-frame-001"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19" name="pam-formation--t4-click-frame-002"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0" name="pam-formation--t4-click-frame-003"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1" name="pam-formation--t4-click-frame-004"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2" name="pam-formation--t4-click-frame-005"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3" name="pam-formation--t4-click-frame-006"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4" name="pam-formation--t4-click-frame-007"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5" name="pam-formation--t4-click-frame-008"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6" name="pam-formation--t4-click-frame-009"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7" name="pam-formation--t4-click-frame-010"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8" name="pam-formation--t4-click-frame-011"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9" name="pam-formation--t4-click-frame-012"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0" name="pam-formation--t4-click-frame-013"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1" name="pam-formation--t4-click-frame-014"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2" name="pam-formation--t4-click-frame-015"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3" name="pam-formation--t4-click-frame-016"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4" name="pam-formation--t4-click-frame-017"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5" name="pam-formation--t4-click-frame-018"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6" name="pam-formation--t4-click-frame-019"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7" name="pam-formation--t4-click-frame-020"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8" name="pam-formation--t4-click-frame-021"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9" name="pam-formation--t4-click-frame-022"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0" name="pam-formation--t4-click-frame-023"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1" name="pam-formation--t4-click-frame-024"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2" name="pam-formation--t4-click-frame-025"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3" name="pam-formation--t4-click-frame-026"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4" name="pam-formation--t4-click-frame-027"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5" name="pam-formation--t4-click-frame-028"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sp>
        <p:nvSpPr>
          <p:cNvPr id="10" name="pam-generation-emphasis">
            <a:extLst xmlns:a="http://schemas.openxmlformats.org/drawingml/2006/main">
              <a:ext uri="{FF2B5EF4-FFF2-40B4-BE49-F238E27FC236}">
                <a16:creationId xmlns:a16="http://schemas.microsoft.com/office/drawing/2014/main" id="{04B31E34-BBFA-432F-ABF7-1321A861543B}"/>
              </a:ext>
            </a:extLst>
          </p:cNvPr>
          <p:cNvSpPr>
            <a:spLocks xmlns:a="http://schemas.openxmlformats.org/drawingml/2006/main" noGrp="1"/>
          </p:cNvSpPr>
          <p:nvPr/>
        </p:nvSpPr>
        <p:spPr>
          <a:xfrm xmlns:a="http://schemas.openxmlformats.org/drawingml/2006/main">
            <a:off x="609600" y="65817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95A9FB9-3807-422F-8DD9-E98314C5666C}"/>
              </a:ext>
            </a:extLst>
          </p:cNvPr>
          <p:cNvPicPr>
            <a:picLocks xmlns:a="http://schemas.openxmlformats.org/drawingml/2006/main" noChangeAspect="1"/>
          </p:cNvPicPr>
          <p:nvPr/>
        </p:nvPicPr>
        <p:blipFill>
          <a:blip xmlns:r="http://schemas.openxmlformats.org/officeDocument/2006/relationships" xmlns:a="http://schemas.openxmlformats.org/drawingml/2006/main" r:embed="R8ba1b3664ff24a6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F809717-60B5-4BE1-B182-9A4FB330FB78}"/>
              </a:ext>
            </a:extLst>
          </p:cNvPr>
          <p:cNvPicPr>
            <a:picLocks xmlns:a="http://schemas.openxmlformats.org/drawingml/2006/main" noChangeAspect="1"/>
          </p:cNvPicPr>
          <p:nvPr/>
        </p:nvPicPr>
        <p:blipFill>
          <a:blip xmlns:r="http://schemas.openxmlformats.org/officeDocument/2006/relationships" xmlns:a="http://schemas.openxmlformats.org/drawingml/2006/main" r:embed="Re9f6e80a7ca14f6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2944037-D8A1-4928-9619-25EDB7C94B6A}"/>
              </a:ext>
            </a:extLst>
          </p:cNvPr>
          <p:cNvPicPr>
            <a:picLocks xmlns:a="http://schemas.openxmlformats.org/drawingml/2006/main" noChangeAspect="1"/>
          </p:cNvPicPr>
          <p:nvPr/>
        </p:nvPicPr>
        <p:blipFill>
          <a:blip xmlns:r="http://schemas.openxmlformats.org/officeDocument/2006/relationships" xmlns:a="http://schemas.openxmlformats.org/drawingml/2006/main" r:embed="R8af24ebf903c401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sampled-message" descr="m_\delta(t)=\sum_{n=-\infty}^{\infty}m(nT_s)\delta(t-nT_s)">
            <a:extLst xmlns:a="http://schemas.openxmlformats.org/drawingml/2006/main">
              <a:ext uri="{FF2B5EF4-FFF2-40B4-BE49-F238E27FC236}">
                <a16:creationId xmlns:a16="http://schemas.microsoft.com/office/drawing/2014/main" id="{5ADCF915-9D81-423D-86F6-5EF06FF8B023}"/>
              </a:ext>
            </a:extLst>
          </p:cNvPr>
          <p:cNvPicPr>
            <a:picLocks xmlns:a="http://schemas.openxmlformats.org/drawingml/2006/main" noChangeAspect="1"/>
          </p:cNvPicPr>
          <p:nvPr/>
        </p:nvPicPr>
        <p:blipFill>
          <a:blip xmlns:r="http://schemas.openxmlformats.org/officeDocument/2006/relationships" xmlns:a="http://schemas.openxmlformats.org/drawingml/2006/main" r:embed="R048a92c32d6c4f1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66623"/>
            <a:ext cx="4778693" cy="343555"/>
          </a:xfrm>
          <a:prstGeom xmlns:a="http://schemas.openxmlformats.org/drawingml/2006/main" prst="rect">
            <a:avLst/>
          </a:prstGeom>
        </p:spPr>
      </p:pic>
      <p:pic>
        <p:nvPicPr>
          <p:cNvPr id="15" name="pulse-definition" descr="h(t)=1\ (0&lt;t&lt;T),\quad0\ \text{otherwise};\qquad T&lt;T_s">
            <a:extLst xmlns:a="http://schemas.openxmlformats.org/drawingml/2006/main">
              <a:ext uri="{FF2B5EF4-FFF2-40B4-BE49-F238E27FC236}">
                <a16:creationId xmlns:a16="http://schemas.microsoft.com/office/drawing/2014/main" id="{2DE72BC0-269E-473E-9380-8914E8A57F98}"/>
              </a:ext>
            </a:extLst>
          </p:cNvPr>
          <p:cNvPicPr>
            <a:picLocks xmlns:a="http://schemas.openxmlformats.org/drawingml/2006/main" noChangeAspect="1"/>
          </p:cNvPicPr>
          <p:nvPr/>
        </p:nvPicPr>
        <p:blipFill>
          <a:blip xmlns:r="http://schemas.openxmlformats.org/officeDocument/2006/relationships" xmlns:a="http://schemas.openxmlformats.org/drawingml/2006/main" r:embed="Raab4e5dfa8a24a6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534025"/>
            <a:ext cx="6374130" cy="266700"/>
          </a:xfrm>
          <a:prstGeom xmlns:a="http://schemas.openxmlformats.org/drawingml/2006/main" prst="rect">
            <a:avLst/>
          </a:prstGeom>
        </p:spPr>
      </p:pic>
      <p:pic>
        <p:nvPicPr>
          <p:cNvPr id="16" name="pam-generation" descr="s(t)=\sum_{n=-\infty}^{\infty}m(nT_s)h(t-nT_s)">
            <a:extLst xmlns:a="http://schemas.openxmlformats.org/drawingml/2006/main">
              <a:ext uri="{FF2B5EF4-FFF2-40B4-BE49-F238E27FC236}">
                <a16:creationId xmlns:a16="http://schemas.microsoft.com/office/drawing/2014/main" id="{2FBC5F8A-DEAF-4E4C-B098-133833121AD1}"/>
              </a:ext>
            </a:extLst>
          </p:cNvPr>
          <p:cNvPicPr>
            <a:picLocks xmlns:a="http://schemas.openxmlformats.org/drawingml/2006/main" noChangeAspect="1"/>
          </p:cNvPicPr>
          <p:nvPr/>
        </p:nvPicPr>
        <p:blipFill>
          <a:blip xmlns:r="http://schemas.openxmlformats.org/officeDocument/2006/relationships" xmlns:a="http://schemas.openxmlformats.org/drawingml/2006/main" r:embed="R4fe922a254ca495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50293"/>
            <a:ext cx="4968240" cy="377190"/>
          </a:xfrm>
          <a:prstGeom xmlns:a="http://schemas.openxmlformats.org/drawingml/2006/main" prst="rect">
            <a:avLst/>
          </a:prstGeom>
        </p:spPr>
      </p:pic>
    </p:spTree>
    <p:extLst>
      <p:ext uri="{BB962C8B-B14F-4D97-AF65-F5344CB8AC3E}">
        <p14:creationId xmlns:p14="http://schemas.microsoft.com/office/powerpoint/2010/main" val="2123745014"/>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6"/>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8"/>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1"/>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2"/>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3"/>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4"/>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8BD388E1-3C19-44C2-8476-16B4C2A5818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F832FC09-DB34-4268-909E-7D8CB966417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AD922B67-9E7A-447B-BA05-8CBA2500FFD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69CD6402-E7A8-40FE-9FBA-6FE30D9BDF2F}"/>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9778C03-9D4E-42EA-BC06-DE0893AB6D8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6175E4A-302B-4A37-A4DB-BCF05B50683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convolution-box">
            <a:extLst xmlns:a="http://schemas.openxmlformats.org/drawingml/2006/main">
              <a:ext uri="{FF2B5EF4-FFF2-40B4-BE49-F238E27FC236}">
                <a16:creationId xmlns:a16="http://schemas.microsoft.com/office/drawing/2014/main" id="{8EBD1FFC-1F2E-48AE-A3FC-0DEB7D638959}"/>
              </a:ext>
            </a:extLst>
          </p:cNvPr>
          <p:cNvSpPr>
            <a:spLocks xmlns:a="http://schemas.openxmlformats.org/drawingml/2006/main" noGrp="1"/>
          </p:cNvSpPr>
          <p:nvPr/>
        </p:nvSpPr>
        <p:spPr>
          <a:xfrm xmlns:a="http://schemas.openxmlformats.org/drawingml/2006/main">
            <a:off x="4610100" y="3362325"/>
            <a:ext cx="2952750" cy="5810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0" name="convolution-text">
            <a:extLst xmlns:a="http://schemas.openxmlformats.org/drawingml/2006/main">
              <a:ext uri="{FF2B5EF4-FFF2-40B4-BE49-F238E27FC236}">
                <a16:creationId xmlns:a16="http://schemas.microsoft.com/office/drawing/2014/main" id="{BCDE62A4-87EE-4C9C-A220-EFB1DA3E285A}"/>
              </a:ext>
            </a:extLst>
          </p:cNvPr>
          <p:cNvSpPr>
            <a:spLocks xmlns:a="http://schemas.openxmlformats.org/drawingml/2006/main" noGrp="1"/>
          </p:cNvSpPr>
          <p:nvPr/>
        </p:nvSpPr>
        <p:spPr>
          <a:xfrm xmlns:a="http://schemas.openxmlformats.org/drawingml/2006/main">
            <a:off x="4686300" y="3438525"/>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Convolve with h(t)</a:t>
            </a:r>
          </a:p>
        </p:txBody>
      </p:sp>
      <p:sp>
        <p:nvSpPr>
          <p:cNvPr id="11" name="input-to-h-shaft">
            <a:extLst xmlns:a="http://schemas.openxmlformats.org/drawingml/2006/main">
              <a:ext uri="{FF2B5EF4-FFF2-40B4-BE49-F238E27FC236}">
                <a16:creationId xmlns:a16="http://schemas.microsoft.com/office/drawing/2014/main" id="{F61D5BC1-FFB2-4DC8-ADD4-671774B86B91}"/>
              </a:ext>
            </a:extLst>
          </p:cNvPr>
          <p:cNvSpPr>
            <a:spLocks xmlns:a="http://schemas.openxmlformats.org/drawingml/2006/main" noGrp="1"/>
          </p:cNvSpPr>
          <p:nvPr/>
        </p:nvSpPr>
        <p:spPr>
          <a:xfrm xmlns:a="http://schemas.openxmlformats.org/drawingml/2006/main">
            <a:off x="3829050" y="3648075"/>
            <a:ext cx="581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input-to-h-head">
            <a:extLst xmlns:a="http://schemas.openxmlformats.org/drawingml/2006/main">
              <a:ext uri="{FF2B5EF4-FFF2-40B4-BE49-F238E27FC236}">
                <a16:creationId xmlns:a16="http://schemas.microsoft.com/office/drawing/2014/main" id="{E778DFC6-AF5E-4B60-9965-89265479077D}"/>
              </a:ext>
            </a:extLst>
          </p:cNvPr>
          <p:cNvSpPr>
            <a:spLocks xmlns:a="http://schemas.openxmlformats.org/drawingml/2006/main" noGrp="1"/>
          </p:cNvSpPr>
          <p:nvPr/>
        </p:nvSpPr>
        <p:spPr>
          <a:xfrm xmlns:a="http://schemas.openxmlformats.org/drawingml/2006/main" rot="5400000">
            <a:off x="4391025" y="36052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h-to-output-shaft">
            <a:extLst xmlns:a="http://schemas.openxmlformats.org/drawingml/2006/main">
              <a:ext uri="{FF2B5EF4-FFF2-40B4-BE49-F238E27FC236}">
                <a16:creationId xmlns:a16="http://schemas.microsoft.com/office/drawing/2014/main" id="{F854491A-ECB9-4FA4-8977-35B4A5CEDEF1}"/>
              </a:ext>
            </a:extLst>
          </p:cNvPr>
          <p:cNvSpPr>
            <a:spLocks xmlns:a="http://schemas.openxmlformats.org/drawingml/2006/main" noGrp="1"/>
          </p:cNvSpPr>
          <p:nvPr/>
        </p:nvSpPr>
        <p:spPr>
          <a:xfrm xmlns:a="http://schemas.openxmlformats.org/drawingml/2006/main">
            <a:off x="7658100" y="3648075"/>
            <a:ext cx="581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h-to-output-head">
            <a:extLst xmlns:a="http://schemas.openxmlformats.org/drawingml/2006/main">
              <a:ext uri="{FF2B5EF4-FFF2-40B4-BE49-F238E27FC236}">
                <a16:creationId xmlns:a16="http://schemas.microsoft.com/office/drawing/2014/main" id="{6038A4C1-7754-494C-9C59-6FEADD7BE3CB}"/>
              </a:ext>
            </a:extLst>
          </p:cNvPr>
          <p:cNvSpPr>
            <a:spLocks xmlns:a="http://schemas.openxmlformats.org/drawingml/2006/main" noGrp="1"/>
          </p:cNvSpPr>
          <p:nvPr/>
        </p:nvSpPr>
        <p:spPr>
          <a:xfrm xmlns:a="http://schemas.openxmlformats.org/drawingml/2006/main" rot="5400000">
            <a:off x="8220075" y="36052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result-emphasis">
            <a:extLst xmlns:a="http://schemas.openxmlformats.org/drawingml/2006/main">
              <a:ext uri="{FF2B5EF4-FFF2-40B4-BE49-F238E27FC236}">
                <a16:creationId xmlns:a16="http://schemas.microsoft.com/office/drawing/2014/main" id="{A0DF4BA3-3174-4DC4-A763-4B26FF4CCF14}"/>
              </a:ext>
            </a:extLst>
          </p:cNvPr>
          <p:cNvSpPr>
            <a:spLocks xmlns:a="http://schemas.openxmlformats.org/drawingml/2006/main" noGrp="1"/>
          </p:cNvSpPr>
          <p:nvPr/>
        </p:nvSpPr>
        <p:spPr>
          <a:xfrm xmlns:a="http://schemas.openxmlformats.org/drawingml/2006/main">
            <a:off x="942975" y="6391275"/>
            <a:ext cx="10563225"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227E28B-3C08-4B01-9903-D9191326C68B}"/>
              </a:ext>
            </a:extLst>
          </p:cNvPr>
          <p:cNvPicPr>
            <a:picLocks xmlns:a="http://schemas.openxmlformats.org/drawingml/2006/main" noChangeAspect="1"/>
          </p:cNvPicPr>
          <p:nvPr/>
        </p:nvPicPr>
        <p:blipFill>
          <a:blip xmlns:r="http://schemas.openxmlformats.org/officeDocument/2006/relationships" xmlns:a="http://schemas.openxmlformats.org/drawingml/2006/main" r:embed="R511edc31ea8540d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E440D0D-A6BD-4D32-8346-BE201CC8A130}"/>
              </a:ext>
            </a:extLst>
          </p:cNvPr>
          <p:cNvPicPr>
            <a:picLocks xmlns:a="http://schemas.openxmlformats.org/drawingml/2006/main" noChangeAspect="1"/>
          </p:cNvPicPr>
          <p:nvPr/>
        </p:nvPicPr>
        <p:blipFill>
          <a:blip xmlns:r="http://schemas.openxmlformats.org/officeDocument/2006/relationships" xmlns:a="http://schemas.openxmlformats.org/drawingml/2006/main" r:embed="Rdd3471304df943c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7098FBA-D515-48C0-8CD0-88F8DA070EB8}"/>
              </a:ext>
            </a:extLst>
          </p:cNvPr>
          <p:cNvPicPr>
            <a:picLocks xmlns:a="http://schemas.openxmlformats.org/drawingml/2006/main" noChangeAspect="1"/>
          </p:cNvPicPr>
          <p:nvPr/>
        </p:nvPicPr>
        <p:blipFill>
          <a:blip xmlns:r="http://schemas.openxmlformats.org/officeDocument/2006/relationships" xmlns:a="http://schemas.openxmlformats.org/drawingml/2006/main" r:embed="R1754df3266074ef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known-samples" descr="m_\delta(t)=\sum_{n=-\infty}^{\infty}m(nT_s)\delta(t-nT_s)">
            <a:extLst xmlns:a="http://schemas.openxmlformats.org/drawingml/2006/main">
              <a:ext uri="{FF2B5EF4-FFF2-40B4-BE49-F238E27FC236}">
                <a16:creationId xmlns:a16="http://schemas.microsoft.com/office/drawing/2014/main" id="{45C3530B-C775-4676-AE00-8930B382ACC7}"/>
              </a:ext>
            </a:extLst>
          </p:cNvPr>
          <p:cNvPicPr>
            <a:picLocks xmlns:a="http://schemas.openxmlformats.org/drawingml/2006/main" noChangeAspect="1"/>
          </p:cNvPicPr>
          <p:nvPr/>
        </p:nvPicPr>
        <p:blipFill>
          <a:blip xmlns:r="http://schemas.openxmlformats.org/officeDocument/2006/relationships" xmlns:a="http://schemas.openxmlformats.org/drawingml/2006/main" r:embed="Ra962a0b8f44846d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24921"/>
            <a:ext cx="4613910" cy="331708"/>
          </a:xfrm>
          <a:prstGeom xmlns:a="http://schemas.openxmlformats.org/drawingml/2006/main" prst="rect">
            <a:avLst/>
          </a:prstGeom>
        </p:spPr>
      </p:pic>
      <p:pic>
        <p:nvPicPr>
          <p:cNvPr id="20" name="known-pulse" descr="h(t)=1\ (0&lt;t&lt;T),\quad 0\ \text{otherwise}">
            <a:extLst xmlns:a="http://schemas.openxmlformats.org/drawingml/2006/main">
              <a:ext uri="{FF2B5EF4-FFF2-40B4-BE49-F238E27FC236}">
                <a16:creationId xmlns:a16="http://schemas.microsoft.com/office/drawing/2014/main" id="{94951176-74B9-47C5-B3CE-E899C733CB3C}"/>
              </a:ext>
            </a:extLst>
          </p:cNvPr>
          <p:cNvPicPr>
            <a:picLocks xmlns:a="http://schemas.openxmlformats.org/drawingml/2006/main" noChangeAspect="1"/>
          </p:cNvPicPr>
          <p:nvPr/>
        </p:nvPicPr>
        <p:blipFill>
          <a:blip xmlns:r="http://schemas.openxmlformats.org/officeDocument/2006/relationships" xmlns:a="http://schemas.openxmlformats.org/drawingml/2006/main" r:embed="Rb415edea749740a6">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753529"/>
            <a:ext cx="4526280" cy="255568"/>
          </a:xfrm>
          <a:prstGeom xmlns:a="http://schemas.openxmlformats.org/drawingml/2006/main" prst="rect">
            <a:avLst/>
          </a:prstGeom>
        </p:spPr>
      </p:pic>
      <p:pic>
        <p:nvPicPr>
          <p:cNvPr id="21" name="input-samples" descr="m_\delta(t)">
            <a:extLst xmlns:a="http://schemas.openxmlformats.org/drawingml/2006/main">
              <a:ext uri="{FF2B5EF4-FFF2-40B4-BE49-F238E27FC236}">
                <a16:creationId xmlns:a16="http://schemas.microsoft.com/office/drawing/2014/main" id="{2A6A4454-6F65-4B52-91FA-4C0C951A0B1A}"/>
              </a:ext>
            </a:extLst>
          </p:cNvPr>
          <p:cNvPicPr>
            <a:picLocks xmlns:a="http://schemas.openxmlformats.org/drawingml/2006/main" noChangeAspect="1"/>
          </p:cNvPicPr>
          <p:nvPr/>
        </p:nvPicPr>
        <p:blipFill>
          <a:blip xmlns:r="http://schemas.openxmlformats.org/officeDocument/2006/relationships" xmlns:a="http://schemas.openxmlformats.org/drawingml/2006/main" r:embed="Rf98e757ec1ee426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2430780" y="3507105"/>
            <a:ext cx="853440" cy="300990"/>
          </a:xfrm>
          <a:prstGeom xmlns:a="http://schemas.openxmlformats.org/drawingml/2006/main" prst="rect">
            <a:avLst/>
          </a:prstGeom>
        </p:spPr>
      </p:pic>
      <p:pic>
        <p:nvPicPr>
          <p:cNvPr id="22" name="output-pam" descr="s(t)">
            <a:extLst xmlns:a="http://schemas.openxmlformats.org/drawingml/2006/main">
              <a:ext uri="{FF2B5EF4-FFF2-40B4-BE49-F238E27FC236}">
                <a16:creationId xmlns:a16="http://schemas.microsoft.com/office/drawing/2014/main" id="{E77BF99B-1D1E-490E-B3AB-F167580F0BF9}"/>
              </a:ext>
            </a:extLst>
          </p:cNvPr>
          <p:cNvPicPr>
            <a:picLocks xmlns:a="http://schemas.openxmlformats.org/drawingml/2006/main" noChangeAspect="1"/>
          </p:cNvPicPr>
          <p:nvPr/>
        </p:nvPicPr>
        <p:blipFill>
          <a:blip xmlns:r="http://schemas.openxmlformats.org/officeDocument/2006/relationships" xmlns:a="http://schemas.openxmlformats.org/drawingml/2006/main" r:embed="R621e2425d055410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974455" y="3505010"/>
            <a:ext cx="548640" cy="305181"/>
          </a:xfrm>
          <a:prstGeom xmlns:a="http://schemas.openxmlformats.org/drawingml/2006/main" prst="rect">
            <a:avLst/>
          </a:prstGeom>
        </p:spPr>
      </p:pic>
      <p:pic>
        <p:nvPicPr>
          <p:cNvPr id="23" name="derivation-0" descr="s(t)=(m_\delta*h)(t)=\int_{-\infty}^{\infty}m_\delta(\tau)h(t-\tau)\,d\tau">
            <a:extLst xmlns:a="http://schemas.openxmlformats.org/drawingml/2006/main">
              <a:ext uri="{FF2B5EF4-FFF2-40B4-BE49-F238E27FC236}">
                <a16:creationId xmlns:a16="http://schemas.microsoft.com/office/drawing/2014/main" id="{D178C0EA-2B58-45F1-91C3-22BF34996D09}"/>
              </a:ext>
            </a:extLst>
          </p:cNvPr>
          <p:cNvPicPr>
            <a:picLocks xmlns:a="http://schemas.openxmlformats.org/drawingml/2006/main" noChangeAspect="1"/>
          </p:cNvPicPr>
          <p:nvPr/>
        </p:nvPicPr>
        <p:blipFill>
          <a:blip xmlns:r="http://schemas.openxmlformats.org/officeDocument/2006/relationships" xmlns:a="http://schemas.openxmlformats.org/drawingml/2006/main" r:embed="R9dab370ad779480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4437311"/>
            <a:ext cx="5374958" cy="345579"/>
          </a:xfrm>
          <a:prstGeom xmlns:a="http://schemas.openxmlformats.org/drawingml/2006/main" prst="rect">
            <a:avLst/>
          </a:prstGeom>
        </p:spPr>
      </p:pic>
      <p:pic>
        <p:nvPicPr>
          <p:cNvPr id="24" name="derivation-1" descr="=\int_{-\infty}^{\infty}\left[\sum_n m(nT_s)\delta(\tau-nT_s)\right]h(t-\tau)\,d\tau">
            <a:extLst xmlns:a="http://schemas.openxmlformats.org/drawingml/2006/main">
              <a:ext uri="{FF2B5EF4-FFF2-40B4-BE49-F238E27FC236}">
                <a16:creationId xmlns:a16="http://schemas.microsoft.com/office/drawing/2014/main" id="{E14EDF10-9192-4D2F-AEDC-CCA69729CF8C}"/>
              </a:ext>
            </a:extLst>
          </p:cNvPr>
          <p:cNvPicPr>
            <a:picLocks xmlns:a="http://schemas.openxmlformats.org/drawingml/2006/main" noChangeAspect="1"/>
          </p:cNvPicPr>
          <p:nvPr/>
        </p:nvPicPr>
        <p:blipFill>
          <a:blip xmlns:r="http://schemas.openxmlformats.org/officeDocument/2006/relationships" xmlns:a="http://schemas.openxmlformats.org/drawingml/2006/main" r:embed="R0986a00e97f5415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42975" y="4923086"/>
            <a:ext cx="5272088" cy="345579"/>
          </a:xfrm>
          <a:prstGeom xmlns:a="http://schemas.openxmlformats.org/drawingml/2006/main" prst="rect">
            <a:avLst/>
          </a:prstGeom>
        </p:spPr>
      </p:pic>
      <p:pic>
        <p:nvPicPr>
          <p:cNvPr id="25" name="derivation-2" descr="=\sum_n m(nT_s)\int_{-\infty}^{\infty}\delta(\tau-nT_s)h(t-\tau)\,d\tau">
            <a:extLst xmlns:a="http://schemas.openxmlformats.org/drawingml/2006/main">
              <a:ext uri="{FF2B5EF4-FFF2-40B4-BE49-F238E27FC236}">
                <a16:creationId xmlns:a16="http://schemas.microsoft.com/office/drawing/2014/main" id="{8B164205-6DA7-4EDC-912D-063FF8506898}"/>
              </a:ext>
            </a:extLst>
          </p:cNvPr>
          <p:cNvPicPr>
            <a:picLocks xmlns:a="http://schemas.openxmlformats.org/drawingml/2006/main" noChangeAspect="1"/>
          </p:cNvPicPr>
          <p:nvPr/>
        </p:nvPicPr>
        <p:blipFill>
          <a:blip xmlns:r="http://schemas.openxmlformats.org/officeDocument/2006/relationships" xmlns:a="http://schemas.openxmlformats.org/drawingml/2006/main" r:embed="R5fb5a5a4f4504abd">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42975" y="5457289"/>
            <a:ext cx="5092065" cy="343972"/>
          </a:xfrm>
          <a:prstGeom xmlns:a="http://schemas.openxmlformats.org/drawingml/2006/main" prst="rect">
            <a:avLst/>
          </a:prstGeom>
        </p:spPr>
      </p:pic>
      <p:pic>
        <p:nvPicPr>
          <p:cNvPr id="26" name="derivation-3" descr="=\sum_n m(nT_s)h(t-nT_s)">
            <a:extLst xmlns:a="http://schemas.openxmlformats.org/drawingml/2006/main">
              <a:ext uri="{FF2B5EF4-FFF2-40B4-BE49-F238E27FC236}">
                <a16:creationId xmlns:a16="http://schemas.microsoft.com/office/drawing/2014/main" id="{2B98B71A-843F-4BD5-8C1C-C03201B9CD98}"/>
              </a:ext>
            </a:extLst>
          </p:cNvPr>
          <p:cNvPicPr>
            <a:picLocks xmlns:a="http://schemas.openxmlformats.org/drawingml/2006/main" noChangeAspect="1"/>
          </p:cNvPicPr>
          <p:nvPr/>
        </p:nvPicPr>
        <p:blipFill>
          <a:blip xmlns:r="http://schemas.openxmlformats.org/officeDocument/2006/relationships" xmlns:a="http://schemas.openxmlformats.org/drawingml/2006/main" r:embed="R365a650fe7914ed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42975" y="6008578"/>
            <a:ext cx="3513773" cy="308193"/>
          </a:xfrm>
          <a:prstGeom xmlns:a="http://schemas.openxmlformats.org/drawingml/2006/main" prst="rect">
            <a:avLst/>
          </a:prstGeom>
        </p:spPr>
      </p:pic>
      <p:sp>
        <p:nvSpPr>
          <p:cNvPr id="27" name="math-flight-0-origin">
            <a:extLst xmlns:a="http://schemas.openxmlformats.org/drawingml/2006/main">
              <a:ext uri="{FF2B5EF4-FFF2-40B4-BE49-F238E27FC236}">
                <a16:creationId xmlns:a16="http://schemas.microsoft.com/office/drawing/2014/main" id="{9DC3EEBE-3BEA-48A3-8AB8-4BC89BA9BD5E}"/>
              </a:ext>
            </a:extLst>
          </p:cNvPr>
          <p:cNvSpPr>
            <a:spLocks xmlns:a="http://schemas.openxmlformats.org/drawingml/2006/main" noGrp="1"/>
          </p:cNvSpPr>
          <p:nvPr/>
        </p:nvSpPr>
        <p:spPr>
          <a:xfrm xmlns:a="http://schemas.openxmlformats.org/drawingml/2006/main">
            <a:off x="2404942" y="4953625"/>
            <a:ext cx="910312" cy="257175"/>
          </a:xfrm>
          <a:prstGeom xmlns:a="http://schemas.openxmlformats.org/drawingml/2006/main" prst="rect">
            <a:avLst/>
          </a:prstGeom>
          <a:noFill xmlns:a="http://schemas.openxmlformats.org/drawingml/2006/main"/>
          <a:ln xmlns:a="http://schemas.openxmlformats.org/drawingml/2006/main" w="0">
            <a:noFill/>
          </a:ln>
        </p:spPr>
      </p:sp>
      <p:pic>
        <p:nvPicPr>
          <p:cNvPr id="28" name="math-flight-0" descr="m(nT_s)">
            <a:extLst xmlns:a="http://schemas.openxmlformats.org/drawingml/2006/main">
              <a:ext uri="{FF2B5EF4-FFF2-40B4-BE49-F238E27FC236}">
                <a16:creationId xmlns:a16="http://schemas.microsoft.com/office/drawing/2014/main" id="{33526D65-10F6-4B8F-91E4-124321548AD9}"/>
              </a:ext>
            </a:extLst>
          </p:cNvPr>
          <p:cNvPicPr>
            <a:picLocks xmlns:a="http://schemas.openxmlformats.org/drawingml/2006/main" noChangeAspect="1"/>
          </p:cNvPicPr>
          <p:nvPr/>
        </p:nvPicPr>
        <p:blipFill>
          <a:blip xmlns:r="http://schemas.openxmlformats.org/officeDocument/2006/relationships" xmlns:a="http://schemas.openxmlformats.org/drawingml/2006/main" r:embed="R7fb27fd934994e51">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724750" y="5487687"/>
            <a:ext cx="905525" cy="255979"/>
          </a:xfrm>
          <a:prstGeom xmlns:a="http://schemas.openxmlformats.org/drawingml/2006/main" prst="rect">
            <a:avLst/>
          </a:prstGeom>
        </p:spPr>
      </p:pic>
    </p:spTree>
    <p:extLst>
      <p:ext uri="{BB962C8B-B14F-4D97-AF65-F5344CB8AC3E}">
        <p14:creationId xmlns:p14="http://schemas.microsoft.com/office/powerpoint/2010/main" val="10354021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70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nodeType="withEffect">
                                  <p:stCondLst>
                                    <p:cond delay="0"/>
                                  </p:stCondLst>
                                  <p:childTnLst>
                                    <p:set>
                                      <p:cBhvr>
                                        <p:cTn id="19" dur="1" fill="hold">
                                          <p:stCondLst>
                                            <p:cond delay="0"/>
                                          </p:stCondLst>
                                        </p:cTn>
                                        <p:tgtEl>
                                          <p:spTgt spid="28"/>
                                        </p:tgtEl>
                                        <p:attrNameLst>
                                          <p:attrName>style.visibility</p:attrName>
                                        </p:attrNameLst>
                                      </p:cBhvr>
                                      <p:to>
                                        <p:strVal val="visible"/>
                                      </p:to>
                                    </p:set>
                                    <p:animMotion origin="layout" pathEditMode="relative" path="M 0.05598634 -0.07778711 L 0.00000000 0.00000000 E">
                                      <p:cBhvr>
                                        <p:cTn id="21" dur="700" fill="hold"/>
                                        <p:tgtEl>
                                          <p:spTgt spid="28"/>
                                        </p:tgtEl>
                                        <p:attrNameLst>
                                          <p:attrName>ppt_x</p:attrName>
                                          <p:attrName>ppt_y</p:attrName>
                                        </p:attrNameLst>
                                      </p:cBhvr>
                                    </p:animMotion>
                                    <p:animScale zoomContents="1">
                                      <p:cBhvr>
                                        <p:cTn id="22" dur="700" fill="hold"/>
                                        <p:tgtEl>
                                          <p:spTgt spid="28"/>
                                        </p:tgtEl>
                                      </p:cBhvr>
                                      <p:from x="100529" y="100467"/>
                                      <p:to x="100000" y="100000"/>
                                    </p:animScale>
                                  </p:childTnLst>
                                </p:cTn>
                              </p:par>
                              <p:par>
                                <p:cTn id="23" presetID="10" presetClass="exit" presetSubtype="0" fill="hold" nodeType="withEffect">
                                  <p:stCondLst>
                                    <p:cond delay="0"/>
                                  </p:stCondLst>
                                  <p:childTnLst>
                                    <p:animEffect transition="out" filter="fade">
                                      <p:cBhvr>
                                        <p:cTn id="32" dur="200" fill="hold">
                                          <p:stCondLst>
                                            <p:cond delay="700"/>
                                          </p:stCondLst>
                                        </p:cTn>
                                        <p:tgtEl>
                                          <p:spTgt spid="28"/>
                                        </p:tgtEl>
                                      </p:cBhvr>
                                    </p:animEffect>
                                    <p:set>
                                      <p:cBhvr>
                                        <p:cTn id="33" dur="1" fill="hold">
                                          <p:stCondLst>
                                            <p:cond delay="900"/>
                                          </p:stCondLst>
                                        </p:cTn>
                                        <p:tgtEl>
                                          <p:spTgt spid="2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5D455BB2-264C-497F-9C97-884F2A359CE4}"/>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40A0D9B-E8FF-4ED4-A45C-CE53C14ED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B94CEED-A53D-416A-A96B-36EB48B5F9E4}"/>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36D4C0B-D0D9-4952-9F52-3EB6B43D589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F7081D20-2A18-43F0-8B64-D68AB58AAFB3}"/>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E4EB6BD8-683D-4986-8254-16D6E8C3143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series-purpose">
            <a:extLst xmlns:a="http://schemas.openxmlformats.org/drawingml/2006/main">
              <a:ext uri="{FF2B5EF4-FFF2-40B4-BE49-F238E27FC236}">
                <a16:creationId xmlns:a16="http://schemas.microsoft.com/office/drawing/2014/main" id="{689AEA7B-8228-4B15-AF91-77A8CD630155}"/>
              </a:ext>
            </a:extLst>
          </p:cNvPr>
          <p:cNvSpPr>
            <a:spLocks xmlns:a="http://schemas.openxmlformats.org/drawingml/2006/main" noGrp="1"/>
          </p:cNvSpPr>
          <p:nvPr/>
        </p:nvSpPr>
        <p:spPr>
          <a:xfrm xmlns:a="http://schemas.openxmlformats.org/drawingml/2006/main">
            <a:off x="609600" y="2028825"/>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Locate the frequency copies of the samples.</a:t>
            </a:r>
          </a:p>
        </p:txBody>
      </p:sp>
      <p:sp>
        <p:nvSpPr>
          <p:cNvPr id="10" name="train-series-emphasis">
            <a:extLst xmlns:a="http://schemas.openxmlformats.org/drawingml/2006/main">
              <a:ext uri="{FF2B5EF4-FFF2-40B4-BE49-F238E27FC236}">
                <a16:creationId xmlns:a16="http://schemas.microsoft.com/office/drawing/2014/main" id="{99D6E993-8657-4D8C-809B-DB02298A221A}"/>
              </a:ext>
            </a:extLst>
          </p:cNvPr>
          <p:cNvSpPr>
            <a:spLocks xmlns:a="http://schemas.openxmlformats.org/drawingml/2006/main" noGrp="1"/>
          </p:cNvSpPr>
          <p:nvPr/>
        </p:nvSpPr>
        <p:spPr>
          <a:xfrm xmlns:a="http://schemas.openxmlformats.org/drawingml/2006/main">
            <a:off x="609600" y="63722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987AE41-E8D0-4863-83B8-A9347C6BD152}"/>
              </a:ext>
            </a:extLst>
          </p:cNvPr>
          <p:cNvPicPr>
            <a:picLocks xmlns:a="http://schemas.openxmlformats.org/drawingml/2006/main" noChangeAspect="1"/>
          </p:cNvPicPr>
          <p:nvPr/>
        </p:nvPicPr>
        <p:blipFill>
          <a:blip xmlns:r="http://schemas.openxmlformats.org/officeDocument/2006/relationships" xmlns:a="http://schemas.openxmlformats.org/drawingml/2006/main" r:embed="Raef930ff6d4a4b3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469E7A3-159D-4521-949A-F0ADB9D12A3F}"/>
              </a:ext>
            </a:extLst>
          </p:cNvPr>
          <p:cNvPicPr>
            <a:picLocks xmlns:a="http://schemas.openxmlformats.org/drawingml/2006/main" noChangeAspect="1"/>
          </p:cNvPicPr>
          <p:nvPr/>
        </p:nvPicPr>
        <p:blipFill>
          <a:blip xmlns:r="http://schemas.openxmlformats.org/officeDocument/2006/relationships" xmlns:a="http://schemas.openxmlformats.org/drawingml/2006/main" r:embed="R9d78d302c3be40f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8EB7FAD-D3A1-4BB1-B060-EC7C07BBB084}"/>
              </a:ext>
            </a:extLst>
          </p:cNvPr>
          <p:cNvPicPr>
            <a:picLocks xmlns:a="http://schemas.openxmlformats.org/drawingml/2006/main" noChangeAspect="1"/>
          </p:cNvPicPr>
          <p:nvPr/>
        </p:nvPicPr>
        <p:blipFill>
          <a:blip xmlns:r="http://schemas.openxmlformats.org/officeDocument/2006/relationships" xmlns:a="http://schemas.openxmlformats.org/drawingml/2006/main" r:embed="Rcd5b8aff5db3471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impulse-train" descr="\delta_{T_s}(t)=\sum_n\delta(t-nT_s),\qquad m_\delta(t)=m(t)\delta_{T_s}(t)">
            <a:extLst xmlns:a="http://schemas.openxmlformats.org/drawingml/2006/main">
              <a:ext uri="{FF2B5EF4-FFF2-40B4-BE49-F238E27FC236}">
                <a16:creationId xmlns:a16="http://schemas.microsoft.com/office/drawing/2014/main" id="{98FBC83A-CA60-445B-931C-FCCB633F6A81}"/>
              </a:ext>
            </a:extLst>
          </p:cNvPr>
          <p:cNvPicPr>
            <a:picLocks xmlns:a="http://schemas.openxmlformats.org/drawingml/2006/main" noChangeAspect="1"/>
          </p:cNvPicPr>
          <p:nvPr/>
        </p:nvPicPr>
        <p:blipFill>
          <a:blip xmlns:r="http://schemas.openxmlformats.org/officeDocument/2006/relationships" xmlns:a="http://schemas.openxmlformats.org/drawingml/2006/main" r:embed="Rf12fd7ac2cbc4d1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604016"/>
            <a:ext cx="6347460" cy="278368"/>
          </a:xfrm>
          <a:prstGeom xmlns:a="http://schemas.openxmlformats.org/drawingml/2006/main" prst="rect">
            <a:avLst/>
          </a:prstGeom>
        </p:spPr>
      </p:pic>
      <p:pic>
        <p:nvPicPr>
          <p:cNvPr id="15" name="periodic-series" descr="\delta_{T_s}(t)=\sum_k a_ke^{j2\pi kt/T_s}">
            <a:extLst xmlns:a="http://schemas.openxmlformats.org/drawingml/2006/main">
              <a:ext uri="{FF2B5EF4-FFF2-40B4-BE49-F238E27FC236}">
                <a16:creationId xmlns:a16="http://schemas.microsoft.com/office/drawing/2014/main" id="{28855FC7-8011-4191-8ED0-D453108779B5}"/>
              </a:ext>
            </a:extLst>
          </p:cNvPr>
          <p:cNvPicPr>
            <a:picLocks xmlns:a="http://schemas.openxmlformats.org/drawingml/2006/main" noChangeAspect="1"/>
          </p:cNvPicPr>
          <p:nvPr/>
        </p:nvPicPr>
        <p:blipFill>
          <a:blip xmlns:r="http://schemas.openxmlformats.org/officeDocument/2006/relationships" xmlns:a="http://schemas.openxmlformats.org/drawingml/2006/main" r:embed="Rd0550f5b7d4d416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093541"/>
            <a:ext cx="3228975" cy="337542"/>
          </a:xfrm>
          <a:prstGeom xmlns:a="http://schemas.openxmlformats.org/drawingml/2006/main" prst="rect">
            <a:avLst/>
          </a:prstGeom>
        </p:spPr>
      </p:pic>
      <p:pic>
        <p:nvPicPr>
          <p:cNvPr id="16" name="coefficient-definition" descr="a_k=\frac1{T_s}\int_{-T_s/2}^{T_s/2}\delta_{T_s}(t)e^{-j2\pi kt/T_s}\,dt">
            <a:extLst xmlns:a="http://schemas.openxmlformats.org/drawingml/2006/main">
              <a:ext uri="{FF2B5EF4-FFF2-40B4-BE49-F238E27FC236}">
                <a16:creationId xmlns:a16="http://schemas.microsoft.com/office/drawing/2014/main" id="{7FE01175-4D91-4922-983E-8005EFD2943C}"/>
              </a:ext>
            </a:extLst>
          </p:cNvPr>
          <p:cNvPicPr>
            <a:picLocks xmlns:a="http://schemas.openxmlformats.org/drawingml/2006/main" noChangeAspect="1"/>
          </p:cNvPicPr>
          <p:nvPr/>
        </p:nvPicPr>
        <p:blipFill>
          <a:blip xmlns:r="http://schemas.openxmlformats.org/officeDocument/2006/relationships" xmlns:a="http://schemas.openxmlformats.org/drawingml/2006/main" r:embed="R7b600332ac1849f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3699748"/>
            <a:ext cx="4373880" cy="430054"/>
          </a:xfrm>
          <a:prstGeom xmlns:a="http://schemas.openxmlformats.org/drawingml/2006/main" prst="rect">
            <a:avLst/>
          </a:prstGeom>
        </p:spPr>
      </p:pic>
      <p:pic>
        <p:nvPicPr>
          <p:cNvPr id="17" name="coefficient-one-impulse" descr="=\frac1{T_s}\int_{-T_s/2}^{T_s/2}\delta(t)e^{-j2\pi kt/T_s}\,dt">
            <a:extLst xmlns:a="http://schemas.openxmlformats.org/drawingml/2006/main">
              <a:ext uri="{FF2B5EF4-FFF2-40B4-BE49-F238E27FC236}">
                <a16:creationId xmlns:a16="http://schemas.microsoft.com/office/drawing/2014/main" id="{AF6D6A01-F8E8-4A68-AF49-9E0130725D76}"/>
              </a:ext>
            </a:extLst>
          </p:cNvPr>
          <p:cNvPicPr>
            <a:picLocks xmlns:a="http://schemas.openxmlformats.org/drawingml/2006/main" noChangeAspect="1"/>
          </p:cNvPicPr>
          <p:nvPr/>
        </p:nvPicPr>
        <p:blipFill>
          <a:blip xmlns:r="http://schemas.openxmlformats.org/officeDocument/2006/relationships" xmlns:a="http://schemas.openxmlformats.org/drawingml/2006/main" r:embed="R49828d24548d488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4348282"/>
            <a:ext cx="3707130" cy="428387"/>
          </a:xfrm>
          <a:prstGeom xmlns:a="http://schemas.openxmlformats.org/drawingml/2006/main" prst="rect">
            <a:avLst/>
          </a:prstGeom>
        </p:spPr>
      </p:pic>
      <p:pic>
        <p:nvPicPr>
          <p:cNvPr id="18" name="sifting-coefficient" descr="=\frac1{T_s}e^{-j2\pi k\cdot0/T_s}=\frac1{T_s}\qquad(\text{every integer }k)">
            <a:extLst xmlns:a="http://schemas.openxmlformats.org/drawingml/2006/main">
              <a:ext uri="{FF2B5EF4-FFF2-40B4-BE49-F238E27FC236}">
                <a16:creationId xmlns:a16="http://schemas.microsoft.com/office/drawing/2014/main" id="{5DF90793-7C11-49FE-A0A1-5BD0CBFB54F5}"/>
              </a:ext>
            </a:extLst>
          </p:cNvPr>
          <p:cNvPicPr>
            <a:picLocks xmlns:a="http://schemas.openxmlformats.org/drawingml/2006/main" noChangeAspect="1"/>
          </p:cNvPicPr>
          <p:nvPr/>
        </p:nvPicPr>
        <p:blipFill>
          <a:blip xmlns:r="http://schemas.openxmlformats.org/officeDocument/2006/relationships" xmlns:a="http://schemas.openxmlformats.org/drawingml/2006/main" r:embed="R1de39fb15ec2438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42975" y="4988659"/>
            <a:ext cx="5828347" cy="376357"/>
          </a:xfrm>
          <a:prstGeom xmlns:a="http://schemas.openxmlformats.org/drawingml/2006/main" prst="rect">
            <a:avLst/>
          </a:prstGeom>
        </p:spPr>
      </p:pic>
      <p:pic>
        <p:nvPicPr>
          <p:cNvPr id="19" name="train-series" descr="\delta_{T_s}(t)=\frac1{T_s}\sum_k e^{j2\pi kf_st},\qquad f_s=\frac1{T_s}">
            <a:extLst xmlns:a="http://schemas.openxmlformats.org/drawingml/2006/main">
              <a:ext uri="{FF2B5EF4-FFF2-40B4-BE49-F238E27FC236}">
                <a16:creationId xmlns:a16="http://schemas.microsoft.com/office/drawing/2014/main" id="{8BCA4C4D-F637-4F62-9606-58052079ED96}"/>
              </a:ext>
            </a:extLst>
          </p:cNvPr>
          <p:cNvPicPr>
            <a:picLocks xmlns:a="http://schemas.openxmlformats.org/drawingml/2006/main" noChangeAspect="1"/>
          </p:cNvPicPr>
          <p:nvPr/>
        </p:nvPicPr>
        <p:blipFill>
          <a:blip xmlns:r="http://schemas.openxmlformats.org/officeDocument/2006/relationships" xmlns:a="http://schemas.openxmlformats.org/drawingml/2006/main" r:embed="R24bdf6c4416342fb">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5924550"/>
            <a:ext cx="5212080" cy="409575"/>
          </a:xfrm>
          <a:prstGeom xmlns:a="http://schemas.openxmlformats.org/drawingml/2006/main" prst="rect">
            <a:avLst/>
          </a:prstGeom>
        </p:spPr>
      </p:pic>
    </p:spTree>
    <p:extLst>
      <p:ext uri="{BB962C8B-B14F-4D97-AF65-F5344CB8AC3E}">
        <p14:creationId xmlns:p14="http://schemas.microsoft.com/office/powerpoint/2010/main" val="71413653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71E9EAA8-E839-4EE3-8146-84EF4825954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9F89930-D05F-4881-96C9-DEADA76AF281}"/>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66A206A-4B84-41B4-B781-F3B2A4C6D45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C70D9D5-DA73-4F82-8252-83BABDAFFF5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1A3FF28-969A-4E01-9956-1B0760F1D8B6}"/>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F769EFFA-4E27-49AB-B7DD-3AA78BD98D3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spectrum-example">
            <a:extLst xmlns:a="http://schemas.openxmlformats.org/drawingml/2006/main">
              <a:ext uri="{FF2B5EF4-FFF2-40B4-BE49-F238E27FC236}">
                <a16:creationId xmlns:a16="http://schemas.microsoft.com/office/drawing/2014/main" id="{F16C9CE5-4F87-4184-9414-45434819B4F5}"/>
              </a:ext>
            </a:extLst>
          </p:cNvPr>
          <p:cNvSpPr>
            <a:spLocks xmlns:a="http://schemas.openxmlformats.org/drawingml/2006/main" noGrp="1"/>
          </p:cNvSpPr>
          <p:nvPr/>
        </p:nvSpPr>
        <p:spPr>
          <a:xfrm xmlns:a="http://schemas.openxmlformats.org/drawingml/2006/main">
            <a:off x="609600" y="3676650"/>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One shifted copy per k; triangular M(f) illustration.</a:t>
            </a:r>
          </a:p>
        </p:txBody>
      </p:sp>
      <p:pic>
        <p:nvPicPr>
          <p:cNvPr id="10" name="sampling-replicas" descr="Note 7: sampling replicas. Static entry; click once; final state retained.">
            <a:extLst xmlns:a="http://schemas.openxmlformats.org/drawingml/2006/main">
              <a:ext uri="{FF2B5EF4-FFF2-40B4-BE49-F238E27FC236}">
                <a16:creationId xmlns:a16="http://schemas.microsoft.com/office/drawing/2014/main" id="{53C9F90F-64B4-4389-BD9C-FF40750E5B4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1" name="sampling-replicas--t4-click-frame-001"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2" name="sampling-replicas--t4-click-frame-002"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3" name="sampling-replicas--t4-click-frame-003"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4" name="sampling-replicas--t4-click-frame-004"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5" name="sampling-replicas--t4-click-frame-005"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6" name="sampling-replicas--t4-click-frame-006"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7" name="sampling-replicas--t4-click-frame-007"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8" name="sampling-replicas--t4-click-frame-008"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9" name="sampling-replicas--t4-click-frame-009"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0" name="sampling-replicas--t4-click-frame-010"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1" name="sampling-replicas--t4-click-frame-011"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2" name="sampling-replicas--t4-click-frame-012"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3" name="sampling-replicas--t4-click-frame-013"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4" name="sampling-replicas--t4-click-frame-014"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5" name="sampling-replicas--t4-click-frame-015"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6" name="sampling-replicas--t4-click-frame-016"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7" name="sampling-replicas--t4-click-frame-017"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8" name="sampling-replicas--t4-click-frame-018"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9" name="sampling-replicas--t4-click-frame-019"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0" name="sampling-replicas--t4-click-frame-020"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1" name="sampling-replicas--t4-click-frame-021"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2" name="sampling-replicas--t4-click-frame-022"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3" name="sampling-replicas--t4-click-frame-023"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4" name="sampling-replicas--t4-click-frame-024"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5" name="sampling-replicas--t4-click-frame-025"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6" name="sampling-replicas--t4-click-frame-026"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7" name="sampling-replicas--t4-click-frame-027"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8" name="sampling-replicas--t4-click-frame-028"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sp>
        <p:nvSpPr>
          <p:cNvPr id="11" name="spectral-takeaway">
            <a:extLst xmlns:a="http://schemas.openxmlformats.org/drawingml/2006/main">
              <a:ext uri="{FF2B5EF4-FFF2-40B4-BE49-F238E27FC236}">
                <a16:creationId xmlns:a16="http://schemas.microsoft.com/office/drawing/2014/main" id="{94A90FB7-4B0A-4F05-AD61-DE6A08D31BE5}"/>
              </a:ext>
            </a:extLst>
          </p:cNvPr>
          <p:cNvSpPr>
            <a:spLocks xmlns:a="http://schemas.openxmlformats.org/drawingml/2006/main" noGrp="1"/>
          </p:cNvSpPr>
          <p:nvPr/>
        </p:nvSpPr>
        <p:spPr>
          <a:xfrm xmlns:a="http://schemas.openxmlformats.org/drawingml/2006/main">
            <a:off x="609600" y="6343650"/>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Sampling creates copies spaced by fs.</a:t>
            </a:r>
          </a:p>
        </p:txBody>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FEB88DC-C3FB-4E4E-997D-398588DD729B}"/>
              </a:ext>
            </a:extLst>
          </p:cNvPr>
          <p:cNvPicPr>
            <a:picLocks xmlns:a="http://schemas.openxmlformats.org/drawingml/2006/main" noChangeAspect="1"/>
          </p:cNvPicPr>
          <p:nvPr/>
        </p:nvPicPr>
        <p:blipFill>
          <a:blip xmlns:r="http://schemas.openxmlformats.org/officeDocument/2006/relationships" xmlns:a="http://schemas.openxmlformats.org/drawingml/2006/main" r:embed="Rdb115580bbfc4e5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EB135D5-A1B4-4662-B34B-7DDBBB69D6B3}"/>
              </a:ext>
            </a:extLst>
          </p:cNvPr>
          <p:cNvPicPr>
            <a:picLocks xmlns:a="http://schemas.openxmlformats.org/drawingml/2006/main" noChangeAspect="1"/>
          </p:cNvPicPr>
          <p:nvPr/>
        </p:nvPicPr>
        <p:blipFill>
          <a:blip xmlns:r="http://schemas.openxmlformats.org/officeDocument/2006/relationships" xmlns:a="http://schemas.openxmlformats.org/drawingml/2006/main" r:embed="R00f92bdf19f1447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DF27BC6-6811-4519-9069-802CBB18BAFC}"/>
              </a:ext>
            </a:extLst>
          </p:cNvPr>
          <p:cNvPicPr>
            <a:picLocks xmlns:a="http://schemas.openxmlformats.org/drawingml/2006/main" noChangeAspect="1"/>
          </p:cNvPicPr>
          <p:nvPr/>
        </p:nvPicPr>
        <p:blipFill>
          <a:blip xmlns:r="http://schemas.openxmlformats.org/officeDocument/2006/relationships" xmlns:a="http://schemas.openxmlformats.org/drawingml/2006/main" r:embed="Rae1b391ab27946f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sample-product" descr="m_\delta(t)=m(t)\delta_{T_s}(t)=\frac1{T_s}\sum_k m(t)e^{j2\pi kf_st}">
            <a:extLst xmlns:a="http://schemas.openxmlformats.org/drawingml/2006/main">
              <a:ext uri="{FF2B5EF4-FFF2-40B4-BE49-F238E27FC236}">
                <a16:creationId xmlns:a16="http://schemas.microsoft.com/office/drawing/2014/main" id="{2BBBDAE7-4772-4FDD-ACDD-09423ED4E38F}"/>
              </a:ext>
            </a:extLst>
          </p:cNvPr>
          <p:cNvPicPr>
            <a:picLocks xmlns:a="http://schemas.openxmlformats.org/drawingml/2006/main" noChangeAspect="1"/>
          </p:cNvPicPr>
          <p:nvPr/>
        </p:nvPicPr>
        <p:blipFill>
          <a:blip xmlns:r="http://schemas.openxmlformats.org/officeDocument/2006/relationships" xmlns:a="http://schemas.openxmlformats.org/drawingml/2006/main" r:embed="R4fab079f287043a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01228"/>
            <a:ext cx="5307330" cy="360045"/>
          </a:xfrm>
          <a:prstGeom xmlns:a="http://schemas.openxmlformats.org/drawingml/2006/main" prst="rect">
            <a:avLst/>
          </a:prstGeom>
        </p:spPr>
      </p:pic>
      <p:pic>
        <p:nvPicPr>
          <p:cNvPr id="16" name="transform-definition" descr="M_\delta(f)=\frac1{T_s}\sum_k\mathcal F\!\left\{m(t)e^{j2\pi kf_st}\right\}">
            <a:extLst xmlns:a="http://schemas.openxmlformats.org/drawingml/2006/main">
              <a:ext uri="{FF2B5EF4-FFF2-40B4-BE49-F238E27FC236}">
                <a16:creationId xmlns:a16="http://schemas.microsoft.com/office/drawing/2014/main" id="{F1CB38F3-9A88-481B-9791-3069A05438FA}"/>
              </a:ext>
            </a:extLst>
          </p:cNvPr>
          <p:cNvPicPr>
            <a:picLocks xmlns:a="http://schemas.openxmlformats.org/drawingml/2006/main" noChangeAspect="1"/>
          </p:cNvPicPr>
          <p:nvPr/>
        </p:nvPicPr>
        <p:blipFill>
          <a:blip xmlns:r="http://schemas.openxmlformats.org/officeDocument/2006/relationships" xmlns:a="http://schemas.openxmlformats.org/drawingml/2006/main" r:embed="R0ba4e50271064c1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942975" y="2739390"/>
            <a:ext cx="4107180" cy="360045"/>
          </a:xfrm>
          <a:prstGeom xmlns:a="http://schemas.openxmlformats.org/drawingml/2006/main" prst="rect">
            <a:avLst/>
          </a:prstGeom>
        </p:spPr>
      </p:pic>
      <p:pic>
        <p:nvPicPr>
          <p:cNvPr id="17" name="replicas-result" descr="=\frac1{T_s}\sum_k M(f-kf_s)">
            <a:extLst xmlns:a="http://schemas.openxmlformats.org/drawingml/2006/main">
              <a:ext uri="{FF2B5EF4-FFF2-40B4-BE49-F238E27FC236}">
                <a16:creationId xmlns:a16="http://schemas.microsoft.com/office/drawing/2014/main" id="{BB8958CC-76CD-4389-8DCA-3D3410B6E987}"/>
              </a:ext>
            </a:extLst>
          </p:cNvPr>
          <p:cNvPicPr>
            <a:picLocks xmlns:a="http://schemas.openxmlformats.org/drawingml/2006/main" noChangeAspect="1"/>
          </p:cNvPicPr>
          <p:nvPr/>
        </p:nvPicPr>
        <p:blipFill>
          <a:blip xmlns:r="http://schemas.openxmlformats.org/officeDocument/2006/relationships" xmlns:a="http://schemas.openxmlformats.org/drawingml/2006/main" r:embed="R0a4e88a1f0d04b3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3273475"/>
            <a:ext cx="2834640" cy="396776"/>
          </a:xfrm>
          <a:prstGeom xmlns:a="http://schemas.openxmlformats.org/drawingml/2006/main" prst="rect">
            <a:avLst/>
          </a:prstGeom>
        </p:spPr>
      </p:pic>
      <p:sp>
        <p:nvSpPr>
          <p:cNvPr id="18" name="math-flight-1-origin">
            <a:extLst xmlns:a="http://schemas.openxmlformats.org/drawingml/2006/main">
              <a:ext uri="{FF2B5EF4-FFF2-40B4-BE49-F238E27FC236}">
                <a16:creationId xmlns:a16="http://schemas.microsoft.com/office/drawing/2014/main" id="{1CB76890-BE46-4EE4-8F5B-A08FF4F5593C}"/>
              </a:ext>
            </a:extLst>
          </p:cNvPr>
          <p:cNvSpPr>
            <a:spLocks xmlns:a="http://schemas.openxmlformats.org/drawingml/2006/main" noGrp="1"/>
          </p:cNvSpPr>
          <p:nvPr/>
        </p:nvSpPr>
        <p:spPr>
          <a:xfrm xmlns:a="http://schemas.openxmlformats.org/drawingml/2006/main">
            <a:off x="3407617" y="2744414"/>
            <a:ext cx="1458734" cy="294735"/>
          </a:xfrm>
          <a:prstGeom xmlns:a="http://schemas.openxmlformats.org/drawingml/2006/main" prst="rect">
            <a:avLst/>
          </a:prstGeom>
          <a:noFill xmlns:a="http://schemas.openxmlformats.org/drawingml/2006/main"/>
          <a:ln xmlns:a="http://schemas.openxmlformats.org/drawingml/2006/main" w="0">
            <a:noFill/>
          </a:ln>
        </p:spPr>
      </p:sp>
      <p:pic>
        <p:nvPicPr>
          <p:cNvPr id="19" name="math-flight-1" descr="M(f-kf_s)">
            <a:extLst xmlns:a="http://schemas.openxmlformats.org/drawingml/2006/main">
              <a:ext uri="{FF2B5EF4-FFF2-40B4-BE49-F238E27FC236}">
                <a16:creationId xmlns:a16="http://schemas.microsoft.com/office/drawing/2014/main" id="{FDFBBA02-B3B7-4AC4-8E1D-F9F0A70652FE}"/>
              </a:ext>
            </a:extLst>
          </p:cNvPr>
          <p:cNvPicPr>
            <a:picLocks xmlns:a="http://schemas.openxmlformats.org/drawingml/2006/main" noChangeAspect="1"/>
          </p:cNvPicPr>
          <p:nvPr/>
        </p:nvPicPr>
        <p:blipFill>
          <a:blip xmlns:r="http://schemas.openxmlformats.org/officeDocument/2006/relationships" xmlns:a="http://schemas.openxmlformats.org/drawingml/2006/main" r:embed="R7b7eca6d2fab4ff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52242" y="3308539"/>
            <a:ext cx="1491139" cy="295275"/>
          </a:xfrm>
          <a:prstGeom xmlns:a="http://schemas.openxmlformats.org/drawingml/2006/main" prst="rect">
            <a:avLst/>
          </a:prstGeom>
        </p:spPr>
      </p:pic>
    </p:spTree>
    <p:extLst>
      <p:ext uri="{BB962C8B-B14F-4D97-AF65-F5344CB8AC3E}">
        <p14:creationId xmlns:p14="http://schemas.microsoft.com/office/powerpoint/2010/main" val="15995762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7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Motion origin="layout" pathEditMode="relative" path="M 0.09343606 -0.08229732 L 0.00000000 0.00000000 E">
                                      <p:cBhvr>
                                        <p:cTn id="16" dur="700" fill="hold"/>
                                        <p:tgtEl>
                                          <p:spTgt spid="19"/>
                                        </p:tgtEl>
                                        <p:attrNameLst>
                                          <p:attrName>ppt_x</p:attrName>
                                          <p:attrName>ppt_y</p:attrName>
                                        </p:attrNameLst>
                                      </p:cBhvr>
                                    </p:animMotion>
                                    <p:animScale zoomContents="1">
                                      <p:cBhvr>
                                        <p:cTn id="17" dur="700" fill="hold"/>
                                        <p:tgtEl>
                                          <p:spTgt spid="19"/>
                                        </p:tgtEl>
                                      </p:cBhvr>
                                      <p:from x="97827" y="99817"/>
                                      <p:to x="100000" y="100000"/>
                                    </p:animScale>
                                  </p:childTnLst>
                                </p:cTn>
                              </p:par>
                              <p:par>
                                <p:cTn id="18" presetID="10" presetClass="exit" presetSubtype="0" fill="hold" nodeType="withEffect">
                                  <p:stCondLst>
                                    <p:cond delay="0"/>
                                  </p:stCondLst>
                                  <p:childTnLst>
                                    <p:animEffect transition="out" filter="fade">
                                      <p:cBhvr>
                                        <p:cTn id="24" dur="200" fill="hold">
                                          <p:stCondLst>
                                            <p:cond delay="700"/>
                                          </p:stCondLst>
                                        </p:cTn>
                                        <p:tgtEl>
                                          <p:spTgt spid="19"/>
                                        </p:tgtEl>
                                      </p:cBhvr>
                                    </p:animEffect>
                                    <p:set>
                                      <p:cBhvr>
                                        <p:cTn id="25" dur="1" fill="hold">
                                          <p:stCondLst>
                                            <p:cond delay="900"/>
                                          </p:stCondLst>
                                        </p:cTn>
                                        <p:tgtEl>
                                          <p:spTgt spid="19"/>
                                        </p:tgtEl>
                                        <p:attrNameLst>
                                          <p:attrName>style.visibility</p:attrName>
                                        </p:attrNameLst>
                                      </p:cBhvr>
                                      <p:to>
                                        <p:strVal val="hidden"/>
                                      </p:to>
                                    </p:set>
                                  </p:childTnLst>
                                </p:cTn>
                              </p:par>
                            </p:childTnLst>
                          </p:cTn>
                        </p:par>
                      </p:childTnLst>
                    </p:cTn>
                  </p:par>
                  <p:par>
                    <p:cTn id="26" fill="hold" restart="never" repeatCount="1000">
                      <p:stCondLst>
                        <p:cond delay="indefinite"/>
                      </p:stCondLst>
                      <p:childTnLst>
                        <p:par>
                          <p:cTn id="27" fill="hold" dur="5920">
                            <p:stCondLst>
                              <p:cond delay="0"/>
                            </p:stCondLst>
                            <p:childTnLst>
                              <p:par>
                                <p:cTn id="28" presetID="1" presetClass="entr" presetSubtype="0" fill="hold" nodeType="clickEffect" restart="never">
                                  <p:stCondLst>
                                    <p:cond delay="50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nodeType="withEffect" restart="never">
                                  <p:stCondLst>
                                    <p:cond delay="660"/>
                                  </p:stCondLst>
                                  <p:childTnLst>
                                    <p:set>
                                      <p:cBhvr>
                                        <p:cTn id="31" dur="1" fill="hold">
                                          <p:stCondLst>
                                            <p:cond delay="0"/>
                                          </p:stCondLst>
                                        </p:cTn>
                                        <p:tgtEl>
                                          <p:spTgt spid="22"/>
                                        </p:tgtEl>
                                        <p:attrNameLst>
                                          <p:attrName>style.visibility</p:attrName>
                                        </p:attrNameLst>
                                      </p:cBhvr>
                                      <p:to>
                                        <p:strVal val="visible"/>
                                      </p:to>
                                    </p:set>
                                  </p:childTnLst>
                                </p:cTn>
                              </p:par>
                              <p:par>
                                <p:cTn id="32" presetID="1" presetClass="entr" presetSubtype="0" fill="hold" nodeType="withEffect" restart="never">
                                  <p:stCondLst>
                                    <p:cond delay="820"/>
                                  </p:stCondLst>
                                  <p:childTnLst>
                                    <p:set>
                                      <p:cBhvr>
                                        <p:cTn id="33" dur="1" fill="hold">
                                          <p:stCondLst>
                                            <p:cond delay="0"/>
                                          </p:stCondLst>
                                        </p:cTn>
                                        <p:tgtEl>
                                          <p:spTgt spid="23"/>
                                        </p:tgtEl>
                                        <p:attrNameLst>
                                          <p:attrName>style.visibility</p:attrName>
                                        </p:attrNameLst>
                                      </p:cBhvr>
                                      <p:to>
                                        <p:strVal val="visible"/>
                                      </p:to>
                                    </p:set>
                                  </p:childTnLst>
                                </p:cTn>
                              </p:par>
                              <p:par>
                                <p:cTn id="34" presetID="1" presetClass="entr" presetSubtype="0" fill="hold" nodeType="withEffect" restart="never">
                                  <p:stCondLst>
                                    <p:cond delay="980"/>
                                  </p:stCondLst>
                                  <p:childTnLst>
                                    <p:set>
                                      <p:cBhvr>
                                        <p:cTn id="35" dur="1" fill="hold">
                                          <p:stCondLst>
                                            <p:cond delay="0"/>
                                          </p:stCondLst>
                                        </p:cTn>
                                        <p:tgtEl>
                                          <p:spTgt spid="24"/>
                                        </p:tgtEl>
                                        <p:attrNameLst>
                                          <p:attrName>style.visibility</p:attrName>
                                        </p:attrNameLst>
                                      </p:cBhvr>
                                      <p:to>
                                        <p:strVal val="visible"/>
                                      </p:to>
                                    </p:set>
                                  </p:childTnLst>
                                </p:cTn>
                              </p:par>
                              <p:par>
                                <p:cTn id="36" presetID="1" presetClass="entr" presetSubtype="0" fill="hold" nodeType="withEffect" restart="never">
                                  <p:stCondLst>
                                    <p:cond delay="1140"/>
                                  </p:stCondLst>
                                  <p:childTnLst>
                                    <p:set>
                                      <p:cBhvr>
                                        <p:cTn id="37" dur="1" fill="hold">
                                          <p:stCondLst>
                                            <p:cond delay="0"/>
                                          </p:stCondLst>
                                        </p:cTn>
                                        <p:tgtEl>
                                          <p:spTgt spid="25"/>
                                        </p:tgtEl>
                                        <p:attrNameLst>
                                          <p:attrName>style.visibility</p:attrName>
                                        </p:attrNameLst>
                                      </p:cBhvr>
                                      <p:to>
                                        <p:strVal val="visible"/>
                                      </p:to>
                                    </p:set>
                                  </p:childTnLst>
                                </p:cTn>
                              </p:par>
                              <p:par>
                                <p:cTn id="38" presetID="1" presetClass="entr" presetSubtype="0" fill="hold" nodeType="withEffect" restart="never">
                                  <p:stCondLst>
                                    <p:cond delay="130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nodeType="withEffect" restart="never">
                                  <p:stCondLst>
                                    <p:cond delay="1460"/>
                                  </p:stCondLst>
                                  <p:childTnLst>
                                    <p:set>
                                      <p:cBhvr>
                                        <p:cTn id="41" dur="1" fill="hold">
                                          <p:stCondLst>
                                            <p:cond delay="0"/>
                                          </p:stCondLst>
                                        </p:cTn>
                                        <p:tgtEl>
                                          <p:spTgt spid="27"/>
                                        </p:tgtEl>
                                        <p:attrNameLst>
                                          <p:attrName>style.visibility</p:attrName>
                                        </p:attrNameLst>
                                      </p:cBhvr>
                                      <p:to>
                                        <p:strVal val="visible"/>
                                      </p:to>
                                    </p:set>
                                  </p:childTnLst>
                                </p:cTn>
                              </p:par>
                              <p:par>
                                <p:cTn id="42" presetID="1" presetClass="entr" presetSubtype="0" fill="hold" nodeType="withEffect" restart="never">
                                  <p:stCondLst>
                                    <p:cond delay="1620"/>
                                  </p:stCondLst>
                                  <p:childTnLst>
                                    <p:set>
                                      <p:cBhvr>
                                        <p:cTn id="43" dur="1" fill="hold">
                                          <p:stCondLst>
                                            <p:cond delay="0"/>
                                          </p:stCondLst>
                                        </p:cTn>
                                        <p:tgtEl>
                                          <p:spTgt spid="28"/>
                                        </p:tgtEl>
                                        <p:attrNameLst>
                                          <p:attrName>style.visibility</p:attrName>
                                        </p:attrNameLst>
                                      </p:cBhvr>
                                      <p:to>
                                        <p:strVal val="visible"/>
                                      </p:to>
                                    </p:set>
                                  </p:childTnLst>
                                </p:cTn>
                              </p:par>
                              <p:par>
                                <p:cTn id="44" presetID="1" presetClass="entr" presetSubtype="0" fill="hold" nodeType="withEffect" restart="never">
                                  <p:stCondLst>
                                    <p:cond delay="178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nodeType="withEffect" restart="never">
                                  <p:stCondLst>
                                    <p:cond delay="1940"/>
                                  </p:stCondLst>
                                  <p:childTnLst>
                                    <p:set>
                                      <p:cBhvr>
                                        <p:cTn id="47" dur="1" fill="hold">
                                          <p:stCondLst>
                                            <p:cond delay="0"/>
                                          </p:stCondLst>
                                        </p:cTn>
                                        <p:tgtEl>
                                          <p:spTgt spid="30"/>
                                        </p:tgtEl>
                                        <p:attrNameLst>
                                          <p:attrName>style.visibility</p:attrName>
                                        </p:attrNameLst>
                                      </p:cBhvr>
                                      <p:to>
                                        <p:strVal val="visible"/>
                                      </p:to>
                                    </p:set>
                                  </p:childTnLst>
                                </p:cTn>
                              </p:par>
                              <p:par>
                                <p:cTn id="48" presetID="1" presetClass="entr" presetSubtype="0" fill="hold" nodeType="withEffect" restart="never">
                                  <p:stCondLst>
                                    <p:cond delay="2100"/>
                                  </p:stCondLst>
                                  <p:childTnLst>
                                    <p:set>
                                      <p:cBhvr>
                                        <p:cTn id="49" dur="1" fill="hold">
                                          <p:stCondLst>
                                            <p:cond delay="0"/>
                                          </p:stCondLst>
                                        </p:cTn>
                                        <p:tgtEl>
                                          <p:spTgt spid="31"/>
                                        </p:tgtEl>
                                        <p:attrNameLst>
                                          <p:attrName>style.visibility</p:attrName>
                                        </p:attrNameLst>
                                      </p:cBhvr>
                                      <p:to>
                                        <p:strVal val="visible"/>
                                      </p:to>
                                    </p:set>
                                  </p:childTnLst>
                                </p:cTn>
                              </p:par>
                              <p:par>
                                <p:cTn id="50" presetID="1" presetClass="entr" presetSubtype="0" fill="hold" nodeType="withEffect" restart="never">
                                  <p:stCondLst>
                                    <p:cond delay="2260"/>
                                  </p:stCondLst>
                                  <p:childTnLst>
                                    <p:set>
                                      <p:cBhvr>
                                        <p:cTn id="51" dur="1" fill="hold">
                                          <p:stCondLst>
                                            <p:cond delay="0"/>
                                          </p:stCondLst>
                                        </p:cTn>
                                        <p:tgtEl>
                                          <p:spTgt spid="32"/>
                                        </p:tgtEl>
                                        <p:attrNameLst>
                                          <p:attrName>style.visibility</p:attrName>
                                        </p:attrNameLst>
                                      </p:cBhvr>
                                      <p:to>
                                        <p:strVal val="visible"/>
                                      </p:to>
                                    </p:set>
                                  </p:childTnLst>
                                </p:cTn>
                              </p:par>
                              <p:par>
                                <p:cTn id="52" presetID="1" presetClass="entr" presetSubtype="0" fill="hold" nodeType="withEffect" restart="never">
                                  <p:stCondLst>
                                    <p:cond delay="2420"/>
                                  </p:stCondLst>
                                  <p:childTnLst>
                                    <p:set>
                                      <p:cBhvr>
                                        <p:cTn id="53" dur="1" fill="hold">
                                          <p:stCondLst>
                                            <p:cond delay="0"/>
                                          </p:stCondLst>
                                        </p:cTn>
                                        <p:tgtEl>
                                          <p:spTgt spid="33"/>
                                        </p:tgtEl>
                                        <p:attrNameLst>
                                          <p:attrName>style.visibility</p:attrName>
                                        </p:attrNameLst>
                                      </p:cBhvr>
                                      <p:to>
                                        <p:strVal val="visible"/>
                                      </p:to>
                                    </p:set>
                                  </p:childTnLst>
                                </p:cTn>
                              </p:par>
                              <p:par>
                                <p:cTn id="54" presetID="1" presetClass="entr" presetSubtype="0" fill="hold" nodeType="withEffect" restart="never">
                                  <p:stCondLst>
                                    <p:cond delay="2580"/>
                                  </p:stCondLst>
                                  <p:childTnLst>
                                    <p:set>
                                      <p:cBhvr>
                                        <p:cTn id="55" dur="1" fill="hold">
                                          <p:stCondLst>
                                            <p:cond delay="0"/>
                                          </p:stCondLst>
                                        </p:cTn>
                                        <p:tgtEl>
                                          <p:spTgt spid="34"/>
                                        </p:tgtEl>
                                        <p:attrNameLst>
                                          <p:attrName>style.visibility</p:attrName>
                                        </p:attrNameLst>
                                      </p:cBhvr>
                                      <p:to>
                                        <p:strVal val="visible"/>
                                      </p:to>
                                    </p:set>
                                  </p:childTnLst>
                                </p:cTn>
                              </p:par>
                              <p:par>
                                <p:cTn id="56" presetID="1" presetClass="entr" presetSubtype="0" fill="hold" nodeType="withEffect" restart="never">
                                  <p:stCondLst>
                                    <p:cond delay="2740"/>
                                  </p:stCondLst>
                                  <p:childTnLst>
                                    <p:set>
                                      <p:cBhvr>
                                        <p:cTn id="57" dur="1" fill="hold">
                                          <p:stCondLst>
                                            <p:cond delay="0"/>
                                          </p:stCondLst>
                                        </p:cTn>
                                        <p:tgtEl>
                                          <p:spTgt spid="35"/>
                                        </p:tgtEl>
                                        <p:attrNameLst>
                                          <p:attrName>style.visibility</p:attrName>
                                        </p:attrNameLst>
                                      </p:cBhvr>
                                      <p:to>
                                        <p:strVal val="visible"/>
                                      </p:to>
                                    </p:set>
                                  </p:childTnLst>
                                </p:cTn>
                              </p:par>
                              <p:par>
                                <p:cTn id="58" presetID="1" presetClass="entr" presetSubtype="0" fill="hold" nodeType="withEffect" restart="never">
                                  <p:stCondLst>
                                    <p:cond delay="290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nodeType="withEffect" restart="never">
                                  <p:stCondLst>
                                    <p:cond delay="306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ntr" presetSubtype="0" fill="hold" nodeType="withEffect" restart="never">
                                  <p:stCondLst>
                                    <p:cond delay="3220"/>
                                  </p:stCondLst>
                                  <p:childTnLst>
                                    <p:set>
                                      <p:cBhvr>
                                        <p:cTn id="63" dur="1" fill="hold">
                                          <p:stCondLst>
                                            <p:cond delay="0"/>
                                          </p:stCondLst>
                                        </p:cTn>
                                        <p:tgtEl>
                                          <p:spTgt spid="38"/>
                                        </p:tgtEl>
                                        <p:attrNameLst>
                                          <p:attrName>style.visibility</p:attrName>
                                        </p:attrNameLst>
                                      </p:cBhvr>
                                      <p:to>
                                        <p:strVal val="visible"/>
                                      </p:to>
                                    </p:set>
                                  </p:childTnLst>
                                </p:cTn>
                              </p:par>
                              <p:par>
                                <p:cTn id="64" presetID="1" presetClass="entr" presetSubtype="0" fill="hold" nodeType="withEffect" restart="never">
                                  <p:stCondLst>
                                    <p:cond delay="3380"/>
                                  </p:stCondLst>
                                  <p:childTnLst>
                                    <p:set>
                                      <p:cBhvr>
                                        <p:cTn id="65" dur="1" fill="hold">
                                          <p:stCondLst>
                                            <p:cond delay="0"/>
                                          </p:stCondLst>
                                        </p:cTn>
                                        <p:tgtEl>
                                          <p:spTgt spid="39"/>
                                        </p:tgtEl>
                                        <p:attrNameLst>
                                          <p:attrName>style.visibility</p:attrName>
                                        </p:attrNameLst>
                                      </p:cBhvr>
                                      <p:to>
                                        <p:strVal val="visible"/>
                                      </p:to>
                                    </p:set>
                                  </p:childTnLst>
                                </p:cTn>
                              </p:par>
                              <p:par>
                                <p:cTn id="66" presetID="1" presetClass="entr" presetSubtype="0" fill="hold" nodeType="withEffect" restart="never">
                                  <p:stCondLst>
                                    <p:cond delay="3540"/>
                                  </p:stCondLst>
                                  <p:childTnLst>
                                    <p:set>
                                      <p:cBhvr>
                                        <p:cTn id="67" dur="1" fill="hold">
                                          <p:stCondLst>
                                            <p:cond delay="0"/>
                                          </p:stCondLst>
                                        </p:cTn>
                                        <p:tgtEl>
                                          <p:spTgt spid="40"/>
                                        </p:tgtEl>
                                        <p:attrNameLst>
                                          <p:attrName>style.visibility</p:attrName>
                                        </p:attrNameLst>
                                      </p:cBhvr>
                                      <p:to>
                                        <p:strVal val="visible"/>
                                      </p:to>
                                    </p:set>
                                  </p:childTnLst>
                                </p:cTn>
                              </p:par>
                              <p:par>
                                <p:cTn id="68" presetID="1" presetClass="entr" presetSubtype="0" fill="hold" nodeType="withEffect" restart="never">
                                  <p:stCondLst>
                                    <p:cond delay="3700"/>
                                  </p:stCondLst>
                                  <p:childTnLst>
                                    <p:set>
                                      <p:cBhvr>
                                        <p:cTn id="69" dur="1" fill="hold">
                                          <p:stCondLst>
                                            <p:cond delay="0"/>
                                          </p:stCondLst>
                                        </p:cTn>
                                        <p:tgtEl>
                                          <p:spTgt spid="41"/>
                                        </p:tgtEl>
                                        <p:attrNameLst>
                                          <p:attrName>style.visibility</p:attrName>
                                        </p:attrNameLst>
                                      </p:cBhvr>
                                      <p:to>
                                        <p:strVal val="visible"/>
                                      </p:to>
                                    </p:set>
                                  </p:childTnLst>
                                </p:cTn>
                              </p:par>
                              <p:par>
                                <p:cTn id="70" presetID="1" presetClass="entr" presetSubtype="0" fill="hold" nodeType="withEffect" restart="never">
                                  <p:stCondLst>
                                    <p:cond delay="3860"/>
                                  </p:stCondLst>
                                  <p:childTnLst>
                                    <p:set>
                                      <p:cBhvr>
                                        <p:cTn id="71" dur="1" fill="hold">
                                          <p:stCondLst>
                                            <p:cond delay="0"/>
                                          </p:stCondLst>
                                        </p:cTn>
                                        <p:tgtEl>
                                          <p:spTgt spid="42"/>
                                        </p:tgtEl>
                                        <p:attrNameLst>
                                          <p:attrName>style.visibility</p:attrName>
                                        </p:attrNameLst>
                                      </p:cBhvr>
                                      <p:to>
                                        <p:strVal val="visible"/>
                                      </p:to>
                                    </p:set>
                                  </p:childTnLst>
                                </p:cTn>
                              </p:par>
                              <p:par>
                                <p:cTn id="72" presetID="1" presetClass="entr" presetSubtype="0" fill="hold" nodeType="withEffect" restart="never">
                                  <p:stCondLst>
                                    <p:cond delay="4020"/>
                                  </p:stCondLst>
                                  <p:childTnLst>
                                    <p:set>
                                      <p:cBhvr>
                                        <p:cTn id="73" dur="1" fill="hold">
                                          <p:stCondLst>
                                            <p:cond delay="0"/>
                                          </p:stCondLst>
                                        </p:cTn>
                                        <p:tgtEl>
                                          <p:spTgt spid="43"/>
                                        </p:tgtEl>
                                        <p:attrNameLst>
                                          <p:attrName>style.visibility</p:attrName>
                                        </p:attrNameLst>
                                      </p:cBhvr>
                                      <p:to>
                                        <p:strVal val="visible"/>
                                      </p:to>
                                    </p:set>
                                  </p:childTnLst>
                                </p:cTn>
                              </p:par>
                              <p:par>
                                <p:cTn id="74" presetID="1" presetClass="entr" presetSubtype="0" fill="hold" nodeType="withEffect" restart="never">
                                  <p:stCondLst>
                                    <p:cond delay="4180"/>
                                  </p:stCondLst>
                                  <p:childTnLst>
                                    <p:set>
                                      <p:cBhvr>
                                        <p:cTn id="75" dur="1" fill="hold">
                                          <p:stCondLst>
                                            <p:cond delay="0"/>
                                          </p:stCondLst>
                                        </p:cTn>
                                        <p:tgtEl>
                                          <p:spTgt spid="44"/>
                                        </p:tgtEl>
                                        <p:attrNameLst>
                                          <p:attrName>style.visibility</p:attrName>
                                        </p:attrNameLst>
                                      </p:cBhvr>
                                      <p:to>
                                        <p:strVal val="visible"/>
                                      </p:to>
                                    </p:set>
                                  </p:childTnLst>
                                </p:cTn>
                              </p:par>
                              <p:par>
                                <p:cTn id="76" presetID="1" presetClass="entr" presetSubtype="0" fill="hold" nodeType="withEffect" restart="never">
                                  <p:stCondLst>
                                    <p:cond delay="4340"/>
                                  </p:stCondLst>
                                  <p:childTnLst>
                                    <p:set>
                                      <p:cBhvr>
                                        <p:cTn id="77" dur="1" fill="hold">
                                          <p:stCondLst>
                                            <p:cond delay="0"/>
                                          </p:stCondLst>
                                        </p:cTn>
                                        <p:tgtEl>
                                          <p:spTgt spid="45"/>
                                        </p:tgtEl>
                                        <p:attrNameLst>
                                          <p:attrName>style.visibility</p:attrName>
                                        </p:attrNameLst>
                                      </p:cBhvr>
                                      <p:to>
                                        <p:strVal val="visible"/>
                                      </p:to>
                                    </p:set>
                                  </p:childTnLst>
                                </p:cTn>
                              </p:par>
                              <p:par>
                                <p:cTn id="78" presetID="1" presetClass="entr" presetSubtype="0" fill="hold" nodeType="withEffect" restart="never">
                                  <p:stCondLst>
                                    <p:cond delay="4500"/>
                                  </p:stCondLst>
                                  <p:childTnLst>
                                    <p:set>
                                      <p:cBhvr>
                                        <p:cTn id="79" dur="1" fill="hold">
                                          <p:stCondLst>
                                            <p:cond delay="0"/>
                                          </p:stCondLst>
                                        </p:cTn>
                                        <p:tgtEl>
                                          <p:spTgt spid="46"/>
                                        </p:tgtEl>
                                        <p:attrNameLst>
                                          <p:attrName>style.visibility</p:attrName>
                                        </p:attrNameLst>
                                      </p:cBhvr>
                                      <p:to>
                                        <p:strVal val="visible"/>
                                      </p:to>
                                    </p:set>
                                  </p:childTnLst>
                                </p:cTn>
                              </p:par>
                              <p:par>
                                <p:cTn id="80" presetID="1" presetClass="entr" presetSubtype="0" fill="hold" nodeType="withEffect" restart="never">
                                  <p:stCondLst>
                                    <p:cond delay="4660"/>
                                  </p:stCondLst>
                                  <p:childTnLst>
                                    <p:set>
                                      <p:cBhvr>
                                        <p:cTn id="81" dur="1" fill="hold">
                                          <p:stCondLst>
                                            <p:cond delay="0"/>
                                          </p:stCondLst>
                                        </p:cTn>
                                        <p:tgtEl>
                                          <p:spTgt spid="47"/>
                                        </p:tgtEl>
                                        <p:attrNameLst>
                                          <p:attrName>style.visibility</p:attrName>
                                        </p:attrNameLst>
                                      </p:cBhvr>
                                      <p:to>
                                        <p:strVal val="visible"/>
                                      </p:to>
                                    </p:set>
                                  </p:childTnLst>
                                </p:cTn>
                              </p:par>
                              <p:par>
                                <p:cTn id="82" presetID="1" presetClass="entr" presetSubtype="0" fill="hold" nodeType="withEffect" restart="never">
                                  <p:stCondLst>
                                    <p:cond delay="4820"/>
                                  </p:stCondLst>
                                  <p:childTnLst>
                                    <p:set>
                                      <p:cBhvr>
                                        <p:cTn id="83"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6B93FF8C-67FE-4BB5-9D60-1C6E4B35D607}"/>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2034F9B-273C-4A63-A747-829FCBD38FB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7AF3A13-F361-4114-9F02-ED04B86B0E6A}"/>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2B48909-E005-4409-82D8-62B5C9A66409}"/>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95162189-7B50-45D7-8EB0-0F5514F9B62F}"/>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8645DCFA-4B26-4AD9-91DC-D0142DBD93D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9" name="sampling-rate" descr="Note 7: sampling rate. Static entry; click once; final state retained.">
            <a:extLst xmlns:a="http://schemas.openxmlformats.org/drawingml/2006/main">
              <a:ext uri="{FF2B5EF4-FFF2-40B4-BE49-F238E27FC236}">
                <a16:creationId xmlns:a16="http://schemas.microsoft.com/office/drawing/2014/main" id="{58275032-97AA-4483-80F1-4808AC442D9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0" name="sampling-rate--t4-click-frame-00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1" name="sampling-rate--t4-click-frame-00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2" name="sampling-rate--t4-click-frame-00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3" name="sampling-rate--t4-click-frame-00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4" name="sampling-rate--t4-click-frame-00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5" name="sampling-rate--t4-click-frame-00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6" name="sampling-rate--t4-click-frame-00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7" name="sampling-rate--t4-click-frame-00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8" name="sampling-rate--t4-click-frame-009"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9" name="sampling-rate--t4-click-frame-010"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0" name="sampling-rate--t4-click-frame-01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1" name="sampling-rate--t4-click-frame-01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2" name="sampling-rate--t4-click-frame-01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3" name="sampling-rate--t4-click-frame-01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4" name="sampling-rate--t4-click-frame-01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5" name="sampling-rate--t4-click-frame-01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6" name="sampling-rate--t4-click-frame-01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7" name="sampling-rate--t4-click-frame-01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8" name="sampling-rate--t4-click-frame-019"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9" name="sampling-rate--t4-click-frame-020"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0" name="sampling-rate--t4-click-frame-02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1" name="sampling-rate--t4-click-frame-02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2" name="sampling-rate--t4-click-frame-02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3" name="sampling-rate--t4-click-frame-02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4" name="sampling-rate--t4-click-frame-02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5" name="sampling-rate--t4-click-frame-02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6" name="sampling-rate--t4-click-frame-02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7" name="sampling-rate--t4-click-frame-02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10" name="sampling-rate-up" descr="Note 7: sampling rate up. Static entry; click once; final state retained.">
            <a:extLst xmlns:a="http://schemas.openxmlformats.org/drawingml/2006/main">
              <a:ext uri="{FF2B5EF4-FFF2-40B4-BE49-F238E27FC236}">
                <a16:creationId xmlns:a16="http://schemas.microsoft.com/office/drawing/2014/main" id="{857CD683-52B8-47F8-B91D-4FB8D2E2361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8" name="sampling-rate-up--t4-click-frame-00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9" name="sampling-rate-up--t4-click-frame-00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0" name="sampling-rate-up--t4-click-frame-00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1" name="sampling-rate-up--t4-click-frame-00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2" name="sampling-rate-up--t4-click-frame-00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3" name="sampling-rate-up--t4-click-frame-00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4" name="sampling-rate-up--t4-click-frame-00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5" name="sampling-rate-up--t4-click-frame-00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6" name="sampling-rate-up--t4-click-frame-009"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7" name="sampling-rate-up--t4-click-frame-010"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8" name="sampling-rate-up--t4-click-frame-01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9" name="sampling-rate-up--t4-click-frame-01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0" name="sampling-rate-up--t4-click-frame-01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1" name="sampling-rate-up--t4-click-frame-01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2" name="sampling-rate-up--t4-click-frame-01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3" name="sampling-rate-up--t4-click-frame-01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4" name="sampling-rate-up--t4-click-frame-01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5" name="sampling-rate-up--t4-click-frame-01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6" name="sampling-rate-up--t4-click-frame-019"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7" name="sampling-rate-up--t4-click-frame-020"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8" name="sampling-rate-up--t4-click-frame-02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9" name="sampling-rate-up--t4-click-frame-02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0" name="sampling-rate-up--t4-click-frame-02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1" name="sampling-rate-up--t4-click-frame-02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2" name="sampling-rate-up--t4-click-frame-02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3" name="sampling-rate-up--t4-click-frame-02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4" name="sampling-rate-up--t4-click-frame-02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5" name="sampling-rate-up--t4-click-frame-02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sp>
        <p:nvSpPr>
          <p:cNvPr id="11" name="nyquist-result-emphasis">
            <a:extLst xmlns:a="http://schemas.openxmlformats.org/drawingml/2006/main">
              <a:ext uri="{FF2B5EF4-FFF2-40B4-BE49-F238E27FC236}">
                <a16:creationId xmlns:a16="http://schemas.microsoft.com/office/drawing/2014/main" id="{45E84441-21C8-4D0E-9E03-6A2070A09FC5}"/>
              </a:ext>
            </a:extLst>
          </p:cNvPr>
          <p:cNvSpPr>
            <a:spLocks xmlns:a="http://schemas.openxmlformats.org/drawingml/2006/main" noGrp="1"/>
          </p:cNvSpPr>
          <p:nvPr/>
        </p:nvSpPr>
        <p:spPr>
          <a:xfrm xmlns:a="http://schemas.openxmlformats.org/drawingml/2006/main">
            <a:off x="609600" y="65246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AE75600-2176-4239-B6A9-68C8FFD373BA}"/>
              </a:ext>
            </a:extLst>
          </p:cNvPr>
          <p:cNvPicPr>
            <a:picLocks xmlns:a="http://schemas.openxmlformats.org/drawingml/2006/main" noChangeAspect="1"/>
          </p:cNvPicPr>
          <p:nvPr/>
        </p:nvPicPr>
        <p:blipFill>
          <a:blip xmlns:r="http://schemas.openxmlformats.org/officeDocument/2006/relationships" xmlns:a="http://schemas.openxmlformats.org/drawingml/2006/main" r:embed="Ree5416d63047442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4C72606-295B-4204-AD19-8E2753E36745}"/>
              </a:ext>
            </a:extLst>
          </p:cNvPr>
          <p:cNvPicPr>
            <a:picLocks xmlns:a="http://schemas.openxmlformats.org/drawingml/2006/main" noChangeAspect="1"/>
          </p:cNvPicPr>
          <p:nvPr/>
        </p:nvPicPr>
        <p:blipFill>
          <a:blip xmlns:r="http://schemas.openxmlformats.org/officeDocument/2006/relationships" xmlns:a="http://schemas.openxmlformats.org/drawingml/2006/main" r:embed="R56d11ff8e0ad49f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2C6098E-B708-4CBE-91D7-5832212CEE76}"/>
              </a:ext>
            </a:extLst>
          </p:cNvPr>
          <p:cNvPicPr>
            <a:picLocks xmlns:a="http://schemas.openxmlformats.org/drawingml/2006/main" noChangeAspect="1"/>
          </p:cNvPicPr>
          <p:nvPr/>
        </p:nvPicPr>
        <p:blipFill>
          <a:blip xmlns:r="http://schemas.openxmlformats.org/officeDocument/2006/relationships" xmlns:a="http://schemas.openxmlformats.org/drawingml/2006/main" r:embed="R54c90976fcf0495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bandlimited-assumption" descr="\text{Assume: } M(f)=0\quad(|f|&gt;W)">
            <a:extLst xmlns:a="http://schemas.openxmlformats.org/drawingml/2006/main">
              <a:ext uri="{FF2B5EF4-FFF2-40B4-BE49-F238E27FC236}">
                <a16:creationId xmlns:a16="http://schemas.microsoft.com/office/drawing/2014/main" id="{A8D5A1D3-96EA-4AE2-ACC7-E8476E7C324C}"/>
              </a:ext>
            </a:extLst>
          </p:cNvPr>
          <p:cNvPicPr>
            <a:picLocks xmlns:a="http://schemas.openxmlformats.org/drawingml/2006/main" noChangeAspect="1"/>
          </p:cNvPicPr>
          <p:nvPr/>
        </p:nvPicPr>
        <p:blipFill>
          <a:blip xmlns:r="http://schemas.openxmlformats.org/officeDocument/2006/relationships" xmlns:a="http://schemas.openxmlformats.org/drawingml/2006/main" r:embed="R54d3938f76f5448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48793"/>
            <a:ext cx="4314825" cy="283964"/>
          </a:xfrm>
          <a:prstGeom xmlns:a="http://schemas.openxmlformats.org/drawingml/2006/main" prst="rect">
            <a:avLst/>
          </a:prstGeom>
        </p:spPr>
      </p:pic>
      <p:pic>
        <p:nvPicPr>
          <p:cNvPr id="16" name="neighbor-edges" descr="\text{One copy ends at }W;\quad\text{the next starts at }f_s-W">
            <a:extLst xmlns:a="http://schemas.openxmlformats.org/drawingml/2006/main">
              <a:ext uri="{FF2B5EF4-FFF2-40B4-BE49-F238E27FC236}">
                <a16:creationId xmlns:a16="http://schemas.microsoft.com/office/drawing/2014/main" id="{18F8CA72-DD73-443F-AAD5-31D04CC5F4B7}"/>
              </a:ext>
            </a:extLst>
          </p:cNvPr>
          <p:cNvPicPr>
            <a:picLocks xmlns:a="http://schemas.openxmlformats.org/drawingml/2006/main" noChangeAspect="1"/>
          </p:cNvPicPr>
          <p:nvPr/>
        </p:nvPicPr>
        <p:blipFill>
          <a:blip xmlns:r="http://schemas.openxmlformats.org/officeDocument/2006/relationships" xmlns:a="http://schemas.openxmlformats.org/drawingml/2006/main" r:embed="Rfe915d685c164e0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53216"/>
            <a:ext cx="6300788" cy="228243"/>
          </a:xfrm>
          <a:prstGeom xmlns:a="http://schemas.openxmlformats.org/drawingml/2006/main" prst="rect">
            <a:avLst/>
          </a:prstGeom>
        </p:spPr>
      </p:pic>
      <p:pic>
        <p:nvPicPr>
          <p:cNvPr id="17" name="nyquist-endpoint" descr="\text{At }f_s=2W:\quad\text{no tones at the boundary }\pm W">
            <a:extLst xmlns:a="http://schemas.openxmlformats.org/drawingml/2006/main">
              <a:ext uri="{FF2B5EF4-FFF2-40B4-BE49-F238E27FC236}">
                <a16:creationId xmlns:a16="http://schemas.microsoft.com/office/drawing/2014/main" id="{92F5E716-3EB3-4590-A4DE-606DC91A513D}"/>
              </a:ext>
            </a:extLst>
          </p:cNvPr>
          <p:cNvPicPr>
            <a:picLocks xmlns:a="http://schemas.openxmlformats.org/drawingml/2006/main" noChangeAspect="1"/>
          </p:cNvPicPr>
          <p:nvPr/>
        </p:nvPicPr>
        <p:blipFill>
          <a:blip xmlns:r="http://schemas.openxmlformats.org/officeDocument/2006/relationships" xmlns:a="http://schemas.openxmlformats.org/drawingml/2006/main" r:embed="R7ab194f90b5a4e9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656957"/>
            <a:ext cx="5619750" cy="211336"/>
          </a:xfrm>
          <a:prstGeom xmlns:a="http://schemas.openxmlformats.org/drawingml/2006/main" prst="rect">
            <a:avLst/>
          </a:prstGeom>
        </p:spPr>
      </p:pic>
      <p:pic>
        <p:nvPicPr>
          <p:cNvPr id="18" name="nyquist-result" descr="W\le f_s-W\quad\Longrightarrow\quad f_s\ge2W">
            <a:extLst xmlns:a="http://schemas.openxmlformats.org/drawingml/2006/main">
              <a:ext uri="{FF2B5EF4-FFF2-40B4-BE49-F238E27FC236}">
                <a16:creationId xmlns:a16="http://schemas.microsoft.com/office/drawing/2014/main" id="{E7AEB8EC-303E-4FE2-82D4-C0086734A07B}"/>
              </a:ext>
            </a:extLst>
          </p:cNvPr>
          <p:cNvPicPr>
            <a:picLocks xmlns:a="http://schemas.openxmlformats.org/drawingml/2006/main" noChangeAspect="1"/>
          </p:cNvPicPr>
          <p:nvPr/>
        </p:nvPicPr>
        <p:blipFill>
          <a:blip xmlns:r="http://schemas.openxmlformats.org/officeDocument/2006/relationships" xmlns:a="http://schemas.openxmlformats.org/drawingml/2006/main" r:embed="R155910658a664753">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142256"/>
            <a:ext cx="4683442" cy="278963"/>
          </a:xfrm>
          <a:prstGeom xmlns:a="http://schemas.openxmlformats.org/drawingml/2006/main" prst="rect">
            <a:avLst/>
          </a:prstGeom>
        </p:spPr>
      </p:pic>
    </p:spTree>
    <p:extLst>
      <p:ext uri="{BB962C8B-B14F-4D97-AF65-F5344CB8AC3E}">
        <p14:creationId xmlns:p14="http://schemas.microsoft.com/office/powerpoint/2010/main" val="1793127229"/>
      </p:ext>
    </p:extLst>
  </p:cSld>
  <p:timing>
    <p:tnLst>
      <p:par>
        <p:cTn id="1" dur="indefinite" restart="never" nodeType="tmRoot">
          <p:childTnLst>
            <p:seq concurrent="1" nextAc="seek">
              <p:cTn id="2" dur="indefinite" nodeType="mainSeq">
                <p:childTnLst>
                  <p:par>
                    <p:cTn id="19" fill="hold" restart="never" repeatCount="1000">
                      <p:stCondLst>
                        <p:cond delay="indefinite"/>
                      </p:stCondLst>
                      <p:childTnLst>
                        <p:par>
                          <p:cTn id="20" fill="hold" dur="5920">
                            <p:stCondLst>
                              <p:cond delay="0"/>
                            </p:stCondLst>
                            <p:childTnLst>
                              <p:par>
                                <p:cTn id="21" presetID="1" presetClass="entr" presetSubtype="0" fill="hold" nodeType="clickEffect" restart="never">
                                  <p:stCondLst>
                                    <p:cond delay="50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restart="never">
                                  <p:stCondLst>
                                    <p:cond delay="66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restart="never">
                                  <p:stCondLst>
                                    <p:cond delay="82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restart="never">
                                  <p:stCondLst>
                                    <p:cond delay="98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restart="never">
                                  <p:stCondLst>
                                    <p:cond delay="114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restart="never">
                                  <p:stCondLst>
                                    <p:cond delay="130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restart="never">
                                  <p:stCondLst>
                                    <p:cond delay="146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restart="never">
                                  <p:stCondLst>
                                    <p:cond delay="162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restart="never">
                                  <p:stCondLst>
                                    <p:cond delay="178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restart="never">
                                  <p:stCondLst>
                                    <p:cond delay="194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restart="never">
                                  <p:stCondLst>
                                    <p:cond delay="210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restart="never">
                                  <p:stCondLst>
                                    <p:cond delay="226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restart="never">
                                  <p:stCondLst>
                                    <p:cond delay="258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restart="never">
                                  <p:stCondLst>
                                    <p:cond delay="274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restart="never">
                                  <p:stCondLst>
                                    <p:cond delay="290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restart="never">
                                  <p:stCondLst>
                                    <p:cond delay="306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nodeType="withEffect" restart="never">
                                  <p:stCondLst>
                                    <p:cond delay="322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restart="never">
                                  <p:stCondLst>
                                    <p:cond delay="338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restart="never">
                                  <p:stCondLst>
                                    <p:cond delay="354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restart="never">
                                  <p:stCondLst>
                                    <p:cond delay="370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nodeType="withEffect" restart="never">
                                  <p:stCondLst>
                                    <p:cond delay="386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nodeType="withEffect" restart="never">
                                  <p:stCondLst>
                                    <p:cond delay="402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nodeType="withEffect" restart="never">
                                  <p:stCondLst>
                                    <p:cond delay="418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nodeType="withEffect" restart="never">
                                  <p:stCondLst>
                                    <p:cond delay="4340"/>
                                  </p:stCondLst>
                                  <p:childTnLst>
                                    <p:set>
                                      <p:cBhvr>
                                        <p:cTn id="70" dur="1" fill="hold">
                                          <p:stCondLst>
                                            <p:cond delay="0"/>
                                          </p:stCondLst>
                                        </p:cTn>
                                        <p:tgtEl>
                                          <p:spTgt spid="44"/>
                                        </p:tgtEl>
                                        <p:attrNameLst>
                                          <p:attrName>style.visibility</p:attrName>
                                        </p:attrNameLst>
                                      </p:cBhvr>
                                      <p:to>
                                        <p:strVal val="visible"/>
                                      </p:to>
                                    </p:set>
                                  </p:childTnLst>
                                </p:cTn>
                              </p:par>
                              <p:par>
                                <p:cTn id="71" presetID="1" presetClass="entr" presetSubtype="0" fill="hold" nodeType="withEffect" restart="never">
                                  <p:stCondLst>
                                    <p:cond delay="450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nodeType="withEffect" restart="never">
                                  <p:stCondLst>
                                    <p:cond delay="4660"/>
                                  </p:stCondLst>
                                  <p:childTnLst>
                                    <p:set>
                                      <p:cBhvr>
                                        <p:cTn id="74" dur="1" fill="hold">
                                          <p:stCondLst>
                                            <p:cond delay="0"/>
                                          </p:stCondLst>
                                        </p:cTn>
                                        <p:tgtEl>
                                          <p:spTgt spid="46"/>
                                        </p:tgtEl>
                                        <p:attrNameLst>
                                          <p:attrName>style.visibility</p:attrName>
                                        </p:attrNameLst>
                                      </p:cBhvr>
                                      <p:to>
                                        <p:strVal val="visible"/>
                                      </p:to>
                                    </p:set>
                                  </p:childTnLst>
                                </p:cTn>
                              </p:par>
                              <p:par>
                                <p:cTn id="75" presetID="1" presetClass="entr" presetSubtype="0" fill="hold" nodeType="withEffect" restart="never">
                                  <p:stCondLst>
                                    <p:cond delay="4820"/>
                                  </p:stCondLst>
                                  <p:childTnLst>
                                    <p:set>
                                      <p:cBhvr>
                                        <p:cTn id="76" dur="1" fill="hold">
                                          <p:stCondLst>
                                            <p:cond delay="0"/>
                                          </p:stCondLst>
                                        </p:cTn>
                                        <p:tgtEl>
                                          <p:spTgt spid="47"/>
                                        </p:tgtEl>
                                        <p:attrNameLst>
                                          <p:attrName>style.visibility</p:attrName>
                                        </p:attrNameLst>
                                      </p:cBhvr>
                                      <p:to>
                                        <p:strVal val="visible"/>
                                      </p:to>
                                    </p:set>
                                  </p:childTnLst>
                                </p:cTn>
                              </p:par>
                            </p:childTnLst>
                          </p:cTn>
                        </p:par>
                      </p:childTnLst>
                    </p:cTn>
                  </p:par>
                  <p:par>
                    <p:cTn id="77" fill="hold" restart="never" repeatCount="1000">
                      <p:stCondLst>
                        <p:cond delay="indefinite"/>
                      </p:stCondLst>
                      <p:childTnLst>
                        <p:par>
                          <p:cTn id="78" fill="hold" dur="5920">
                            <p:stCondLst>
                              <p:cond delay="0"/>
                            </p:stCondLst>
                            <p:childTnLst>
                              <p:par>
                                <p:cTn id="79" presetID="1" presetClass="entr" presetSubtype="0" fill="hold" nodeType="clickEffect" restart="never">
                                  <p:stCondLst>
                                    <p:cond delay="0"/>
                                  </p:stCondLst>
                                  <p:childTnLst>
                                    <p:set>
                                      <p:cBhvr>
                                        <p:cTn id="80" dur="1" fill="hold">
                                          <p:stCondLst>
                                            <p:cond delay="0"/>
                                          </p:stCondLst>
                                        </p:cTn>
                                        <p:tgtEl>
                                          <p:spTgt spid="10"/>
                                        </p:tgtEl>
                                        <p:attrNameLst>
                                          <p:attrName>style.visibility</p:attrName>
                                        </p:attrNameLst>
                                      </p:cBhvr>
                                      <p:to>
                                        <p:strVal val="visible"/>
                                      </p:to>
                                    </p:set>
                                  </p:childTnLst>
                                </p:cTn>
                              </p:par>
                              <p:par>
                                <p:cTn id="81" presetID="1" presetClass="entr" presetSubtype="0" fill="hold" nodeType="withEffect" restart="never">
                                  <p:stCondLst>
                                    <p:cond delay="50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nodeType="withEffect" restart="never">
                                  <p:stCondLst>
                                    <p:cond delay="66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nodeType="withEffect" restart="never">
                                  <p:stCondLst>
                                    <p:cond delay="820"/>
                                  </p:stCondLst>
                                  <p:childTnLst>
                                    <p:set>
                                      <p:cBhvr>
                                        <p:cTn id="86" dur="1" fill="hold">
                                          <p:stCondLst>
                                            <p:cond delay="0"/>
                                          </p:stCondLst>
                                        </p:cTn>
                                        <p:tgtEl>
                                          <p:spTgt spid="50"/>
                                        </p:tgtEl>
                                        <p:attrNameLst>
                                          <p:attrName>style.visibility</p:attrName>
                                        </p:attrNameLst>
                                      </p:cBhvr>
                                      <p:to>
                                        <p:strVal val="visible"/>
                                      </p:to>
                                    </p:set>
                                  </p:childTnLst>
                                </p:cTn>
                              </p:par>
                              <p:par>
                                <p:cTn id="87" presetID="1" presetClass="entr" presetSubtype="0" fill="hold" nodeType="withEffect" restart="never">
                                  <p:stCondLst>
                                    <p:cond delay="980"/>
                                  </p:stCondLst>
                                  <p:childTnLst>
                                    <p:set>
                                      <p:cBhvr>
                                        <p:cTn id="88" dur="1" fill="hold">
                                          <p:stCondLst>
                                            <p:cond delay="0"/>
                                          </p:stCondLst>
                                        </p:cTn>
                                        <p:tgtEl>
                                          <p:spTgt spid="51"/>
                                        </p:tgtEl>
                                        <p:attrNameLst>
                                          <p:attrName>style.visibility</p:attrName>
                                        </p:attrNameLst>
                                      </p:cBhvr>
                                      <p:to>
                                        <p:strVal val="visible"/>
                                      </p:to>
                                    </p:set>
                                  </p:childTnLst>
                                </p:cTn>
                              </p:par>
                              <p:par>
                                <p:cTn id="89" presetID="1" presetClass="entr" presetSubtype="0" fill="hold" nodeType="withEffect" restart="never">
                                  <p:stCondLst>
                                    <p:cond delay="114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nodeType="withEffect" restart="never">
                                  <p:stCondLst>
                                    <p:cond delay="1300"/>
                                  </p:stCondLst>
                                  <p:childTnLst>
                                    <p:set>
                                      <p:cBhvr>
                                        <p:cTn id="92" dur="1" fill="hold">
                                          <p:stCondLst>
                                            <p:cond delay="0"/>
                                          </p:stCondLst>
                                        </p:cTn>
                                        <p:tgtEl>
                                          <p:spTgt spid="53"/>
                                        </p:tgtEl>
                                        <p:attrNameLst>
                                          <p:attrName>style.visibility</p:attrName>
                                        </p:attrNameLst>
                                      </p:cBhvr>
                                      <p:to>
                                        <p:strVal val="visible"/>
                                      </p:to>
                                    </p:set>
                                  </p:childTnLst>
                                </p:cTn>
                              </p:par>
                              <p:par>
                                <p:cTn id="93" presetID="1" presetClass="entr" presetSubtype="0" fill="hold" nodeType="withEffect" restart="never">
                                  <p:stCondLst>
                                    <p:cond delay="1460"/>
                                  </p:stCondLst>
                                  <p:childTnLst>
                                    <p:set>
                                      <p:cBhvr>
                                        <p:cTn id="94" dur="1" fill="hold">
                                          <p:stCondLst>
                                            <p:cond delay="0"/>
                                          </p:stCondLst>
                                        </p:cTn>
                                        <p:tgtEl>
                                          <p:spTgt spid="54"/>
                                        </p:tgtEl>
                                        <p:attrNameLst>
                                          <p:attrName>style.visibility</p:attrName>
                                        </p:attrNameLst>
                                      </p:cBhvr>
                                      <p:to>
                                        <p:strVal val="visible"/>
                                      </p:to>
                                    </p:set>
                                  </p:childTnLst>
                                </p:cTn>
                              </p:par>
                              <p:par>
                                <p:cTn id="95" presetID="1" presetClass="entr" presetSubtype="0" fill="hold" nodeType="withEffect" restart="never">
                                  <p:stCondLst>
                                    <p:cond delay="1620"/>
                                  </p:stCondLst>
                                  <p:childTnLst>
                                    <p:set>
                                      <p:cBhvr>
                                        <p:cTn id="96" dur="1" fill="hold">
                                          <p:stCondLst>
                                            <p:cond delay="0"/>
                                          </p:stCondLst>
                                        </p:cTn>
                                        <p:tgtEl>
                                          <p:spTgt spid="55"/>
                                        </p:tgtEl>
                                        <p:attrNameLst>
                                          <p:attrName>style.visibility</p:attrName>
                                        </p:attrNameLst>
                                      </p:cBhvr>
                                      <p:to>
                                        <p:strVal val="visible"/>
                                      </p:to>
                                    </p:set>
                                  </p:childTnLst>
                                </p:cTn>
                              </p:par>
                              <p:par>
                                <p:cTn id="97" presetID="1" presetClass="entr" presetSubtype="0" fill="hold" nodeType="withEffect" restart="never">
                                  <p:stCondLst>
                                    <p:cond delay="1780"/>
                                  </p:stCondLst>
                                  <p:childTnLst>
                                    <p:set>
                                      <p:cBhvr>
                                        <p:cTn id="98" dur="1" fill="hold">
                                          <p:stCondLst>
                                            <p:cond delay="0"/>
                                          </p:stCondLst>
                                        </p:cTn>
                                        <p:tgtEl>
                                          <p:spTgt spid="56"/>
                                        </p:tgtEl>
                                        <p:attrNameLst>
                                          <p:attrName>style.visibility</p:attrName>
                                        </p:attrNameLst>
                                      </p:cBhvr>
                                      <p:to>
                                        <p:strVal val="visible"/>
                                      </p:to>
                                    </p:set>
                                  </p:childTnLst>
                                </p:cTn>
                              </p:par>
                              <p:par>
                                <p:cTn id="99" presetID="1" presetClass="entr" presetSubtype="0" fill="hold" nodeType="withEffect" restart="never">
                                  <p:stCondLst>
                                    <p:cond delay="1940"/>
                                  </p:stCondLst>
                                  <p:childTnLst>
                                    <p:set>
                                      <p:cBhvr>
                                        <p:cTn id="100" dur="1" fill="hold">
                                          <p:stCondLst>
                                            <p:cond delay="0"/>
                                          </p:stCondLst>
                                        </p:cTn>
                                        <p:tgtEl>
                                          <p:spTgt spid="57"/>
                                        </p:tgtEl>
                                        <p:attrNameLst>
                                          <p:attrName>style.visibility</p:attrName>
                                        </p:attrNameLst>
                                      </p:cBhvr>
                                      <p:to>
                                        <p:strVal val="visible"/>
                                      </p:to>
                                    </p:set>
                                  </p:childTnLst>
                                </p:cTn>
                              </p:par>
                              <p:par>
                                <p:cTn id="101" presetID="1" presetClass="entr" presetSubtype="0" fill="hold" nodeType="withEffect" restart="never">
                                  <p:stCondLst>
                                    <p:cond delay="2100"/>
                                  </p:stCondLst>
                                  <p:childTnLst>
                                    <p:set>
                                      <p:cBhvr>
                                        <p:cTn id="102" dur="1" fill="hold">
                                          <p:stCondLst>
                                            <p:cond delay="0"/>
                                          </p:stCondLst>
                                        </p:cTn>
                                        <p:tgtEl>
                                          <p:spTgt spid="58"/>
                                        </p:tgtEl>
                                        <p:attrNameLst>
                                          <p:attrName>style.visibility</p:attrName>
                                        </p:attrNameLst>
                                      </p:cBhvr>
                                      <p:to>
                                        <p:strVal val="visible"/>
                                      </p:to>
                                    </p:set>
                                  </p:childTnLst>
                                </p:cTn>
                              </p:par>
                              <p:par>
                                <p:cTn id="103" presetID="1" presetClass="entr" presetSubtype="0" fill="hold" nodeType="withEffect" restart="never">
                                  <p:stCondLst>
                                    <p:cond delay="2260"/>
                                  </p:stCondLst>
                                  <p:childTnLst>
                                    <p:set>
                                      <p:cBhvr>
                                        <p:cTn id="104" dur="1" fill="hold">
                                          <p:stCondLst>
                                            <p:cond delay="0"/>
                                          </p:stCondLst>
                                        </p:cTn>
                                        <p:tgtEl>
                                          <p:spTgt spid="59"/>
                                        </p:tgtEl>
                                        <p:attrNameLst>
                                          <p:attrName>style.visibility</p:attrName>
                                        </p:attrNameLst>
                                      </p:cBhvr>
                                      <p:to>
                                        <p:strVal val="visible"/>
                                      </p:to>
                                    </p:set>
                                  </p:childTnLst>
                                </p:cTn>
                              </p:par>
                              <p:par>
                                <p:cTn id="105" presetID="1" presetClass="entr" presetSubtype="0" fill="hold" nodeType="withEffect" restart="never">
                                  <p:stCondLst>
                                    <p:cond delay="2420"/>
                                  </p:stCondLst>
                                  <p:childTnLst>
                                    <p:set>
                                      <p:cBhvr>
                                        <p:cTn id="106" dur="1" fill="hold">
                                          <p:stCondLst>
                                            <p:cond delay="0"/>
                                          </p:stCondLst>
                                        </p:cTn>
                                        <p:tgtEl>
                                          <p:spTgt spid="60"/>
                                        </p:tgtEl>
                                        <p:attrNameLst>
                                          <p:attrName>style.visibility</p:attrName>
                                        </p:attrNameLst>
                                      </p:cBhvr>
                                      <p:to>
                                        <p:strVal val="visible"/>
                                      </p:to>
                                    </p:set>
                                  </p:childTnLst>
                                </p:cTn>
                              </p:par>
                              <p:par>
                                <p:cTn id="107" presetID="1" presetClass="entr" presetSubtype="0" fill="hold" nodeType="withEffect" restart="never">
                                  <p:stCondLst>
                                    <p:cond delay="2580"/>
                                  </p:stCondLst>
                                  <p:childTnLst>
                                    <p:set>
                                      <p:cBhvr>
                                        <p:cTn id="108" dur="1" fill="hold">
                                          <p:stCondLst>
                                            <p:cond delay="0"/>
                                          </p:stCondLst>
                                        </p:cTn>
                                        <p:tgtEl>
                                          <p:spTgt spid="61"/>
                                        </p:tgtEl>
                                        <p:attrNameLst>
                                          <p:attrName>style.visibility</p:attrName>
                                        </p:attrNameLst>
                                      </p:cBhvr>
                                      <p:to>
                                        <p:strVal val="visible"/>
                                      </p:to>
                                    </p:set>
                                  </p:childTnLst>
                                </p:cTn>
                              </p:par>
                              <p:par>
                                <p:cTn id="109" presetID="1" presetClass="entr" presetSubtype="0" fill="hold" nodeType="withEffect" restart="never">
                                  <p:stCondLst>
                                    <p:cond delay="274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nodeType="withEffect" restart="never">
                                  <p:stCondLst>
                                    <p:cond delay="2900"/>
                                  </p:stCondLst>
                                  <p:childTnLst>
                                    <p:set>
                                      <p:cBhvr>
                                        <p:cTn id="112" dur="1" fill="hold">
                                          <p:stCondLst>
                                            <p:cond delay="0"/>
                                          </p:stCondLst>
                                        </p:cTn>
                                        <p:tgtEl>
                                          <p:spTgt spid="63"/>
                                        </p:tgtEl>
                                        <p:attrNameLst>
                                          <p:attrName>style.visibility</p:attrName>
                                        </p:attrNameLst>
                                      </p:cBhvr>
                                      <p:to>
                                        <p:strVal val="visible"/>
                                      </p:to>
                                    </p:set>
                                  </p:childTnLst>
                                </p:cTn>
                              </p:par>
                              <p:par>
                                <p:cTn id="113" presetID="1" presetClass="entr" presetSubtype="0" fill="hold" nodeType="withEffect" restart="never">
                                  <p:stCondLst>
                                    <p:cond delay="3060"/>
                                  </p:stCondLst>
                                  <p:childTnLst>
                                    <p:set>
                                      <p:cBhvr>
                                        <p:cTn id="114" dur="1" fill="hold">
                                          <p:stCondLst>
                                            <p:cond delay="0"/>
                                          </p:stCondLst>
                                        </p:cTn>
                                        <p:tgtEl>
                                          <p:spTgt spid="64"/>
                                        </p:tgtEl>
                                        <p:attrNameLst>
                                          <p:attrName>style.visibility</p:attrName>
                                        </p:attrNameLst>
                                      </p:cBhvr>
                                      <p:to>
                                        <p:strVal val="visible"/>
                                      </p:to>
                                    </p:set>
                                  </p:childTnLst>
                                </p:cTn>
                              </p:par>
                              <p:par>
                                <p:cTn id="115" presetID="1" presetClass="entr" presetSubtype="0" fill="hold" nodeType="withEffect" restart="never">
                                  <p:stCondLst>
                                    <p:cond delay="3220"/>
                                  </p:stCondLst>
                                  <p:childTnLst>
                                    <p:set>
                                      <p:cBhvr>
                                        <p:cTn id="116" dur="1" fill="hold">
                                          <p:stCondLst>
                                            <p:cond delay="0"/>
                                          </p:stCondLst>
                                        </p:cTn>
                                        <p:tgtEl>
                                          <p:spTgt spid="65"/>
                                        </p:tgtEl>
                                        <p:attrNameLst>
                                          <p:attrName>style.visibility</p:attrName>
                                        </p:attrNameLst>
                                      </p:cBhvr>
                                      <p:to>
                                        <p:strVal val="visible"/>
                                      </p:to>
                                    </p:set>
                                  </p:childTnLst>
                                </p:cTn>
                              </p:par>
                              <p:par>
                                <p:cTn id="117" presetID="1" presetClass="entr" presetSubtype="0" fill="hold" nodeType="withEffect" restart="never">
                                  <p:stCondLst>
                                    <p:cond delay="3380"/>
                                  </p:stCondLst>
                                  <p:childTnLst>
                                    <p:set>
                                      <p:cBhvr>
                                        <p:cTn id="118" dur="1" fill="hold">
                                          <p:stCondLst>
                                            <p:cond delay="0"/>
                                          </p:stCondLst>
                                        </p:cTn>
                                        <p:tgtEl>
                                          <p:spTgt spid="66"/>
                                        </p:tgtEl>
                                        <p:attrNameLst>
                                          <p:attrName>style.visibility</p:attrName>
                                        </p:attrNameLst>
                                      </p:cBhvr>
                                      <p:to>
                                        <p:strVal val="visible"/>
                                      </p:to>
                                    </p:set>
                                  </p:childTnLst>
                                </p:cTn>
                              </p:par>
                              <p:par>
                                <p:cTn id="119" presetID="1" presetClass="entr" presetSubtype="0" fill="hold" nodeType="withEffect" restart="never">
                                  <p:stCondLst>
                                    <p:cond delay="3540"/>
                                  </p:stCondLst>
                                  <p:childTnLst>
                                    <p:set>
                                      <p:cBhvr>
                                        <p:cTn id="120" dur="1" fill="hold">
                                          <p:stCondLst>
                                            <p:cond delay="0"/>
                                          </p:stCondLst>
                                        </p:cTn>
                                        <p:tgtEl>
                                          <p:spTgt spid="67"/>
                                        </p:tgtEl>
                                        <p:attrNameLst>
                                          <p:attrName>style.visibility</p:attrName>
                                        </p:attrNameLst>
                                      </p:cBhvr>
                                      <p:to>
                                        <p:strVal val="visible"/>
                                      </p:to>
                                    </p:set>
                                  </p:childTnLst>
                                </p:cTn>
                              </p:par>
                              <p:par>
                                <p:cTn id="121" presetID="1" presetClass="entr" presetSubtype="0" fill="hold" nodeType="withEffect" restart="never">
                                  <p:stCondLst>
                                    <p:cond delay="3700"/>
                                  </p:stCondLst>
                                  <p:childTnLst>
                                    <p:set>
                                      <p:cBhvr>
                                        <p:cTn id="122" dur="1" fill="hold">
                                          <p:stCondLst>
                                            <p:cond delay="0"/>
                                          </p:stCondLst>
                                        </p:cTn>
                                        <p:tgtEl>
                                          <p:spTgt spid="68"/>
                                        </p:tgtEl>
                                        <p:attrNameLst>
                                          <p:attrName>style.visibility</p:attrName>
                                        </p:attrNameLst>
                                      </p:cBhvr>
                                      <p:to>
                                        <p:strVal val="visible"/>
                                      </p:to>
                                    </p:set>
                                  </p:childTnLst>
                                </p:cTn>
                              </p:par>
                              <p:par>
                                <p:cTn id="123" presetID="1" presetClass="entr" presetSubtype="0" fill="hold" nodeType="withEffect" restart="never">
                                  <p:stCondLst>
                                    <p:cond delay="3860"/>
                                  </p:stCondLst>
                                  <p:childTnLst>
                                    <p:set>
                                      <p:cBhvr>
                                        <p:cTn id="124" dur="1" fill="hold">
                                          <p:stCondLst>
                                            <p:cond delay="0"/>
                                          </p:stCondLst>
                                        </p:cTn>
                                        <p:tgtEl>
                                          <p:spTgt spid="69"/>
                                        </p:tgtEl>
                                        <p:attrNameLst>
                                          <p:attrName>style.visibility</p:attrName>
                                        </p:attrNameLst>
                                      </p:cBhvr>
                                      <p:to>
                                        <p:strVal val="visible"/>
                                      </p:to>
                                    </p:set>
                                  </p:childTnLst>
                                </p:cTn>
                              </p:par>
                              <p:par>
                                <p:cTn id="125" presetID="1" presetClass="entr" presetSubtype="0" fill="hold" nodeType="withEffect" restart="never">
                                  <p:stCondLst>
                                    <p:cond delay="4020"/>
                                  </p:stCondLst>
                                  <p:childTnLst>
                                    <p:set>
                                      <p:cBhvr>
                                        <p:cTn id="126" dur="1" fill="hold">
                                          <p:stCondLst>
                                            <p:cond delay="0"/>
                                          </p:stCondLst>
                                        </p:cTn>
                                        <p:tgtEl>
                                          <p:spTgt spid="70"/>
                                        </p:tgtEl>
                                        <p:attrNameLst>
                                          <p:attrName>style.visibility</p:attrName>
                                        </p:attrNameLst>
                                      </p:cBhvr>
                                      <p:to>
                                        <p:strVal val="visible"/>
                                      </p:to>
                                    </p:set>
                                  </p:childTnLst>
                                </p:cTn>
                              </p:par>
                              <p:par>
                                <p:cTn id="127" presetID="1" presetClass="entr" presetSubtype="0" fill="hold" nodeType="withEffect" restart="never">
                                  <p:stCondLst>
                                    <p:cond delay="4180"/>
                                  </p:stCondLst>
                                  <p:childTnLst>
                                    <p:set>
                                      <p:cBhvr>
                                        <p:cTn id="128" dur="1" fill="hold">
                                          <p:stCondLst>
                                            <p:cond delay="0"/>
                                          </p:stCondLst>
                                        </p:cTn>
                                        <p:tgtEl>
                                          <p:spTgt spid="71"/>
                                        </p:tgtEl>
                                        <p:attrNameLst>
                                          <p:attrName>style.visibility</p:attrName>
                                        </p:attrNameLst>
                                      </p:cBhvr>
                                      <p:to>
                                        <p:strVal val="visible"/>
                                      </p:to>
                                    </p:set>
                                  </p:childTnLst>
                                </p:cTn>
                              </p:par>
                              <p:par>
                                <p:cTn id="129" presetID="1" presetClass="entr" presetSubtype="0" fill="hold" nodeType="withEffect" restart="never">
                                  <p:stCondLst>
                                    <p:cond delay="4340"/>
                                  </p:stCondLst>
                                  <p:childTnLst>
                                    <p:set>
                                      <p:cBhvr>
                                        <p:cTn id="130" dur="1" fill="hold">
                                          <p:stCondLst>
                                            <p:cond delay="0"/>
                                          </p:stCondLst>
                                        </p:cTn>
                                        <p:tgtEl>
                                          <p:spTgt spid="72"/>
                                        </p:tgtEl>
                                        <p:attrNameLst>
                                          <p:attrName>style.visibility</p:attrName>
                                        </p:attrNameLst>
                                      </p:cBhvr>
                                      <p:to>
                                        <p:strVal val="visible"/>
                                      </p:to>
                                    </p:set>
                                  </p:childTnLst>
                                </p:cTn>
                              </p:par>
                              <p:par>
                                <p:cTn id="131" presetID="1" presetClass="entr" presetSubtype="0" fill="hold" nodeType="withEffect" restart="never">
                                  <p:stCondLst>
                                    <p:cond delay="4500"/>
                                  </p:stCondLst>
                                  <p:childTnLst>
                                    <p:set>
                                      <p:cBhvr>
                                        <p:cTn id="132" dur="1" fill="hold">
                                          <p:stCondLst>
                                            <p:cond delay="0"/>
                                          </p:stCondLst>
                                        </p:cTn>
                                        <p:tgtEl>
                                          <p:spTgt spid="73"/>
                                        </p:tgtEl>
                                        <p:attrNameLst>
                                          <p:attrName>style.visibility</p:attrName>
                                        </p:attrNameLst>
                                      </p:cBhvr>
                                      <p:to>
                                        <p:strVal val="visible"/>
                                      </p:to>
                                    </p:set>
                                  </p:childTnLst>
                                </p:cTn>
                              </p:par>
                              <p:par>
                                <p:cTn id="133" presetID="1" presetClass="entr" presetSubtype="0" fill="hold" nodeType="withEffect" restart="never">
                                  <p:stCondLst>
                                    <p:cond delay="4660"/>
                                  </p:stCondLst>
                                  <p:childTnLst>
                                    <p:set>
                                      <p:cBhvr>
                                        <p:cTn id="134" dur="1" fill="hold">
                                          <p:stCondLst>
                                            <p:cond delay="0"/>
                                          </p:stCondLst>
                                        </p:cTn>
                                        <p:tgtEl>
                                          <p:spTgt spid="74"/>
                                        </p:tgtEl>
                                        <p:attrNameLst>
                                          <p:attrName>style.visibility</p:attrName>
                                        </p:attrNameLst>
                                      </p:cBhvr>
                                      <p:to>
                                        <p:strVal val="visible"/>
                                      </p:to>
                                    </p:set>
                                  </p:childTnLst>
                                </p:cTn>
                              </p:par>
                              <p:par>
                                <p:cTn id="135" presetID="1" presetClass="entr" presetSubtype="0" fill="hold" nodeType="withEffect" restart="never">
                                  <p:stCondLst>
                                    <p:cond delay="4820"/>
                                  </p:stCondLst>
                                  <p:childTnLst>
                                    <p:set>
                                      <p:cBhvr>
                                        <p:cTn id="136" dur="1" fill="hold">
                                          <p:stCondLst>
                                            <p:cond delay="0"/>
                                          </p:stCondLst>
                                        </p:cTn>
                                        <p:tgtEl>
                                          <p:spTgt spid="7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Pulse shape</a:t>
            </a:r>
          </a:p>
        </p:txBody>
      </p:sp>
      <p:sp>
        <p:nvSpPr>
          <p:cNvPr id="3" name="route-arrow-0-shaft">
            <a:extLst xmlns:a="http://schemas.openxmlformats.org/drawingml/2006/main">
              <a:ext uri="{FF2B5EF4-FFF2-40B4-BE49-F238E27FC236}">
                <a16:creationId xmlns:a16="http://schemas.microsoft.com/office/drawing/2014/main" id="{E2CA30DC-4DB9-4B3C-8518-854EF5B7FD9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1ADB8AB-5663-4F5F-BDDA-A941FC1D0DC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0F89770-7BD7-478D-B163-FB3504B4735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4119AEF7-F503-459B-9E15-080D915C6D2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DFCE320B-6365-48B7-B1E4-EDAE39C2EC3C}"/>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4684CDF6-3594-4CA1-9074-643CB0D4F791}"/>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96F7E831-8A30-41B9-919A-C35F6C2797D7}"/>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8F392886-60E0-4FFD-9A23-672922DEA390}"/>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0E0E2425-CEDC-4575-9AC7-15F2D3E1321B}"/>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E495E23D-E087-4330-913C-7144143AA2D0}"/>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DDC272E0-4912-41D1-B7F8-4B9C30159A0C}"/>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37CC1453-69C6-43C1-8E44-4FE9C0CAC691}"/>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0231C95A-47FF-47B5-9B37-5F8AC8423375}"/>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98CFA1B5-7E8B-41D3-A345-1E0B5335920B}"/>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66D24E8A-4FA1-4181-88DD-34161DC608DD}"/>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EA64F4DC-A9DE-4770-BE0B-307BD1164040}"/>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563CA8EB-7869-49D1-8E9C-C9C960D1CAD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B1194BF0-DF6F-4F0C-B009-BB1D36A69B8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21" name="pulse-response" descr="Note 7: pulse response. Static entry; click once; final state retained.">
            <a:extLst xmlns:a="http://schemas.openxmlformats.org/drawingml/2006/main">
              <a:ext uri="{FF2B5EF4-FFF2-40B4-BE49-F238E27FC236}">
                <a16:creationId xmlns:a16="http://schemas.microsoft.com/office/drawing/2014/main" id="{F681841D-BB94-4A30-9457-2012450D9C3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1" name="pulse-response--t4-click-frame-00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2" name="pulse-response--t4-click-frame-00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3" name="pulse-response--t4-click-frame-00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4" name="pulse-response--t4-click-frame-00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5" name="pulse-response--t4-click-frame-00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6" name="pulse-response--t4-click-frame-00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7" name="pulse-response--t4-click-frame-00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8" name="pulse-response--t4-click-frame-00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9" name="pulse-response--t4-click-frame-009"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0" name="pulse-response--t4-click-frame-010"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1" name="pulse-response--t4-click-frame-01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2" name="pulse-response--t4-click-frame-01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3" name="pulse-response--t4-click-frame-01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4" name="pulse-response--t4-click-frame-01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5" name="pulse-response--t4-click-frame-01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6" name="pulse-response--t4-click-frame-01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7" name="pulse-response--t4-click-frame-01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8" name="pulse-response--t4-click-frame-01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9" name="pulse-response--t4-click-frame-019"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0" name="pulse-response--t4-click-frame-020"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1" name="pulse-response--t4-click-frame-02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2" name="pulse-response--t4-click-frame-02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3" name="pulse-response--t4-click-frame-02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4" name="pulse-response--t4-click-frame-02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5" name="pulse-response--t4-click-frame-02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6" name="pulse-response--t4-click-frame-02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7" name="pulse-response--t4-click-frame-02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8" name="pulse-response--t4-click-frame-02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sp>
        <p:nvSpPr>
          <p:cNvPr id="22" name="pulse-result-emphasis">
            <a:extLst xmlns:a="http://schemas.openxmlformats.org/drawingml/2006/main">
              <a:ext uri="{FF2B5EF4-FFF2-40B4-BE49-F238E27FC236}">
                <a16:creationId xmlns:a16="http://schemas.microsoft.com/office/drawing/2014/main" id="{1FD61FAF-B7EF-4402-B4D9-47A96A367625}"/>
              </a:ext>
            </a:extLst>
          </p:cNvPr>
          <p:cNvSpPr>
            <a:spLocks xmlns:a="http://schemas.openxmlformats.org/drawingml/2006/main" noGrp="1"/>
          </p:cNvSpPr>
          <p:nvPr/>
        </p:nvSpPr>
        <p:spPr>
          <a:xfrm xmlns:a="http://schemas.openxmlformats.org/drawingml/2006/main">
            <a:off x="942975" y="6543675"/>
            <a:ext cx="10563225"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FB1D19F-DC5B-4D15-9697-5F451D796DC3}"/>
              </a:ext>
            </a:extLst>
          </p:cNvPr>
          <p:cNvPicPr>
            <a:picLocks xmlns:a="http://schemas.openxmlformats.org/drawingml/2006/main" noChangeAspect="1"/>
          </p:cNvPicPr>
          <p:nvPr/>
        </p:nvPicPr>
        <p:blipFill>
          <a:blip xmlns:r="http://schemas.openxmlformats.org/officeDocument/2006/relationships" xmlns:a="http://schemas.openxmlformats.org/drawingml/2006/main" r:embed="Rc59d9a2c5a5b4d1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899F6BE-06ED-44DE-BABD-A8443D2BDBD9}"/>
              </a:ext>
            </a:extLst>
          </p:cNvPr>
          <p:cNvPicPr>
            <a:picLocks xmlns:a="http://schemas.openxmlformats.org/drawingml/2006/main" noChangeAspect="1"/>
          </p:cNvPicPr>
          <p:nvPr/>
        </p:nvPicPr>
        <p:blipFill>
          <a:blip xmlns:r="http://schemas.openxmlformats.org/officeDocument/2006/relationships" xmlns:a="http://schemas.openxmlformats.org/drawingml/2006/main" r:embed="R6e3da81d3a374a6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44219B2-6C3E-4506-B407-42947039E4AB}"/>
              </a:ext>
            </a:extLst>
          </p:cNvPr>
          <p:cNvPicPr>
            <a:picLocks xmlns:a="http://schemas.openxmlformats.org/drawingml/2006/main" noChangeAspect="1"/>
          </p:cNvPicPr>
          <p:nvPr/>
        </p:nvPicPr>
        <p:blipFill>
          <a:blip xmlns:r="http://schemas.openxmlformats.org/officeDocument/2006/relationships" xmlns:a="http://schemas.openxmlformats.org/drawingml/2006/main" r:embed="R66480f14403848b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known-unit-pulse" descr="h(t)=1\ (0&lt;t&lt;T),\quad 0\ \text{otherwise}">
            <a:extLst xmlns:a="http://schemas.openxmlformats.org/drawingml/2006/main">
              <a:ext uri="{FF2B5EF4-FFF2-40B4-BE49-F238E27FC236}">
                <a16:creationId xmlns:a16="http://schemas.microsoft.com/office/drawing/2014/main" id="{0F4DF56C-A2BE-45F4-8A5D-022BADF8447B}"/>
              </a:ext>
            </a:extLst>
          </p:cNvPr>
          <p:cNvPicPr>
            <a:picLocks xmlns:a="http://schemas.openxmlformats.org/drawingml/2006/main" noChangeAspect="1"/>
          </p:cNvPicPr>
          <p:nvPr/>
        </p:nvPicPr>
        <p:blipFill>
          <a:blip xmlns:r="http://schemas.openxmlformats.org/officeDocument/2006/relationships" xmlns:a="http://schemas.openxmlformats.org/drawingml/2006/main" r:embed="R64633ea9889e434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05871"/>
            <a:ext cx="4693920" cy="265033"/>
          </a:xfrm>
          <a:prstGeom xmlns:a="http://schemas.openxmlformats.org/drawingml/2006/main" prst="rect">
            <a:avLst/>
          </a:prstGeom>
        </p:spPr>
      </p:pic>
      <p:pic>
        <p:nvPicPr>
          <p:cNvPr id="27" name="derivation-0" descr="H(f)=\int_0^T e^{-j2\pi ft}\,dt=\left[\frac{e^{-j2\pi ft}}{-j2\pi f}\right]_0^T=\frac{1-e^{-j2\pi fT}}{j2\pi f}">
            <a:extLst xmlns:a="http://schemas.openxmlformats.org/drawingml/2006/main">
              <a:ext uri="{FF2B5EF4-FFF2-40B4-BE49-F238E27FC236}">
                <a16:creationId xmlns:a16="http://schemas.microsoft.com/office/drawing/2014/main" id="{B167C3A1-81EB-426B-9F09-4246EAC2A5F3}"/>
              </a:ext>
            </a:extLst>
          </p:cNvPr>
          <p:cNvPicPr>
            <a:picLocks xmlns:a="http://schemas.openxmlformats.org/drawingml/2006/main" noChangeAspect="1"/>
          </p:cNvPicPr>
          <p:nvPr/>
        </p:nvPicPr>
        <p:blipFill>
          <a:blip xmlns:r="http://schemas.openxmlformats.org/officeDocument/2006/relationships" xmlns:a="http://schemas.openxmlformats.org/drawingml/2006/main" r:embed="R001af6548c11449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00089"/>
            <a:ext cx="5349240" cy="515422"/>
          </a:xfrm>
          <a:prstGeom xmlns:a="http://schemas.openxmlformats.org/drawingml/2006/main" prst="rect">
            <a:avLst/>
          </a:prstGeom>
        </p:spPr>
      </p:pic>
      <p:pic>
        <p:nvPicPr>
          <p:cNvPr id="28" name="derivation-1" descr="=e^{-j\pi fT}\frac{e^{j\pi fT}-e^{-j\pi fT}}{j2\pi f}=e^{-j\pi fT}\frac{\sin(\pi fT)}{\pi f}">
            <a:extLst xmlns:a="http://schemas.openxmlformats.org/drawingml/2006/main">
              <a:ext uri="{FF2B5EF4-FFF2-40B4-BE49-F238E27FC236}">
                <a16:creationId xmlns:a16="http://schemas.microsoft.com/office/drawing/2014/main" id="{CDBBB914-7720-4DA5-AE5A-008B0966659F}"/>
              </a:ext>
            </a:extLst>
          </p:cNvPr>
          <p:cNvPicPr>
            <a:picLocks xmlns:a="http://schemas.openxmlformats.org/drawingml/2006/main" noChangeAspect="1"/>
          </p:cNvPicPr>
          <p:nvPr/>
        </p:nvPicPr>
        <p:blipFill>
          <a:blip xmlns:r="http://schemas.openxmlformats.org/officeDocument/2006/relationships" xmlns:a="http://schemas.openxmlformats.org/drawingml/2006/main" r:embed="Re896090d59c5478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592306"/>
            <a:ext cx="4358640" cy="397788"/>
          </a:xfrm>
          <a:prstGeom xmlns:a="http://schemas.openxmlformats.org/drawingml/2006/main" prst="rect">
            <a:avLst/>
          </a:prstGeom>
        </p:spPr>
      </p:pic>
      <p:pic>
        <p:nvPicPr>
          <p:cNvPr id="29" name="derivation-2" descr="=T e^{-j\pi fT}\operatorname{sinc}(fT)">
            <a:extLst xmlns:a="http://schemas.openxmlformats.org/drawingml/2006/main">
              <a:ext uri="{FF2B5EF4-FFF2-40B4-BE49-F238E27FC236}">
                <a16:creationId xmlns:a16="http://schemas.microsoft.com/office/drawing/2014/main" id="{E124DD3F-2B3A-477C-89FF-FAC3B035A347}"/>
              </a:ext>
            </a:extLst>
          </p:cNvPr>
          <p:cNvPicPr>
            <a:picLocks xmlns:a="http://schemas.openxmlformats.org/drawingml/2006/main" noChangeAspect="1"/>
          </p:cNvPicPr>
          <p:nvPr/>
        </p:nvPicPr>
        <p:blipFill>
          <a:blip xmlns:r="http://schemas.openxmlformats.org/officeDocument/2006/relationships" xmlns:a="http://schemas.openxmlformats.org/drawingml/2006/main" r:embed="R4fd5c721cacd4604">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6215063"/>
            <a:ext cx="2600325" cy="314325"/>
          </a:xfrm>
          <a:prstGeom xmlns:a="http://schemas.openxmlformats.org/drawingml/2006/main" prst="rect">
            <a:avLst/>
          </a:prstGeom>
        </p:spPr>
      </p:pic>
    </p:spTree>
    <p:extLst>
      <p:ext uri="{BB962C8B-B14F-4D97-AF65-F5344CB8AC3E}">
        <p14:creationId xmlns:p14="http://schemas.microsoft.com/office/powerpoint/2010/main" val="1014121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21" fill="hold" restart="never" repeatCount="1000">
                      <p:stCondLst>
                        <p:cond delay="indefinite"/>
                      </p:stCondLst>
                      <p:childTnLst>
                        <p:par>
                          <p:cTn id="22" fill="hold" dur="5920">
                            <p:stCondLst>
                              <p:cond delay="0"/>
                            </p:stCondLst>
                            <p:childTnLst>
                              <p:par>
                                <p:cTn id="23" presetID="1" presetClass="entr" presetSubtype="0" fill="hold" nodeType="clickEffect" restart="never">
                                  <p:stCondLst>
                                    <p:cond delay="50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restart="never">
                                  <p:stCondLst>
                                    <p:cond delay="66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restart="never">
                                  <p:stCondLst>
                                    <p:cond delay="82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restart="never">
                                  <p:stCondLst>
                                    <p:cond delay="98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restart="never">
                                  <p:stCondLst>
                                    <p:cond delay="114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restart="never">
                                  <p:stCondLst>
                                    <p:cond delay="130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restart="never">
                                  <p:stCondLst>
                                    <p:cond delay="146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restart="never">
                                  <p:stCondLst>
                                    <p:cond delay="162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restart="never">
                                  <p:stCondLst>
                                    <p:cond delay="178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restart="never">
                                  <p:stCondLst>
                                    <p:cond delay="194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restart="never">
                                  <p:stCondLst>
                                    <p:cond delay="210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restart="never">
                                  <p:stCondLst>
                                    <p:cond delay="226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restart="never">
                                  <p:stCondLst>
                                    <p:cond delay="242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restart="never">
                                  <p:stCondLst>
                                    <p:cond delay="258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restart="never">
                                  <p:stCondLst>
                                    <p:cond delay="274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restart="never">
                                  <p:stCondLst>
                                    <p:cond delay="306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nodeType="withEffect" restart="never">
                                  <p:stCondLst>
                                    <p:cond delay="322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restart="never">
                                  <p:stCondLst>
                                    <p:cond delay="338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nodeType="withEffect" restart="never">
                                  <p:stCondLst>
                                    <p:cond delay="354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nodeType="withEffect" restart="never">
                                  <p:stCondLst>
                                    <p:cond delay="370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nodeType="withEffect" restart="never">
                                  <p:stCondLst>
                                    <p:cond delay="386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nodeType="withEffect" restart="never">
                                  <p:stCondLst>
                                    <p:cond delay="402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nodeType="withEffect" restart="never">
                                  <p:stCondLst>
                                    <p:cond delay="418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nodeType="withEffect" restart="never">
                                  <p:stCondLst>
                                    <p:cond delay="434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nodeType="withEffect" restart="never">
                                  <p:stCondLst>
                                    <p:cond delay="450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nodeType="withEffect" restart="never">
                                  <p:stCondLst>
                                    <p:cond delay="466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nodeType="withEffect" restart="never">
                                  <p:stCondLst>
                                    <p:cond delay="482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DDF794E7-8BDA-4CCC-9326-23BF8A79D72A}"/>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E467A070-7061-4431-9FD5-EFE4BFABC220}"/>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97DEE6B9-BC42-45D9-9D67-77D05AEC0388}"/>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41F5720-0021-4E12-BAB1-922A7D67658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BED9F742-BC12-421E-B5E5-7D49F9BBDA3B}"/>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598ACDDD-A2E1-44FB-AEFA-C84021C0F714}"/>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7232E999-8472-4D48-A09E-3E6B138A80E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C1142E96-5EC6-4E69-8900-7313BE0749EC}"/>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BFED98C1-4A46-472B-B9A6-070CB72A2FAF}"/>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66DBE485-7DF3-4DD4-A837-00D865AFB2E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1A39C27A-4804-42A5-B7FC-AF4D588BD5B3}"/>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3780764E-D828-45CB-9368-CE97480134C0}"/>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78F35FBA-235B-4321-B1B3-D2ABB1813E3E}"/>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3D797E35-A77F-4CDA-8692-709D2A6FAA2A}"/>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943DE8B9-C25E-496E-8D0E-8B0872B9696F}"/>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BE49541-1F55-4531-B5EC-6868A5BC9DFD}"/>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903EB1A9-6F28-412E-938F-A5F6F9E7A3C5}"/>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2B836924-595D-4F93-9374-106ED4C6C97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21" name="pam-spectrum" descr="Note 7: pam spectrum. Static entry; click once; final state retained.">
            <a:extLst xmlns:a="http://schemas.openxmlformats.org/drawingml/2006/main">
              <a:ext uri="{FF2B5EF4-FFF2-40B4-BE49-F238E27FC236}">
                <a16:creationId xmlns:a16="http://schemas.microsoft.com/office/drawing/2014/main" id="{D1C019F3-8856-454F-9901-6F276545E99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pam-spectrum--t4-click-frame-001"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pam-spectrum--t4-click-frame-002"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pam-spectrum--t4-click-frame-003"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pam-spectrum--t4-click-frame-004"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pam-spectrum--t4-click-frame-005"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pam-spectrum--t4-click-frame-006"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pam-spectrum--t4-click-frame-007"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pam-spectrum--t4-click-frame-008"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pam-spectrum--t4-click-frame-009"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pam-spectrum--t4-click-frame-010"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pam-spectrum--t4-click-frame-011"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pam-spectrum--t4-click-frame-012"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pam-spectrum--t4-click-frame-013"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pam-spectrum--t4-click-frame-014"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pam-spectrum--t4-click-frame-015"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pam-spectrum--t4-click-frame-016"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pam-spectrum--t4-click-frame-017"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pam-spectrum--t4-click-frame-018"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pam-spectrum--t4-click-frame-019"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pam-spectrum--t4-click-frame-020"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pam-spectrum--t4-click-frame-021"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pam-spectrum--t4-click-frame-022"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pam-spectrum--t4-click-frame-023"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pam-spectrum--t4-click-frame-024"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pam-spectrum--t4-click-frame-025"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5" name="pam-spectrum--t4-click-frame-026"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6" name="pam-spectrum--t4-click-frame-027"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7" name="pam-spectrum--t4-click-frame-028"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22" name="bandwidth-convention">
            <a:extLst xmlns:a="http://schemas.openxmlformats.org/drawingml/2006/main">
              <a:ext uri="{FF2B5EF4-FFF2-40B4-BE49-F238E27FC236}">
                <a16:creationId xmlns:a16="http://schemas.microsoft.com/office/drawing/2014/main" id="{BE4DA8D5-2182-4F54-9110-D99D26E20D89}"/>
              </a:ext>
            </a:extLst>
          </p:cNvPr>
          <p:cNvSpPr>
            <a:spLocks xmlns:a="http://schemas.openxmlformats.org/drawingml/2006/main" noGrp="1"/>
          </p:cNvSpPr>
          <p:nvPr/>
        </p:nvSpPr>
        <p:spPr>
          <a:xfrm xmlns:a="http://schemas.openxmlformats.org/drawingml/2006/main">
            <a:off x="609600" y="5791200"/>
            <a:ext cx="1089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Pulse response H: first positive zero at 1/T.</a:t>
            </a:r>
          </a:p>
        </p:txBody>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025F39C-A3FB-44CE-AE43-80CC6E4C06BC}"/>
              </a:ext>
            </a:extLst>
          </p:cNvPr>
          <p:cNvPicPr>
            <a:picLocks xmlns:a="http://schemas.openxmlformats.org/drawingml/2006/main" noChangeAspect="1"/>
          </p:cNvPicPr>
          <p:nvPr/>
        </p:nvPicPr>
        <p:blipFill>
          <a:blip xmlns:r="http://schemas.openxmlformats.org/officeDocument/2006/relationships" xmlns:a="http://schemas.openxmlformats.org/drawingml/2006/main" r:embed="Rd82fa2f2e7164ad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9B7A603-924B-40B9-856D-BED2150E36CD}"/>
              </a:ext>
            </a:extLst>
          </p:cNvPr>
          <p:cNvPicPr>
            <a:picLocks xmlns:a="http://schemas.openxmlformats.org/drawingml/2006/main" noChangeAspect="1"/>
          </p:cNvPicPr>
          <p:nvPr/>
        </p:nvPicPr>
        <p:blipFill>
          <a:blip xmlns:r="http://schemas.openxmlformats.org/officeDocument/2006/relationships" xmlns:a="http://schemas.openxmlformats.org/drawingml/2006/main" r:embed="R09c28c1722c0417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936CB95-6B7B-4E01-9BC4-27552708D3D6}"/>
              </a:ext>
            </a:extLst>
          </p:cNvPr>
          <p:cNvPicPr>
            <a:picLocks xmlns:a="http://schemas.openxmlformats.org/drawingml/2006/main" noChangeAspect="1"/>
          </p:cNvPicPr>
          <p:nvPr/>
        </p:nvPicPr>
        <p:blipFill>
          <a:blip xmlns:r="http://schemas.openxmlformats.org/officeDocument/2006/relationships" xmlns:a="http://schemas.openxmlformats.org/drawingml/2006/main" r:embed="R97cdb6f2f2c1422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pam-transform" descr="s(t)=m_\delta(t)*h(t)\quad\Longrightarrow\quad S(f)=M_\delta(f)H(f)">
            <a:extLst xmlns:a="http://schemas.openxmlformats.org/drawingml/2006/main">
              <a:ext uri="{FF2B5EF4-FFF2-40B4-BE49-F238E27FC236}">
                <a16:creationId xmlns:a16="http://schemas.microsoft.com/office/drawing/2014/main" id="{7F92E6E3-AB9E-48DA-8972-7DD5ED3F36E6}"/>
              </a:ext>
            </a:extLst>
          </p:cNvPr>
          <p:cNvPicPr>
            <a:picLocks xmlns:a="http://schemas.openxmlformats.org/drawingml/2006/main" noChangeAspect="1"/>
          </p:cNvPicPr>
          <p:nvPr/>
        </p:nvPicPr>
        <p:blipFill>
          <a:blip xmlns:r="http://schemas.openxmlformats.org/officeDocument/2006/relationships" xmlns:a="http://schemas.openxmlformats.org/drawingml/2006/main" r:embed="R59ef2252d1f1475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72576"/>
            <a:ext cx="6270308" cy="274499"/>
          </a:xfrm>
          <a:prstGeom xmlns:a="http://schemas.openxmlformats.org/drawingml/2006/main" prst="rect">
            <a:avLst/>
          </a:prstGeom>
        </p:spPr>
      </p:pic>
      <p:pic>
        <p:nvPicPr>
          <p:cNvPr id="27" name="full-pam-spectrum" descr="S(f)=\left[\frac1{T_s}\sum_k M(f-kf_s)\right]T e^{-j\pi fT}\operatorname{sinc}(fT)">
            <a:extLst xmlns:a="http://schemas.openxmlformats.org/drawingml/2006/main">
              <a:ext uri="{FF2B5EF4-FFF2-40B4-BE49-F238E27FC236}">
                <a16:creationId xmlns:a16="http://schemas.microsoft.com/office/drawing/2014/main" id="{19C3251B-5717-42C7-84DD-3405ECB479DC}"/>
              </a:ext>
            </a:extLst>
          </p:cNvPr>
          <p:cNvPicPr>
            <a:picLocks xmlns:a="http://schemas.openxmlformats.org/drawingml/2006/main" noChangeAspect="1"/>
          </p:cNvPicPr>
          <p:nvPr/>
        </p:nvPicPr>
        <p:blipFill>
          <a:blip xmlns:r="http://schemas.openxmlformats.org/officeDocument/2006/relationships" xmlns:a="http://schemas.openxmlformats.org/drawingml/2006/main" r:embed="Ra15aa1640f78472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57800"/>
            <a:ext cx="5549059" cy="476250"/>
          </a:xfrm>
          <a:prstGeom xmlns:a="http://schemas.openxmlformats.org/drawingml/2006/main" prst="rect">
            <a:avLst/>
          </a:prstGeom>
        </p:spPr>
      </p:pic>
      <p:pic>
        <p:nvPicPr>
          <p:cNvPr id="28" name="pam-bandwidth" descr="B_T=\frac1T\ \ge\ \frac1{T_s}=f_s\ \ge\ 2W">
            <a:extLst xmlns:a="http://schemas.openxmlformats.org/drawingml/2006/main">
              <a:ext uri="{FF2B5EF4-FFF2-40B4-BE49-F238E27FC236}">
                <a16:creationId xmlns:a16="http://schemas.microsoft.com/office/drawing/2014/main" id="{47FE85B4-4175-4805-ABAD-AF44A371DE6F}"/>
              </a:ext>
            </a:extLst>
          </p:cNvPr>
          <p:cNvPicPr>
            <a:picLocks xmlns:a="http://schemas.openxmlformats.org/drawingml/2006/main" noChangeAspect="1"/>
          </p:cNvPicPr>
          <p:nvPr/>
        </p:nvPicPr>
        <p:blipFill>
          <a:blip xmlns:r="http://schemas.openxmlformats.org/officeDocument/2006/relationships" xmlns:a="http://schemas.openxmlformats.org/drawingml/2006/main" r:embed="Ra8a1fcdd8a304e9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200775"/>
            <a:ext cx="4175760" cy="409575"/>
          </a:xfrm>
          <a:prstGeom xmlns:a="http://schemas.openxmlformats.org/drawingml/2006/main" prst="rect">
            <a:avLst/>
          </a:prstGeom>
        </p:spPr>
      </p:pic>
    </p:spTree>
    <p:extLst>
      <p:ext uri="{BB962C8B-B14F-4D97-AF65-F5344CB8AC3E}">
        <p14:creationId xmlns:p14="http://schemas.microsoft.com/office/powerpoint/2010/main" val="1085003863"/>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31"/>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32"/>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33"/>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34"/>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35"/>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36"/>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37"/>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38"/>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39"/>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40"/>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41"/>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42"/>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43"/>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44"/>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45"/>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46"/>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47"/>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48"/>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49"/>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50"/>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51"/>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52"/>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53"/>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54"/>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55"/>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56"/>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5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par>
                                <p:cTn id="13" presetID="10"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6F39AF19-1F2A-4ADB-88A2-04D39FF4BAF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674A97E-8158-4A66-923F-58BF65A8AE2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5D45091F-55DE-4997-9EFE-FF861A85529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91CF762-B5C1-4C05-AE5E-0B48C73AAE04}"/>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323B8FBD-3CB6-4412-BA41-9032A5A3BB3E}"/>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2470DAAF-D4B9-4BC6-984E-1421E7003F8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read-samples" descr="Note 7: read samples. Static entry; click once; final state retained.">
            <a:extLst xmlns:a="http://schemas.openxmlformats.org/drawingml/2006/main">
              <a:ext uri="{FF2B5EF4-FFF2-40B4-BE49-F238E27FC236}">
                <a16:creationId xmlns:a16="http://schemas.microsoft.com/office/drawing/2014/main" id="{AE3D15C7-BC8E-4319-AAED-A6AB22E7019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18" name="read-samples--t4-click-frame-001"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19" name="read-samples--t4-click-frame-002"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0" name="read-samples--t4-click-frame-003"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1" name="read-samples--t4-click-frame-004"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2" name="read-samples--t4-click-frame-005"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3" name="read-samples--t4-click-frame-006"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4" name="read-samples--t4-click-frame-007"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5" name="read-samples--t4-click-frame-008"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6" name="read-samples--t4-click-frame-009"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7" name="read-samples--t4-click-frame-010"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8" name="read-samples--t4-click-frame-011"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9" name="read-samples--t4-click-frame-012"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0" name="read-samples--t4-click-frame-013"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1" name="read-samples--t4-click-frame-014"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2" name="read-samples--t4-click-frame-015"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3" name="read-samples--t4-click-frame-016"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4" name="read-samples--t4-click-frame-017"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5" name="read-samples--t4-click-frame-018"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6" name="read-samples--t4-click-frame-019"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7" name="read-samples--t4-click-frame-020"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8" name="read-samples--t4-click-frame-021"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9" name="read-samples--t4-click-frame-022"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0" name="read-samples--t4-click-frame-023"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1" name="read-samples--t4-click-frame-024"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2" name="read-samples--t4-click-frame-025"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3" name="read-samples--t4-click-frame-026"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4" name="read-samples--t4-click-frame-027"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5" name="read-samples--t4-click-frame-028"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sp>
        <p:nvSpPr>
          <p:cNvPr id="10" name="recreated-samples-emphasis">
            <a:extLst xmlns:a="http://schemas.openxmlformats.org/drawingml/2006/main">
              <a:ext uri="{FF2B5EF4-FFF2-40B4-BE49-F238E27FC236}">
                <a16:creationId xmlns:a16="http://schemas.microsoft.com/office/drawing/2014/main" id="{2B398797-5803-4A7C-A051-DABB8903F3B2}"/>
              </a:ext>
            </a:extLst>
          </p:cNvPr>
          <p:cNvSpPr>
            <a:spLocks xmlns:a="http://schemas.openxmlformats.org/drawingml/2006/main" noGrp="1"/>
          </p:cNvSpPr>
          <p:nvPr/>
        </p:nvSpPr>
        <p:spPr>
          <a:xfrm xmlns:a="http://schemas.openxmlformats.org/drawingml/2006/main">
            <a:off x="609600" y="64960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7EC0847-1D95-4E08-9508-6A66D6F5ECCF}"/>
              </a:ext>
            </a:extLst>
          </p:cNvPr>
          <p:cNvPicPr>
            <a:picLocks xmlns:a="http://schemas.openxmlformats.org/drawingml/2006/main" noChangeAspect="1"/>
          </p:cNvPicPr>
          <p:nvPr/>
        </p:nvPicPr>
        <p:blipFill>
          <a:blip xmlns:r="http://schemas.openxmlformats.org/officeDocument/2006/relationships" xmlns:a="http://schemas.openxmlformats.org/drawingml/2006/main" r:embed="R1017cf7590f34eb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6678291-5A59-449D-BF6D-B1416937C082}"/>
              </a:ext>
            </a:extLst>
          </p:cNvPr>
          <p:cNvPicPr>
            <a:picLocks xmlns:a="http://schemas.openxmlformats.org/drawingml/2006/main" noChangeAspect="1"/>
          </p:cNvPicPr>
          <p:nvPr/>
        </p:nvPicPr>
        <p:blipFill>
          <a:blip xmlns:r="http://schemas.openxmlformats.org/officeDocument/2006/relationships" xmlns:a="http://schemas.openxmlformats.org/drawingml/2006/main" r:embed="R4b0568245e8a456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1E33FD-E80D-444C-8CC1-60D421FDEFB5}"/>
              </a:ext>
            </a:extLst>
          </p:cNvPr>
          <p:cNvPicPr>
            <a:picLocks xmlns:a="http://schemas.openxmlformats.org/drawingml/2006/main" noChangeAspect="1"/>
          </p:cNvPicPr>
          <p:nvPr/>
        </p:nvPicPr>
        <p:blipFill>
          <a:blip xmlns:r="http://schemas.openxmlformats.org/officeDocument/2006/relationships" xmlns:a="http://schemas.openxmlformats.org/drawingml/2006/main" r:embed="Rc343eb0a9266434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receiver-input" descr="s(t)=\sum_n m(nT_s)h(t-nT_s),\qquad T&lt;T_s">
            <a:extLst xmlns:a="http://schemas.openxmlformats.org/drawingml/2006/main">
              <a:ext uri="{FF2B5EF4-FFF2-40B4-BE49-F238E27FC236}">
                <a16:creationId xmlns:a16="http://schemas.microsoft.com/office/drawing/2014/main" id="{A4E236FB-65CC-4502-9164-7E1DF571F537}"/>
              </a:ext>
            </a:extLst>
          </p:cNvPr>
          <p:cNvPicPr>
            <a:picLocks xmlns:a="http://schemas.openxmlformats.org/drawingml/2006/main" noChangeAspect="1"/>
          </p:cNvPicPr>
          <p:nvPr/>
        </p:nvPicPr>
        <p:blipFill>
          <a:blip xmlns:r="http://schemas.openxmlformats.org/officeDocument/2006/relationships" xmlns:a="http://schemas.openxmlformats.org/drawingml/2006/main" r:embed="R4ce8d4601727416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37095"/>
            <a:ext cx="5607367" cy="288310"/>
          </a:xfrm>
          <a:prstGeom xmlns:a="http://schemas.openxmlformats.org/drawingml/2006/main" prst="rect">
            <a:avLst/>
          </a:prstGeom>
        </p:spPr>
      </p:pic>
      <p:pic>
        <p:nvPicPr>
          <p:cNvPr id="15" name="height-value" descr="s(nT_s+T/2)=m(nT_s)">
            <a:extLst xmlns:a="http://schemas.openxmlformats.org/drawingml/2006/main">
              <a:ext uri="{FF2B5EF4-FFF2-40B4-BE49-F238E27FC236}">
                <a16:creationId xmlns:a16="http://schemas.microsoft.com/office/drawing/2014/main" id="{10FA0F3B-EACB-44B4-BD13-19CC68246D7F}"/>
              </a:ext>
            </a:extLst>
          </p:cNvPr>
          <p:cNvPicPr>
            <a:picLocks xmlns:a="http://schemas.openxmlformats.org/drawingml/2006/main" noChangeAspect="1"/>
          </p:cNvPicPr>
          <p:nvPr/>
        </p:nvPicPr>
        <p:blipFill>
          <a:blip xmlns:r="http://schemas.openxmlformats.org/officeDocument/2006/relationships" xmlns:a="http://schemas.openxmlformats.org/drawingml/2006/main" r:embed="Ra2c4b4a8766b4ac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434935"/>
            <a:ext cx="3454718" cy="293430"/>
          </a:xfrm>
          <a:prstGeom xmlns:a="http://schemas.openxmlformats.org/drawingml/2006/main" prst="rect">
            <a:avLst/>
          </a:prstGeom>
        </p:spPr>
      </p:pic>
      <p:pic>
        <p:nvPicPr>
          <p:cNvPr id="16" name="recreated-samples" descr="m_\delta(t)=\sum_{n=-\infty}^{\infty}m(nT_s)\delta(t-nT_s)">
            <a:extLst xmlns:a="http://schemas.openxmlformats.org/drawingml/2006/main">
              <a:ext uri="{FF2B5EF4-FFF2-40B4-BE49-F238E27FC236}">
                <a16:creationId xmlns:a16="http://schemas.microsoft.com/office/drawing/2014/main" id="{E3CF3EC8-B0B1-4F5D-A531-1ABDAE3110E3}"/>
              </a:ext>
            </a:extLst>
          </p:cNvPr>
          <p:cNvPicPr>
            <a:picLocks xmlns:a="http://schemas.openxmlformats.org/drawingml/2006/main" noChangeAspect="1"/>
          </p:cNvPicPr>
          <p:nvPr/>
        </p:nvPicPr>
        <p:blipFill>
          <a:blip xmlns:r="http://schemas.openxmlformats.org/officeDocument/2006/relationships" xmlns:a="http://schemas.openxmlformats.org/drawingml/2006/main" r:embed="Raffdf342f1014c7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75462"/>
            <a:ext cx="4943475" cy="355402"/>
          </a:xfrm>
          <a:prstGeom xmlns:a="http://schemas.openxmlformats.org/drawingml/2006/main" prst="rect">
            <a:avLst/>
          </a:prstGeom>
        </p:spPr>
      </p:pic>
    </p:spTree>
    <p:extLst>
      <p:ext uri="{BB962C8B-B14F-4D97-AF65-F5344CB8AC3E}">
        <p14:creationId xmlns:p14="http://schemas.microsoft.com/office/powerpoint/2010/main" val="828169967"/>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6"/>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8"/>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1"/>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2"/>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3"/>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4"/>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2F57C2D6-FF6A-4B2D-9BBF-31B48070293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54B3B7A-DFC7-4A1A-87B8-B5C9CD30DB09}"/>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95E2275-4BE7-43E1-B3B2-51B8394F25BF}"/>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D132DD9-82EC-491C-B4D4-9DC03C2D7EA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D0A3F921-B995-4A46-96B3-EB04F3B9DB1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3BA17D21-2F77-42FE-BE8A-F235FAFCA8ED}"/>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sampling-lpf" descr="Note 7: sampling lpf. Static entry; click once; final state retained.">
            <a:extLst xmlns:a="http://schemas.openxmlformats.org/drawingml/2006/main">
              <a:ext uri="{FF2B5EF4-FFF2-40B4-BE49-F238E27FC236}">
                <a16:creationId xmlns:a16="http://schemas.microsoft.com/office/drawing/2014/main" id="{988A3988-1B7F-4DCA-A711-8CDEB2049B3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18" name="sampling-lpf--t4-click-frame-001"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19" name="sampling-lpf--t4-click-frame-002"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0" name="sampling-lpf--t4-click-frame-003"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1" name="sampling-lpf--t4-click-frame-004"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2" name="sampling-lpf--t4-click-frame-005"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3" name="sampling-lpf--t4-click-frame-006"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4" name="sampling-lpf--t4-click-frame-007"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5" name="sampling-lpf--t4-click-frame-008"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6" name="sampling-lpf--t4-click-frame-009"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7" name="sampling-lpf--t4-click-frame-010"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8" name="sampling-lpf--t4-click-frame-011"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9" name="sampling-lpf--t4-click-frame-012"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0" name="sampling-lpf--t4-click-frame-013"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1" name="sampling-lpf--t4-click-frame-014"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2" name="sampling-lpf--t4-click-frame-015"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3" name="sampling-lpf--t4-click-frame-016"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4" name="sampling-lpf--t4-click-frame-017"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5" name="sampling-lpf--t4-click-frame-018"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6" name="sampling-lpf--t4-click-frame-019"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7" name="sampling-lpf--t4-click-frame-020"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8" name="sampling-lpf--t4-click-frame-021"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9" name="sampling-lpf--t4-click-frame-022"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0" name="sampling-lpf--t4-click-frame-023"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1" name="sampling-lpf--t4-click-frame-024"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2" name="sampling-lpf--t4-click-frame-025"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3" name="sampling-lpf--t4-click-frame-026"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4" name="sampling-lpf--t4-click-frame-027"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5" name="sampling-lpf--t4-click-frame-028"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sp>
        <p:nvSpPr>
          <p:cNvPr id="10" name="reconstructed-spectrum-emphasis">
            <a:extLst xmlns:a="http://schemas.openxmlformats.org/drawingml/2006/main">
              <a:ext uri="{FF2B5EF4-FFF2-40B4-BE49-F238E27FC236}">
                <a16:creationId xmlns:a16="http://schemas.microsoft.com/office/drawing/2014/main" id="{B7144163-951D-41CA-AEB4-0C15EE08C1F9}"/>
              </a:ext>
            </a:extLst>
          </p:cNvPr>
          <p:cNvSpPr>
            <a:spLocks xmlns:a="http://schemas.openxmlformats.org/drawingml/2006/main" noGrp="1"/>
          </p:cNvSpPr>
          <p:nvPr/>
        </p:nvSpPr>
        <p:spPr>
          <a:xfrm xmlns:a="http://schemas.openxmlformats.org/drawingml/2006/main">
            <a:off x="609600" y="65246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5B62D99-76A2-44F7-8D49-EFF07E6AF4FE}"/>
              </a:ext>
            </a:extLst>
          </p:cNvPr>
          <p:cNvPicPr>
            <a:picLocks xmlns:a="http://schemas.openxmlformats.org/drawingml/2006/main" noChangeAspect="1"/>
          </p:cNvPicPr>
          <p:nvPr/>
        </p:nvPicPr>
        <p:blipFill>
          <a:blip xmlns:r="http://schemas.openxmlformats.org/officeDocument/2006/relationships" xmlns:a="http://schemas.openxmlformats.org/drawingml/2006/main" r:embed="R2d8c225029514a9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2B70286-C8A3-46D8-B8AD-C98B0A9FF28D}"/>
              </a:ext>
            </a:extLst>
          </p:cNvPr>
          <p:cNvPicPr>
            <a:picLocks xmlns:a="http://schemas.openxmlformats.org/drawingml/2006/main" noChangeAspect="1"/>
          </p:cNvPicPr>
          <p:nvPr/>
        </p:nvPicPr>
        <p:blipFill>
          <a:blip xmlns:r="http://schemas.openxmlformats.org/officeDocument/2006/relationships" xmlns:a="http://schemas.openxmlformats.org/drawingml/2006/main" r:embed="R55097ffb1f0f44e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722E908-2381-4D8C-B5D3-53279BA6A5FD}"/>
              </a:ext>
            </a:extLst>
          </p:cNvPr>
          <p:cNvPicPr>
            <a:picLocks xmlns:a="http://schemas.openxmlformats.org/drawingml/2006/main" noChangeAspect="1"/>
          </p:cNvPicPr>
          <p:nvPr/>
        </p:nvPicPr>
        <p:blipFill>
          <a:blip xmlns:r="http://schemas.openxmlformats.org/officeDocument/2006/relationships" xmlns:a="http://schemas.openxmlformats.org/drawingml/2006/main" r:embed="R3717715453764db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reconstruction-conditions" descr="M(f)=0\ (|f|&gt;W),\qquad f_s&gt;2W\quad\text{(illustrated)}">
            <a:extLst xmlns:a="http://schemas.openxmlformats.org/drawingml/2006/main">
              <a:ext uri="{FF2B5EF4-FFF2-40B4-BE49-F238E27FC236}">
                <a16:creationId xmlns:a16="http://schemas.microsoft.com/office/drawing/2014/main" id="{6BADE181-1C67-4713-AE1E-640780A53BCB}"/>
              </a:ext>
            </a:extLst>
          </p:cNvPr>
          <p:cNvPicPr>
            <a:picLocks xmlns:a="http://schemas.openxmlformats.org/drawingml/2006/main" noChangeAspect="1"/>
          </p:cNvPicPr>
          <p:nvPr/>
        </p:nvPicPr>
        <p:blipFill>
          <a:blip xmlns:r="http://schemas.openxmlformats.org/officeDocument/2006/relationships" xmlns:a="http://schemas.openxmlformats.org/drawingml/2006/main" r:embed="R110b659a934744f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52663"/>
            <a:ext cx="6546533" cy="276225"/>
          </a:xfrm>
          <a:prstGeom xmlns:a="http://schemas.openxmlformats.org/drawingml/2006/main" prst="rect">
            <a:avLst/>
          </a:prstGeom>
        </p:spPr>
      </p:pic>
      <p:pic>
        <p:nvPicPr>
          <p:cNvPr id="15" name="lpf-definition" descr="H_{\mathrm{LP}}(f)=\begin{cases}1,&amp;|f|&lt;f_s/2\\0,&amp;\text{otherwise}\end{cases}">
            <a:extLst xmlns:a="http://schemas.openxmlformats.org/drawingml/2006/main">
              <a:ext uri="{FF2B5EF4-FFF2-40B4-BE49-F238E27FC236}">
                <a16:creationId xmlns:a16="http://schemas.microsoft.com/office/drawing/2014/main" id="{6A27919D-81C1-40D0-AA8B-5598F7943EB2}"/>
              </a:ext>
            </a:extLst>
          </p:cNvPr>
          <p:cNvPicPr>
            <a:picLocks xmlns:a="http://schemas.openxmlformats.org/drawingml/2006/main" noChangeAspect="1"/>
          </p:cNvPicPr>
          <p:nvPr/>
        </p:nvPicPr>
        <p:blipFill>
          <a:blip xmlns:r="http://schemas.openxmlformats.org/officeDocument/2006/relationships" xmlns:a="http://schemas.openxmlformats.org/drawingml/2006/main" r:embed="R75a9d5ba8bf74f6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38750"/>
            <a:ext cx="3312543" cy="771525"/>
          </a:xfrm>
          <a:prstGeom xmlns:a="http://schemas.openxmlformats.org/drawingml/2006/main" prst="rect">
            <a:avLst/>
          </a:prstGeom>
        </p:spPr>
      </p:pic>
      <p:pic>
        <p:nvPicPr>
          <p:cNvPr id="16" name="reconstructed-spectrum" descr="M_\delta(f)H_{\mathrm{LP}}(f)=\frac1{T_s}M(f)\quad\Longrightarrow\quad G(f)=T_s\frac1{T_s}M(f)=M(f)">
            <a:extLst xmlns:a="http://schemas.openxmlformats.org/drawingml/2006/main">
              <a:ext uri="{FF2B5EF4-FFF2-40B4-BE49-F238E27FC236}">
                <a16:creationId xmlns:a16="http://schemas.microsoft.com/office/drawing/2014/main" id="{F9EDE1A1-DA59-47F3-8C80-11484A786AF5}"/>
              </a:ext>
            </a:extLst>
          </p:cNvPr>
          <p:cNvPicPr>
            <a:picLocks xmlns:a="http://schemas.openxmlformats.org/drawingml/2006/main" noChangeAspect="1"/>
          </p:cNvPicPr>
          <p:nvPr/>
        </p:nvPicPr>
        <p:blipFill>
          <a:blip xmlns:r="http://schemas.openxmlformats.org/officeDocument/2006/relationships" xmlns:a="http://schemas.openxmlformats.org/drawingml/2006/main" r:embed="Rebd57478594e499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96149"/>
            <a:ext cx="8010525" cy="371177"/>
          </a:xfrm>
          <a:prstGeom xmlns:a="http://schemas.openxmlformats.org/drawingml/2006/main" prst="rect">
            <a:avLst/>
          </a:prstGeom>
        </p:spPr>
      </p:pic>
    </p:spTree>
    <p:extLst>
      <p:ext uri="{BB962C8B-B14F-4D97-AF65-F5344CB8AC3E}">
        <p14:creationId xmlns:p14="http://schemas.microsoft.com/office/powerpoint/2010/main" val="15369536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6"/>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8"/>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1"/>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2"/>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3"/>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4"/>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F3401B48-685E-4275-B59B-61EC0BA16D9C}"/>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B9B17E9-C6F1-4644-9A53-F0D61D68191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BB38937-B9D7-40F6-9E5A-A7026F321D0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E48F1FF-9CD2-4749-BDE3-5D0A41CBF38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DB1F322-6110-4008-93B4-1D457F57E67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A5CAAC68-93A6-44C6-971D-9A064E66FFE9}"/>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sinc-kernel" descr="Note 7: sinc kernel. Static entry; click once; final state retained.">
            <a:extLst xmlns:a="http://schemas.openxmlformats.org/drawingml/2006/main">
              <a:ext uri="{FF2B5EF4-FFF2-40B4-BE49-F238E27FC236}">
                <a16:creationId xmlns:a16="http://schemas.microsoft.com/office/drawing/2014/main" id="{714537F6-6484-4645-A290-12A14184352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8" name="sinc-kernel--t4-click-frame-001"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9" name="sinc-kernel--t4-click-frame-002"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0" name="sinc-kernel--t4-click-frame-003"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1" name="sinc-kernel--t4-click-frame-004"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2" name="sinc-kernel--t4-click-frame-005"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3" name="sinc-kernel--t4-click-frame-006"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4" name="sinc-kernel--t4-click-frame-007"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5" name="sinc-kernel--t4-click-frame-008"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6" name="sinc-kernel--t4-click-frame-009"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7" name="sinc-kernel--t4-click-frame-010"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8" name="sinc-kernel--t4-click-frame-011"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9" name="sinc-kernel--t4-click-frame-012"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0" name="sinc-kernel--t4-click-frame-013"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1" name="sinc-kernel--t4-click-frame-014"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2" name="sinc-kernel--t4-click-frame-015"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3" name="sinc-kernel--t4-click-frame-016"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4" name="sinc-kernel--t4-click-frame-017"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5" name="sinc-kernel--t4-click-frame-018"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6" name="sinc-kernel--t4-click-frame-019"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7" name="sinc-kernel--t4-click-frame-020"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8" name="sinc-kernel--t4-click-frame-021"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9" name="sinc-kernel--t4-click-frame-022"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0" name="sinc-kernel--t4-click-frame-023"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1" name="sinc-kernel--t4-click-frame-024"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2" name="sinc-kernel--t4-click-frame-025"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3" name="sinc-kernel--t4-click-frame-026"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4" name="sinc-kernel--t4-click-frame-027"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5" name="sinc-kernel--t4-click-frame-028"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0"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A8A81E9-4A0C-4904-B853-32739F4B0893}"/>
              </a:ext>
            </a:extLst>
          </p:cNvPr>
          <p:cNvPicPr>
            <a:picLocks xmlns:a="http://schemas.openxmlformats.org/drawingml/2006/main" noChangeAspect="1"/>
          </p:cNvPicPr>
          <p:nvPr/>
        </p:nvPicPr>
        <p:blipFill>
          <a:blip xmlns:r="http://schemas.openxmlformats.org/officeDocument/2006/relationships" xmlns:a="http://schemas.openxmlformats.org/drawingml/2006/main" r:embed="R8628e8f75edf47a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B78488D-0CE1-49FB-BE45-2B6E0B475E7D}"/>
              </a:ext>
            </a:extLst>
          </p:cNvPr>
          <p:cNvPicPr>
            <a:picLocks xmlns:a="http://schemas.openxmlformats.org/drawingml/2006/main" noChangeAspect="1"/>
          </p:cNvPicPr>
          <p:nvPr/>
        </p:nvPicPr>
        <p:blipFill>
          <a:blip xmlns:r="http://schemas.openxmlformats.org/officeDocument/2006/relationships" xmlns:a="http://schemas.openxmlformats.org/drawingml/2006/main" r:embed="R0b58ce2db9b24a9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2"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0326D33-9989-48D8-86C7-E9E7A778713E}"/>
              </a:ext>
            </a:extLst>
          </p:cNvPr>
          <p:cNvPicPr>
            <a:picLocks xmlns:a="http://schemas.openxmlformats.org/drawingml/2006/main" noChangeAspect="1"/>
          </p:cNvPicPr>
          <p:nvPr/>
        </p:nvPicPr>
        <p:blipFill>
          <a:blip xmlns:r="http://schemas.openxmlformats.org/officeDocument/2006/relationships" xmlns:a="http://schemas.openxmlformats.org/drawingml/2006/main" r:embed="Rd4e9abc20c2a445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3" name="known-filter" descr="H_{\mathrm{LP}}(f)=1\ (|f|&lt;f_s/2),\quad0\ \text{otherwise}">
            <a:extLst xmlns:a="http://schemas.openxmlformats.org/drawingml/2006/main">
              <a:ext uri="{FF2B5EF4-FFF2-40B4-BE49-F238E27FC236}">
                <a16:creationId xmlns:a16="http://schemas.microsoft.com/office/drawing/2014/main" id="{22179FED-6F7D-4647-8090-7FCF05D9FE6E}"/>
              </a:ext>
            </a:extLst>
          </p:cNvPr>
          <p:cNvPicPr>
            <a:picLocks xmlns:a="http://schemas.openxmlformats.org/drawingml/2006/main" noChangeAspect="1"/>
          </p:cNvPicPr>
          <p:nvPr/>
        </p:nvPicPr>
        <p:blipFill>
          <a:blip xmlns:r="http://schemas.openxmlformats.org/officeDocument/2006/relationships" xmlns:a="http://schemas.openxmlformats.org/drawingml/2006/main" r:embed="Rb80050e840e6498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48733"/>
            <a:ext cx="4987290" cy="265033"/>
          </a:xfrm>
          <a:prstGeom xmlns:a="http://schemas.openxmlformats.org/drawingml/2006/main" prst="rect">
            <a:avLst/>
          </a:prstGeom>
        </p:spPr>
      </p:pic>
      <p:pic>
        <p:nvPicPr>
          <p:cNvPr id="14" name="derivation-0" descr="h_{\mathrm{LP}}(t)=\int_{-f_s/2}^{f_s/2}e^{j2\pi ft}\,df=\left[\frac{e^{j2\pi ft}}{j2\pi t}\right]_{-f_s/2}^{f_s/2}">
            <a:extLst xmlns:a="http://schemas.openxmlformats.org/drawingml/2006/main">
              <a:ext uri="{FF2B5EF4-FFF2-40B4-BE49-F238E27FC236}">
                <a16:creationId xmlns:a16="http://schemas.microsoft.com/office/drawing/2014/main" id="{BB099A75-1EC1-40E5-B34F-B2ECB282FE2A}"/>
              </a:ext>
            </a:extLst>
          </p:cNvPr>
          <p:cNvPicPr>
            <a:picLocks xmlns:a="http://schemas.openxmlformats.org/drawingml/2006/main" noChangeAspect="1"/>
          </p:cNvPicPr>
          <p:nvPr/>
        </p:nvPicPr>
        <p:blipFill>
          <a:blip xmlns:r="http://schemas.openxmlformats.org/officeDocument/2006/relationships" xmlns:a="http://schemas.openxmlformats.org/drawingml/2006/main" r:embed="Rb214638db8fe4d5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00149"/>
            <a:ext cx="4757737" cy="591503"/>
          </a:xfrm>
          <a:prstGeom xmlns:a="http://schemas.openxmlformats.org/drawingml/2006/main" prst="rect">
            <a:avLst/>
          </a:prstGeom>
        </p:spPr>
      </p:pic>
      <p:pic>
        <p:nvPicPr>
          <p:cNvPr id="15" name="derivation-1" descr="=\frac{e^{j\pi f_st}-e^{-j\pi f_st}}{j2\pi t}=\frac{\sin(\pi f_st)}{\pi t}">
            <a:extLst xmlns:a="http://schemas.openxmlformats.org/drawingml/2006/main">
              <a:ext uri="{FF2B5EF4-FFF2-40B4-BE49-F238E27FC236}">
                <a16:creationId xmlns:a16="http://schemas.microsoft.com/office/drawing/2014/main" id="{0964EBAF-7B94-4E69-A649-3FFE5597F46C}"/>
              </a:ext>
            </a:extLst>
          </p:cNvPr>
          <p:cNvPicPr>
            <a:picLocks xmlns:a="http://schemas.openxmlformats.org/drawingml/2006/main" noChangeAspect="1"/>
          </p:cNvPicPr>
          <p:nvPr/>
        </p:nvPicPr>
        <p:blipFill>
          <a:blip xmlns:r="http://schemas.openxmlformats.org/officeDocument/2006/relationships" xmlns:a="http://schemas.openxmlformats.org/drawingml/2006/main" r:embed="Rf7d58d26d187456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613231"/>
            <a:ext cx="3060383" cy="413087"/>
          </a:xfrm>
          <a:prstGeom xmlns:a="http://schemas.openxmlformats.org/drawingml/2006/main" prst="rect">
            <a:avLst/>
          </a:prstGeom>
        </p:spPr>
      </p:pic>
      <p:pic>
        <p:nvPicPr>
          <p:cNvPr id="16" name="derivation-2" descr="=f_s\operatorname{sinc}(f_st),\qquad f_sT_s=1">
            <a:extLst xmlns:a="http://schemas.openxmlformats.org/drawingml/2006/main">
              <a:ext uri="{FF2B5EF4-FFF2-40B4-BE49-F238E27FC236}">
                <a16:creationId xmlns:a16="http://schemas.microsoft.com/office/drawing/2014/main" id="{A6FDE62D-11BB-4069-ADE8-7569E4C8FFAE}"/>
              </a:ext>
            </a:extLst>
          </p:cNvPr>
          <p:cNvPicPr>
            <a:picLocks xmlns:a="http://schemas.openxmlformats.org/drawingml/2006/main" noChangeAspect="1"/>
          </p:cNvPicPr>
          <p:nvPr/>
        </p:nvPicPr>
        <p:blipFill>
          <a:blip xmlns:r="http://schemas.openxmlformats.org/officeDocument/2006/relationships" xmlns:a="http://schemas.openxmlformats.org/drawingml/2006/main" r:embed="Rc748b0e076694b6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6244560"/>
            <a:ext cx="3838575" cy="293430"/>
          </a:xfrm>
          <a:prstGeom xmlns:a="http://schemas.openxmlformats.org/drawingml/2006/main" prst="rect">
            <a:avLst/>
          </a:prstGeom>
        </p:spPr>
      </p:pic>
    </p:spTree>
    <p:extLst>
      <p:ext uri="{BB962C8B-B14F-4D97-AF65-F5344CB8AC3E}">
        <p14:creationId xmlns:p14="http://schemas.microsoft.com/office/powerpoint/2010/main" val="7382834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restart="never" repeatCount="1000">
                      <p:stCondLst>
                        <p:cond delay="indefinite"/>
                      </p:stCondLst>
                      <p:childTnLst>
                        <p:par>
                          <p:cTn id="19" fill="hold" dur="5920">
                            <p:stCondLst>
                              <p:cond delay="0"/>
                            </p:stCondLst>
                            <p:childTnLst>
                              <p:par>
                                <p:cTn id="20" presetID="1" presetClass="entr" presetSubtype="0" fill="hold" nodeType="clickEffect" restart="never">
                                  <p:stCondLst>
                                    <p:cond delay="50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restart="never">
                                  <p:stCondLst>
                                    <p:cond delay="660"/>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nodeType="withEffect" restart="never">
                                  <p:stCondLst>
                                    <p:cond delay="820"/>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nodeType="withEffect" restart="never">
                                  <p:stCondLst>
                                    <p:cond delay="980"/>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nodeType="withEffect" restart="never">
                                  <p:stCondLst>
                                    <p:cond delay="114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nodeType="withEffect" restart="never">
                                  <p:stCondLst>
                                    <p:cond delay="1300"/>
                                  </p:stCondLst>
                                  <p:childTnLst>
                                    <p:set>
                                      <p:cBhvr>
                                        <p:cTn id="31" dur="1" fill="hold">
                                          <p:stCondLst>
                                            <p:cond delay="0"/>
                                          </p:stCondLst>
                                        </p:cTn>
                                        <p:tgtEl>
                                          <p:spTgt spid="23"/>
                                        </p:tgtEl>
                                        <p:attrNameLst>
                                          <p:attrName>style.visibility</p:attrName>
                                        </p:attrNameLst>
                                      </p:cBhvr>
                                      <p:to>
                                        <p:strVal val="visible"/>
                                      </p:to>
                                    </p:set>
                                  </p:childTnLst>
                                </p:cTn>
                              </p:par>
                              <p:par>
                                <p:cTn id="32" presetID="1" presetClass="entr" presetSubtype="0" fill="hold" nodeType="withEffect" restart="never">
                                  <p:stCondLst>
                                    <p:cond delay="1460"/>
                                  </p:stCondLst>
                                  <p:childTnLst>
                                    <p:set>
                                      <p:cBhvr>
                                        <p:cTn id="33" dur="1" fill="hold">
                                          <p:stCondLst>
                                            <p:cond delay="0"/>
                                          </p:stCondLst>
                                        </p:cTn>
                                        <p:tgtEl>
                                          <p:spTgt spid="24"/>
                                        </p:tgtEl>
                                        <p:attrNameLst>
                                          <p:attrName>style.visibility</p:attrName>
                                        </p:attrNameLst>
                                      </p:cBhvr>
                                      <p:to>
                                        <p:strVal val="visible"/>
                                      </p:to>
                                    </p:set>
                                  </p:childTnLst>
                                </p:cTn>
                              </p:par>
                              <p:par>
                                <p:cTn id="34" presetID="1" presetClass="entr" presetSubtype="0" fill="hold" nodeType="withEffect" restart="never">
                                  <p:stCondLst>
                                    <p:cond delay="162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nodeType="withEffect" restart="never">
                                  <p:stCondLst>
                                    <p:cond delay="178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nodeType="withEffect" restart="never">
                                  <p:stCondLst>
                                    <p:cond delay="194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nodeType="withEffect" restart="never">
                                  <p:stCondLst>
                                    <p:cond delay="2100"/>
                                  </p:stCondLst>
                                  <p:childTnLst>
                                    <p:set>
                                      <p:cBhvr>
                                        <p:cTn id="41" dur="1" fill="hold">
                                          <p:stCondLst>
                                            <p:cond delay="0"/>
                                          </p:stCondLst>
                                        </p:cTn>
                                        <p:tgtEl>
                                          <p:spTgt spid="28"/>
                                        </p:tgtEl>
                                        <p:attrNameLst>
                                          <p:attrName>style.visibility</p:attrName>
                                        </p:attrNameLst>
                                      </p:cBhvr>
                                      <p:to>
                                        <p:strVal val="visible"/>
                                      </p:to>
                                    </p:set>
                                  </p:childTnLst>
                                </p:cTn>
                              </p:par>
                              <p:par>
                                <p:cTn id="42" presetID="1" presetClass="entr" presetSubtype="0" fill="hold" nodeType="withEffect" restart="never">
                                  <p:stCondLst>
                                    <p:cond delay="226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ntr" presetSubtype="0" fill="hold" nodeType="withEffect" restart="never">
                                  <p:stCondLst>
                                    <p:cond delay="2420"/>
                                  </p:stCondLst>
                                  <p:childTnLst>
                                    <p:set>
                                      <p:cBhvr>
                                        <p:cTn id="45" dur="1" fill="hold">
                                          <p:stCondLst>
                                            <p:cond delay="0"/>
                                          </p:stCondLst>
                                        </p:cTn>
                                        <p:tgtEl>
                                          <p:spTgt spid="30"/>
                                        </p:tgtEl>
                                        <p:attrNameLst>
                                          <p:attrName>style.visibility</p:attrName>
                                        </p:attrNameLst>
                                      </p:cBhvr>
                                      <p:to>
                                        <p:strVal val="visible"/>
                                      </p:to>
                                    </p:set>
                                  </p:childTnLst>
                                </p:cTn>
                              </p:par>
                              <p:par>
                                <p:cTn id="46" presetID="1" presetClass="entr" presetSubtype="0" fill="hold" nodeType="withEffect" restart="never">
                                  <p:stCondLst>
                                    <p:cond delay="2580"/>
                                  </p:stCondLst>
                                  <p:childTnLst>
                                    <p:set>
                                      <p:cBhvr>
                                        <p:cTn id="47" dur="1" fill="hold">
                                          <p:stCondLst>
                                            <p:cond delay="0"/>
                                          </p:stCondLst>
                                        </p:cTn>
                                        <p:tgtEl>
                                          <p:spTgt spid="31"/>
                                        </p:tgtEl>
                                        <p:attrNameLst>
                                          <p:attrName>style.visibility</p:attrName>
                                        </p:attrNameLst>
                                      </p:cBhvr>
                                      <p:to>
                                        <p:strVal val="visible"/>
                                      </p:to>
                                    </p:set>
                                  </p:childTnLst>
                                </p:cTn>
                              </p:par>
                              <p:par>
                                <p:cTn id="48" presetID="1" presetClass="entr" presetSubtype="0" fill="hold" nodeType="withEffect" restart="never">
                                  <p:stCondLst>
                                    <p:cond delay="2740"/>
                                  </p:stCondLst>
                                  <p:childTnLst>
                                    <p:set>
                                      <p:cBhvr>
                                        <p:cTn id="49" dur="1" fill="hold">
                                          <p:stCondLst>
                                            <p:cond delay="0"/>
                                          </p:stCondLst>
                                        </p:cTn>
                                        <p:tgtEl>
                                          <p:spTgt spid="32"/>
                                        </p:tgtEl>
                                        <p:attrNameLst>
                                          <p:attrName>style.visibility</p:attrName>
                                        </p:attrNameLst>
                                      </p:cBhvr>
                                      <p:to>
                                        <p:strVal val="visible"/>
                                      </p:to>
                                    </p:set>
                                  </p:childTnLst>
                                </p:cTn>
                              </p:par>
                              <p:par>
                                <p:cTn id="50" presetID="1" presetClass="entr" presetSubtype="0" fill="hold" nodeType="withEffect" restart="never">
                                  <p:stCondLst>
                                    <p:cond delay="2900"/>
                                  </p:stCondLst>
                                  <p:childTnLst>
                                    <p:set>
                                      <p:cBhvr>
                                        <p:cTn id="51" dur="1" fill="hold">
                                          <p:stCondLst>
                                            <p:cond delay="0"/>
                                          </p:stCondLst>
                                        </p:cTn>
                                        <p:tgtEl>
                                          <p:spTgt spid="33"/>
                                        </p:tgtEl>
                                        <p:attrNameLst>
                                          <p:attrName>style.visibility</p:attrName>
                                        </p:attrNameLst>
                                      </p:cBhvr>
                                      <p:to>
                                        <p:strVal val="visible"/>
                                      </p:to>
                                    </p:set>
                                  </p:childTnLst>
                                </p:cTn>
                              </p:par>
                              <p:par>
                                <p:cTn id="52" presetID="1" presetClass="entr" presetSubtype="0" fill="hold" nodeType="withEffect" restart="never">
                                  <p:stCondLst>
                                    <p:cond delay="3060"/>
                                  </p:stCondLst>
                                  <p:childTnLst>
                                    <p:set>
                                      <p:cBhvr>
                                        <p:cTn id="53" dur="1" fill="hold">
                                          <p:stCondLst>
                                            <p:cond delay="0"/>
                                          </p:stCondLst>
                                        </p:cTn>
                                        <p:tgtEl>
                                          <p:spTgt spid="34"/>
                                        </p:tgtEl>
                                        <p:attrNameLst>
                                          <p:attrName>style.visibility</p:attrName>
                                        </p:attrNameLst>
                                      </p:cBhvr>
                                      <p:to>
                                        <p:strVal val="visible"/>
                                      </p:to>
                                    </p:set>
                                  </p:childTnLst>
                                </p:cTn>
                              </p:par>
                              <p:par>
                                <p:cTn id="54" presetID="1" presetClass="entr" presetSubtype="0" fill="hold" nodeType="withEffect" restart="never">
                                  <p:stCondLst>
                                    <p:cond delay="3220"/>
                                  </p:stCondLst>
                                  <p:childTnLst>
                                    <p:set>
                                      <p:cBhvr>
                                        <p:cTn id="55" dur="1" fill="hold">
                                          <p:stCondLst>
                                            <p:cond delay="0"/>
                                          </p:stCondLst>
                                        </p:cTn>
                                        <p:tgtEl>
                                          <p:spTgt spid="35"/>
                                        </p:tgtEl>
                                        <p:attrNameLst>
                                          <p:attrName>style.visibility</p:attrName>
                                        </p:attrNameLst>
                                      </p:cBhvr>
                                      <p:to>
                                        <p:strVal val="visible"/>
                                      </p:to>
                                    </p:set>
                                  </p:childTnLst>
                                </p:cTn>
                              </p:par>
                              <p:par>
                                <p:cTn id="56" presetID="1" presetClass="entr" presetSubtype="0" fill="hold" nodeType="withEffect" restart="never">
                                  <p:stCondLst>
                                    <p:cond delay="3380"/>
                                  </p:stCondLst>
                                  <p:childTnLst>
                                    <p:set>
                                      <p:cBhvr>
                                        <p:cTn id="57" dur="1" fill="hold">
                                          <p:stCondLst>
                                            <p:cond delay="0"/>
                                          </p:stCondLst>
                                        </p:cTn>
                                        <p:tgtEl>
                                          <p:spTgt spid="36"/>
                                        </p:tgtEl>
                                        <p:attrNameLst>
                                          <p:attrName>style.visibility</p:attrName>
                                        </p:attrNameLst>
                                      </p:cBhvr>
                                      <p:to>
                                        <p:strVal val="visible"/>
                                      </p:to>
                                    </p:set>
                                  </p:childTnLst>
                                </p:cTn>
                              </p:par>
                              <p:par>
                                <p:cTn id="58" presetID="1" presetClass="entr" presetSubtype="0" fill="hold" nodeType="withEffect" restart="never">
                                  <p:stCondLst>
                                    <p:cond delay="3540"/>
                                  </p:stCondLst>
                                  <p:childTnLst>
                                    <p:set>
                                      <p:cBhvr>
                                        <p:cTn id="59" dur="1" fill="hold">
                                          <p:stCondLst>
                                            <p:cond delay="0"/>
                                          </p:stCondLst>
                                        </p:cTn>
                                        <p:tgtEl>
                                          <p:spTgt spid="37"/>
                                        </p:tgtEl>
                                        <p:attrNameLst>
                                          <p:attrName>style.visibility</p:attrName>
                                        </p:attrNameLst>
                                      </p:cBhvr>
                                      <p:to>
                                        <p:strVal val="visible"/>
                                      </p:to>
                                    </p:set>
                                  </p:childTnLst>
                                </p:cTn>
                              </p:par>
                              <p:par>
                                <p:cTn id="60" presetID="1" presetClass="entr" presetSubtype="0" fill="hold" nodeType="withEffect" restart="never">
                                  <p:stCondLst>
                                    <p:cond delay="3700"/>
                                  </p:stCondLst>
                                  <p:childTnLst>
                                    <p:set>
                                      <p:cBhvr>
                                        <p:cTn id="61" dur="1" fill="hold">
                                          <p:stCondLst>
                                            <p:cond delay="0"/>
                                          </p:stCondLst>
                                        </p:cTn>
                                        <p:tgtEl>
                                          <p:spTgt spid="38"/>
                                        </p:tgtEl>
                                        <p:attrNameLst>
                                          <p:attrName>style.visibility</p:attrName>
                                        </p:attrNameLst>
                                      </p:cBhvr>
                                      <p:to>
                                        <p:strVal val="visible"/>
                                      </p:to>
                                    </p:set>
                                  </p:childTnLst>
                                </p:cTn>
                              </p:par>
                              <p:par>
                                <p:cTn id="62" presetID="1" presetClass="entr" presetSubtype="0" fill="hold" nodeType="withEffect" restart="never">
                                  <p:stCondLst>
                                    <p:cond delay="3860"/>
                                  </p:stCondLst>
                                  <p:childTnLst>
                                    <p:set>
                                      <p:cBhvr>
                                        <p:cTn id="63" dur="1" fill="hold">
                                          <p:stCondLst>
                                            <p:cond delay="0"/>
                                          </p:stCondLst>
                                        </p:cTn>
                                        <p:tgtEl>
                                          <p:spTgt spid="39"/>
                                        </p:tgtEl>
                                        <p:attrNameLst>
                                          <p:attrName>style.visibility</p:attrName>
                                        </p:attrNameLst>
                                      </p:cBhvr>
                                      <p:to>
                                        <p:strVal val="visible"/>
                                      </p:to>
                                    </p:set>
                                  </p:childTnLst>
                                </p:cTn>
                              </p:par>
                              <p:par>
                                <p:cTn id="64" presetID="1" presetClass="entr" presetSubtype="0" fill="hold" nodeType="withEffect" restart="never">
                                  <p:stCondLst>
                                    <p:cond delay="4020"/>
                                  </p:stCondLst>
                                  <p:childTnLst>
                                    <p:set>
                                      <p:cBhvr>
                                        <p:cTn id="65" dur="1" fill="hold">
                                          <p:stCondLst>
                                            <p:cond delay="0"/>
                                          </p:stCondLst>
                                        </p:cTn>
                                        <p:tgtEl>
                                          <p:spTgt spid="40"/>
                                        </p:tgtEl>
                                        <p:attrNameLst>
                                          <p:attrName>style.visibility</p:attrName>
                                        </p:attrNameLst>
                                      </p:cBhvr>
                                      <p:to>
                                        <p:strVal val="visible"/>
                                      </p:to>
                                    </p:set>
                                  </p:childTnLst>
                                </p:cTn>
                              </p:par>
                              <p:par>
                                <p:cTn id="66" presetID="1" presetClass="entr" presetSubtype="0" fill="hold" nodeType="withEffect" restart="never">
                                  <p:stCondLst>
                                    <p:cond delay="4180"/>
                                  </p:stCondLst>
                                  <p:childTnLst>
                                    <p:set>
                                      <p:cBhvr>
                                        <p:cTn id="67" dur="1" fill="hold">
                                          <p:stCondLst>
                                            <p:cond delay="0"/>
                                          </p:stCondLst>
                                        </p:cTn>
                                        <p:tgtEl>
                                          <p:spTgt spid="41"/>
                                        </p:tgtEl>
                                        <p:attrNameLst>
                                          <p:attrName>style.visibility</p:attrName>
                                        </p:attrNameLst>
                                      </p:cBhvr>
                                      <p:to>
                                        <p:strVal val="visible"/>
                                      </p:to>
                                    </p:set>
                                  </p:childTnLst>
                                </p:cTn>
                              </p:par>
                              <p:par>
                                <p:cTn id="68" presetID="1" presetClass="entr" presetSubtype="0" fill="hold" nodeType="withEffect" restart="never">
                                  <p:stCondLst>
                                    <p:cond delay="4340"/>
                                  </p:stCondLst>
                                  <p:childTnLst>
                                    <p:set>
                                      <p:cBhvr>
                                        <p:cTn id="69" dur="1" fill="hold">
                                          <p:stCondLst>
                                            <p:cond delay="0"/>
                                          </p:stCondLst>
                                        </p:cTn>
                                        <p:tgtEl>
                                          <p:spTgt spid="42"/>
                                        </p:tgtEl>
                                        <p:attrNameLst>
                                          <p:attrName>style.visibility</p:attrName>
                                        </p:attrNameLst>
                                      </p:cBhvr>
                                      <p:to>
                                        <p:strVal val="visible"/>
                                      </p:to>
                                    </p:set>
                                  </p:childTnLst>
                                </p:cTn>
                              </p:par>
                              <p:par>
                                <p:cTn id="70" presetID="1" presetClass="entr" presetSubtype="0" fill="hold" nodeType="withEffect" restart="never">
                                  <p:stCondLst>
                                    <p:cond delay="4500"/>
                                  </p:stCondLst>
                                  <p:childTnLst>
                                    <p:set>
                                      <p:cBhvr>
                                        <p:cTn id="71" dur="1" fill="hold">
                                          <p:stCondLst>
                                            <p:cond delay="0"/>
                                          </p:stCondLst>
                                        </p:cTn>
                                        <p:tgtEl>
                                          <p:spTgt spid="43"/>
                                        </p:tgtEl>
                                        <p:attrNameLst>
                                          <p:attrName>style.visibility</p:attrName>
                                        </p:attrNameLst>
                                      </p:cBhvr>
                                      <p:to>
                                        <p:strVal val="visible"/>
                                      </p:to>
                                    </p:set>
                                  </p:childTnLst>
                                </p:cTn>
                              </p:par>
                              <p:par>
                                <p:cTn id="72" presetID="1" presetClass="entr" presetSubtype="0" fill="hold" nodeType="withEffect" restart="never">
                                  <p:stCondLst>
                                    <p:cond delay="4660"/>
                                  </p:stCondLst>
                                  <p:childTnLst>
                                    <p:set>
                                      <p:cBhvr>
                                        <p:cTn id="73" dur="1" fill="hold">
                                          <p:stCondLst>
                                            <p:cond delay="0"/>
                                          </p:stCondLst>
                                        </p:cTn>
                                        <p:tgtEl>
                                          <p:spTgt spid="44"/>
                                        </p:tgtEl>
                                        <p:attrNameLst>
                                          <p:attrName>style.visibility</p:attrName>
                                        </p:attrNameLst>
                                      </p:cBhvr>
                                      <p:to>
                                        <p:strVal val="visible"/>
                                      </p:to>
                                    </p:set>
                                  </p:childTnLst>
                                </p:cTn>
                              </p:par>
                              <p:par>
                                <p:cTn id="74" presetID="1" presetClass="entr" presetSubtype="0" fill="hold" nodeType="withEffect" restart="never">
                                  <p:stCondLst>
                                    <p:cond delay="4820"/>
                                  </p:stCondLst>
                                  <p:childTnLst>
                                    <p:set>
                                      <p:cBhvr>
                                        <p:cTn id="75"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7B82BEA7-58B9-4FBE-A57D-B705B6413678}"/>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0E7A074-EF5C-47FE-8901-ACC513AA5AC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7090237-D719-4B61-BC85-980D045FF99F}"/>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EBB7BB43-1CDC-4FA0-AB0F-0BC95F884F8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9188565-1E69-4224-8FFF-77AB0210D88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113B859-8089-4D5F-AEA9-ED05D89A911B}"/>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o-reconstruction-shaft">
            <a:extLst xmlns:a="http://schemas.openxmlformats.org/drawingml/2006/main">
              <a:ext uri="{FF2B5EF4-FFF2-40B4-BE49-F238E27FC236}">
                <a16:creationId xmlns:a16="http://schemas.microsoft.com/office/drawing/2014/main" id="{B1C6182A-EC16-4648-BC3D-20FAC8315402}"/>
              </a:ext>
            </a:extLst>
          </p:cNvPr>
          <p:cNvSpPr>
            <a:spLocks xmlns:a="http://schemas.openxmlformats.org/drawingml/2006/main" noGrp="1"/>
          </p:cNvSpPr>
          <p:nvPr/>
        </p:nvSpPr>
        <p:spPr>
          <a:xfrm xmlns:a="http://schemas.openxmlformats.org/drawingml/2006/main">
            <a:off x="3143250" y="2457450"/>
            <a:ext cx="8572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to-reconstruction-head">
            <a:extLst xmlns:a="http://schemas.openxmlformats.org/drawingml/2006/main">
              <a:ext uri="{FF2B5EF4-FFF2-40B4-BE49-F238E27FC236}">
                <a16:creationId xmlns:a16="http://schemas.microsoft.com/office/drawing/2014/main" id="{4FE55573-9642-415B-BE95-6F7F6B8DC523}"/>
              </a:ext>
            </a:extLst>
          </p:cNvPr>
          <p:cNvSpPr>
            <a:spLocks xmlns:a="http://schemas.openxmlformats.org/drawingml/2006/main" noGrp="1"/>
          </p:cNvSpPr>
          <p:nvPr/>
        </p:nvSpPr>
        <p:spPr>
          <a:xfrm xmlns:a="http://schemas.openxmlformats.org/drawingml/2006/main" rot="5400000">
            <a:off x="3981450" y="24145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known-reconstruction-box">
            <a:extLst xmlns:a="http://schemas.openxmlformats.org/drawingml/2006/main">
              <a:ext uri="{FF2B5EF4-FFF2-40B4-BE49-F238E27FC236}">
                <a16:creationId xmlns:a16="http://schemas.microsoft.com/office/drawing/2014/main" id="{CBE2D5C2-C24F-40FA-8DEF-731F820148FD}"/>
              </a:ext>
            </a:extLst>
          </p:cNvPr>
          <p:cNvSpPr>
            <a:spLocks xmlns:a="http://schemas.openxmlformats.org/drawingml/2006/main" noGrp="1"/>
          </p:cNvSpPr>
          <p:nvPr/>
        </p:nvSpPr>
        <p:spPr>
          <a:xfrm xmlns:a="http://schemas.openxmlformats.org/drawingml/2006/main">
            <a:off x="4191000" y="2181225"/>
            <a:ext cx="3371850" cy="5810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2" name="known-reconstruction-text">
            <a:extLst xmlns:a="http://schemas.openxmlformats.org/drawingml/2006/main">
              <a:ext uri="{FF2B5EF4-FFF2-40B4-BE49-F238E27FC236}">
                <a16:creationId xmlns:a16="http://schemas.microsoft.com/office/drawing/2014/main" id="{B66792B3-BD71-4E58-982B-473F5207644A}"/>
              </a:ext>
            </a:extLst>
          </p:cNvPr>
          <p:cNvSpPr>
            <a:spLocks xmlns:a="http://schemas.openxmlformats.org/drawingml/2006/main" noGrp="1"/>
          </p:cNvSpPr>
          <p:nvPr/>
        </p:nvSpPr>
        <p:spPr>
          <a:xfrm xmlns:a="http://schemas.openxmlformats.org/drawingml/2006/main">
            <a:off x="4267200" y="2257425"/>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r>
              <a:t/>
            </a:r>
          </a:p>
        </p:txBody>
      </p:sp>
      <p:sp>
        <p:nvSpPr>
          <p:cNvPr id="13" name="to-output-shaft">
            <a:extLst xmlns:a="http://schemas.openxmlformats.org/drawingml/2006/main">
              <a:ext uri="{FF2B5EF4-FFF2-40B4-BE49-F238E27FC236}">
                <a16:creationId xmlns:a16="http://schemas.microsoft.com/office/drawing/2014/main" id="{FB0F5449-31C8-4E9D-9F81-FF003C2F633B}"/>
              </a:ext>
            </a:extLst>
          </p:cNvPr>
          <p:cNvSpPr>
            <a:spLocks xmlns:a="http://schemas.openxmlformats.org/drawingml/2006/main" noGrp="1"/>
          </p:cNvSpPr>
          <p:nvPr/>
        </p:nvSpPr>
        <p:spPr>
          <a:xfrm xmlns:a="http://schemas.openxmlformats.org/drawingml/2006/main">
            <a:off x="7686675" y="2457450"/>
            <a:ext cx="8382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to-output-head">
            <a:extLst xmlns:a="http://schemas.openxmlformats.org/drawingml/2006/main">
              <a:ext uri="{FF2B5EF4-FFF2-40B4-BE49-F238E27FC236}">
                <a16:creationId xmlns:a16="http://schemas.microsoft.com/office/drawing/2014/main" id="{3D9A97DB-E9AD-40E7-AF95-DCE12596F6B8}"/>
              </a:ext>
            </a:extLst>
          </p:cNvPr>
          <p:cNvSpPr>
            <a:spLocks xmlns:a="http://schemas.openxmlformats.org/drawingml/2006/main" noGrp="1"/>
          </p:cNvSpPr>
          <p:nvPr/>
        </p:nvSpPr>
        <p:spPr>
          <a:xfrm xmlns:a="http://schemas.openxmlformats.org/drawingml/2006/main" rot="5400000">
            <a:off x="8505825" y="24145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interpolation-emphasis">
            <a:extLst xmlns:a="http://schemas.openxmlformats.org/drawingml/2006/main">
              <a:ext uri="{FF2B5EF4-FFF2-40B4-BE49-F238E27FC236}">
                <a16:creationId xmlns:a16="http://schemas.microsoft.com/office/drawing/2014/main" id="{CFE8AD0D-3CA7-44D0-9585-2E77E6F065B9}"/>
              </a:ext>
            </a:extLst>
          </p:cNvPr>
          <p:cNvSpPr>
            <a:spLocks xmlns:a="http://schemas.openxmlformats.org/drawingml/2006/main" noGrp="1"/>
          </p:cNvSpPr>
          <p:nvPr/>
        </p:nvSpPr>
        <p:spPr>
          <a:xfrm xmlns:a="http://schemas.openxmlformats.org/drawingml/2006/main">
            <a:off x="609600" y="66389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1CB17DA-3BFC-4A15-BC1C-072CE591708D}"/>
              </a:ext>
            </a:extLst>
          </p:cNvPr>
          <p:cNvPicPr>
            <a:picLocks xmlns:a="http://schemas.openxmlformats.org/drawingml/2006/main" noChangeAspect="1"/>
          </p:cNvPicPr>
          <p:nvPr/>
        </p:nvPicPr>
        <p:blipFill>
          <a:blip xmlns:r="http://schemas.openxmlformats.org/officeDocument/2006/relationships" xmlns:a="http://schemas.openxmlformats.org/drawingml/2006/main" r:embed="Rc7c86805b868454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89ABE6E-5982-4EBD-BF26-ABB22240A088}"/>
              </a:ext>
            </a:extLst>
          </p:cNvPr>
          <p:cNvPicPr>
            <a:picLocks xmlns:a="http://schemas.openxmlformats.org/drawingml/2006/main" noChangeAspect="1"/>
          </p:cNvPicPr>
          <p:nvPr/>
        </p:nvPicPr>
        <p:blipFill>
          <a:blip xmlns:r="http://schemas.openxmlformats.org/officeDocument/2006/relationships" xmlns:a="http://schemas.openxmlformats.org/drawingml/2006/main" r:embed="Rfce21e0b5c144ec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025DB1E-5C87-4150-A6A9-C0BF8808CBA2}"/>
              </a:ext>
            </a:extLst>
          </p:cNvPr>
          <p:cNvPicPr>
            <a:picLocks xmlns:a="http://schemas.openxmlformats.org/drawingml/2006/main" noChangeAspect="1"/>
          </p:cNvPicPr>
          <p:nvPr/>
        </p:nvPicPr>
        <p:blipFill>
          <a:blip xmlns:r="http://schemas.openxmlformats.org/officeDocument/2006/relationships" xmlns:a="http://schemas.openxmlformats.org/drawingml/2006/main" r:embed="R9cd69c57b1f346f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known-input" descr="m_\delta(t)">
            <a:extLst xmlns:a="http://schemas.openxmlformats.org/drawingml/2006/main">
              <a:ext uri="{FF2B5EF4-FFF2-40B4-BE49-F238E27FC236}">
                <a16:creationId xmlns:a16="http://schemas.microsoft.com/office/drawing/2014/main" id="{263809C0-56FA-4435-AE64-2B4C305826A4}"/>
              </a:ext>
            </a:extLst>
          </p:cNvPr>
          <p:cNvPicPr>
            <a:picLocks xmlns:a="http://schemas.openxmlformats.org/drawingml/2006/main" noChangeAspect="1"/>
          </p:cNvPicPr>
          <p:nvPr/>
        </p:nvPicPr>
        <p:blipFill>
          <a:blip xmlns:r="http://schemas.openxmlformats.org/officeDocument/2006/relationships" xmlns:a="http://schemas.openxmlformats.org/drawingml/2006/main" r:embed="R7956768faf2143e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598295" y="2311777"/>
            <a:ext cx="880110" cy="310396"/>
          </a:xfrm>
          <a:prstGeom xmlns:a="http://schemas.openxmlformats.org/drawingml/2006/main" prst="rect">
            <a:avLst/>
          </a:prstGeom>
        </p:spPr>
      </p:pic>
      <p:pic>
        <p:nvPicPr>
          <p:cNvPr id="20" name="reconstruction-operation" descr="T_s\times\mathrm{LPF}">
            <a:extLst xmlns:a="http://schemas.openxmlformats.org/drawingml/2006/main">
              <a:ext uri="{FF2B5EF4-FFF2-40B4-BE49-F238E27FC236}">
                <a16:creationId xmlns:a16="http://schemas.microsoft.com/office/drawing/2014/main" id="{D5799099-A21F-4E05-8365-1A1FA5F6C56D}"/>
              </a:ext>
            </a:extLst>
          </p:cNvPr>
          <p:cNvPicPr>
            <a:picLocks xmlns:a="http://schemas.openxmlformats.org/drawingml/2006/main" noChangeAspect="1"/>
          </p:cNvPicPr>
          <p:nvPr/>
        </p:nvPicPr>
        <p:blipFill>
          <a:blip xmlns:r="http://schemas.openxmlformats.org/officeDocument/2006/relationships" xmlns:a="http://schemas.openxmlformats.org/drawingml/2006/main" r:embed="Ra4892be2b6c94ae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213985" y="2356931"/>
            <a:ext cx="1325880" cy="229612"/>
          </a:xfrm>
          <a:prstGeom xmlns:a="http://schemas.openxmlformats.org/drawingml/2006/main" prst="rect">
            <a:avLst/>
          </a:prstGeom>
        </p:spPr>
      </p:pic>
      <p:pic>
        <p:nvPicPr>
          <p:cNvPr id="21" name="known-output" descr="g(t)=m(t)">
            <a:extLst xmlns:a="http://schemas.openxmlformats.org/drawingml/2006/main">
              <a:ext uri="{FF2B5EF4-FFF2-40B4-BE49-F238E27FC236}">
                <a16:creationId xmlns:a16="http://schemas.microsoft.com/office/drawing/2014/main" id="{C26068EE-544C-4333-872F-B50F36B0B5EB}"/>
              </a:ext>
            </a:extLst>
          </p:cNvPr>
          <p:cNvPicPr>
            <a:picLocks xmlns:a="http://schemas.openxmlformats.org/drawingml/2006/main" noChangeAspect="1"/>
          </p:cNvPicPr>
          <p:nvPr/>
        </p:nvPicPr>
        <p:blipFill>
          <a:blip xmlns:r="http://schemas.openxmlformats.org/officeDocument/2006/relationships" xmlns:a="http://schemas.openxmlformats.org/drawingml/2006/main" r:embed="Re85ed1bc0be9425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200674" y="2311777"/>
            <a:ext cx="1791653" cy="310396"/>
          </a:xfrm>
          <a:prstGeom xmlns:a="http://schemas.openxmlformats.org/drawingml/2006/main" prst="rect">
            <a:avLst/>
          </a:prstGeom>
        </p:spPr>
      </p:pic>
      <p:pic>
        <p:nvPicPr>
          <p:cNvPr id="22" name="derivation-0" descr="g(t)=T_s\int_{-\infty}^{\infty}h_{\mathrm{LP}}(\tau)m_\delta(t-\tau)\,d\tau">
            <a:extLst xmlns:a="http://schemas.openxmlformats.org/drawingml/2006/main">
              <a:ext uri="{FF2B5EF4-FFF2-40B4-BE49-F238E27FC236}">
                <a16:creationId xmlns:a16="http://schemas.microsoft.com/office/drawing/2014/main" id="{635F81FC-3FF9-487E-8EE9-361B9BAA54C2}"/>
              </a:ext>
            </a:extLst>
          </p:cNvPr>
          <p:cNvPicPr>
            <a:picLocks xmlns:a="http://schemas.openxmlformats.org/drawingml/2006/main" noChangeAspect="1"/>
          </p:cNvPicPr>
          <p:nvPr/>
        </p:nvPicPr>
        <p:blipFill>
          <a:blip xmlns:r="http://schemas.openxmlformats.org/officeDocument/2006/relationships" xmlns:a="http://schemas.openxmlformats.org/drawingml/2006/main" r:embed="R8272fe3fc75f457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3246686"/>
            <a:ext cx="4294823" cy="345579"/>
          </a:xfrm>
          <a:prstGeom xmlns:a="http://schemas.openxmlformats.org/drawingml/2006/main" prst="rect">
            <a:avLst/>
          </a:prstGeom>
        </p:spPr>
      </p:pic>
      <p:pic>
        <p:nvPicPr>
          <p:cNvPr id="23" name="derivation-1" descr="=T_s\int_{-\infty}^{\infty}h_{\mathrm{LP}}(\tau)\left[\sum_n m(nT_s)\delta(t-\tau-nT_s)\right]d\tau">
            <a:extLst xmlns:a="http://schemas.openxmlformats.org/drawingml/2006/main">
              <a:ext uri="{FF2B5EF4-FFF2-40B4-BE49-F238E27FC236}">
                <a16:creationId xmlns:a16="http://schemas.microsoft.com/office/drawing/2014/main" id="{3EF3D8BF-576E-4A11-A7C5-DDB4F281128E}"/>
              </a:ext>
            </a:extLst>
          </p:cNvPr>
          <p:cNvPicPr>
            <a:picLocks xmlns:a="http://schemas.openxmlformats.org/drawingml/2006/main" noChangeAspect="1"/>
          </p:cNvPicPr>
          <p:nvPr/>
        </p:nvPicPr>
        <p:blipFill>
          <a:blip xmlns:r="http://schemas.openxmlformats.org/officeDocument/2006/relationships" xmlns:a="http://schemas.openxmlformats.org/drawingml/2006/main" r:embed="R014bc0537edf446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42975" y="3751511"/>
            <a:ext cx="5940743" cy="345579"/>
          </a:xfrm>
          <a:prstGeom xmlns:a="http://schemas.openxmlformats.org/drawingml/2006/main" prst="rect">
            <a:avLst/>
          </a:prstGeom>
        </p:spPr>
      </p:pic>
      <p:pic>
        <p:nvPicPr>
          <p:cNvPr id="24" name="derivation-2" descr="=T_s\sum_n m(nT_s)\int_{-\infty}^{\infty}h_{\mathrm{LP}}(\tau)\delta(t-\tau-nT_s)\,d\tau">
            <a:extLst xmlns:a="http://schemas.openxmlformats.org/drawingml/2006/main">
              <a:ext uri="{FF2B5EF4-FFF2-40B4-BE49-F238E27FC236}">
                <a16:creationId xmlns:a16="http://schemas.microsoft.com/office/drawing/2014/main" id="{B02FADFC-7CE3-40F9-89E3-A21E65E603DB}"/>
              </a:ext>
            </a:extLst>
          </p:cNvPr>
          <p:cNvPicPr>
            <a:picLocks xmlns:a="http://schemas.openxmlformats.org/drawingml/2006/main" noChangeAspect="1"/>
          </p:cNvPicPr>
          <p:nvPr/>
        </p:nvPicPr>
        <p:blipFill>
          <a:blip xmlns:r="http://schemas.openxmlformats.org/officeDocument/2006/relationships" xmlns:a="http://schemas.openxmlformats.org/drawingml/2006/main" r:embed="Rdc180c9499ef45e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42975" y="4303961"/>
            <a:ext cx="5760720" cy="345579"/>
          </a:xfrm>
          <a:prstGeom xmlns:a="http://schemas.openxmlformats.org/drawingml/2006/main" prst="rect">
            <a:avLst/>
          </a:prstGeom>
        </p:spPr>
      </p:pic>
      <p:pic>
        <p:nvPicPr>
          <p:cNvPr id="25" name="derivation-3" descr="=T_s\sum_n m(nT_s)h_{\mathrm{LP}}(t-nT_s)">
            <a:extLst xmlns:a="http://schemas.openxmlformats.org/drawingml/2006/main">
              <a:ext uri="{FF2B5EF4-FFF2-40B4-BE49-F238E27FC236}">
                <a16:creationId xmlns:a16="http://schemas.microsoft.com/office/drawing/2014/main" id="{A0A41B3F-5130-4E61-A244-DA9153CC5967}"/>
              </a:ext>
            </a:extLst>
          </p:cNvPr>
          <p:cNvPicPr>
            <a:picLocks xmlns:a="http://schemas.openxmlformats.org/drawingml/2006/main" noChangeAspect="1"/>
          </p:cNvPicPr>
          <p:nvPr/>
        </p:nvPicPr>
        <p:blipFill>
          <a:blip xmlns:r="http://schemas.openxmlformats.org/officeDocument/2006/relationships" xmlns:a="http://schemas.openxmlformats.org/drawingml/2006/main" r:embed="Rc2cb51efd6e54917">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42975" y="4894987"/>
            <a:ext cx="3729038" cy="268426"/>
          </a:xfrm>
          <a:prstGeom xmlns:a="http://schemas.openxmlformats.org/drawingml/2006/main" prst="rect">
            <a:avLst/>
          </a:prstGeom>
        </p:spPr>
      </p:pic>
      <p:pic>
        <p:nvPicPr>
          <p:cNvPr id="26" name="derivation-4" descr="=T_s\sum_n m(nT_s)f_s\operatorname{sinc}\!\left[f_s(t-nT_s)\right]">
            <a:extLst xmlns:a="http://schemas.openxmlformats.org/drawingml/2006/main">
              <a:ext uri="{FF2B5EF4-FFF2-40B4-BE49-F238E27FC236}">
                <a16:creationId xmlns:a16="http://schemas.microsoft.com/office/drawing/2014/main" id="{1CF14D0C-532A-49C5-9853-CF50C825737F}"/>
              </a:ext>
            </a:extLst>
          </p:cNvPr>
          <p:cNvPicPr>
            <a:picLocks xmlns:a="http://schemas.openxmlformats.org/drawingml/2006/main" noChangeAspect="1"/>
          </p:cNvPicPr>
          <p:nvPr/>
        </p:nvPicPr>
        <p:blipFill>
          <a:blip xmlns:r="http://schemas.openxmlformats.org/officeDocument/2006/relationships" xmlns:a="http://schemas.openxmlformats.org/drawingml/2006/main" r:embed="Rc9b91a62c9484042">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42975" y="5447437"/>
            <a:ext cx="4346258" cy="268426"/>
          </a:xfrm>
          <a:prstGeom xmlns:a="http://schemas.openxmlformats.org/drawingml/2006/main" prst="rect">
            <a:avLst/>
          </a:prstGeom>
        </p:spPr>
      </p:pic>
      <p:pic>
        <p:nvPicPr>
          <p:cNvPr id="27" name="derivation-5" descr="g(t)=\sum_n m(nT_s)\operatorname{sinc}\!\left(\frac{t-nT_s}{T_s}\right)">
            <a:extLst xmlns:a="http://schemas.openxmlformats.org/drawingml/2006/main">
              <a:ext uri="{FF2B5EF4-FFF2-40B4-BE49-F238E27FC236}">
                <a16:creationId xmlns:a16="http://schemas.microsoft.com/office/drawing/2014/main" id="{08587D92-8A93-4728-9FC9-B493AE189DEA}"/>
              </a:ext>
            </a:extLst>
          </p:cNvPr>
          <p:cNvPicPr>
            <a:picLocks xmlns:a="http://schemas.openxmlformats.org/drawingml/2006/main" noChangeAspect="1"/>
          </p:cNvPicPr>
          <p:nvPr/>
        </p:nvPicPr>
        <p:blipFill>
          <a:blip xmlns:r="http://schemas.openxmlformats.org/officeDocument/2006/relationships" xmlns:a="http://schemas.openxmlformats.org/drawingml/2006/main" r:embed="Rd6c46d200dd4470f">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5911304"/>
            <a:ext cx="5000625" cy="597991"/>
          </a:xfrm>
          <a:prstGeom xmlns:a="http://schemas.openxmlformats.org/drawingml/2006/main" prst="rect">
            <a:avLst/>
          </a:prstGeom>
        </p:spPr>
      </p:pic>
      <p:sp>
        <p:nvSpPr>
          <p:cNvPr id="28" name="math-flight-2-origin">
            <a:extLst xmlns:a="http://schemas.openxmlformats.org/drawingml/2006/main">
              <a:ext uri="{FF2B5EF4-FFF2-40B4-BE49-F238E27FC236}">
                <a16:creationId xmlns:a16="http://schemas.microsoft.com/office/drawing/2014/main" id="{B0DE3E33-8BC8-4A47-8FDB-D7A83D5BDA16}"/>
              </a:ext>
            </a:extLst>
          </p:cNvPr>
          <p:cNvSpPr>
            <a:spLocks xmlns:a="http://schemas.openxmlformats.org/drawingml/2006/main" noGrp="1"/>
          </p:cNvSpPr>
          <p:nvPr/>
        </p:nvSpPr>
        <p:spPr>
          <a:xfrm xmlns:a="http://schemas.openxmlformats.org/drawingml/2006/main">
            <a:off x="3664810" y="3782050"/>
            <a:ext cx="910496" cy="257175"/>
          </a:xfrm>
          <a:prstGeom xmlns:a="http://schemas.openxmlformats.org/drawingml/2006/main" prst="rect">
            <a:avLst/>
          </a:prstGeom>
          <a:noFill xmlns:a="http://schemas.openxmlformats.org/drawingml/2006/main"/>
          <a:ln xmlns:a="http://schemas.openxmlformats.org/drawingml/2006/main" w="0">
            <a:noFill/>
          </a:ln>
        </p:spPr>
      </p:sp>
      <p:pic>
        <p:nvPicPr>
          <p:cNvPr id="29" name="math-flight-2" descr="m(nT_s)">
            <a:extLst xmlns:a="http://schemas.openxmlformats.org/drawingml/2006/main">
              <a:ext uri="{FF2B5EF4-FFF2-40B4-BE49-F238E27FC236}">
                <a16:creationId xmlns:a16="http://schemas.microsoft.com/office/drawing/2014/main" id="{7EAF2F99-C30C-4D56-9DD9-161F36FA252B}"/>
              </a:ext>
            </a:extLst>
          </p:cNvPr>
          <p:cNvPicPr>
            <a:picLocks xmlns:a="http://schemas.openxmlformats.org/drawingml/2006/main" noChangeAspect="1"/>
          </p:cNvPicPr>
          <p:nvPr/>
        </p:nvPicPr>
        <p:blipFill>
          <a:blip xmlns:r="http://schemas.openxmlformats.org/officeDocument/2006/relationships" xmlns:a="http://schemas.openxmlformats.org/drawingml/2006/main" r:embed="Rb0c2c6d9d4904d97">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2081964" y="4334751"/>
            <a:ext cx="907983" cy="256674"/>
          </a:xfrm>
          <a:prstGeom xmlns:a="http://schemas.openxmlformats.org/drawingml/2006/main" prst="rect">
            <a:avLst/>
          </a:prstGeom>
        </p:spPr>
      </p:pic>
    </p:spTree>
    <p:extLst>
      <p:ext uri="{BB962C8B-B14F-4D97-AF65-F5344CB8AC3E}">
        <p14:creationId xmlns:p14="http://schemas.microsoft.com/office/powerpoint/2010/main" val="151356933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70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animMotion origin="layout" pathEditMode="relative" path="M 0.12992967 -0.08055563 L 0.00000000 0.00000000 E">
                                      <p:cBhvr>
                                        <p:cTn id="21" dur="700" fill="hold"/>
                                        <p:tgtEl>
                                          <p:spTgt spid="29"/>
                                        </p:tgtEl>
                                        <p:attrNameLst>
                                          <p:attrName>ppt_x</p:attrName>
                                          <p:attrName>ppt_y</p:attrName>
                                        </p:attrNameLst>
                                      </p:cBhvr>
                                    </p:animMotion>
                                    <p:animScale zoomContents="1">
                                      <p:cBhvr>
                                        <p:cTn id="22" dur="700" fill="hold"/>
                                        <p:tgtEl>
                                          <p:spTgt spid="29"/>
                                        </p:tgtEl>
                                      </p:cBhvr>
                                      <p:from x="100277" y="100195"/>
                                      <p:to x="100000" y="100000"/>
                                    </p:animScale>
                                  </p:childTnLst>
                                </p:cTn>
                              </p:par>
                              <p:par>
                                <p:cTn id="23" presetID="10" presetClass="exit" presetSubtype="0" fill="hold" nodeType="withEffect">
                                  <p:stCondLst>
                                    <p:cond delay="0"/>
                                  </p:stCondLst>
                                  <p:childTnLst>
                                    <p:animEffect transition="out" filter="fade">
                                      <p:cBhvr>
                                        <p:cTn id="42" dur="200" fill="hold">
                                          <p:stCondLst>
                                            <p:cond delay="700"/>
                                          </p:stCondLst>
                                        </p:cTn>
                                        <p:tgtEl>
                                          <p:spTgt spid="29"/>
                                        </p:tgtEl>
                                      </p:cBhvr>
                                    </p:animEffect>
                                    <p:set>
                                      <p:cBhvr>
                                        <p:cTn id="43" dur="1" fill="hold">
                                          <p:stCondLst>
                                            <p:cond delay="900"/>
                                          </p:stCondLst>
                                        </p:cTn>
                                        <p:tgtEl>
                                          <p:spTgt spid="2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4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4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155546E4-FB60-4E26-BE46-EA4659AC237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7A267FC7-CE47-491F-BAA6-524AF74DF46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2E1A7A64-77E7-41B2-81EC-43E3EE6BAF1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C7D8033-C67E-49DE-AC95-B20D465B99CB}"/>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D5906926-D873-4654-AE4F-BF3E1FFEB180}"/>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877BD1BE-28BC-4CC0-A2B2-530816DE757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example-condition">
            <a:extLst xmlns:a="http://schemas.openxmlformats.org/drawingml/2006/main">
              <a:ext uri="{FF2B5EF4-FFF2-40B4-BE49-F238E27FC236}">
                <a16:creationId xmlns:a16="http://schemas.microsoft.com/office/drawing/2014/main" id="{B41871C4-39FB-458F-A68A-3EC9C30488A0}"/>
              </a:ext>
            </a:extLst>
          </p:cNvPr>
          <p:cNvSpPr>
            <a:spLocks xmlns:a="http://schemas.openxmlformats.org/drawingml/2006/main" noGrp="1"/>
          </p:cNvSpPr>
          <p:nvPr/>
        </p:nvSpPr>
        <p:spPr>
          <a:xfrm xmlns:a="http://schemas.openxmlformats.org/drawingml/2006/main">
            <a:off x="609600" y="2743200"/>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Example: five nonzero samples</a:t>
            </a:r>
          </a:p>
        </p:txBody>
      </p:sp>
      <p:pic>
        <p:nvPicPr>
          <p:cNvPr id="10" name="interpolation" descr="Note 7: interpolation. Static entry; click once; final state retained.">
            <a:extLst xmlns:a="http://schemas.openxmlformats.org/drawingml/2006/main">
              <a:ext uri="{FF2B5EF4-FFF2-40B4-BE49-F238E27FC236}">
                <a16:creationId xmlns:a16="http://schemas.microsoft.com/office/drawing/2014/main" id="{B940C0B7-74C3-4987-B7AC-D07E84219ED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18" name="interpolation--t4-click-frame-00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19" name="interpolation--t4-click-frame-00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0" name="interpolation--t4-click-frame-00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1" name="interpolation--t4-click-frame-00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2" name="interpolation--t4-click-frame-00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3" name="interpolation--t4-click-frame-006"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4" name="interpolation--t4-click-frame-007"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5" name="interpolation--t4-click-frame-008"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6" name="interpolation--t4-click-frame-009"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7" name="interpolation--t4-click-frame-010"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8" name="interpolation--t4-click-frame-01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9" name="interpolation--t4-click-frame-01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0" name="interpolation--t4-click-frame-01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1" name="interpolation--t4-click-frame-01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2" name="interpolation--t4-click-frame-01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3" name="interpolation--t4-click-frame-016"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4" name="interpolation--t4-click-frame-017"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5" name="interpolation--t4-click-frame-018"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6" name="interpolation--t4-click-frame-019"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7" name="interpolation--t4-click-frame-020"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8" name="interpolation--t4-click-frame-02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9" name="interpolation--t4-click-frame-02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0" name="interpolation--t4-click-frame-02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1" name="interpolation--t4-click-frame-02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2" name="interpolation--t4-click-frame-02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3" name="interpolation--t4-click-frame-026"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4" name="interpolation--t4-click-frame-027"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5" name="interpolation--t4-click-frame-028"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6" name="interpolation--t4-click-frame-029"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7" name="interpolation--t4-click-frame-030"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8" name="interpolation--t4-click-frame-03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9" name="interpolation--t4-click-frame-03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50" name="interpolation--t4-click-frame-03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51" name="interpolation--t4-click-frame-03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52" name="interpolation--t4-click-frame-03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sp>
        <p:nvSpPr>
          <p:cNvPr id="11" name="sample-preservation-emphasis">
            <a:extLst xmlns:a="http://schemas.openxmlformats.org/drawingml/2006/main">
              <a:ext uri="{FF2B5EF4-FFF2-40B4-BE49-F238E27FC236}">
                <a16:creationId xmlns:a16="http://schemas.microsoft.com/office/drawing/2014/main" id="{71CC3792-FAD5-40B9-9493-6E5D58E4A52D}"/>
              </a:ext>
            </a:extLst>
          </p:cNvPr>
          <p:cNvSpPr>
            <a:spLocks xmlns:a="http://schemas.openxmlformats.org/drawingml/2006/main" noGrp="1"/>
          </p:cNvSpPr>
          <p:nvPr/>
        </p:nvSpPr>
        <p:spPr>
          <a:xfrm xmlns:a="http://schemas.openxmlformats.org/drawingml/2006/main">
            <a:off x="609600" y="65722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699B58A-8BC4-469D-8E05-33EB7C294809}"/>
              </a:ext>
            </a:extLst>
          </p:cNvPr>
          <p:cNvPicPr>
            <a:picLocks xmlns:a="http://schemas.openxmlformats.org/drawingml/2006/main" noChangeAspect="1"/>
          </p:cNvPicPr>
          <p:nvPr/>
        </p:nvPicPr>
        <p:blipFill>
          <a:blip xmlns:r="http://schemas.openxmlformats.org/officeDocument/2006/relationships" xmlns:a="http://schemas.openxmlformats.org/drawingml/2006/main" r:embed="R25e4cc3031eb48b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3FE4833-86BD-4FFD-BA1D-CE3BD83F5B28}"/>
              </a:ext>
            </a:extLst>
          </p:cNvPr>
          <p:cNvPicPr>
            <a:picLocks xmlns:a="http://schemas.openxmlformats.org/drawingml/2006/main" noChangeAspect="1"/>
          </p:cNvPicPr>
          <p:nvPr/>
        </p:nvPicPr>
        <p:blipFill>
          <a:blip xmlns:r="http://schemas.openxmlformats.org/officeDocument/2006/relationships" xmlns:a="http://schemas.openxmlformats.org/drawingml/2006/main" r:embed="R990da1340ca84d4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8DC216A-C4AA-4E5F-9D3F-CC387380879C}"/>
              </a:ext>
            </a:extLst>
          </p:cNvPr>
          <p:cNvPicPr>
            <a:picLocks xmlns:a="http://schemas.openxmlformats.org/drawingml/2006/main" noChangeAspect="1"/>
          </p:cNvPicPr>
          <p:nvPr/>
        </p:nvPicPr>
        <p:blipFill>
          <a:blip xmlns:r="http://schemas.openxmlformats.org/officeDocument/2006/relationships" xmlns:a="http://schemas.openxmlformats.org/drawingml/2006/main" r:embed="R4d3afe1d7d5642a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interpolation-result" descr="g(t)=\sum_{n=-\infty}^{\infty}m(nT_s)\operatorname{sinc}\!\left(\frac{t-nT_s}{T_s}\right)">
            <a:extLst xmlns:a="http://schemas.openxmlformats.org/drawingml/2006/main">
              <a:ext uri="{FF2B5EF4-FFF2-40B4-BE49-F238E27FC236}">
                <a16:creationId xmlns:a16="http://schemas.microsoft.com/office/drawing/2014/main" id="{F09BE00E-D94B-4E77-B272-C3D324DA45F9}"/>
              </a:ext>
            </a:extLst>
          </p:cNvPr>
          <p:cNvPicPr>
            <a:picLocks xmlns:a="http://schemas.openxmlformats.org/drawingml/2006/main" noChangeAspect="1"/>
          </p:cNvPicPr>
          <p:nvPr/>
        </p:nvPicPr>
        <p:blipFill>
          <a:blip xmlns:r="http://schemas.openxmlformats.org/officeDocument/2006/relationships" xmlns:a="http://schemas.openxmlformats.org/drawingml/2006/main" r:embed="R981b7a765c23414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115443"/>
            <a:ext cx="4943475" cy="512564"/>
          </a:xfrm>
          <a:prstGeom xmlns:a="http://schemas.openxmlformats.org/drawingml/2006/main" prst="rect">
            <a:avLst/>
          </a:prstGeom>
        </p:spPr>
      </p:pic>
      <p:pic>
        <p:nvPicPr>
          <p:cNvPr id="16" name="sample-preservation" descr="g(kT_s)=m(kT_s),\qquad k\ \text{integer}">
            <a:extLst xmlns:a="http://schemas.openxmlformats.org/drawingml/2006/main">
              <a:ext uri="{FF2B5EF4-FFF2-40B4-BE49-F238E27FC236}">
                <a16:creationId xmlns:a16="http://schemas.microsoft.com/office/drawing/2014/main" id="{6FAE3F6C-9899-488A-8239-B28F6A4C2FAE}"/>
              </a:ext>
            </a:extLst>
          </p:cNvPr>
          <p:cNvPicPr>
            <a:picLocks xmlns:a="http://schemas.openxmlformats.org/drawingml/2006/main" noChangeAspect="1"/>
          </p:cNvPicPr>
          <p:nvPr/>
        </p:nvPicPr>
        <p:blipFill>
          <a:blip xmlns:r="http://schemas.openxmlformats.org/officeDocument/2006/relationships" xmlns:a="http://schemas.openxmlformats.org/drawingml/2006/main" r:embed="R8b24428b471449c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177915"/>
            <a:ext cx="4785360" cy="302895"/>
          </a:xfrm>
          <a:prstGeom xmlns:a="http://schemas.openxmlformats.org/drawingml/2006/main" prst="rect">
            <a:avLst/>
          </a:prstGeom>
        </p:spPr>
      </p:pic>
    </p:spTree>
    <p:extLst>
      <p:ext uri="{BB962C8B-B14F-4D97-AF65-F5344CB8AC3E}">
        <p14:creationId xmlns:p14="http://schemas.microsoft.com/office/powerpoint/2010/main" val="148820607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70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nodeType="withEffect" restart="never">
                                  <p:stCondLst>
                                    <p:cond delay="498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nodeType="withEffect" restart="never">
                                  <p:stCondLst>
                                    <p:cond delay="514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nodeType="withEffect" restart="never">
                                  <p:stCondLst>
                                    <p:cond delay="530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nodeType="withEffect" restart="never">
                                  <p:stCondLst>
                                    <p:cond delay="546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restart="never">
                                  <p:stCondLst>
                                    <p:cond delay="562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restart="never">
                                  <p:stCondLst>
                                    <p:cond delay="578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restart="never">
                                  <p:stCondLst>
                                    <p:cond delay="5940"/>
                                  </p:stCondLst>
                                  <p:childTnLst>
                                    <p:set>
                                      <p:cBhvr>
                                        <p:cTn id="82" dur="1" fill="hold">
                                          <p:stCondLst>
                                            <p:cond delay="0"/>
                                          </p:stCondLst>
                                        </p:cTn>
                                        <p:tgtEl>
                                          <p:spTgt spid="52"/>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Multiplexing</a:t>
            </a:r>
          </a:p>
        </p:txBody>
      </p:sp>
      <p:sp>
        <p:nvSpPr>
          <p:cNvPr id="3" name="route-arrow-0-shaft">
            <a:extLst xmlns:a="http://schemas.openxmlformats.org/drawingml/2006/main">
              <a:ext uri="{FF2B5EF4-FFF2-40B4-BE49-F238E27FC236}">
                <a16:creationId xmlns:a16="http://schemas.microsoft.com/office/drawing/2014/main" id="{989C999C-C830-46CE-A043-876818A97E6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34FEDE9-4C74-4631-9A1B-153C83D58B5B}"/>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5E65DB9-6E8C-497F-91DC-50EC4F23163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9796F75-A448-433F-B823-E5952090E2C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53D1F84-58FD-42D3-B813-8A8F8CCEE13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7650854-B673-4EDA-825F-C6C34119CB2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tdm-operation">
            <a:extLst xmlns:a="http://schemas.openxmlformats.org/drawingml/2006/main">
              <a:ext uri="{FF2B5EF4-FFF2-40B4-BE49-F238E27FC236}">
                <a16:creationId xmlns:a16="http://schemas.microsoft.com/office/drawing/2014/main" id="{22EEF24F-E173-4301-8AC5-0C43DFE433C3}"/>
              </a:ext>
            </a:extLst>
          </p:cNvPr>
          <p:cNvSpPr>
            <a:spLocks xmlns:a="http://schemas.openxmlformats.org/drawingml/2006/main" noGrp="1"/>
          </p:cNvSpPr>
          <p:nvPr/>
        </p:nvSpPr>
        <p:spPr>
          <a:xfrm xmlns:a="http://schemas.openxmlformats.org/drawingml/2006/main">
            <a:off x="609600" y="21145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Commutator: interleave three sample streams</a:t>
            </a:r>
          </a:p>
        </p:txBody>
      </p:sp>
      <p:pic>
        <p:nvPicPr>
          <p:cNvPr id="10" name="tdm-send" descr="Note 7: tdm send. Static entry; click once; final state retained.">
            <a:extLst xmlns:a="http://schemas.openxmlformats.org/drawingml/2006/main">
              <a:ext uri="{FF2B5EF4-FFF2-40B4-BE49-F238E27FC236}">
                <a16:creationId xmlns:a16="http://schemas.microsoft.com/office/drawing/2014/main" id="{AF234DEA-20B6-445A-8B79-D8102EF17B7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19" name="tdm-send--t4-click-frame-00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0" name="tdm-send--t4-click-frame-00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1" name="tdm-send--t4-click-frame-00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2" name="tdm-send--t4-click-frame-00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3" name="tdm-send--t4-click-frame-00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4" name="tdm-send--t4-click-frame-00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5" name="tdm-send--t4-click-frame-00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6" name="tdm-send--t4-click-frame-00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7" name="tdm-send--t4-click-frame-00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8" name="tdm-send--t4-click-frame-01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9" name="tdm-send--t4-click-frame-01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tdm-send--t4-click-frame-01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tdm-send--t4-click-frame-01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tdm-send--t4-click-frame-01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tdm-send--t4-click-frame-01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tdm-send--t4-click-frame-01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tdm-send--t4-click-frame-01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tdm-send--t4-click-frame-01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tdm-send--t4-click-frame-01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tdm-send--t4-click-frame-02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tdm-send--t4-click-frame-02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tdm-send--t4-click-frame-02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tdm-send--t4-click-frame-02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tdm-send--t4-click-frame-02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tdm-send--t4-click-frame-02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tdm-send--t4-click-frame-02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tdm-send--t4-click-frame-02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tdm-send--t4-click-frame-02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tdm-send--t4-click-frame-02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tdm-send--t4-click-frame-03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tdm-send--t4-click-frame-03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tdm-send--t4-click-frame-03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tdm-send--t4-click-frame-03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tdm-send--t4-click-frame-03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tdm-send--t4-click-frame-03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tdm-send--t4-click-frame-03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tdm-rate-emphasis">
            <a:extLst xmlns:a="http://schemas.openxmlformats.org/drawingml/2006/main">
              <a:ext uri="{FF2B5EF4-FFF2-40B4-BE49-F238E27FC236}">
                <a16:creationId xmlns:a16="http://schemas.microsoft.com/office/drawing/2014/main" id="{2C671F3C-5A5F-44DC-8D64-65BA297D13F7}"/>
              </a:ext>
            </a:extLst>
          </p:cNvPr>
          <p:cNvSpPr>
            <a:spLocks xmlns:a="http://schemas.openxmlformats.org/drawingml/2006/main" noGrp="1"/>
          </p:cNvSpPr>
          <p:nvPr/>
        </p:nvSpPr>
        <p:spPr>
          <a:xfrm xmlns:a="http://schemas.openxmlformats.org/drawingml/2006/main">
            <a:off x="609600" y="65151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B7BDC2E-16E9-4ED5-A658-A90E349ADA58}"/>
              </a:ext>
            </a:extLst>
          </p:cNvPr>
          <p:cNvPicPr>
            <a:picLocks xmlns:a="http://schemas.openxmlformats.org/drawingml/2006/main" noChangeAspect="1"/>
          </p:cNvPicPr>
          <p:nvPr/>
        </p:nvPicPr>
        <p:blipFill>
          <a:blip xmlns:r="http://schemas.openxmlformats.org/officeDocument/2006/relationships" xmlns:a="http://schemas.openxmlformats.org/drawingml/2006/main" r:embed="R7af8d3f32dd2417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782421E-EE73-4D9F-AFCB-BE961FA6F92F}"/>
              </a:ext>
            </a:extLst>
          </p:cNvPr>
          <p:cNvPicPr>
            <a:picLocks xmlns:a="http://schemas.openxmlformats.org/drawingml/2006/main" noChangeAspect="1"/>
          </p:cNvPicPr>
          <p:nvPr/>
        </p:nvPicPr>
        <p:blipFill>
          <a:blip xmlns:r="http://schemas.openxmlformats.org/officeDocument/2006/relationships" xmlns:a="http://schemas.openxmlformats.org/drawingml/2006/main" r:embed="R9e07b82e598e47e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CF0EDF-312F-4E73-857B-75BA311A6400}"/>
              </a:ext>
            </a:extLst>
          </p:cNvPr>
          <p:cNvPicPr>
            <a:picLocks xmlns:a="http://schemas.openxmlformats.org/drawingml/2006/main" noChangeAspect="1"/>
          </p:cNvPicPr>
          <p:nvPr/>
        </p:nvPicPr>
        <p:blipFill>
          <a:blip xmlns:r="http://schemas.openxmlformats.org/officeDocument/2006/relationships" xmlns:a="http://schemas.openxmlformats.org/drawingml/2006/main" r:embed="Rdb9150871d70468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tdm-sample-times" descr="t_{n,i}=nT_s+\frac{(i-1)T_s}{3},\qquad i=1,2,3">
            <a:extLst xmlns:a="http://schemas.openxmlformats.org/drawingml/2006/main">
              <a:ext uri="{FF2B5EF4-FFF2-40B4-BE49-F238E27FC236}">
                <a16:creationId xmlns:a16="http://schemas.microsoft.com/office/drawing/2014/main" id="{0EF28DB6-D24D-4172-8DC2-3B98AD9920BB}"/>
              </a:ext>
            </a:extLst>
          </p:cNvPr>
          <p:cNvPicPr>
            <a:picLocks xmlns:a="http://schemas.openxmlformats.org/drawingml/2006/main" noChangeAspect="1"/>
          </p:cNvPicPr>
          <p:nvPr/>
        </p:nvPicPr>
        <p:blipFill>
          <a:blip xmlns:r="http://schemas.openxmlformats.org/officeDocument/2006/relationships" xmlns:a="http://schemas.openxmlformats.org/drawingml/2006/main" r:embed="Rd0928cf5165445c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38495"/>
            <a:ext cx="4695825" cy="381536"/>
          </a:xfrm>
          <a:prstGeom xmlns:a="http://schemas.openxmlformats.org/drawingml/2006/main" prst="rect">
            <a:avLst/>
          </a:prstGeom>
        </p:spPr>
      </p:pic>
      <p:pic>
        <p:nvPicPr>
          <p:cNvPr id="16" name="tdm-pulse-fit" descr="T&lt;T_s/3">
            <a:extLst xmlns:a="http://schemas.openxmlformats.org/drawingml/2006/main">
              <a:ext uri="{FF2B5EF4-FFF2-40B4-BE49-F238E27FC236}">
                <a16:creationId xmlns:a16="http://schemas.microsoft.com/office/drawing/2014/main" id="{A11A2EFB-7552-4909-BC0C-4B3075AEE366}"/>
              </a:ext>
            </a:extLst>
          </p:cNvPr>
          <p:cNvPicPr>
            <a:picLocks xmlns:a="http://schemas.openxmlformats.org/drawingml/2006/main" noChangeAspect="1"/>
          </p:cNvPicPr>
          <p:nvPr/>
        </p:nvPicPr>
        <p:blipFill>
          <a:blip xmlns:r="http://schemas.openxmlformats.org/officeDocument/2006/relationships" xmlns:a="http://schemas.openxmlformats.org/drawingml/2006/main" r:embed="R0984d4c8f7f14b4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562975" y="5386388"/>
            <a:ext cx="1343025" cy="285750"/>
          </a:xfrm>
          <a:prstGeom xmlns:a="http://schemas.openxmlformats.org/drawingml/2006/main" prst="rect">
            <a:avLst/>
          </a:prstGeom>
        </p:spPr>
      </p:pic>
      <p:pic>
        <p:nvPicPr>
          <p:cNvPr id="17" name="tdm-rate" descr="\text{Each message: }f_s=1/T_s\qquad\text{Shared stream: }3f_s">
            <a:extLst xmlns:a="http://schemas.openxmlformats.org/drawingml/2006/main">
              <a:ext uri="{FF2B5EF4-FFF2-40B4-BE49-F238E27FC236}">
                <a16:creationId xmlns:a16="http://schemas.microsoft.com/office/drawing/2014/main" id="{46D4ADC0-AF2A-4496-BEB0-EB3B4B794A5D}"/>
              </a:ext>
            </a:extLst>
          </p:cNvPr>
          <p:cNvPicPr>
            <a:picLocks xmlns:a="http://schemas.openxmlformats.org/drawingml/2006/main" noChangeAspect="1"/>
          </p:cNvPicPr>
          <p:nvPr/>
        </p:nvPicPr>
        <p:blipFill>
          <a:blip xmlns:r="http://schemas.openxmlformats.org/officeDocument/2006/relationships" xmlns:a="http://schemas.openxmlformats.org/drawingml/2006/main" r:embed="R7a4bb873193443b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29338"/>
            <a:ext cx="6858000" cy="285750"/>
          </a:xfrm>
          <a:prstGeom xmlns:a="http://schemas.openxmlformats.org/drawingml/2006/main" prst="rect">
            <a:avLst/>
          </a:prstGeom>
        </p:spPr>
      </p:pic>
    </p:spTree>
    <p:extLst>
      <p:ext uri="{BB962C8B-B14F-4D97-AF65-F5344CB8AC3E}">
        <p14:creationId xmlns:p14="http://schemas.microsoft.com/office/powerpoint/2010/main" val="2039058677"/>
      </p:ext>
    </p:extLst>
  </p:cSld>
  <p:timing>
    <p:tnLst>
      <p:par>
        <p:cTn id="1" dur="indefinite" restart="never" nodeType="tmRoot">
          <p:childTnLst>
            <p:seq concurrent="1" nextAc="seek">
              <p:cTn id="2" dur="indefinite" nodeType="mainSeq">
                <p:childTnLst>
                  <p:par>
                    <p:cTn id="19" fill="hold" restart="never" repeatCount="1000">
                      <p:stCondLst>
                        <p:cond delay="indefinite"/>
                      </p:stCondLst>
                      <p:childTnLst>
                        <p:par>
                          <p:cTn id="20" fill="hold" dur="7200">
                            <p:stCondLst>
                              <p:cond delay="0"/>
                            </p:stCondLst>
                            <p:childTnLst>
                              <p:par>
                                <p:cTn id="21" presetID="1" presetClass="entr" presetSubtype="0" fill="hold" nodeType="clickEffect" restart="never">
                                  <p:stCondLst>
                                    <p:cond delay="50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restart="never">
                                  <p:stCondLst>
                                    <p:cond delay="66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restart="never">
                                  <p:stCondLst>
                                    <p:cond delay="82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restart="never">
                                  <p:stCondLst>
                                    <p:cond delay="98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restart="never">
                                  <p:stCondLst>
                                    <p:cond delay="114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restart="never">
                                  <p:stCondLst>
                                    <p:cond delay="130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restart="never">
                                  <p:stCondLst>
                                    <p:cond delay="146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restart="never">
                                  <p:stCondLst>
                                    <p:cond delay="162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restart="never">
                                  <p:stCondLst>
                                    <p:cond delay="178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restart="never">
                                  <p:stCondLst>
                                    <p:cond delay="194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restart="never">
                                  <p:stCondLst>
                                    <p:cond delay="210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restart="never">
                                  <p:stCondLst>
                                    <p:cond delay="226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restart="never">
                                  <p:stCondLst>
                                    <p:cond delay="258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restart="never">
                                  <p:stCondLst>
                                    <p:cond delay="274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nodeType="withEffect" restart="never">
                                  <p:stCondLst>
                                    <p:cond delay="290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restart="never">
                                  <p:stCondLst>
                                    <p:cond delay="306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restart="never">
                                  <p:stCondLst>
                                    <p:cond delay="322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restart="never">
                                  <p:stCondLst>
                                    <p:cond delay="338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restart="never">
                                  <p:stCondLst>
                                    <p:cond delay="354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restart="never">
                                  <p:stCondLst>
                                    <p:cond delay="370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restart="never">
                                  <p:stCondLst>
                                    <p:cond delay="386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nodeType="withEffect" restart="never">
                                  <p:stCondLst>
                                    <p:cond delay="402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nodeType="withEffect" restart="never">
                                  <p:stCondLst>
                                    <p:cond delay="418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nodeType="withEffect" restart="never">
                                  <p:stCondLst>
                                    <p:cond delay="434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nodeType="withEffect" restart="never">
                                  <p:stCondLst>
                                    <p:cond delay="4500"/>
                                  </p:stCondLst>
                                  <p:childTnLst>
                                    <p:set>
                                      <p:cBhvr>
                                        <p:cTn id="72" dur="1" fill="hold">
                                          <p:stCondLst>
                                            <p:cond delay="0"/>
                                          </p:stCondLst>
                                        </p:cTn>
                                        <p:tgtEl>
                                          <p:spTgt spid="44"/>
                                        </p:tgtEl>
                                        <p:attrNameLst>
                                          <p:attrName>style.visibility</p:attrName>
                                        </p:attrNameLst>
                                      </p:cBhvr>
                                      <p:to>
                                        <p:strVal val="visible"/>
                                      </p:to>
                                    </p:set>
                                  </p:childTnLst>
                                </p:cTn>
                              </p:par>
                              <p:par>
                                <p:cTn id="73" presetID="1" presetClass="entr" presetSubtype="0" fill="hold" nodeType="withEffect" restart="never">
                                  <p:stCondLst>
                                    <p:cond delay="466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nodeType="withEffect" restart="never">
                                  <p:stCondLst>
                                    <p:cond delay="482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nodeType="withEffect" restart="never">
                                  <p:stCondLst>
                                    <p:cond delay="498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restart="never">
                                  <p:stCondLst>
                                    <p:cond delay="514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nodeType="withEffect" restart="never">
                                  <p:stCondLst>
                                    <p:cond delay="530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nodeType="withEffect" restart="never">
                                  <p:stCondLst>
                                    <p:cond delay="546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restart="never">
                                  <p:stCondLst>
                                    <p:cond delay="562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nodeType="withEffect" restart="never">
                                  <p:stCondLst>
                                    <p:cond delay="578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nodeType="withEffect" restart="never">
                                  <p:stCondLst>
                                    <p:cond delay="594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nodeType="withEffect" restart="never">
                                  <p:stCondLst>
                                    <p:cond delay="610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Demultiplexing</a:t>
            </a:r>
          </a:p>
        </p:txBody>
      </p:sp>
      <p:sp>
        <p:nvSpPr>
          <p:cNvPr id="3" name="route-arrow-0-shaft">
            <a:extLst xmlns:a="http://schemas.openxmlformats.org/drawingml/2006/main">
              <a:ext uri="{FF2B5EF4-FFF2-40B4-BE49-F238E27FC236}">
                <a16:creationId xmlns:a16="http://schemas.microsoft.com/office/drawing/2014/main" id="{DBCAC0CB-9BE7-4BEF-A202-6D0AEF5C2F5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5CFBBB8E-9F08-4169-B149-B64FD688CC76}"/>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E23B17D-49CD-45B4-BF72-C7AB4FC9E71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34698B2-B487-426B-90C8-FDD065DE6971}"/>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3D790B9-244A-4F35-B7D0-86D9AC916269}"/>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3FAF848-D9FB-4C99-A585-2D18E4634BF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dm-receiver-operation">
            <a:extLst xmlns:a="http://schemas.openxmlformats.org/drawingml/2006/main">
              <a:ext uri="{FF2B5EF4-FFF2-40B4-BE49-F238E27FC236}">
                <a16:creationId xmlns:a16="http://schemas.microsoft.com/office/drawing/2014/main" id="{6296A09A-1D61-45DF-BC4F-68703B15F73C}"/>
              </a:ext>
            </a:extLst>
          </p:cNvPr>
          <p:cNvSpPr>
            <a:spLocks xmlns:a="http://schemas.openxmlformats.org/drawingml/2006/main" noGrp="1"/>
          </p:cNvSpPr>
          <p:nvPr/>
        </p:nvSpPr>
        <p:spPr>
          <a:xfrm xmlns:a="http://schemas.openxmlformats.org/drawingml/2006/main">
            <a:off x="609600" y="211455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Decommutator: separate the time slots</a:t>
            </a:r>
          </a:p>
        </p:txBody>
      </p:sp>
      <p:pic>
        <p:nvPicPr>
          <p:cNvPr id="10" name="tdm-receive" descr="Note 7: tdm receive. Static entry; click once; final state retained.">
            <a:extLst xmlns:a="http://schemas.openxmlformats.org/drawingml/2006/main">
              <a:ext uri="{FF2B5EF4-FFF2-40B4-BE49-F238E27FC236}">
                <a16:creationId xmlns:a16="http://schemas.microsoft.com/office/drawing/2014/main" id="{8D60BAAB-F2DD-4DF0-91D1-C7BFD6E8454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19" name="tdm-receive--t4-click-frame-00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0" name="tdm-receive--t4-click-frame-00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1" name="tdm-receive--t4-click-frame-00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2" name="tdm-receive--t4-click-frame-00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3" name="tdm-receive--t4-click-frame-00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4" name="tdm-receive--t4-click-frame-00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5" name="tdm-receive--t4-click-frame-00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6" name="tdm-receive--t4-click-frame-00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7" name="tdm-receive--t4-click-frame-00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8" name="tdm-receive--t4-click-frame-01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9" name="tdm-receive--t4-click-frame-01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tdm-receive--t4-click-frame-01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tdm-receive--t4-click-frame-01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tdm-receive--t4-click-frame-01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tdm-receive--t4-click-frame-01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tdm-receive--t4-click-frame-01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tdm-receive--t4-click-frame-01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tdm-receive--t4-click-frame-01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tdm-receive--t4-click-frame-01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tdm-receive--t4-click-frame-02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tdm-receive--t4-click-frame-02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tdm-receive--t4-click-frame-02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tdm-receive--t4-click-frame-02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tdm-receive--t4-click-frame-02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tdm-receive--t4-click-frame-02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tdm-receive--t4-click-frame-02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tdm-receive--t4-click-frame-02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tdm-receive--t4-click-frame-02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tdm-receive--t4-click-frame-02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tdm-receive--t4-click-frame-03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tdm-receive--t4-click-frame-03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tdm-receive--t4-click-frame-03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tdm-receive--t4-click-frame-03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tdm-receive--t4-click-frame-03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tdm-receive--t4-click-frame-03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tdm-receive--t4-click-frame-03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synchronism">
            <a:extLst xmlns:a="http://schemas.openxmlformats.org/drawingml/2006/main">
              <a:ext uri="{FF2B5EF4-FFF2-40B4-BE49-F238E27FC236}">
                <a16:creationId xmlns:a16="http://schemas.microsoft.com/office/drawing/2014/main" id="{1DAB6E40-4D52-4864-B892-171E55A197C9}"/>
              </a:ext>
            </a:extLst>
          </p:cNvPr>
          <p:cNvSpPr>
            <a:spLocks xmlns:a="http://schemas.openxmlformats.org/drawingml/2006/main" noGrp="1"/>
          </p:cNvSpPr>
          <p:nvPr/>
        </p:nvSpPr>
        <p:spPr>
          <a:xfrm xmlns:a="http://schemas.openxmlformats.org/drawingml/2006/main">
            <a:off x="609600" y="60960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Same clock and slot assignment; reconstruct each message.</a:t>
            </a:r>
          </a:p>
        </p:txBody>
      </p:sp>
      <p:sp>
        <p:nvSpPr>
          <p:cNvPr id="12" name="synchronism-emphasis">
            <a:extLst xmlns:a="http://schemas.openxmlformats.org/drawingml/2006/main">
              <a:ext uri="{FF2B5EF4-FFF2-40B4-BE49-F238E27FC236}">
                <a16:creationId xmlns:a16="http://schemas.microsoft.com/office/drawing/2014/main" id="{EECAE84B-22B7-442C-BDA2-E87D3F846424}"/>
              </a:ext>
            </a:extLst>
          </p:cNvPr>
          <p:cNvSpPr>
            <a:spLocks xmlns:a="http://schemas.openxmlformats.org/drawingml/2006/main" noGrp="1"/>
          </p:cNvSpPr>
          <p:nvPr/>
        </p:nvSpPr>
        <p:spPr>
          <a:xfrm xmlns:a="http://schemas.openxmlformats.org/drawingml/2006/main">
            <a:off x="609600" y="65627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E0C39FC-6C5F-44DB-9C68-AAC418F04458}"/>
              </a:ext>
            </a:extLst>
          </p:cNvPr>
          <p:cNvPicPr>
            <a:picLocks xmlns:a="http://schemas.openxmlformats.org/drawingml/2006/main" noChangeAspect="1"/>
          </p:cNvPicPr>
          <p:nvPr/>
        </p:nvPicPr>
        <p:blipFill>
          <a:blip xmlns:r="http://schemas.openxmlformats.org/officeDocument/2006/relationships" xmlns:a="http://schemas.openxmlformats.org/drawingml/2006/main" r:embed="R990c435bde2b479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03EBE11-4984-41D9-95AF-0C6BF99A1886}"/>
              </a:ext>
            </a:extLst>
          </p:cNvPr>
          <p:cNvPicPr>
            <a:picLocks xmlns:a="http://schemas.openxmlformats.org/drawingml/2006/main" noChangeAspect="1"/>
          </p:cNvPicPr>
          <p:nvPr/>
        </p:nvPicPr>
        <p:blipFill>
          <a:blip xmlns:r="http://schemas.openxmlformats.org/officeDocument/2006/relationships" xmlns:a="http://schemas.openxmlformats.org/drawingml/2006/main" r:embed="Re2b3e857e10245f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12DC4-A20E-4DDB-93B7-6CC01787FC7A}"/>
              </a:ext>
            </a:extLst>
          </p:cNvPr>
          <p:cNvPicPr>
            <a:picLocks xmlns:a="http://schemas.openxmlformats.org/drawingml/2006/main" noChangeAspect="1"/>
          </p:cNvPicPr>
          <p:nvPr/>
        </p:nvPicPr>
        <p:blipFill>
          <a:blip xmlns:r="http://schemas.openxmlformats.org/officeDocument/2006/relationships" xmlns:a="http://schemas.openxmlformats.org/drawingml/2006/main" r:embed="R920816b5a6164c9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6" name="tdm-receiver-pulse-fit" descr="T&lt;T_s/3">
            <a:extLst xmlns:a="http://schemas.openxmlformats.org/drawingml/2006/main">
              <a:ext uri="{FF2B5EF4-FFF2-40B4-BE49-F238E27FC236}">
                <a16:creationId xmlns:a16="http://schemas.microsoft.com/office/drawing/2014/main" id="{DF0A40B0-AAF8-47A9-95D9-860B4CFE1869}"/>
              </a:ext>
            </a:extLst>
          </p:cNvPr>
          <p:cNvPicPr>
            <a:picLocks xmlns:a="http://schemas.openxmlformats.org/drawingml/2006/main" noChangeAspect="1"/>
          </p:cNvPicPr>
          <p:nvPr/>
        </p:nvPicPr>
        <p:blipFill>
          <a:blip xmlns:r="http://schemas.openxmlformats.org/officeDocument/2006/relationships" xmlns:a="http://schemas.openxmlformats.org/drawingml/2006/main" r:embed="Rd256c21befcc43d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9096375" y="2185988"/>
            <a:ext cx="1253490" cy="266700"/>
          </a:xfrm>
          <a:prstGeom xmlns:a="http://schemas.openxmlformats.org/drawingml/2006/main" prst="rect">
            <a:avLst/>
          </a:prstGeom>
        </p:spPr>
      </p:pic>
      <p:pic>
        <p:nvPicPr>
          <p:cNvPr id="17" name="tdm-reconstruction" descr="m_i(t)=\sum_n m_i(t_{n,i})\operatorname{sinc}\!\left(\frac{t-t_{n,i}}{T_s}\right)">
            <a:extLst xmlns:a="http://schemas.openxmlformats.org/drawingml/2006/main">
              <a:ext uri="{FF2B5EF4-FFF2-40B4-BE49-F238E27FC236}">
                <a16:creationId xmlns:a16="http://schemas.microsoft.com/office/drawing/2014/main" id="{B6E11815-1168-4F4F-9C09-D512290121A8}"/>
              </a:ext>
            </a:extLst>
          </p:cNvPr>
          <p:cNvPicPr>
            <a:picLocks xmlns:a="http://schemas.openxmlformats.org/drawingml/2006/main" noChangeAspect="1"/>
          </p:cNvPicPr>
          <p:nvPr/>
        </p:nvPicPr>
        <p:blipFill>
          <a:blip xmlns:r="http://schemas.openxmlformats.org/officeDocument/2006/relationships" xmlns:a="http://schemas.openxmlformats.org/drawingml/2006/main" r:embed="R38389f9d3d92449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14950"/>
            <a:ext cx="4103077" cy="476250"/>
          </a:xfrm>
          <a:prstGeom xmlns:a="http://schemas.openxmlformats.org/drawingml/2006/main" prst="rect">
            <a:avLst/>
          </a:prstGeom>
        </p:spPr>
      </p:pic>
    </p:spTree>
    <p:extLst>
      <p:ext uri="{BB962C8B-B14F-4D97-AF65-F5344CB8AC3E}">
        <p14:creationId xmlns:p14="http://schemas.microsoft.com/office/powerpoint/2010/main" val="1760435858"/>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720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8"/>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9"/>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30"/>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1"/>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2"/>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4"/>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5"/>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9"/>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40"/>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1"/>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2"/>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3"/>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4"/>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5"/>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6"/>
                                        </p:tgtEl>
                                        <p:attrNameLst>
                                          <p:attrName>style.visibility</p:attrName>
                                        </p:attrNameLst>
                                      </p:cBhvr>
                                      <p:to>
                                        <p:strVal val="visible"/>
                                      </p:to>
                                    </p:set>
                                  </p:childTnLst>
                                </p:cTn>
                              </p:par>
                              <p:par>
                                <p:cTn id="74" presetID="1" presetClass="entr" presetSubtype="0" fill="hold" nodeType="withEffect" restart="never">
                                  <p:stCondLst>
                                    <p:cond delay="4980"/>
                                  </p:stCondLst>
                                  <p:childTnLst>
                                    <p:set>
                                      <p:cBhvr>
                                        <p:cTn id="75" dur="1" fill="hold">
                                          <p:stCondLst>
                                            <p:cond delay="0"/>
                                          </p:stCondLst>
                                        </p:cTn>
                                        <p:tgtEl>
                                          <p:spTgt spid="47"/>
                                        </p:tgtEl>
                                        <p:attrNameLst>
                                          <p:attrName>style.visibility</p:attrName>
                                        </p:attrNameLst>
                                      </p:cBhvr>
                                      <p:to>
                                        <p:strVal val="visible"/>
                                      </p:to>
                                    </p:set>
                                  </p:childTnLst>
                                </p:cTn>
                              </p:par>
                              <p:par>
                                <p:cTn id="76" presetID="1" presetClass="entr" presetSubtype="0" fill="hold" nodeType="withEffect" restart="never">
                                  <p:stCondLst>
                                    <p:cond delay="5140"/>
                                  </p:stCondLst>
                                  <p:childTnLst>
                                    <p:set>
                                      <p:cBhvr>
                                        <p:cTn id="77" dur="1" fill="hold">
                                          <p:stCondLst>
                                            <p:cond delay="0"/>
                                          </p:stCondLst>
                                        </p:cTn>
                                        <p:tgtEl>
                                          <p:spTgt spid="48"/>
                                        </p:tgtEl>
                                        <p:attrNameLst>
                                          <p:attrName>style.visibility</p:attrName>
                                        </p:attrNameLst>
                                      </p:cBhvr>
                                      <p:to>
                                        <p:strVal val="visible"/>
                                      </p:to>
                                    </p:set>
                                  </p:childTnLst>
                                </p:cTn>
                              </p:par>
                              <p:par>
                                <p:cTn id="78" presetID="1" presetClass="entr" presetSubtype="0" fill="hold" nodeType="withEffect" restart="never">
                                  <p:stCondLst>
                                    <p:cond delay="530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nodeType="withEffect" restart="never">
                                  <p:stCondLst>
                                    <p:cond delay="546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nodeType="withEffect" restart="never">
                                  <p:stCondLst>
                                    <p:cond delay="5620"/>
                                  </p:stCondLst>
                                  <p:childTnLst>
                                    <p:set>
                                      <p:cBhvr>
                                        <p:cTn id="83" dur="1" fill="hold">
                                          <p:stCondLst>
                                            <p:cond delay="0"/>
                                          </p:stCondLst>
                                        </p:cTn>
                                        <p:tgtEl>
                                          <p:spTgt spid="51"/>
                                        </p:tgtEl>
                                        <p:attrNameLst>
                                          <p:attrName>style.visibility</p:attrName>
                                        </p:attrNameLst>
                                      </p:cBhvr>
                                      <p:to>
                                        <p:strVal val="visible"/>
                                      </p:to>
                                    </p:set>
                                  </p:childTnLst>
                                </p:cTn>
                              </p:par>
                              <p:par>
                                <p:cTn id="84" presetID="1" presetClass="entr" presetSubtype="0" fill="hold" nodeType="withEffect" restart="never">
                                  <p:stCondLst>
                                    <p:cond delay="5780"/>
                                  </p:stCondLst>
                                  <p:childTnLst>
                                    <p:set>
                                      <p:cBhvr>
                                        <p:cTn id="85" dur="1" fill="hold">
                                          <p:stCondLst>
                                            <p:cond delay="0"/>
                                          </p:stCondLst>
                                        </p:cTn>
                                        <p:tgtEl>
                                          <p:spTgt spid="52"/>
                                        </p:tgtEl>
                                        <p:attrNameLst>
                                          <p:attrName>style.visibility</p:attrName>
                                        </p:attrNameLst>
                                      </p:cBhvr>
                                      <p:to>
                                        <p:strVal val="visible"/>
                                      </p:to>
                                    </p:set>
                                  </p:childTnLst>
                                </p:cTn>
                              </p:par>
                              <p:par>
                                <p:cTn id="86" presetID="1" presetClass="entr" presetSubtype="0" fill="hold" nodeType="withEffect" restart="never">
                                  <p:stCondLst>
                                    <p:cond delay="5940"/>
                                  </p:stCondLst>
                                  <p:childTnLst>
                                    <p:set>
                                      <p:cBhvr>
                                        <p:cTn id="87" dur="1" fill="hold">
                                          <p:stCondLst>
                                            <p:cond delay="0"/>
                                          </p:stCondLst>
                                        </p:cTn>
                                        <p:tgtEl>
                                          <p:spTgt spid="53"/>
                                        </p:tgtEl>
                                        <p:attrNameLst>
                                          <p:attrName>style.visibility</p:attrName>
                                        </p:attrNameLst>
                                      </p:cBhvr>
                                      <p:to>
                                        <p:strVal val="visible"/>
                                      </p:to>
                                    </p:set>
                                  </p:childTnLst>
                                </p:cTn>
                              </p:par>
                              <p:par>
                                <p:cTn id="88" presetID="1" presetClass="entr" presetSubtype="0" fill="hold" nodeType="withEffect" restart="never">
                                  <p:stCondLst>
                                    <p:cond delay="6100"/>
                                  </p:stCondLst>
                                  <p:childTnLst>
                                    <p:set>
                                      <p:cBhvr>
                                        <p:cTn id="89"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 and 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Takeaways</a:t>
            </a:r>
          </a:p>
        </p:txBody>
      </p:sp>
      <p:sp>
        <p:nvSpPr>
          <p:cNvPr id="3" name="route-arrow-0-shaft">
            <a:extLst xmlns:a="http://schemas.openxmlformats.org/drawingml/2006/main">
              <a:ext uri="{FF2B5EF4-FFF2-40B4-BE49-F238E27FC236}">
                <a16:creationId xmlns:a16="http://schemas.microsoft.com/office/drawing/2014/main" id="{5DFB2A4C-1948-4F85-A8C2-319618F9BCA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12ECF59-DCBA-4BE1-97AB-2F0C94FB8EA4}"/>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C8FDCE3-0EB3-424B-91F9-6053449A925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C477FFA0-7FB9-4FDC-85A1-07286EDAC9B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D92CA08-D101-412F-9162-9DACC89DD40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4669E247-0197-48DE-84E8-EF59E1A2026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recap-assumption">
            <a:extLst xmlns:a="http://schemas.openxmlformats.org/drawingml/2006/main">
              <a:ext uri="{FF2B5EF4-FFF2-40B4-BE49-F238E27FC236}">
                <a16:creationId xmlns:a16="http://schemas.microsoft.com/office/drawing/2014/main" id="{C8A283C5-EEBD-4F76-B3B3-D41FB425AB49}"/>
              </a:ext>
            </a:extLst>
          </p:cNvPr>
          <p:cNvSpPr>
            <a:spLocks xmlns:a="http://schemas.openxmlformats.org/drawingml/2006/main" noGrp="1"/>
          </p:cNvSpPr>
          <p:nvPr/>
        </p:nvSpPr>
        <p:spPr>
          <a:xfrm xmlns:a="http://schemas.openxmlformats.org/drawingml/2006/main">
            <a:off x="609600" y="2047875"/>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i="0">
                <a:solidFill>
                  <a:srgbClr val="202020"/>
                </a:solidFill>
                <a:latin typeface="Times New Roman"/>
                <a:ea typeface="Times New Roman"/>
                <a:cs typeface="Times New Roman"/>
              </a:defRPr>
            </a:defPPr>
          </a:lstStyle>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Bandlimited messages; no boundary tones at equality.</a:t>
            </a:r>
          </a:p>
        </p:txBody>
      </p:sp>
      <p:graphicFrame>
        <p:nvGraphicFramePr>
          <p:cNvPr id="10" name="takeaway-table">
            <a:extLst xmlns:a="http://schemas.openxmlformats.org/drawingml/2006/main">
              <a:ext uri="{FF2B5EF4-FFF2-40B4-BE49-F238E27FC236}">
                <a16:creationId xmlns:a16="http://schemas.microsoft.com/office/drawing/2014/main" id="{65A735B0-9807-49A5-8DCC-7291517AEFE0}"/>
              </a:ext>
            </a:extLst>
          </p:cNvPr>
          <p:cNvGraphicFramePr/>
          <p:nvPr/>
        </p:nvGraphicFramePr>
        <p:xfrm>
          <a:off xmlns:a="http://schemas.openxmlformats.org/drawingml/2006/main" x="609600" y="2409825"/>
          <a:ext xmlns:a="http://schemas.openxmlformats.org/drawingml/2006/main" cx="10896600" cy="3857625"/>
        </p:xfrm>
        <a:graphic xmlns:a="http://schemas.openxmlformats.org/drawingml/2006/main">
          <a:graphicData uri="http://schemas.openxmlformats.org/drawingml/2006/table">
            <a:tbl>
              <a:tblPr firstRow="0" bandRow="0"/>
              <a:tblGrid>
                <a:gridCol w="2343150"/>
                <a:gridCol w="3990975"/>
                <a:gridCol w="4562475"/>
              </a:tblGrid>
              <a:tr h="771525">
                <a:tc>
                  <a:txBody>
                    <a:bodyPr/>
                    <a:lstStyle/>
                    <a:p>
                      <a:pPr algn="ctr"/>
                      <a:r>
                        <a:rPr sz="2025" b="1">
                          <a:solidFill>
                            <a:srgbClr val="202020"/>
                          </a:solidFill>
                          <a:latin typeface="Times New Roman"/>
                          <a:ea typeface="Times New Roman"/>
                          <a:cs typeface="Times New Roman"/>
                        </a:rPr>
                        <a:t>Task</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Operation</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Result</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771525">
                <a:tc>
                  <a:txBody>
                    <a:bodyPr/>
                    <a:lstStyle/>
                    <a:p>
                      <a:pPr algn="ctr"/>
                      <a:r>
                        <a:rPr sz="2025" b="1">
                          <a:solidFill>
                            <a:srgbClr val="202020"/>
                          </a:solidFill>
                          <a:latin typeface="Times New Roman"/>
                          <a:ea typeface="Times New Roman"/>
                          <a:cs typeface="Times New Roman"/>
                        </a:rPr>
                        <a:t>Generate 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then form pulses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value = pulse height</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Avoid aliasing</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Separate spectral copies</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20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Recover 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Read heights, then reconstruct</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Weighted sinc pulses add to m</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Share the channel</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Interleave time slots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Synchronized TDM</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1" name="takeaway-link-0">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68BA371-CE28-42E6-8FFA-B6F2347EFF8B}"/>
              </a:ext>
            </a:extLst>
          </p:cNvPr>
          <p:cNvSpPr>
            <a:spLocks xmlns:a="http://schemas.openxmlformats.org/drawingml/2006/main" noGrp="1"/>
          </p:cNvSpPr>
          <p:nvPr/>
        </p:nvSpPr>
        <p:spPr>
          <a:xfrm xmlns:a="http://schemas.openxmlformats.org/drawingml/2006/main">
            <a:off x="609600" y="318135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2" name="takeaway-link-1">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BABE442C-8309-4C15-A677-CA7823EFAD8D}"/>
              </a:ext>
            </a:extLst>
          </p:cNvPr>
          <p:cNvSpPr>
            <a:spLocks xmlns:a="http://schemas.openxmlformats.org/drawingml/2006/main" noGrp="1"/>
          </p:cNvSpPr>
          <p:nvPr/>
        </p:nvSpPr>
        <p:spPr>
          <a:xfrm xmlns:a="http://schemas.openxmlformats.org/drawingml/2006/main">
            <a:off x="609600" y="3952875"/>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3" name="takeaway-link-2">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72D58B1-7BA7-478D-8E55-C93F83FD5D77}"/>
              </a:ext>
            </a:extLst>
          </p:cNvPr>
          <p:cNvSpPr>
            <a:spLocks xmlns:a="http://schemas.openxmlformats.org/drawingml/2006/main" noGrp="1"/>
          </p:cNvSpPr>
          <p:nvPr/>
        </p:nvSpPr>
        <p:spPr>
          <a:xfrm xmlns:a="http://schemas.openxmlformats.org/drawingml/2006/main">
            <a:off x="609600" y="472440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4" name="takeaway-link-3">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57750DB-8D2D-4109-AC9E-14541503FF68}"/>
              </a:ext>
            </a:extLst>
          </p:cNvPr>
          <p:cNvSpPr>
            <a:spLocks xmlns:a="http://schemas.openxmlformats.org/drawingml/2006/main" noGrp="1"/>
          </p:cNvSpPr>
          <p:nvPr/>
        </p:nvSpPr>
        <p:spPr>
          <a:xfrm xmlns:a="http://schemas.openxmlformats.org/drawingml/2006/main">
            <a:off x="609600" y="5495925"/>
            <a:ext cx="10896600" cy="771525"/>
          </a:xfrm>
          <a:prstGeom xmlns:a="http://schemas.openxmlformats.org/drawingml/2006/main" prst="rect">
            <a:avLst/>
          </a:prstGeom>
          <a:noFill xmlns:a="http://schemas.openxmlformats.org/drawingml/2006/main"/>
          <a:ln xmlns:a="http://schemas.openxmlformats.org/drawingml/2006/main" w="0">
            <a:noFill/>
          </a:ln>
        </p:spPr>
      </p:sp>
      <p:pic>
        <p:nvPicPr>
          <p:cNvPr id="1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F0FF7DD-58C3-4D75-B59B-0E35E02D9232}"/>
              </a:ext>
            </a:extLst>
          </p:cNvPr>
          <p:cNvPicPr>
            <a:picLocks xmlns:a="http://schemas.openxmlformats.org/drawingml/2006/main" noChangeAspect="1"/>
          </p:cNvPicPr>
          <p:nvPr/>
        </p:nvPicPr>
        <p:blipFill>
          <a:blip xmlns:r="http://schemas.openxmlformats.org/officeDocument/2006/relationships" xmlns:a="http://schemas.openxmlformats.org/drawingml/2006/main" r:embed="R2363501f1ba74fe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D35C1C9-61B1-4269-83B5-7B0D7845A3CF}"/>
              </a:ext>
            </a:extLst>
          </p:cNvPr>
          <p:cNvPicPr>
            <a:picLocks xmlns:a="http://schemas.openxmlformats.org/drawingml/2006/main" noChangeAspect="1"/>
          </p:cNvPicPr>
          <p:nvPr/>
        </p:nvPicPr>
        <p:blipFill>
          <a:blip xmlns:r="http://schemas.openxmlformats.org/officeDocument/2006/relationships" xmlns:a="http://schemas.openxmlformats.org/drawingml/2006/main" r:embed="R37f9eb21bc94486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7"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8447205-B494-4038-BBEF-661E13B3D9A8}"/>
              </a:ext>
            </a:extLst>
          </p:cNvPr>
          <p:cNvPicPr>
            <a:picLocks xmlns:a="http://schemas.openxmlformats.org/drawingml/2006/main" noChangeAspect="1"/>
          </p:cNvPicPr>
          <p:nvPr/>
        </p:nvPicPr>
        <p:blipFill>
          <a:blip xmlns:r="http://schemas.openxmlformats.org/officeDocument/2006/relationships" xmlns:a="http://schemas.openxmlformats.org/drawingml/2006/main" r:embed="Rf455a8dccc824da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8" name="recap-sampling-condition" descr="f_s\ge2W">
            <a:extLst xmlns:a="http://schemas.openxmlformats.org/drawingml/2006/main">
              <a:ext uri="{FF2B5EF4-FFF2-40B4-BE49-F238E27FC236}">
                <a16:creationId xmlns:a16="http://schemas.microsoft.com/office/drawing/2014/main" id="{1A059C17-699A-4CE4-94EF-1B7B2CE3D228}"/>
              </a:ext>
            </a:extLst>
          </p:cNvPr>
          <p:cNvPicPr>
            <a:picLocks xmlns:a="http://schemas.openxmlformats.org/drawingml/2006/main" noChangeAspect="1"/>
          </p:cNvPicPr>
          <p:nvPr/>
        </p:nvPicPr>
        <p:blipFill>
          <a:blip xmlns:r="http://schemas.openxmlformats.org/officeDocument/2006/relationships" xmlns:a="http://schemas.openxmlformats.org/drawingml/2006/main" r:embed="Rb9a5e654668e473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8600123" y="4201478"/>
            <a:ext cx="1249680" cy="274320"/>
          </a:xfrm>
          <a:prstGeom xmlns:a="http://schemas.openxmlformats.org/drawingml/2006/main" prst="rect">
            <a:avLst/>
          </a:prstGeom>
        </p:spPr>
      </p:pic>
    </p:spTree>
    <p:extLst>
      <p:ext uri="{BB962C8B-B14F-4D97-AF65-F5344CB8AC3E}">
        <p14:creationId xmlns:p14="http://schemas.microsoft.com/office/powerpoint/2010/main" val="699876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Review</a:t>
            </a:r>
          </a:p>
        </p:txBody>
      </p:sp>
      <p:sp>
        <p:nvSpPr>
          <p:cNvPr id="3" name="route-arrow-0-shaft">
            <a:extLst xmlns:a="http://schemas.openxmlformats.org/drawingml/2006/main">
              <a:ext uri="{FF2B5EF4-FFF2-40B4-BE49-F238E27FC236}">
                <a16:creationId xmlns:a16="http://schemas.microsoft.com/office/drawing/2014/main" id="{48660311-4F2A-43A6-A457-74B6E65F1412}"/>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C217AD2-86CF-4805-9443-4EC7CBB4191F}"/>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FA330CE-B63A-4456-8FB3-A1D13465063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5556304-51B3-4369-936B-D6166BE7C5A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E62291AB-B6D6-4A06-97A5-C3A756F92F2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628AA4DB-5152-46FD-96B1-4993A726400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graphicFrame>
        <p:nvGraphicFramePr>
          <p:cNvPr id="9" name="review-table">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CA839F5-3C33-44AA-BDD7-794BCBAC99AE}"/>
              </a:ext>
            </a:extLst>
          </p:cNvPr>
          <p:cNvGraphicFramePr/>
          <p:nvPr/>
        </p:nvGraphicFramePr>
        <p:xfrm>
          <a:off xmlns:a="http://schemas.openxmlformats.org/drawingml/2006/main" x="609600" y="2400300"/>
          <a:ext xmlns:a="http://schemas.openxmlformats.org/drawingml/2006/main" cx="10896600" cy="3238500"/>
        </p:xfrm>
        <a:graphic xmlns:a="http://schemas.openxmlformats.org/drawingml/2006/main">
          <a:graphicData uri="http://schemas.openxmlformats.org/drawingml/2006/table">
            <a:tbl>
              <a:tblPr firstRow="0" bandRow="0"/>
              <a:tblGrid>
                <a:gridCol w="2714625"/>
                <a:gridCol w="8181975"/>
              </a:tblGrid>
              <a:tr h="647700">
                <a:tc>
                  <a:txBody>
                    <a:bodyPr/>
                    <a:lstStyle/>
                    <a:p>
                      <a:pPr algn="ctr"/>
                      <a:r>
                        <a:rPr sz="2175" b="1">
                          <a:solidFill>
                            <a:srgbClr val="202020"/>
                          </a:solidFill>
                          <a:latin typeface="Times New Roman"/>
                          <a:ea typeface="Times New Roman"/>
                          <a:cs typeface="Times New Roman"/>
                        </a:rPr>
                        <a:t>Method</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75" b="1">
                          <a:solidFill>
                            <a:srgbClr val="202020"/>
                          </a:solidFill>
                          <a:latin typeface="Times New Roman"/>
                          <a:ea typeface="Times New Roman"/>
                          <a:cs typeface="Times New Roman"/>
                        </a:rPr>
                        <a:t>The message controls</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647700">
                <a:tc>
                  <a:txBody>
                    <a:bodyPr/>
                    <a:lstStyle/>
                    <a:p>
                      <a:pPr algn="ctr"/>
                      <a:r>
                        <a:rPr sz="2175" b="1">
                          <a:solidFill>
                            <a:srgbClr val="202020"/>
                          </a:solidFill>
                          <a:latin typeface="Times New Roman"/>
                          <a:ea typeface="Times New Roman"/>
                          <a:cs typeface="Times New Roman"/>
                        </a:rPr>
                        <a:t>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Sinusoid amplitude</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PM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Added phase</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FM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Instantaneous frequency</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Pulse height</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0" name="multiplexing-review">
            <a:extLst xmlns:a="http://schemas.openxmlformats.org/drawingml/2006/main">
              <a:ext uri="{FF2B5EF4-FFF2-40B4-BE49-F238E27FC236}">
                <a16:creationId xmlns:a16="http://schemas.microsoft.com/office/drawing/2014/main" id="{F5B8978A-A507-4987-ADA7-7F40318B1A77}"/>
              </a:ext>
            </a:extLst>
          </p:cNvPr>
          <p:cNvSpPr>
            <a:spLocks xmlns:a="http://schemas.openxmlformats.org/drawingml/2006/main" noGrp="1"/>
          </p:cNvSpPr>
          <p:nvPr/>
        </p:nvSpPr>
        <p:spPr>
          <a:xfrm xmlns:a="http://schemas.openxmlformats.org/drawingml/2006/main">
            <a:off x="609600" y="5981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FDM: share frequency.     TDM: share time.</a:t>
            </a:r>
          </a:p>
        </p:txBody>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82572FF-A9BD-4CC0-B1B2-CC545E28DB87}"/>
              </a:ext>
            </a:extLst>
          </p:cNvPr>
          <p:cNvPicPr>
            <a:picLocks xmlns:a="http://schemas.openxmlformats.org/drawingml/2006/main" noChangeAspect="1"/>
          </p:cNvPicPr>
          <p:nvPr/>
        </p:nvPicPr>
        <p:blipFill>
          <a:blip xmlns:r="http://schemas.openxmlformats.org/officeDocument/2006/relationships" xmlns:a="http://schemas.openxmlformats.org/drawingml/2006/main" r:embed="Rd76cd021c31f48f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F81D783-9730-4876-90D3-DE1E563237C3}"/>
              </a:ext>
            </a:extLst>
          </p:cNvPr>
          <p:cNvPicPr>
            <a:picLocks xmlns:a="http://schemas.openxmlformats.org/drawingml/2006/main" noChangeAspect="1"/>
          </p:cNvPicPr>
          <p:nvPr/>
        </p:nvPicPr>
        <p:blipFill>
          <a:blip xmlns:r="http://schemas.openxmlformats.org/officeDocument/2006/relationships" xmlns:a="http://schemas.openxmlformats.org/drawingml/2006/main" r:embed="Ra0b361f99e34402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7235C-54BE-4310-942D-5A05458D1881}"/>
              </a:ext>
            </a:extLst>
          </p:cNvPr>
          <p:cNvPicPr>
            <a:picLocks xmlns:a="http://schemas.openxmlformats.org/drawingml/2006/main" noChangeAspect="1"/>
          </p:cNvPicPr>
          <p:nvPr/>
        </p:nvPicPr>
        <p:blipFill>
          <a:blip xmlns:r="http://schemas.openxmlformats.org/officeDocument/2006/relationships" xmlns:a="http://schemas.openxmlformats.org/drawingml/2006/main" r:embed="R4315645f4122496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21329857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Communication system</a:t>
            </a:r>
          </a:p>
        </p:txBody>
      </p:sp>
      <p:sp>
        <p:nvSpPr>
          <p:cNvPr id="2" name="future-tx-arrow-shaft">
            <a:extLst xmlns:a="http://schemas.openxmlformats.org/drawingml/2006/main">
              <a:ext uri="{FF2B5EF4-FFF2-40B4-BE49-F238E27FC236}">
                <a16:creationId xmlns:a16="http://schemas.microsoft.com/office/drawing/2014/main" id="{79834C55-42DE-457D-852E-2BFF7B17946F}"/>
              </a:ext>
            </a:extLst>
          </p:cNvPr>
          <p:cNvSpPr>
            <a:spLocks xmlns:a="http://schemas.openxmlformats.org/drawingml/2006/main" noGrp="1"/>
          </p:cNvSpPr>
          <p:nvPr/>
        </p:nvSpPr>
        <p:spPr>
          <a:xfrm xmlns:a="http://schemas.openxmlformats.org/drawingml/2006/main">
            <a:off x="1809750" y="2876550"/>
            <a:ext cx="25336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future-tx-arrow-head">
            <a:extLst xmlns:a="http://schemas.openxmlformats.org/drawingml/2006/main">
              <a:ext uri="{FF2B5EF4-FFF2-40B4-BE49-F238E27FC236}">
                <a16:creationId xmlns:a16="http://schemas.microsoft.com/office/drawing/2014/main" id="{6DE28A1C-4C7F-4F12-9089-DC873E4178DB}"/>
              </a:ext>
            </a:extLst>
          </p:cNvPr>
          <p:cNvSpPr>
            <a:spLocks xmlns:a="http://schemas.openxmlformats.org/drawingml/2006/main" noGrp="1"/>
          </p:cNvSpPr>
          <p:nvPr/>
        </p:nvSpPr>
        <p:spPr>
          <a:xfrm xmlns:a="http://schemas.openxmlformats.org/drawingml/2006/main" rot="5400000">
            <a:off x="4324350"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future-channel-arrow-shaft">
            <a:extLst xmlns:a="http://schemas.openxmlformats.org/drawingml/2006/main">
              <a:ext uri="{FF2B5EF4-FFF2-40B4-BE49-F238E27FC236}">
                <a16:creationId xmlns:a16="http://schemas.microsoft.com/office/drawing/2014/main" id="{5B1C16CA-C72B-4C50-A66D-B740F22D6734}"/>
              </a:ext>
            </a:extLst>
          </p:cNvPr>
          <p:cNvSpPr>
            <a:spLocks xmlns:a="http://schemas.openxmlformats.org/drawingml/2006/main" noGrp="1"/>
          </p:cNvSpPr>
          <p:nvPr/>
        </p:nvSpPr>
        <p:spPr>
          <a:xfrm xmlns:a="http://schemas.openxmlformats.org/drawingml/2006/main">
            <a:off x="5686425" y="2876550"/>
            <a:ext cx="19907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future-channel-arrow-head">
            <a:extLst xmlns:a="http://schemas.openxmlformats.org/drawingml/2006/main">
              <a:ext uri="{FF2B5EF4-FFF2-40B4-BE49-F238E27FC236}">
                <a16:creationId xmlns:a16="http://schemas.microsoft.com/office/drawing/2014/main" id="{88EF9567-DBC4-4DE4-A83D-C4ABE681ACCA}"/>
              </a:ext>
            </a:extLst>
          </p:cNvPr>
          <p:cNvSpPr>
            <a:spLocks xmlns:a="http://schemas.openxmlformats.org/drawingml/2006/main" noGrp="1"/>
          </p:cNvSpPr>
          <p:nvPr/>
        </p:nvSpPr>
        <p:spPr>
          <a:xfrm xmlns:a="http://schemas.openxmlformats.org/drawingml/2006/main" rot="5400000">
            <a:off x="7658100"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future-rx-arrow-shaft">
            <a:extLst xmlns:a="http://schemas.openxmlformats.org/drawingml/2006/main">
              <a:ext uri="{FF2B5EF4-FFF2-40B4-BE49-F238E27FC236}">
                <a16:creationId xmlns:a16="http://schemas.microsoft.com/office/drawing/2014/main" id="{779DBB53-00D5-47ED-BEA5-C9805A760F16}"/>
              </a:ext>
            </a:extLst>
          </p:cNvPr>
          <p:cNvSpPr>
            <a:spLocks xmlns:a="http://schemas.openxmlformats.org/drawingml/2006/main" noGrp="1"/>
          </p:cNvSpPr>
          <p:nvPr/>
        </p:nvSpPr>
        <p:spPr>
          <a:xfrm xmlns:a="http://schemas.openxmlformats.org/drawingml/2006/main">
            <a:off x="8982075" y="2876550"/>
            <a:ext cx="16764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7" name="future-rx-arrow-head">
            <a:extLst xmlns:a="http://schemas.openxmlformats.org/drawingml/2006/main">
              <a:ext uri="{FF2B5EF4-FFF2-40B4-BE49-F238E27FC236}">
                <a16:creationId xmlns:a16="http://schemas.microsoft.com/office/drawing/2014/main" id="{F67DF020-6353-4A36-96D9-4E26DFAC51F8}"/>
              </a:ext>
            </a:extLst>
          </p:cNvPr>
          <p:cNvSpPr>
            <a:spLocks xmlns:a="http://schemas.openxmlformats.org/drawingml/2006/main" noGrp="1"/>
          </p:cNvSpPr>
          <p:nvPr/>
        </p:nvSpPr>
        <p:spPr>
          <a:xfrm xmlns:a="http://schemas.openxmlformats.org/drawingml/2006/main" rot="5400000">
            <a:off x="10639425"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8" name="future-tx">
            <a:extLst xmlns:a="http://schemas.openxmlformats.org/drawingml/2006/main">
              <a:ext uri="{FF2B5EF4-FFF2-40B4-BE49-F238E27FC236}">
                <a16:creationId xmlns:a16="http://schemas.microsoft.com/office/drawing/2014/main" id="{002DA6D9-EBB3-4B59-AD43-B5DD47D4C33D}"/>
              </a:ext>
            </a:extLst>
          </p:cNvPr>
          <p:cNvSpPr>
            <a:spLocks xmlns:a="http://schemas.openxmlformats.org/drawingml/2006/main" noGrp="1"/>
          </p:cNvSpPr>
          <p:nvPr/>
        </p:nvSpPr>
        <p:spPr>
          <a:xfrm xmlns:a="http://schemas.openxmlformats.org/drawingml/2006/main">
            <a:off x="1943100" y="20002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TRANSMITTER</a:t>
            </a:r>
          </a:p>
        </p:txBody>
      </p:sp>
      <p:sp>
        <p:nvSpPr>
          <p:cNvPr id="9" name="future-channel">
            <a:extLst xmlns:a="http://schemas.openxmlformats.org/drawingml/2006/main">
              <a:ext uri="{FF2B5EF4-FFF2-40B4-BE49-F238E27FC236}">
                <a16:creationId xmlns:a16="http://schemas.microsoft.com/office/drawing/2014/main" id="{285A2118-9157-49EE-81A3-8885A8A0276A}"/>
              </a:ext>
            </a:extLst>
          </p:cNvPr>
          <p:cNvSpPr>
            <a:spLocks xmlns:a="http://schemas.openxmlformats.org/drawingml/2006/main" noGrp="1"/>
          </p:cNvSpPr>
          <p:nvPr/>
        </p:nvSpPr>
        <p:spPr>
          <a:xfrm xmlns:a="http://schemas.openxmlformats.org/drawingml/2006/main">
            <a:off x="5629275" y="2000250"/>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CHANNEL</a:t>
            </a:r>
          </a:p>
        </p:txBody>
      </p:sp>
      <p:sp>
        <p:nvSpPr>
          <p:cNvPr id="10" name="future-rx">
            <a:extLst xmlns:a="http://schemas.openxmlformats.org/drawingml/2006/main">
              <a:ext uri="{FF2B5EF4-FFF2-40B4-BE49-F238E27FC236}">
                <a16:creationId xmlns:a16="http://schemas.microsoft.com/office/drawing/2014/main" id="{85768DF7-8D2B-47B6-B005-728C0B21AC9E}"/>
              </a:ext>
            </a:extLst>
          </p:cNvPr>
          <p:cNvSpPr>
            <a:spLocks xmlns:a="http://schemas.openxmlformats.org/drawingml/2006/main" noGrp="1"/>
          </p:cNvSpPr>
          <p:nvPr/>
        </p:nvSpPr>
        <p:spPr>
          <a:xfrm xmlns:a="http://schemas.openxmlformats.org/drawingml/2006/main">
            <a:off x="8963025" y="2000250"/>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RECEIVER</a:t>
            </a:r>
          </a:p>
        </p:txBody>
      </p:sp>
      <p:sp>
        <p:nvSpPr>
          <p:cNvPr id="11" name="future-tx-topics">
            <a:extLst xmlns:a="http://schemas.openxmlformats.org/drawingml/2006/main">
              <a:ext uri="{FF2B5EF4-FFF2-40B4-BE49-F238E27FC236}">
                <a16:creationId xmlns:a16="http://schemas.microsoft.com/office/drawing/2014/main" id="{D6A8FF13-EFB7-4529-AEEC-9C74E8F4E66C}"/>
              </a:ext>
            </a:extLst>
          </p:cNvPr>
          <p:cNvSpPr>
            <a:spLocks xmlns:a="http://schemas.openxmlformats.org/drawingml/2006/main" noGrp="1"/>
          </p:cNvSpPr>
          <p:nvPr/>
        </p:nvSpPr>
        <p:spPr>
          <a:xfrm xmlns:a="http://schemas.openxmlformats.org/drawingml/2006/main">
            <a:off x="1962150" y="3714750"/>
            <a:ext cx="31908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i="0">
                <a:solidFill>
                  <a:srgbClr val="202020"/>
                </a:solidFill>
                <a:latin typeface="Times New Roman"/>
                <a:ea typeface="Times New Roman"/>
                <a:cs typeface="Times New Roman"/>
              </a:defRPr>
            </a:defPPr>
          </a:lstStyle>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PCM</a:t>
            </a:r>
          </a:p>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Digital PAM</a:t>
            </a:r>
          </a:p>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Bandpass modulation</a:t>
            </a:r>
          </a:p>
        </p:txBody>
      </p:sp>
      <p:sp>
        <p:nvSpPr>
          <p:cNvPr id="12" name="future-channel-topics">
            <a:extLst xmlns:a="http://schemas.openxmlformats.org/drawingml/2006/main">
              <a:ext uri="{FF2B5EF4-FFF2-40B4-BE49-F238E27FC236}">
                <a16:creationId xmlns:a16="http://schemas.microsoft.com/office/drawing/2014/main" id="{0C9C9EF9-08F5-4E38-962B-6E7672C3A0B6}"/>
              </a:ext>
            </a:extLst>
          </p:cNvPr>
          <p:cNvSpPr>
            <a:spLocks xmlns:a="http://schemas.openxmlformats.org/drawingml/2006/main" noGrp="1"/>
          </p:cNvSpPr>
          <p:nvPr/>
        </p:nvSpPr>
        <p:spPr>
          <a:xfrm xmlns:a="http://schemas.openxmlformats.org/drawingml/2006/main">
            <a:off x="5610225" y="4305300"/>
            <a:ext cx="31908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h: distortion / ISI</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n: noise</a:t>
            </a:r>
          </a:p>
        </p:txBody>
      </p:sp>
      <p:sp>
        <p:nvSpPr>
          <p:cNvPr id="13" name="future-rx-topics">
            <a:extLst xmlns:a="http://schemas.openxmlformats.org/drawingml/2006/main">
              <a:ext uri="{FF2B5EF4-FFF2-40B4-BE49-F238E27FC236}">
                <a16:creationId xmlns:a16="http://schemas.microsoft.com/office/drawing/2014/main" id="{E942BC7A-FBED-44CE-BDD1-9CA31A071AA9}"/>
              </a:ext>
            </a:extLst>
          </p:cNvPr>
          <p:cNvSpPr>
            <a:spLocks xmlns:a="http://schemas.openxmlformats.org/drawingml/2006/main" noGrp="1"/>
          </p:cNvSpPr>
          <p:nvPr/>
        </p:nvSpPr>
        <p:spPr>
          <a:xfrm xmlns:a="http://schemas.openxmlformats.org/drawingml/2006/main">
            <a:off x="8963025" y="3714750"/>
            <a:ext cx="314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Decode / reconstruct</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Detect symbols</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Demodulate</a:t>
            </a:r>
          </a:p>
        </p:txBody>
      </p:sp>
      <p:pic>
        <p:nvPicPr>
          <p:cNvPr id="14" name="future-m" descr="m(t)">
            <a:extLst xmlns:a="http://schemas.openxmlformats.org/drawingml/2006/main">
              <a:ext uri="{FF2B5EF4-FFF2-40B4-BE49-F238E27FC236}">
                <a16:creationId xmlns:a16="http://schemas.microsoft.com/office/drawing/2014/main" id="{AC558D53-02C3-473C-90AD-C62D19AFBBB6}"/>
              </a:ext>
            </a:extLst>
          </p:cNvPr>
          <p:cNvPicPr>
            <a:picLocks xmlns:a="http://schemas.openxmlformats.org/drawingml/2006/main" noChangeAspect="1"/>
          </p:cNvPicPr>
          <p:nvPr/>
        </p:nvPicPr>
        <p:blipFill>
          <a:blip xmlns:r="http://schemas.openxmlformats.org/officeDocument/2006/relationships" xmlns:a="http://schemas.openxmlformats.org/drawingml/2006/main" r:embed="Rf735ab7f47d849b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26758" y="2695575"/>
            <a:ext cx="832485" cy="361950"/>
          </a:xfrm>
          <a:prstGeom xmlns:a="http://schemas.openxmlformats.org/drawingml/2006/main" prst="rect">
            <a:avLst/>
          </a:prstGeom>
        </p:spPr>
      </p:pic>
      <p:pic>
        <p:nvPicPr>
          <p:cNvPr id="15" name="future-s" descr="s(t)">
            <a:extLst xmlns:a="http://schemas.openxmlformats.org/drawingml/2006/main">
              <a:ext uri="{FF2B5EF4-FFF2-40B4-BE49-F238E27FC236}">
                <a16:creationId xmlns:a16="http://schemas.microsoft.com/office/drawing/2014/main" id="{169D5C7A-7F43-4CE0-ACF3-F3E194812B88}"/>
              </a:ext>
            </a:extLst>
          </p:cNvPr>
          <p:cNvPicPr>
            <a:picLocks xmlns:a="http://schemas.openxmlformats.org/drawingml/2006/main" noChangeAspect="1"/>
          </p:cNvPicPr>
          <p:nvPr/>
        </p:nvPicPr>
        <p:blipFill>
          <a:blip xmlns:r="http://schemas.openxmlformats.org/officeDocument/2006/relationships" xmlns:a="http://schemas.openxmlformats.org/drawingml/2006/main" r:embed="R6a8975d227f9459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703445" y="2695349"/>
            <a:ext cx="651510" cy="362402"/>
          </a:xfrm>
          <a:prstGeom xmlns:a="http://schemas.openxmlformats.org/drawingml/2006/main" prst="rect">
            <a:avLst/>
          </a:prstGeom>
        </p:spPr>
      </p:pic>
      <p:pic>
        <p:nvPicPr>
          <p:cNvPr id="16" name="future-r" descr="r(t)">
            <a:extLst xmlns:a="http://schemas.openxmlformats.org/drawingml/2006/main">
              <a:ext uri="{FF2B5EF4-FFF2-40B4-BE49-F238E27FC236}">
                <a16:creationId xmlns:a16="http://schemas.microsoft.com/office/drawing/2014/main" id="{586157B0-1E08-4ADB-951A-CB9116472F4C}"/>
              </a:ext>
            </a:extLst>
          </p:cNvPr>
          <p:cNvPicPr>
            <a:picLocks xmlns:a="http://schemas.openxmlformats.org/drawingml/2006/main" noChangeAspect="1"/>
          </p:cNvPicPr>
          <p:nvPr/>
        </p:nvPicPr>
        <p:blipFill>
          <a:blip xmlns:r="http://schemas.openxmlformats.org/officeDocument/2006/relationships" xmlns:a="http://schemas.openxmlformats.org/drawingml/2006/main" r:embed="Rc938fea139f24fe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018145" y="2696367"/>
            <a:ext cx="651510" cy="360366"/>
          </a:xfrm>
          <a:prstGeom xmlns:a="http://schemas.openxmlformats.org/drawingml/2006/main" prst="rect">
            <a:avLst/>
          </a:prstGeom>
        </p:spPr>
      </p:pic>
      <p:pic>
        <p:nvPicPr>
          <p:cNvPr id="17" name="future-output" descr="\widehat m(t)">
            <a:extLst xmlns:a="http://schemas.openxmlformats.org/drawingml/2006/main">
              <a:ext uri="{FF2B5EF4-FFF2-40B4-BE49-F238E27FC236}">
                <a16:creationId xmlns:a16="http://schemas.microsoft.com/office/drawing/2014/main" id="{8333AA6A-D83A-4B83-99FF-7D29949D7673}"/>
              </a:ext>
            </a:extLst>
          </p:cNvPr>
          <p:cNvPicPr>
            <a:picLocks xmlns:a="http://schemas.openxmlformats.org/drawingml/2006/main" noChangeAspect="1"/>
          </p:cNvPicPr>
          <p:nvPr/>
        </p:nvPicPr>
        <p:blipFill>
          <a:blip xmlns:r="http://schemas.openxmlformats.org/officeDocument/2006/relationships" xmlns:a="http://schemas.openxmlformats.org/drawingml/2006/main" r:embed="R8c9dba2b257747f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0942320" y="2695575"/>
            <a:ext cx="832485" cy="361950"/>
          </a:xfrm>
          <a:prstGeom xmlns:a="http://schemas.openxmlformats.org/drawingml/2006/main" prst="rect">
            <a:avLst/>
          </a:prstGeom>
        </p:spPr>
      </p:pic>
      <p:pic>
        <p:nvPicPr>
          <p:cNvPr id="18" name="future-channel-law" descr="r=h*s+n">
            <a:extLst xmlns:a="http://schemas.openxmlformats.org/drawingml/2006/main">
              <a:ext uri="{FF2B5EF4-FFF2-40B4-BE49-F238E27FC236}">
                <a16:creationId xmlns:a16="http://schemas.microsoft.com/office/drawing/2014/main" id="{C7015F91-F434-4382-A91D-C2D68A3A9E26}"/>
              </a:ext>
            </a:extLst>
          </p:cNvPr>
          <p:cNvPicPr>
            <a:picLocks xmlns:a="http://schemas.openxmlformats.org/drawingml/2006/main" noChangeAspect="1"/>
          </p:cNvPicPr>
          <p:nvPr/>
        </p:nvPicPr>
        <p:blipFill>
          <a:blip xmlns:r="http://schemas.openxmlformats.org/officeDocument/2006/relationships" xmlns:a="http://schemas.openxmlformats.org/drawingml/2006/main" r:embed="Rf614477df8484ef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610225" y="3829407"/>
            <a:ext cx="1712595" cy="227886"/>
          </a:xfrm>
          <a:prstGeom xmlns:a="http://schemas.openxmlformats.org/drawingml/2006/main" prst="rect">
            <a:avLst/>
          </a:prstGeom>
        </p:spPr>
      </p:pic>
    </p:spTree>
    <p:extLst>
      <p:ext uri="{BB962C8B-B14F-4D97-AF65-F5344CB8AC3E}">
        <p14:creationId xmlns:p14="http://schemas.microsoft.com/office/powerpoint/2010/main" val="118742019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174E215D-C1BB-4151-A43A-2557880EA5DD}"/>
              </a:ext>
            </a:extLst>
          </p:cNvPr>
          <p:cNvSpPr>
            <a:spLocks xmlns:a="http://schemas.openxmlformats.org/drawingml/2006/main" noGrp="1"/>
          </p:cNvSpPr>
          <p:nvPr/>
        </p:nvSpPr>
        <p:spPr>
          <a:xfrm xmlns:a="http://schemas.openxmlformats.org/drawingml/2006/main">
            <a:off x="952500" y="2619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i="0">
                <a:solidFill>
                  <a:srgbClr val="202020"/>
                </a:solidFill>
                <a:latin typeface="Times New Roman"/>
                <a:ea typeface="Times New Roman"/>
                <a:cs typeface="Times New Roman"/>
              </a:defRPr>
            </a:pPr>
            <a:r>
              <a:rPr sz="3900" b="1" i="0">
                <a:solidFill>
                  <a:srgbClr val="202020"/>
                </a:solidFill>
                <a:latin typeface="Times New Roman"/>
                <a:ea typeface="Times New Roman"/>
                <a:cs typeface="Times New Roman"/>
              </a:rPr>
              <a:t>End of Tutorial 5</a:t>
            </a:r>
          </a:p>
        </p:txBody>
      </p:sp>
      <p:sp>
        <p:nvSpPr>
          <p:cNvPr id="3" name="questions">
            <a:extLst xmlns:a="http://schemas.openxmlformats.org/drawingml/2006/main">
              <a:ext uri="{FF2B5EF4-FFF2-40B4-BE49-F238E27FC236}">
                <a16:creationId xmlns:a16="http://schemas.microsoft.com/office/drawing/2014/main" id="{180C7D56-470E-4CC0-AA34-0BA3BE7C3E29}"/>
              </a:ext>
            </a:extLst>
          </p:cNvPr>
          <p:cNvSpPr>
            <a:spLocks xmlns:a="http://schemas.openxmlformats.org/drawingml/2006/main" noGrp="1"/>
          </p:cNvSpPr>
          <p:nvPr/>
        </p:nvSpPr>
        <p:spPr>
          <a:xfrm xmlns:a="http://schemas.openxmlformats.org/drawingml/2006/main">
            <a:off x="952500" y="35718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i="0">
                <a:solidFill>
                  <a:srgbClr val="202020"/>
                </a:solidFill>
                <a:latin typeface="Times New Roman"/>
                <a:ea typeface="Times New Roman"/>
                <a:cs typeface="Times New Roman"/>
              </a:defRPr>
            </a:pPr>
            <a:r>
              <a:rPr sz="2400" b="0" i="0">
                <a:solidFill>
                  <a:srgbClr val="202020"/>
                </a:solidFill>
                <a:latin typeface="Times New Roman"/>
                <a:ea typeface="Times New Roman"/>
                <a:cs typeface="Times New Roman"/>
              </a:rPr>
              <a:t>Questions?</a:t>
            </a:r>
          </a:p>
        </p:txBody>
      </p:sp>
      <p:sp>
        <p:nvSpPr>
          <p:cNvPr id="4" name="animated-version">
            <a:extLst xmlns:a="http://schemas.openxmlformats.org/drawingml/2006/main">
              <a:ext uri="{FF2B5EF4-FFF2-40B4-BE49-F238E27FC236}">
                <a16:creationId xmlns:a16="http://schemas.microsoft.com/office/drawing/2014/main" id="{F470B133-6219-403D-91D5-665B576737BF}"/>
              </a:ext>
            </a:extLst>
          </p:cNvPr>
          <p:cNvSpPr>
            <a:spLocks xmlns:a="http://schemas.openxmlformats.org/drawingml/2006/main" noGrp="1"/>
          </p:cNvSpPr>
          <p:nvPr/>
        </p:nvSpPr>
        <p:spPr>
          <a:xfrm xmlns:a="http://schemas.openxmlformats.org/drawingml/2006/main">
            <a:off x="952500" y="4572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For the animated slides, please email</a:t>
            </a:r>
          </a:p>
        </p:txBody>
      </p:sp>
      <p:sp>
        <p:nvSpPr>
          <p:cNvPr id="5" name="email">
            <a:extLst xmlns:a="http://schemas.openxmlformats.org/drawingml/2006/main">
              <a:ext uri="{FF2B5EF4-FFF2-40B4-BE49-F238E27FC236}">
                <a16:creationId xmlns:a16="http://schemas.microsoft.com/office/drawing/2014/main" id="{3A843A1D-3BA9-49B5-B254-502DBF337B55}"/>
              </a:ext>
            </a:extLst>
          </p:cNvPr>
          <p:cNvSpPr>
            <a:spLocks xmlns:a="http://schemas.openxmlformats.org/drawingml/2006/main" noGrp="1"/>
          </p:cNvSpPr>
          <p:nvPr/>
        </p:nvSpPr>
        <p:spPr>
          <a:xfrm xmlns:a="http://schemas.openxmlformats.org/drawingml/2006/main">
            <a:off x="952500" y="50482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11110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2026-10-15T04:21:33.3340000Z</dcterms:created>
  <dcterms:modified xsi:type="dcterms:W3CDTF">2026-10-15T04:21:33.3340000Z</dcterms:modified>
</coreProperties>
</file>